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42"/>
  </p:notesMasterIdLst>
  <p:sldIdLst>
    <p:sldId id="256" r:id="rId2"/>
    <p:sldId id="339" r:id="rId3"/>
    <p:sldId id="338" r:id="rId4"/>
    <p:sldId id="337" r:id="rId5"/>
    <p:sldId id="257" r:id="rId6"/>
    <p:sldId id="258" r:id="rId7"/>
    <p:sldId id="259" r:id="rId8"/>
    <p:sldId id="304" r:id="rId9"/>
    <p:sldId id="305" r:id="rId10"/>
    <p:sldId id="306" r:id="rId11"/>
    <p:sldId id="307" r:id="rId12"/>
    <p:sldId id="308" r:id="rId13"/>
    <p:sldId id="309" r:id="rId14"/>
    <p:sldId id="320" r:id="rId15"/>
    <p:sldId id="310" r:id="rId16"/>
    <p:sldId id="331" r:id="rId17"/>
    <p:sldId id="332" r:id="rId18"/>
    <p:sldId id="333" r:id="rId19"/>
    <p:sldId id="334" r:id="rId20"/>
    <p:sldId id="335" r:id="rId21"/>
    <p:sldId id="336" r:id="rId22"/>
    <p:sldId id="269" r:id="rId23"/>
    <p:sldId id="311" r:id="rId24"/>
    <p:sldId id="312" r:id="rId25"/>
    <p:sldId id="323" r:id="rId26"/>
    <p:sldId id="313" r:id="rId27"/>
    <p:sldId id="314" r:id="rId28"/>
    <p:sldId id="315" r:id="rId29"/>
    <p:sldId id="266" r:id="rId30"/>
    <p:sldId id="326" r:id="rId31"/>
    <p:sldId id="327" r:id="rId32"/>
    <p:sldId id="328" r:id="rId33"/>
    <p:sldId id="271" r:id="rId34"/>
    <p:sldId id="272" r:id="rId35"/>
    <p:sldId id="330" r:id="rId36"/>
    <p:sldId id="329" r:id="rId37"/>
    <p:sldId id="274" r:id="rId38"/>
    <p:sldId id="278" r:id="rId39"/>
    <p:sldId id="283" r:id="rId40"/>
    <p:sldId id="284" r:id="rId41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43"/>
      <p:bold r:id="rId44"/>
      <p:italic r:id="rId45"/>
      <p:boldItalic r:id="rId46"/>
    </p:embeddedFont>
    <p:embeddedFont>
      <p:font typeface="Barlow Semi Condensed Medium" panose="00000606000000000000" pitchFamily="2" charset="0"/>
      <p:regular r:id="rId47"/>
      <p:bold r:id="rId48"/>
      <p:italic r:id="rId49"/>
      <p:boldItalic r:id="rId50"/>
    </p:embeddedFont>
    <p:embeddedFont>
      <p:font typeface="Fjalla One" panose="02000506040000020004" pitchFamily="2" charset="0"/>
      <p:regular r:id="rId51"/>
    </p:embeddedFont>
    <p:embeddedFont>
      <p:font typeface="Roboto Condensed Light" panose="02000000000000000000" pitchFamily="2" charset="0"/>
      <p:regular r:id="rId52"/>
      <p: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A511B1-BA2A-46D3-AA68-485D9485F395}">
  <a:tblStyle styleId="{06A511B1-BA2A-46D3-AA68-485D9485F3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35" d="100"/>
          <a:sy n="135" d="100"/>
        </p:scale>
        <p:origin x="126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oders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E34F-4BB8-81A6-CBE1C013CBA3}"/>
              </c:ext>
            </c:extLst>
          </c:dPt>
          <c:dPt>
            <c:idx val="1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34F-4BB8-81A6-CBE1C013CBA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E34F-4BB8-81A6-CBE1C013CBA3}"/>
              </c:ext>
            </c:extLst>
          </c:dPt>
          <c:dPt>
            <c:idx val="4"/>
            <c:bubble3D val="0"/>
            <c:spPr>
              <a:solidFill>
                <a:schemeClr val="accent5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34F-4BB8-81A6-CBE1C013CBA3}"/>
              </c:ext>
            </c:extLst>
          </c:dPt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1050</c:v>
                </c:pt>
                <c:pt idx="1">
                  <c:v>1697</c:v>
                </c:pt>
                <c:pt idx="2">
                  <c:v>93</c:v>
                </c:pt>
                <c:pt idx="3">
                  <c:v>1161</c:v>
                </c:pt>
                <c:pt idx="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4F-4BB8-81A6-CBE1C013C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rot="0" vert="horz" anchor="ctr" anchorCtr="1"/>
    <a:lstStyle/>
    <a:p>
      <a:pPr>
        <a:defRPr>
          <a:ln>
            <a:noFill/>
          </a:ln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oders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49-44CF-A8FB-4D75C891EA55}"/>
              </c:ext>
            </c:extLst>
          </c:dPt>
          <c:dPt>
            <c:idx val="1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49-44CF-A8FB-4D75C891EA5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549-44CF-A8FB-4D75C891EA55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549-44CF-A8FB-4D75C891EA55}"/>
              </c:ext>
            </c:extLst>
          </c:dPt>
          <c:dPt>
            <c:idx val="4"/>
            <c:bubble3D val="0"/>
            <c:spPr>
              <a:solidFill>
                <a:schemeClr val="accent5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549-44CF-A8FB-4D75C891EA5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36A0A7F-7749-40A8-9728-39266A67AAC6}" type="VALUE">
                      <a:rPr lang="en-US" sz="9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903017192570715"/>
                      <c:h val="0.1703668187577459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549-44CF-A8FB-4D75C891EA5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5AEBAA0-23A2-49CF-9924-44E47128F8C9}" type="VALUE">
                      <a:rPr lang="en-US" sz="9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903017192570715"/>
                      <c:h val="0.1758625225886409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549-44CF-A8FB-4D75C891EA55}"/>
                </c:ext>
              </c:extLst>
            </c:dLbl>
            <c:dLbl>
              <c:idx val="2"/>
              <c:layout>
                <c:manualLayout>
                  <c:x val="0.19384315228724011"/>
                  <c:y val="-5.2650862118704893E-2"/>
                </c:manualLayout>
              </c:layout>
              <c:tx>
                <c:rich>
                  <a:bodyPr/>
                  <a:lstStyle/>
                  <a:p>
                    <a:fld id="{62768F5E-6835-4147-A31F-1624AAB8A15D}" type="VALUE">
                      <a:rPr lang="en-US" sz="900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A549-44CF-A8FB-4D75C891EA5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5B2F806-26E7-433C-B02D-23BCFE15CC53}" type="VALUE">
                      <a:rPr lang="en-US" sz="9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500902112982625"/>
                      <c:h val="0.1758625225886409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A549-44CF-A8FB-4D75C891EA55}"/>
                </c:ext>
              </c:extLst>
            </c:dLbl>
            <c:dLbl>
              <c:idx val="4"/>
              <c:layout>
                <c:manualLayout>
                  <c:x val="1.7382345762165942E-2"/>
                  <c:y val="0.13178149658545141"/>
                </c:manualLayout>
              </c:layout>
              <c:tx>
                <c:rich>
                  <a:bodyPr/>
                  <a:lstStyle/>
                  <a:p>
                    <a:fld id="{3E705F6B-D074-4906-826C-C55BEBB93E83}" type="VALUE">
                      <a:rPr lang="en-US" sz="900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A549-44CF-A8FB-4D75C891EA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4526947</c:v>
                </c:pt>
                <c:pt idx="1">
                  <c:v>7312364</c:v>
                </c:pt>
                <c:pt idx="2">
                  <c:v>402517</c:v>
                </c:pt>
                <c:pt idx="3">
                  <c:v>5006157</c:v>
                </c:pt>
                <c:pt idx="4">
                  <c:v>189934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549-44CF-A8FB-4D75C891EA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rot="0" vert="horz" anchor="ctr" anchorCtr="1"/>
    <a:lstStyle/>
    <a:p>
      <a:pPr>
        <a:defRPr>
          <a:ln>
            <a:noFill/>
          </a:ln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>
          <a:extLst>
            <a:ext uri="{FF2B5EF4-FFF2-40B4-BE49-F238E27FC236}">
              <a16:creationId xmlns:a16="http://schemas.microsoft.com/office/drawing/2014/main" id="{55F3A72D-73D8-472A-C7CB-88B5CE20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>
            <a:extLst>
              <a:ext uri="{FF2B5EF4-FFF2-40B4-BE49-F238E27FC236}">
                <a16:creationId xmlns:a16="http://schemas.microsoft.com/office/drawing/2014/main" id="{62259B9A-D93E-D394-BC15-74EC4D3F83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>
            <a:extLst>
              <a:ext uri="{FF2B5EF4-FFF2-40B4-BE49-F238E27FC236}">
                <a16:creationId xmlns:a16="http://schemas.microsoft.com/office/drawing/2014/main" id="{F35AB371-DAA9-B461-62FF-0CF88D903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635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>
          <a:extLst>
            <a:ext uri="{FF2B5EF4-FFF2-40B4-BE49-F238E27FC236}">
              <a16:creationId xmlns:a16="http://schemas.microsoft.com/office/drawing/2014/main" id="{32CD5C80-6C66-7E6E-D5E4-AF659C457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>
            <a:extLst>
              <a:ext uri="{FF2B5EF4-FFF2-40B4-BE49-F238E27FC236}">
                <a16:creationId xmlns:a16="http://schemas.microsoft.com/office/drawing/2014/main" id="{595AED0D-2B1A-C34B-88BF-B3C97F3C2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>
            <a:extLst>
              <a:ext uri="{FF2B5EF4-FFF2-40B4-BE49-F238E27FC236}">
                <a16:creationId xmlns:a16="http://schemas.microsoft.com/office/drawing/2014/main" id="{C0CF908C-8584-E53C-5165-19FB55CF23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8296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>
          <a:extLst>
            <a:ext uri="{FF2B5EF4-FFF2-40B4-BE49-F238E27FC236}">
              <a16:creationId xmlns:a16="http://schemas.microsoft.com/office/drawing/2014/main" id="{4F82F8F1-1D58-7BF9-291E-EF3A0E9D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>
            <a:extLst>
              <a:ext uri="{FF2B5EF4-FFF2-40B4-BE49-F238E27FC236}">
                <a16:creationId xmlns:a16="http://schemas.microsoft.com/office/drawing/2014/main" id="{733032C1-AF35-AEAD-22C1-59E2853D25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>
            <a:extLst>
              <a:ext uri="{FF2B5EF4-FFF2-40B4-BE49-F238E27FC236}">
                <a16:creationId xmlns:a16="http://schemas.microsoft.com/office/drawing/2014/main" id="{5C134115-35B9-891B-725E-4C87BA8987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45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19B13FB4-D509-3E0B-719E-6D152A164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5CFDB9FE-0AD3-95B8-FF66-B09E95F40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2B5B30DA-3F93-44E7-5EDE-394669601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2612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975631CF-560E-1EFE-9D6E-22334F72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5C6631E8-1831-D356-FC97-5E1DEB8DC8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958E8E06-9F23-526A-F00D-EFDACF3D2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8247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757D1062-2241-3726-6B33-E95D2B8A7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60E1A7FC-BE3F-9B94-C37B-FC43CEED1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18870C00-E163-706B-96F2-9438984B6A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3152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8DCF6A49-5005-0582-9878-2ADF7A45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C3807A47-2B6E-31F9-5B71-A6D0D6AF8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684B7334-BCC6-F86D-BE51-7C35F0090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437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017416F0-CA1D-9CAB-AF23-D55F137B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68C880A8-078B-44F8-60A4-B58D222045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EE9D1356-29C5-254F-802F-99F4251DF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123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679B2738-A0A3-F143-9D29-E1CACF807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7397A5B2-9F19-A3D5-1B16-3A9A5EDCA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F62D1F56-2F8D-A3A0-B33F-DB57FA5F4B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82090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>
          <a:extLst>
            <a:ext uri="{FF2B5EF4-FFF2-40B4-BE49-F238E27FC236}">
              <a16:creationId xmlns:a16="http://schemas.microsoft.com/office/drawing/2014/main" id="{E3123281-F891-91A0-9EBE-4A7212544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>
            <a:extLst>
              <a:ext uri="{FF2B5EF4-FFF2-40B4-BE49-F238E27FC236}">
                <a16:creationId xmlns:a16="http://schemas.microsoft.com/office/drawing/2014/main" id="{859FB7D1-03EF-101B-851B-222CB10954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>
            <a:extLst>
              <a:ext uri="{FF2B5EF4-FFF2-40B4-BE49-F238E27FC236}">
                <a16:creationId xmlns:a16="http://schemas.microsoft.com/office/drawing/2014/main" id="{87792D66-7248-E3F1-7C74-06340B55E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7432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27365169-5DB0-2B15-5C0C-A8B79EC9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18C4E315-D7E5-D1FE-108E-179BDE332D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9DBB5D8A-C451-27E6-D0E5-1232E6AD13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0273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D60F46EE-3266-4486-7751-D8982F0A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84CECBCB-7E32-E965-28DA-3B6AE11E07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7B071CF6-D6C4-B5AF-7B86-0A9CB407BE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142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CF372C2F-9AF6-2D73-D510-DC3417A2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2BF8DB44-7A9F-A9EB-68F6-AFA25162A1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D764CDED-DA9E-4A8D-FC35-71EAFB3B0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967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BC2FB7E9-0CBC-4860-7831-CDB20EA9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DCEFD115-03C5-1F79-AC2F-A29F83366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67DCFB08-13CE-5D4D-DD32-79C9744A54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16335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572972EA-F8B1-2F1C-0F9A-2A6AA5152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FC9D128C-5A41-D053-BD16-6E2794980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02C4909A-9E07-D4FA-2C65-D9DB337A1E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30481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F286B72D-E9E9-390D-4B04-52B8D9B77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87921252-4D1B-D1C4-C064-767539BCA0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A9646A3C-39F3-D08F-EFA4-2D28048652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3096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9689B0D9-347D-86D9-40E9-0C4192D75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C3061DAF-958C-E60A-4C6C-5E50DFDC19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79D6D2AC-730A-B9FA-9FFF-B610FB52F6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16617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g8714a43093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7" name="Google Shape;2637;g8714a43093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4F4A2A0F-0E13-1A3E-C599-9020B8E8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B46AEC5B-C0A4-E99F-9743-699B225CB8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F1492B58-87A2-54DA-1549-912B2A6720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76014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C902B7C7-5DFC-343D-C1BA-7846FA72C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0BEDE2B2-2D22-8C49-A5C7-F0511022E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529326AE-25C4-B383-7BD2-FC4BF9D8A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6192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>
          <a:extLst>
            <a:ext uri="{FF2B5EF4-FFF2-40B4-BE49-F238E27FC236}">
              <a16:creationId xmlns:a16="http://schemas.microsoft.com/office/drawing/2014/main" id="{22B770D5-8B24-E132-BB5D-32B4BD4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>
            <a:extLst>
              <a:ext uri="{FF2B5EF4-FFF2-40B4-BE49-F238E27FC236}">
                <a16:creationId xmlns:a16="http://schemas.microsoft.com/office/drawing/2014/main" id="{2AE45A5D-D280-27EE-20D6-0B857675B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>
            <a:extLst>
              <a:ext uri="{FF2B5EF4-FFF2-40B4-BE49-F238E27FC236}">
                <a16:creationId xmlns:a16="http://schemas.microsoft.com/office/drawing/2014/main" id="{CD29FCA3-FA13-D059-8259-D3CC8CE03E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23213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83053D28-17FA-9768-53B1-7320327C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E8BEBDBB-2AA2-689F-BEB6-2E5192272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03A5502A-4DA1-31C5-8EE4-9EC1B28253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3186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E942E272-F59F-AE01-17C2-F7617EEA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8AFEF7C5-2B53-6340-D8B3-21B45E074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5B3DE706-FF36-A9E9-4C2D-AB5721136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10454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B7973601-06AD-4EF1-D493-39F411542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7655C0B5-48BA-FC28-D917-560077DA1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13364EB0-1D0F-4FE6-A46F-6C1B8F6F10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62115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8728718f4e_1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8728718f4e_1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0">
          <a:extLst>
            <a:ext uri="{FF2B5EF4-FFF2-40B4-BE49-F238E27FC236}">
              <a16:creationId xmlns:a16="http://schemas.microsoft.com/office/drawing/2014/main" id="{0C68AF7C-9A87-B727-CD94-C0A79FFFC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8714a43093_1_247:notes">
            <a:extLst>
              <a:ext uri="{FF2B5EF4-FFF2-40B4-BE49-F238E27FC236}">
                <a16:creationId xmlns:a16="http://schemas.microsoft.com/office/drawing/2014/main" id="{5F49870C-6F36-E38A-E006-7B77D98C3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8714a43093_1_247:notes">
            <a:extLst>
              <a:ext uri="{FF2B5EF4-FFF2-40B4-BE49-F238E27FC236}">
                <a16:creationId xmlns:a16="http://schemas.microsoft.com/office/drawing/2014/main" id="{48AF138D-8594-9E6B-426E-00BC2C3C2D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8054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0">
          <a:extLst>
            <a:ext uri="{FF2B5EF4-FFF2-40B4-BE49-F238E27FC236}">
              <a16:creationId xmlns:a16="http://schemas.microsoft.com/office/drawing/2014/main" id="{6D1FFF85-1A21-2834-0BBF-AC5D4449A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8714a43093_1_247:notes">
            <a:extLst>
              <a:ext uri="{FF2B5EF4-FFF2-40B4-BE49-F238E27FC236}">
                <a16:creationId xmlns:a16="http://schemas.microsoft.com/office/drawing/2014/main" id="{346D7CC2-65B7-8313-D40D-2F31A98184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8714a43093_1_247:notes">
            <a:extLst>
              <a:ext uri="{FF2B5EF4-FFF2-40B4-BE49-F238E27FC236}">
                <a16:creationId xmlns:a16="http://schemas.microsoft.com/office/drawing/2014/main" id="{284A049A-1042-2329-BDD4-49198FA03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264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0">
          <a:extLst>
            <a:ext uri="{FF2B5EF4-FFF2-40B4-BE49-F238E27FC236}">
              <a16:creationId xmlns:a16="http://schemas.microsoft.com/office/drawing/2014/main" id="{B627A691-B01A-E305-9B0A-A75F7AAB0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8714a43093_1_247:notes">
            <a:extLst>
              <a:ext uri="{FF2B5EF4-FFF2-40B4-BE49-F238E27FC236}">
                <a16:creationId xmlns:a16="http://schemas.microsoft.com/office/drawing/2014/main" id="{EA9AE58E-5CA9-06FD-3BC7-918F038B9E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8714a43093_1_247:notes">
            <a:extLst>
              <a:ext uri="{FF2B5EF4-FFF2-40B4-BE49-F238E27FC236}">
                <a16:creationId xmlns:a16="http://schemas.microsoft.com/office/drawing/2014/main" id="{182453F3-AB80-CE01-5C9F-0EE8F8B5C5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39341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g8714a43093_3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0" name="Google Shape;2730;g8714a43093_3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g8714a43093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6" name="Google Shape;2736;g8714a43093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4">
          <a:extLst>
            <a:ext uri="{FF2B5EF4-FFF2-40B4-BE49-F238E27FC236}">
              <a16:creationId xmlns:a16="http://schemas.microsoft.com/office/drawing/2014/main" id="{F830C89D-CAD4-A9E8-D57B-A06E48F52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g8714a43093_1_303:notes">
            <a:extLst>
              <a:ext uri="{FF2B5EF4-FFF2-40B4-BE49-F238E27FC236}">
                <a16:creationId xmlns:a16="http://schemas.microsoft.com/office/drawing/2014/main" id="{8733316F-0F56-B029-260A-7584E662A8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6" name="Google Shape;2736;g8714a43093_1_303:notes">
            <a:extLst>
              <a:ext uri="{FF2B5EF4-FFF2-40B4-BE49-F238E27FC236}">
                <a16:creationId xmlns:a16="http://schemas.microsoft.com/office/drawing/2014/main" id="{448A3F3E-864C-25FB-AA8C-F18A3C9903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4690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4">
          <a:extLst>
            <a:ext uri="{FF2B5EF4-FFF2-40B4-BE49-F238E27FC236}">
              <a16:creationId xmlns:a16="http://schemas.microsoft.com/office/drawing/2014/main" id="{29972637-7939-1A42-1F5C-79007E178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g8714a43093_1_303:notes">
            <a:extLst>
              <a:ext uri="{FF2B5EF4-FFF2-40B4-BE49-F238E27FC236}">
                <a16:creationId xmlns:a16="http://schemas.microsoft.com/office/drawing/2014/main" id="{D64EDCCA-9E9D-B0B7-3683-28026E837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6" name="Google Shape;2736;g8714a43093_1_303:notes">
            <a:extLst>
              <a:ext uri="{FF2B5EF4-FFF2-40B4-BE49-F238E27FC236}">
                <a16:creationId xmlns:a16="http://schemas.microsoft.com/office/drawing/2014/main" id="{BDF01484-A326-FA00-99D4-4749BAE953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96999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g8714a43093_1_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7" name="Google Shape;3007;g8714a43093_1_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g8714a43093_3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1" name="Google Shape;3211;g8714a43093_3_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Google Shape;3510;g8714a43093_3_1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1" name="Google Shape;3511;g8714a43093_3_1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2" name="Google Shape;3602;g8714a43093_5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3" name="Google Shape;3603;g8714a43093_5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4" name="Google Shape;754;p16"/>
          <p:cNvSpPr txBox="1">
            <a:spLocks noGrp="1"/>
          </p:cNvSpPr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5" name="Google Shape;755;p16"/>
          <p:cNvSpPr txBox="1">
            <a:spLocks noGrp="1"/>
          </p:cNvSpPr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6" name="Google Shape;756;p16"/>
          <p:cNvSpPr txBox="1">
            <a:spLocks noGrp="1"/>
          </p:cNvSpPr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7" name="Google Shape;757;p16"/>
          <p:cNvSpPr txBox="1">
            <a:spLocks noGrp="1"/>
          </p:cNvSpPr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8" name="Google Shape;758;p16"/>
          <p:cNvSpPr txBox="1">
            <a:spLocks noGrp="1"/>
          </p:cNvSpPr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59" name="Google Shape;759;p16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18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913" name="Google Shape;913;p19"/>
          <p:cNvSpPr txBox="1">
            <a:spLocks noGrp="1"/>
          </p:cNvSpPr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0" name="Google Shape;1550;p31"/>
          <p:cNvSpPr txBox="1">
            <a:spLocks noGrp="1"/>
          </p:cNvSpPr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8" name="Google Shape;1618;p31"/>
          <p:cNvSpPr txBox="1">
            <a:spLocks noGrp="1"/>
          </p:cNvSpPr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7629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4" r:id="rId13"/>
    <p:sldLayoutId id="2147483665" r:id="rId14"/>
    <p:sldLayoutId id="2147483667" r:id="rId15"/>
    <p:sldLayoutId id="2147483669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81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Relationship Id="rId4" Type="http://schemas.openxmlformats.org/officeDocument/2006/relationships/chart" Target="../charts/char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31B7210C-FB33-7FDB-BAD7-07B720B63E5D}"/>
              </a:ext>
            </a:extLst>
          </p:cNvPr>
          <p:cNvGrpSpPr/>
          <p:nvPr/>
        </p:nvGrpSpPr>
        <p:grpSpPr>
          <a:xfrm>
            <a:off x="3592290" y="3189986"/>
            <a:ext cx="1959420" cy="1953514"/>
            <a:chOff x="4690090" y="1246019"/>
            <a:chExt cx="1378840" cy="1391040"/>
          </a:xfrm>
        </p:grpSpPr>
        <p:sp>
          <p:nvSpPr>
            <p:cNvPr id="21" name="Google Shape;1801;p35">
              <a:extLst>
                <a:ext uri="{FF2B5EF4-FFF2-40B4-BE49-F238E27FC236}">
                  <a16:creationId xmlns:a16="http://schemas.microsoft.com/office/drawing/2014/main" id="{0754976E-809E-B74C-2F77-1C5EC7BBAEBA}"/>
                </a:ext>
              </a:extLst>
            </p:cNvPr>
            <p:cNvSpPr/>
            <p:nvPr/>
          </p:nvSpPr>
          <p:spPr>
            <a:xfrm>
              <a:off x="5074270" y="2578439"/>
              <a:ext cx="525820" cy="58620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803;p35">
              <a:extLst>
                <a:ext uri="{FF2B5EF4-FFF2-40B4-BE49-F238E27FC236}">
                  <a16:creationId xmlns:a16="http://schemas.microsoft.com/office/drawing/2014/main" id="{4EC6B455-A03F-5F26-2A1E-847476EC5892}"/>
                </a:ext>
              </a:extLst>
            </p:cNvPr>
            <p:cNvSpPr/>
            <p:nvPr/>
          </p:nvSpPr>
          <p:spPr>
            <a:xfrm>
              <a:off x="5318450" y="2298439"/>
              <a:ext cx="83040" cy="31420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805;p35">
              <a:extLst>
                <a:ext uri="{FF2B5EF4-FFF2-40B4-BE49-F238E27FC236}">
                  <a16:creationId xmlns:a16="http://schemas.microsoft.com/office/drawing/2014/main" id="{1CC8FE84-E745-2B33-4BC8-46578BF40047}"/>
                </a:ext>
              </a:extLst>
            </p:cNvPr>
            <p:cNvSpPr/>
            <p:nvPr/>
          </p:nvSpPr>
          <p:spPr>
            <a:xfrm>
              <a:off x="5305430" y="2298439"/>
              <a:ext cx="109080" cy="22792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808;p35">
              <a:extLst>
                <a:ext uri="{FF2B5EF4-FFF2-40B4-BE49-F238E27FC236}">
                  <a16:creationId xmlns:a16="http://schemas.microsoft.com/office/drawing/2014/main" id="{4C0BDE95-231D-5C4A-477F-A69B82636059}"/>
                </a:ext>
              </a:extLst>
            </p:cNvPr>
            <p:cNvSpPr/>
            <p:nvPr/>
          </p:nvSpPr>
          <p:spPr>
            <a:xfrm>
              <a:off x="4690090" y="1246019"/>
              <a:ext cx="1378840" cy="1081740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809;p35">
              <a:extLst>
                <a:ext uri="{FF2B5EF4-FFF2-40B4-BE49-F238E27FC236}">
                  <a16:creationId xmlns:a16="http://schemas.microsoft.com/office/drawing/2014/main" id="{C491CC07-F66A-B0F9-33A0-A91B090E2305}"/>
                </a:ext>
              </a:extLst>
            </p:cNvPr>
            <p:cNvSpPr/>
            <p:nvPr/>
          </p:nvSpPr>
          <p:spPr>
            <a:xfrm>
              <a:off x="4769850" y="1309499"/>
              <a:ext cx="1219300" cy="954780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1693;p35">
            <a:extLst>
              <a:ext uri="{FF2B5EF4-FFF2-40B4-BE49-F238E27FC236}">
                <a16:creationId xmlns:a16="http://schemas.microsoft.com/office/drawing/2014/main" id="{9A017F19-C5B0-9EDC-79C0-07CCBF08364D}"/>
              </a:ext>
            </a:extLst>
          </p:cNvPr>
          <p:cNvSpPr/>
          <p:nvPr/>
        </p:nvSpPr>
        <p:spPr>
          <a:xfrm>
            <a:off x="5759896" y="3345480"/>
            <a:ext cx="710580" cy="1798020"/>
          </a:xfrm>
          <a:custGeom>
            <a:avLst/>
            <a:gdLst/>
            <a:ahLst/>
            <a:cxnLst/>
            <a:rect l="l" t="t" r="r" b="b"/>
            <a:pathLst>
              <a:path w="35529" h="89901" extrusionOk="0">
                <a:moveTo>
                  <a:pt x="7122" y="6430"/>
                </a:moveTo>
                <a:cubicBezTo>
                  <a:pt x="8221" y="11843"/>
                  <a:pt x="12698" y="13959"/>
                  <a:pt x="12779" y="13959"/>
                </a:cubicBezTo>
                <a:lnTo>
                  <a:pt x="12576" y="14407"/>
                </a:lnTo>
                <a:cubicBezTo>
                  <a:pt x="12535" y="14366"/>
                  <a:pt x="7814" y="12169"/>
                  <a:pt x="6675" y="6512"/>
                </a:cubicBezTo>
                <a:lnTo>
                  <a:pt x="7122" y="6430"/>
                </a:lnTo>
                <a:close/>
                <a:moveTo>
                  <a:pt x="18314" y="31785"/>
                </a:moveTo>
                <a:lnTo>
                  <a:pt x="18314" y="31785"/>
                </a:lnTo>
                <a:cubicBezTo>
                  <a:pt x="18311" y="31785"/>
                  <a:pt x="18308" y="31785"/>
                  <a:pt x="18306" y="31785"/>
                </a:cubicBezTo>
                <a:lnTo>
                  <a:pt x="18306" y="31785"/>
                </a:lnTo>
                <a:cubicBezTo>
                  <a:pt x="18309" y="31787"/>
                  <a:pt x="18312" y="31788"/>
                  <a:pt x="18315" y="31789"/>
                </a:cubicBezTo>
                <a:lnTo>
                  <a:pt x="18315" y="31789"/>
                </a:lnTo>
                <a:cubicBezTo>
                  <a:pt x="18315" y="31788"/>
                  <a:pt x="18314" y="31786"/>
                  <a:pt x="18314" y="31785"/>
                </a:cubicBezTo>
                <a:close/>
                <a:moveTo>
                  <a:pt x="6919" y="39599"/>
                </a:moveTo>
                <a:cubicBezTo>
                  <a:pt x="10012" y="45622"/>
                  <a:pt x="17012" y="48267"/>
                  <a:pt x="17093" y="48267"/>
                </a:cubicBezTo>
                <a:lnTo>
                  <a:pt x="16930" y="48715"/>
                </a:lnTo>
                <a:cubicBezTo>
                  <a:pt x="16849" y="48674"/>
                  <a:pt x="9686" y="45988"/>
                  <a:pt x="6512" y="39843"/>
                </a:cubicBezTo>
                <a:lnTo>
                  <a:pt x="6919" y="39599"/>
                </a:lnTo>
                <a:close/>
                <a:moveTo>
                  <a:pt x="31052" y="0"/>
                </a:moveTo>
                <a:cubicBezTo>
                  <a:pt x="31052" y="0"/>
                  <a:pt x="29913" y="2930"/>
                  <a:pt x="27878" y="6512"/>
                </a:cubicBezTo>
                <a:cubicBezTo>
                  <a:pt x="25843" y="10134"/>
                  <a:pt x="19535" y="15750"/>
                  <a:pt x="18395" y="21855"/>
                </a:cubicBezTo>
                <a:cubicBezTo>
                  <a:pt x="18110" y="23564"/>
                  <a:pt x="17988" y="25110"/>
                  <a:pt x="17988" y="26453"/>
                </a:cubicBezTo>
                <a:cubicBezTo>
                  <a:pt x="16930" y="22913"/>
                  <a:pt x="15628" y="19576"/>
                  <a:pt x="14326" y="16483"/>
                </a:cubicBezTo>
                <a:cubicBezTo>
                  <a:pt x="13959" y="15669"/>
                  <a:pt x="13674" y="14733"/>
                  <a:pt x="13430" y="13797"/>
                </a:cubicBezTo>
                <a:lnTo>
                  <a:pt x="13227" y="13675"/>
                </a:lnTo>
                <a:cubicBezTo>
                  <a:pt x="13268" y="13634"/>
                  <a:pt x="17337" y="6756"/>
                  <a:pt x="17337" y="4803"/>
                </a:cubicBezTo>
                <a:lnTo>
                  <a:pt x="17785" y="4803"/>
                </a:lnTo>
                <a:cubicBezTo>
                  <a:pt x="17785" y="6634"/>
                  <a:pt x="14692" y="12087"/>
                  <a:pt x="13837" y="13552"/>
                </a:cubicBezTo>
                <a:cubicBezTo>
                  <a:pt x="15262" y="12698"/>
                  <a:pt x="17581" y="10948"/>
                  <a:pt x="18436" y="8262"/>
                </a:cubicBezTo>
                <a:cubicBezTo>
                  <a:pt x="19738" y="4233"/>
                  <a:pt x="17826" y="570"/>
                  <a:pt x="17826" y="570"/>
                </a:cubicBezTo>
                <a:cubicBezTo>
                  <a:pt x="17826" y="570"/>
                  <a:pt x="14366" y="5617"/>
                  <a:pt x="13430" y="8832"/>
                </a:cubicBezTo>
                <a:cubicBezTo>
                  <a:pt x="12861" y="10866"/>
                  <a:pt x="12698" y="12454"/>
                  <a:pt x="12657" y="13349"/>
                </a:cubicBezTo>
                <a:cubicBezTo>
                  <a:pt x="12006" y="11680"/>
                  <a:pt x="10988" y="9401"/>
                  <a:pt x="9849" y="7896"/>
                </a:cubicBezTo>
                <a:cubicBezTo>
                  <a:pt x="7814" y="5169"/>
                  <a:pt x="6471" y="1140"/>
                  <a:pt x="6471" y="1140"/>
                </a:cubicBezTo>
                <a:cubicBezTo>
                  <a:pt x="6471" y="1140"/>
                  <a:pt x="3989" y="5413"/>
                  <a:pt x="5779" y="9890"/>
                </a:cubicBezTo>
                <a:cubicBezTo>
                  <a:pt x="7285" y="13593"/>
                  <a:pt x="11477" y="15018"/>
                  <a:pt x="12942" y="15425"/>
                </a:cubicBezTo>
                <a:cubicBezTo>
                  <a:pt x="13105" y="15913"/>
                  <a:pt x="13308" y="16401"/>
                  <a:pt x="13471" y="16849"/>
                </a:cubicBezTo>
                <a:cubicBezTo>
                  <a:pt x="15262" y="21041"/>
                  <a:pt x="17052" y="25762"/>
                  <a:pt x="18110" y="30727"/>
                </a:cubicBezTo>
                <a:cubicBezTo>
                  <a:pt x="17052" y="29302"/>
                  <a:pt x="15058" y="26860"/>
                  <a:pt x="13186" y="25477"/>
                </a:cubicBezTo>
                <a:cubicBezTo>
                  <a:pt x="10460" y="23483"/>
                  <a:pt x="8018" y="19983"/>
                  <a:pt x="8018" y="19983"/>
                </a:cubicBezTo>
                <a:lnTo>
                  <a:pt x="8018" y="19983"/>
                </a:lnTo>
                <a:cubicBezTo>
                  <a:pt x="8017" y="19983"/>
                  <a:pt x="6878" y="24826"/>
                  <a:pt x="9890" y="28610"/>
                </a:cubicBezTo>
                <a:cubicBezTo>
                  <a:pt x="12110" y="31377"/>
                  <a:pt x="15862" y="31799"/>
                  <a:pt x="17735" y="31799"/>
                </a:cubicBezTo>
                <a:cubicBezTo>
                  <a:pt x="17952" y="31799"/>
                  <a:pt x="18144" y="31794"/>
                  <a:pt x="18306" y="31785"/>
                </a:cubicBezTo>
                <a:lnTo>
                  <a:pt x="18306" y="31785"/>
                </a:lnTo>
                <a:cubicBezTo>
                  <a:pt x="16823" y="31118"/>
                  <a:pt x="12173" y="28894"/>
                  <a:pt x="10093" y="25843"/>
                </a:cubicBezTo>
                <a:lnTo>
                  <a:pt x="10459" y="25599"/>
                </a:lnTo>
                <a:cubicBezTo>
                  <a:pt x="12616" y="28692"/>
                  <a:pt x="17785" y="31052"/>
                  <a:pt x="18762" y="31500"/>
                </a:cubicBezTo>
                <a:cubicBezTo>
                  <a:pt x="19535" y="30279"/>
                  <a:pt x="24419" y="22750"/>
                  <a:pt x="26128" y="17988"/>
                </a:cubicBezTo>
                <a:lnTo>
                  <a:pt x="26575" y="18151"/>
                </a:lnTo>
                <a:cubicBezTo>
                  <a:pt x="24703" y="23320"/>
                  <a:pt x="19128" y="31826"/>
                  <a:pt x="19047" y="31907"/>
                </a:cubicBezTo>
                <a:lnTo>
                  <a:pt x="18965" y="32070"/>
                </a:lnTo>
                <a:lnTo>
                  <a:pt x="18762" y="31988"/>
                </a:lnTo>
                <a:cubicBezTo>
                  <a:pt x="18726" y="31970"/>
                  <a:pt x="18567" y="31903"/>
                  <a:pt x="18315" y="31789"/>
                </a:cubicBezTo>
                <a:lnTo>
                  <a:pt x="18315" y="31789"/>
                </a:lnTo>
                <a:cubicBezTo>
                  <a:pt x="19372" y="37241"/>
                  <a:pt x="19494" y="42937"/>
                  <a:pt x="17704" y="48471"/>
                </a:cubicBezTo>
                <a:cubicBezTo>
                  <a:pt x="17581" y="47372"/>
                  <a:pt x="16971" y="44482"/>
                  <a:pt x="13430" y="41227"/>
                </a:cubicBezTo>
                <a:cubicBezTo>
                  <a:pt x="8954" y="37116"/>
                  <a:pt x="1" y="23972"/>
                  <a:pt x="0" y="23971"/>
                </a:cubicBezTo>
                <a:lnTo>
                  <a:pt x="0" y="23971"/>
                </a:lnTo>
                <a:cubicBezTo>
                  <a:pt x="0" y="23972"/>
                  <a:pt x="733" y="39477"/>
                  <a:pt x="5006" y="44604"/>
                </a:cubicBezTo>
                <a:cubicBezTo>
                  <a:pt x="8275" y="48486"/>
                  <a:pt x="14023" y="48949"/>
                  <a:pt x="16528" y="48949"/>
                </a:cubicBezTo>
                <a:cubicBezTo>
                  <a:pt x="17017" y="48949"/>
                  <a:pt x="17382" y="48932"/>
                  <a:pt x="17581" y="48918"/>
                </a:cubicBezTo>
                <a:lnTo>
                  <a:pt x="17581" y="48918"/>
                </a:lnTo>
                <a:cubicBezTo>
                  <a:pt x="17500" y="49163"/>
                  <a:pt x="17419" y="49407"/>
                  <a:pt x="17297" y="49651"/>
                </a:cubicBezTo>
                <a:cubicBezTo>
                  <a:pt x="14488" y="57221"/>
                  <a:pt x="13878" y="62552"/>
                  <a:pt x="13837" y="65360"/>
                </a:cubicBezTo>
                <a:lnTo>
                  <a:pt x="8506" y="65360"/>
                </a:lnTo>
                <a:lnTo>
                  <a:pt x="8506" y="89900"/>
                </a:lnTo>
                <a:lnTo>
                  <a:pt x="23157" y="89900"/>
                </a:lnTo>
                <a:lnTo>
                  <a:pt x="23157" y="65360"/>
                </a:lnTo>
                <a:lnTo>
                  <a:pt x="14733" y="65360"/>
                </a:lnTo>
                <a:cubicBezTo>
                  <a:pt x="14773" y="64180"/>
                  <a:pt x="14895" y="62593"/>
                  <a:pt x="15262" y="60558"/>
                </a:cubicBezTo>
                <a:lnTo>
                  <a:pt x="15262" y="60558"/>
                </a:lnTo>
                <a:cubicBezTo>
                  <a:pt x="15140" y="60598"/>
                  <a:pt x="15099" y="60598"/>
                  <a:pt x="15099" y="60598"/>
                </a:cubicBezTo>
                <a:lnTo>
                  <a:pt x="14977" y="60151"/>
                </a:lnTo>
                <a:cubicBezTo>
                  <a:pt x="15058" y="60151"/>
                  <a:pt x="24256" y="57546"/>
                  <a:pt x="30645" y="50953"/>
                </a:cubicBezTo>
                <a:lnTo>
                  <a:pt x="30971" y="51279"/>
                </a:lnTo>
                <a:cubicBezTo>
                  <a:pt x="25802" y="56610"/>
                  <a:pt x="18884" y="59337"/>
                  <a:pt x="16198" y="60273"/>
                </a:cubicBezTo>
                <a:cubicBezTo>
                  <a:pt x="18843" y="59907"/>
                  <a:pt x="25314" y="58971"/>
                  <a:pt x="28325" y="57017"/>
                </a:cubicBezTo>
                <a:cubicBezTo>
                  <a:pt x="32151" y="54535"/>
                  <a:pt x="35529" y="47087"/>
                  <a:pt x="35529" y="47087"/>
                </a:cubicBezTo>
                <a:lnTo>
                  <a:pt x="35529" y="47087"/>
                </a:lnTo>
                <a:cubicBezTo>
                  <a:pt x="35528" y="47087"/>
                  <a:pt x="23157" y="49814"/>
                  <a:pt x="19535" y="54290"/>
                </a:cubicBezTo>
                <a:cubicBezTo>
                  <a:pt x="17093" y="57383"/>
                  <a:pt x="15872" y="59093"/>
                  <a:pt x="15384" y="59866"/>
                </a:cubicBezTo>
                <a:cubicBezTo>
                  <a:pt x="15872" y="57180"/>
                  <a:pt x="16686" y="53883"/>
                  <a:pt x="18151" y="49976"/>
                </a:cubicBezTo>
                <a:cubicBezTo>
                  <a:pt x="19128" y="47413"/>
                  <a:pt x="19657" y="44808"/>
                  <a:pt x="19860" y="42203"/>
                </a:cubicBezTo>
                <a:lnTo>
                  <a:pt x="19860" y="42203"/>
                </a:lnTo>
                <a:cubicBezTo>
                  <a:pt x="19738" y="42285"/>
                  <a:pt x="19657" y="42325"/>
                  <a:pt x="19657" y="42325"/>
                </a:cubicBezTo>
                <a:lnTo>
                  <a:pt x="19453" y="41918"/>
                </a:lnTo>
                <a:cubicBezTo>
                  <a:pt x="19535" y="41878"/>
                  <a:pt x="27878" y="37442"/>
                  <a:pt x="30238" y="33250"/>
                </a:cubicBezTo>
                <a:lnTo>
                  <a:pt x="30645" y="33494"/>
                </a:lnTo>
                <a:cubicBezTo>
                  <a:pt x="28529" y="37279"/>
                  <a:pt x="21895" y="41104"/>
                  <a:pt x="20105" y="42081"/>
                </a:cubicBezTo>
                <a:cubicBezTo>
                  <a:pt x="21814" y="41918"/>
                  <a:pt x="27186" y="41104"/>
                  <a:pt x="30360" y="37157"/>
                </a:cubicBezTo>
                <a:cubicBezTo>
                  <a:pt x="34186" y="32436"/>
                  <a:pt x="33494" y="26576"/>
                  <a:pt x="33494" y="26576"/>
                </a:cubicBezTo>
                <a:lnTo>
                  <a:pt x="33494" y="26576"/>
                </a:lnTo>
                <a:cubicBezTo>
                  <a:pt x="33493" y="26576"/>
                  <a:pt x="26290" y="31541"/>
                  <a:pt x="23360" y="35366"/>
                </a:cubicBezTo>
                <a:cubicBezTo>
                  <a:pt x="21488" y="37808"/>
                  <a:pt x="20471" y="39884"/>
                  <a:pt x="19942" y="41064"/>
                </a:cubicBezTo>
                <a:cubicBezTo>
                  <a:pt x="20105" y="37930"/>
                  <a:pt x="19820" y="34796"/>
                  <a:pt x="19250" y="31744"/>
                </a:cubicBezTo>
                <a:cubicBezTo>
                  <a:pt x="21651" y="29872"/>
                  <a:pt x="30523" y="22587"/>
                  <a:pt x="31500" y="17134"/>
                </a:cubicBezTo>
                <a:cubicBezTo>
                  <a:pt x="32599" y="10826"/>
                  <a:pt x="31052" y="0"/>
                  <a:pt x="31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1884;p35">
            <a:extLst>
              <a:ext uri="{FF2B5EF4-FFF2-40B4-BE49-F238E27FC236}">
                <a16:creationId xmlns:a16="http://schemas.microsoft.com/office/drawing/2014/main" id="{8BC24A48-E225-E8FC-FB67-625E074D0A2D}"/>
              </a:ext>
            </a:extLst>
          </p:cNvPr>
          <p:cNvSpPr txBox="1">
            <a:spLocks/>
          </p:cNvSpPr>
          <p:nvPr/>
        </p:nvSpPr>
        <p:spPr>
          <a:xfrm>
            <a:off x="5608655" y="5143500"/>
            <a:ext cx="3264300" cy="17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US" sz="5000"/>
              <a:t>Gas Gap</a:t>
            </a:r>
            <a:br>
              <a:rPr lang="en-US" sz="5000"/>
            </a:br>
            <a:r>
              <a:rPr lang="en-US" sz="5000"/>
              <a:t>Solutions</a:t>
            </a:r>
            <a:endParaRPr lang="en-US" sz="5000" dirty="0"/>
          </a:p>
        </p:txBody>
      </p:sp>
      <p:sp>
        <p:nvSpPr>
          <p:cNvPr id="42" name="Google Shape;1885;p35">
            <a:extLst>
              <a:ext uri="{FF2B5EF4-FFF2-40B4-BE49-F238E27FC236}">
                <a16:creationId xmlns:a16="http://schemas.microsoft.com/office/drawing/2014/main" id="{BDD8E261-FFA4-EBAE-5315-E65439D874F2}"/>
              </a:ext>
            </a:extLst>
          </p:cNvPr>
          <p:cNvSpPr txBox="1">
            <a:spLocks/>
          </p:cNvSpPr>
          <p:nvPr/>
        </p:nvSpPr>
        <p:spPr>
          <a:xfrm>
            <a:off x="5608655" y="6862572"/>
            <a:ext cx="32643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accent1"/>
                </a:solidFill>
              </a:rPr>
              <a:t>Here is where we</a:t>
            </a:r>
            <a:r>
              <a:rPr lang="en-US" sz="2300"/>
              <a:t> </a:t>
            </a:r>
            <a:r>
              <a:rPr lang="en-US" sz="2300">
                <a:solidFill>
                  <a:schemeClr val="accent1"/>
                </a:solidFill>
              </a:rPr>
              <a:t>begins</a:t>
            </a:r>
          </a:p>
          <a:p>
            <a:pPr marL="0" indent="0" algn="r">
              <a:buClr>
                <a:schemeClr val="dk1"/>
              </a:buClr>
              <a:buSzPts val="1100"/>
              <a:buFont typeface="Arial"/>
              <a:buNone/>
            </a:pPr>
            <a:endParaRPr lang="en-US" sz="2300">
              <a:solidFill>
                <a:schemeClr val="accent1"/>
              </a:solidFill>
            </a:endParaRPr>
          </a:p>
          <a:p>
            <a:pPr marL="0" indent="0" algn="r"/>
            <a:endParaRPr lang="en-US" sz="2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3980">
        <p159:morph option="byObject"/>
      </p:transition>
    </mc:Choice>
    <mc:Fallback xmlns="">
      <p:transition spd="slow" advTm="9398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>
          <a:extLst>
            <a:ext uri="{FF2B5EF4-FFF2-40B4-BE49-F238E27FC236}">
              <a16:creationId xmlns:a16="http://schemas.microsoft.com/office/drawing/2014/main" id="{87480245-4DC0-552C-4F9A-0DE35D57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8448CABD-FC3A-A132-DCF9-904B4F997E88}"/>
              </a:ext>
            </a:extLst>
          </p:cNvPr>
          <p:cNvGrpSpPr/>
          <p:nvPr/>
        </p:nvGrpSpPr>
        <p:grpSpPr>
          <a:xfrm>
            <a:off x="2679700" y="1461816"/>
            <a:ext cx="1390650" cy="1389334"/>
            <a:chOff x="4690090" y="1246019"/>
            <a:chExt cx="1378840" cy="1391040"/>
          </a:xfrm>
        </p:grpSpPr>
        <p:sp>
          <p:nvSpPr>
            <p:cNvPr id="21" name="Google Shape;1801;p35">
              <a:extLst>
                <a:ext uri="{FF2B5EF4-FFF2-40B4-BE49-F238E27FC236}">
                  <a16:creationId xmlns:a16="http://schemas.microsoft.com/office/drawing/2014/main" id="{1A9C1BD5-EBAD-B54D-D9DA-2666A533ADD1}"/>
                </a:ext>
              </a:extLst>
            </p:cNvPr>
            <p:cNvSpPr/>
            <p:nvPr/>
          </p:nvSpPr>
          <p:spPr>
            <a:xfrm>
              <a:off x="5074270" y="2578439"/>
              <a:ext cx="525820" cy="58620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803;p35">
              <a:extLst>
                <a:ext uri="{FF2B5EF4-FFF2-40B4-BE49-F238E27FC236}">
                  <a16:creationId xmlns:a16="http://schemas.microsoft.com/office/drawing/2014/main" id="{E3DD791F-4A82-EC1E-C382-E8D4E04E56F7}"/>
                </a:ext>
              </a:extLst>
            </p:cNvPr>
            <p:cNvSpPr/>
            <p:nvPr/>
          </p:nvSpPr>
          <p:spPr>
            <a:xfrm>
              <a:off x="5318450" y="2298439"/>
              <a:ext cx="83040" cy="31420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805;p35">
              <a:extLst>
                <a:ext uri="{FF2B5EF4-FFF2-40B4-BE49-F238E27FC236}">
                  <a16:creationId xmlns:a16="http://schemas.microsoft.com/office/drawing/2014/main" id="{50FFFD68-3639-0149-1AE0-E2C5E98DF764}"/>
                </a:ext>
              </a:extLst>
            </p:cNvPr>
            <p:cNvSpPr/>
            <p:nvPr/>
          </p:nvSpPr>
          <p:spPr>
            <a:xfrm>
              <a:off x="5305430" y="2298439"/>
              <a:ext cx="109080" cy="22792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808;p35">
              <a:extLst>
                <a:ext uri="{FF2B5EF4-FFF2-40B4-BE49-F238E27FC236}">
                  <a16:creationId xmlns:a16="http://schemas.microsoft.com/office/drawing/2014/main" id="{9CA35F73-D390-8F01-8AE3-7E98E4488F25}"/>
                </a:ext>
              </a:extLst>
            </p:cNvPr>
            <p:cNvSpPr/>
            <p:nvPr/>
          </p:nvSpPr>
          <p:spPr>
            <a:xfrm>
              <a:off x="4690090" y="1246019"/>
              <a:ext cx="1378840" cy="1081740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809;p35">
              <a:extLst>
                <a:ext uri="{FF2B5EF4-FFF2-40B4-BE49-F238E27FC236}">
                  <a16:creationId xmlns:a16="http://schemas.microsoft.com/office/drawing/2014/main" id="{FFE53987-F5FF-479C-7C9A-E80603D36B4D}"/>
                </a:ext>
              </a:extLst>
            </p:cNvPr>
            <p:cNvSpPr/>
            <p:nvPr/>
          </p:nvSpPr>
          <p:spPr>
            <a:xfrm>
              <a:off x="4769850" y="1309499"/>
              <a:ext cx="1219300" cy="954780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1693;p35">
            <a:extLst>
              <a:ext uri="{FF2B5EF4-FFF2-40B4-BE49-F238E27FC236}">
                <a16:creationId xmlns:a16="http://schemas.microsoft.com/office/drawing/2014/main" id="{3D4AE2FA-4D64-196B-5BC0-0B7502382BC6}"/>
              </a:ext>
            </a:extLst>
          </p:cNvPr>
          <p:cNvSpPr/>
          <p:nvPr/>
        </p:nvSpPr>
        <p:spPr>
          <a:xfrm>
            <a:off x="4851846" y="3339130"/>
            <a:ext cx="710580" cy="1798020"/>
          </a:xfrm>
          <a:custGeom>
            <a:avLst/>
            <a:gdLst/>
            <a:ahLst/>
            <a:cxnLst/>
            <a:rect l="l" t="t" r="r" b="b"/>
            <a:pathLst>
              <a:path w="35529" h="89901" extrusionOk="0">
                <a:moveTo>
                  <a:pt x="7122" y="6430"/>
                </a:moveTo>
                <a:cubicBezTo>
                  <a:pt x="8221" y="11843"/>
                  <a:pt x="12698" y="13959"/>
                  <a:pt x="12779" y="13959"/>
                </a:cubicBezTo>
                <a:lnTo>
                  <a:pt x="12576" y="14407"/>
                </a:lnTo>
                <a:cubicBezTo>
                  <a:pt x="12535" y="14366"/>
                  <a:pt x="7814" y="12169"/>
                  <a:pt x="6675" y="6512"/>
                </a:cubicBezTo>
                <a:lnTo>
                  <a:pt x="7122" y="6430"/>
                </a:lnTo>
                <a:close/>
                <a:moveTo>
                  <a:pt x="18314" y="31785"/>
                </a:moveTo>
                <a:lnTo>
                  <a:pt x="18314" y="31785"/>
                </a:lnTo>
                <a:cubicBezTo>
                  <a:pt x="18311" y="31785"/>
                  <a:pt x="18308" y="31785"/>
                  <a:pt x="18306" y="31785"/>
                </a:cubicBezTo>
                <a:lnTo>
                  <a:pt x="18306" y="31785"/>
                </a:lnTo>
                <a:cubicBezTo>
                  <a:pt x="18309" y="31787"/>
                  <a:pt x="18312" y="31788"/>
                  <a:pt x="18315" y="31789"/>
                </a:cubicBezTo>
                <a:lnTo>
                  <a:pt x="18315" y="31789"/>
                </a:lnTo>
                <a:cubicBezTo>
                  <a:pt x="18315" y="31788"/>
                  <a:pt x="18314" y="31786"/>
                  <a:pt x="18314" y="31785"/>
                </a:cubicBezTo>
                <a:close/>
                <a:moveTo>
                  <a:pt x="6919" y="39599"/>
                </a:moveTo>
                <a:cubicBezTo>
                  <a:pt x="10012" y="45622"/>
                  <a:pt x="17012" y="48267"/>
                  <a:pt x="17093" y="48267"/>
                </a:cubicBezTo>
                <a:lnTo>
                  <a:pt x="16930" y="48715"/>
                </a:lnTo>
                <a:cubicBezTo>
                  <a:pt x="16849" y="48674"/>
                  <a:pt x="9686" y="45988"/>
                  <a:pt x="6512" y="39843"/>
                </a:cubicBezTo>
                <a:lnTo>
                  <a:pt x="6919" y="39599"/>
                </a:lnTo>
                <a:close/>
                <a:moveTo>
                  <a:pt x="31052" y="0"/>
                </a:moveTo>
                <a:cubicBezTo>
                  <a:pt x="31052" y="0"/>
                  <a:pt x="29913" y="2930"/>
                  <a:pt x="27878" y="6512"/>
                </a:cubicBezTo>
                <a:cubicBezTo>
                  <a:pt x="25843" y="10134"/>
                  <a:pt x="19535" y="15750"/>
                  <a:pt x="18395" y="21855"/>
                </a:cubicBezTo>
                <a:cubicBezTo>
                  <a:pt x="18110" y="23564"/>
                  <a:pt x="17988" y="25110"/>
                  <a:pt x="17988" y="26453"/>
                </a:cubicBezTo>
                <a:cubicBezTo>
                  <a:pt x="16930" y="22913"/>
                  <a:pt x="15628" y="19576"/>
                  <a:pt x="14326" y="16483"/>
                </a:cubicBezTo>
                <a:cubicBezTo>
                  <a:pt x="13959" y="15669"/>
                  <a:pt x="13674" y="14733"/>
                  <a:pt x="13430" y="13797"/>
                </a:cubicBezTo>
                <a:lnTo>
                  <a:pt x="13227" y="13675"/>
                </a:lnTo>
                <a:cubicBezTo>
                  <a:pt x="13268" y="13634"/>
                  <a:pt x="17337" y="6756"/>
                  <a:pt x="17337" y="4803"/>
                </a:cubicBezTo>
                <a:lnTo>
                  <a:pt x="17785" y="4803"/>
                </a:lnTo>
                <a:cubicBezTo>
                  <a:pt x="17785" y="6634"/>
                  <a:pt x="14692" y="12087"/>
                  <a:pt x="13837" y="13552"/>
                </a:cubicBezTo>
                <a:cubicBezTo>
                  <a:pt x="15262" y="12698"/>
                  <a:pt x="17581" y="10948"/>
                  <a:pt x="18436" y="8262"/>
                </a:cubicBezTo>
                <a:cubicBezTo>
                  <a:pt x="19738" y="4233"/>
                  <a:pt x="17826" y="570"/>
                  <a:pt x="17826" y="570"/>
                </a:cubicBezTo>
                <a:cubicBezTo>
                  <a:pt x="17826" y="570"/>
                  <a:pt x="14366" y="5617"/>
                  <a:pt x="13430" y="8832"/>
                </a:cubicBezTo>
                <a:cubicBezTo>
                  <a:pt x="12861" y="10866"/>
                  <a:pt x="12698" y="12454"/>
                  <a:pt x="12657" y="13349"/>
                </a:cubicBezTo>
                <a:cubicBezTo>
                  <a:pt x="12006" y="11680"/>
                  <a:pt x="10988" y="9401"/>
                  <a:pt x="9849" y="7896"/>
                </a:cubicBezTo>
                <a:cubicBezTo>
                  <a:pt x="7814" y="5169"/>
                  <a:pt x="6471" y="1140"/>
                  <a:pt x="6471" y="1140"/>
                </a:cubicBezTo>
                <a:cubicBezTo>
                  <a:pt x="6471" y="1140"/>
                  <a:pt x="3989" y="5413"/>
                  <a:pt x="5779" y="9890"/>
                </a:cubicBezTo>
                <a:cubicBezTo>
                  <a:pt x="7285" y="13593"/>
                  <a:pt x="11477" y="15018"/>
                  <a:pt x="12942" y="15425"/>
                </a:cubicBezTo>
                <a:cubicBezTo>
                  <a:pt x="13105" y="15913"/>
                  <a:pt x="13308" y="16401"/>
                  <a:pt x="13471" y="16849"/>
                </a:cubicBezTo>
                <a:cubicBezTo>
                  <a:pt x="15262" y="21041"/>
                  <a:pt x="17052" y="25762"/>
                  <a:pt x="18110" y="30727"/>
                </a:cubicBezTo>
                <a:cubicBezTo>
                  <a:pt x="17052" y="29302"/>
                  <a:pt x="15058" y="26860"/>
                  <a:pt x="13186" y="25477"/>
                </a:cubicBezTo>
                <a:cubicBezTo>
                  <a:pt x="10460" y="23483"/>
                  <a:pt x="8018" y="19983"/>
                  <a:pt x="8018" y="19983"/>
                </a:cubicBezTo>
                <a:lnTo>
                  <a:pt x="8018" y="19983"/>
                </a:lnTo>
                <a:cubicBezTo>
                  <a:pt x="8017" y="19983"/>
                  <a:pt x="6878" y="24826"/>
                  <a:pt x="9890" y="28610"/>
                </a:cubicBezTo>
                <a:cubicBezTo>
                  <a:pt x="12110" y="31377"/>
                  <a:pt x="15862" y="31799"/>
                  <a:pt x="17735" y="31799"/>
                </a:cubicBezTo>
                <a:cubicBezTo>
                  <a:pt x="17952" y="31799"/>
                  <a:pt x="18144" y="31794"/>
                  <a:pt x="18306" y="31785"/>
                </a:cubicBezTo>
                <a:lnTo>
                  <a:pt x="18306" y="31785"/>
                </a:lnTo>
                <a:cubicBezTo>
                  <a:pt x="16823" y="31118"/>
                  <a:pt x="12173" y="28894"/>
                  <a:pt x="10093" y="25843"/>
                </a:cubicBezTo>
                <a:lnTo>
                  <a:pt x="10459" y="25599"/>
                </a:lnTo>
                <a:cubicBezTo>
                  <a:pt x="12616" y="28692"/>
                  <a:pt x="17785" y="31052"/>
                  <a:pt x="18762" y="31500"/>
                </a:cubicBezTo>
                <a:cubicBezTo>
                  <a:pt x="19535" y="30279"/>
                  <a:pt x="24419" y="22750"/>
                  <a:pt x="26128" y="17988"/>
                </a:cubicBezTo>
                <a:lnTo>
                  <a:pt x="26575" y="18151"/>
                </a:lnTo>
                <a:cubicBezTo>
                  <a:pt x="24703" y="23320"/>
                  <a:pt x="19128" y="31826"/>
                  <a:pt x="19047" y="31907"/>
                </a:cubicBezTo>
                <a:lnTo>
                  <a:pt x="18965" y="32070"/>
                </a:lnTo>
                <a:lnTo>
                  <a:pt x="18762" y="31988"/>
                </a:lnTo>
                <a:cubicBezTo>
                  <a:pt x="18726" y="31970"/>
                  <a:pt x="18567" y="31903"/>
                  <a:pt x="18315" y="31789"/>
                </a:cubicBezTo>
                <a:lnTo>
                  <a:pt x="18315" y="31789"/>
                </a:lnTo>
                <a:cubicBezTo>
                  <a:pt x="19372" y="37241"/>
                  <a:pt x="19494" y="42937"/>
                  <a:pt x="17704" y="48471"/>
                </a:cubicBezTo>
                <a:cubicBezTo>
                  <a:pt x="17581" y="47372"/>
                  <a:pt x="16971" y="44482"/>
                  <a:pt x="13430" y="41227"/>
                </a:cubicBezTo>
                <a:cubicBezTo>
                  <a:pt x="8954" y="37116"/>
                  <a:pt x="1" y="23972"/>
                  <a:pt x="0" y="23971"/>
                </a:cubicBezTo>
                <a:lnTo>
                  <a:pt x="0" y="23971"/>
                </a:lnTo>
                <a:cubicBezTo>
                  <a:pt x="0" y="23972"/>
                  <a:pt x="733" y="39477"/>
                  <a:pt x="5006" y="44604"/>
                </a:cubicBezTo>
                <a:cubicBezTo>
                  <a:pt x="8275" y="48486"/>
                  <a:pt x="14023" y="48949"/>
                  <a:pt x="16528" y="48949"/>
                </a:cubicBezTo>
                <a:cubicBezTo>
                  <a:pt x="17017" y="48949"/>
                  <a:pt x="17382" y="48932"/>
                  <a:pt x="17581" y="48918"/>
                </a:cubicBezTo>
                <a:lnTo>
                  <a:pt x="17581" y="48918"/>
                </a:lnTo>
                <a:cubicBezTo>
                  <a:pt x="17500" y="49163"/>
                  <a:pt x="17419" y="49407"/>
                  <a:pt x="17297" y="49651"/>
                </a:cubicBezTo>
                <a:cubicBezTo>
                  <a:pt x="14488" y="57221"/>
                  <a:pt x="13878" y="62552"/>
                  <a:pt x="13837" y="65360"/>
                </a:cubicBezTo>
                <a:lnTo>
                  <a:pt x="8506" y="65360"/>
                </a:lnTo>
                <a:lnTo>
                  <a:pt x="8506" y="89900"/>
                </a:lnTo>
                <a:lnTo>
                  <a:pt x="23157" y="89900"/>
                </a:lnTo>
                <a:lnTo>
                  <a:pt x="23157" y="65360"/>
                </a:lnTo>
                <a:lnTo>
                  <a:pt x="14733" y="65360"/>
                </a:lnTo>
                <a:cubicBezTo>
                  <a:pt x="14773" y="64180"/>
                  <a:pt x="14895" y="62593"/>
                  <a:pt x="15262" y="60558"/>
                </a:cubicBezTo>
                <a:lnTo>
                  <a:pt x="15262" y="60558"/>
                </a:lnTo>
                <a:cubicBezTo>
                  <a:pt x="15140" y="60598"/>
                  <a:pt x="15099" y="60598"/>
                  <a:pt x="15099" y="60598"/>
                </a:cubicBezTo>
                <a:lnTo>
                  <a:pt x="14977" y="60151"/>
                </a:lnTo>
                <a:cubicBezTo>
                  <a:pt x="15058" y="60151"/>
                  <a:pt x="24256" y="57546"/>
                  <a:pt x="30645" y="50953"/>
                </a:cubicBezTo>
                <a:lnTo>
                  <a:pt x="30971" y="51279"/>
                </a:lnTo>
                <a:cubicBezTo>
                  <a:pt x="25802" y="56610"/>
                  <a:pt x="18884" y="59337"/>
                  <a:pt x="16198" y="60273"/>
                </a:cubicBezTo>
                <a:cubicBezTo>
                  <a:pt x="18843" y="59907"/>
                  <a:pt x="25314" y="58971"/>
                  <a:pt x="28325" y="57017"/>
                </a:cubicBezTo>
                <a:cubicBezTo>
                  <a:pt x="32151" y="54535"/>
                  <a:pt x="35529" y="47087"/>
                  <a:pt x="35529" y="47087"/>
                </a:cubicBezTo>
                <a:lnTo>
                  <a:pt x="35529" y="47087"/>
                </a:lnTo>
                <a:cubicBezTo>
                  <a:pt x="35528" y="47087"/>
                  <a:pt x="23157" y="49814"/>
                  <a:pt x="19535" y="54290"/>
                </a:cubicBezTo>
                <a:cubicBezTo>
                  <a:pt x="17093" y="57383"/>
                  <a:pt x="15872" y="59093"/>
                  <a:pt x="15384" y="59866"/>
                </a:cubicBezTo>
                <a:cubicBezTo>
                  <a:pt x="15872" y="57180"/>
                  <a:pt x="16686" y="53883"/>
                  <a:pt x="18151" y="49976"/>
                </a:cubicBezTo>
                <a:cubicBezTo>
                  <a:pt x="19128" y="47413"/>
                  <a:pt x="19657" y="44808"/>
                  <a:pt x="19860" y="42203"/>
                </a:cubicBezTo>
                <a:lnTo>
                  <a:pt x="19860" y="42203"/>
                </a:lnTo>
                <a:cubicBezTo>
                  <a:pt x="19738" y="42285"/>
                  <a:pt x="19657" y="42325"/>
                  <a:pt x="19657" y="42325"/>
                </a:cubicBezTo>
                <a:lnTo>
                  <a:pt x="19453" y="41918"/>
                </a:lnTo>
                <a:cubicBezTo>
                  <a:pt x="19535" y="41878"/>
                  <a:pt x="27878" y="37442"/>
                  <a:pt x="30238" y="33250"/>
                </a:cubicBezTo>
                <a:lnTo>
                  <a:pt x="30645" y="33494"/>
                </a:lnTo>
                <a:cubicBezTo>
                  <a:pt x="28529" y="37279"/>
                  <a:pt x="21895" y="41104"/>
                  <a:pt x="20105" y="42081"/>
                </a:cubicBezTo>
                <a:cubicBezTo>
                  <a:pt x="21814" y="41918"/>
                  <a:pt x="27186" y="41104"/>
                  <a:pt x="30360" y="37157"/>
                </a:cubicBezTo>
                <a:cubicBezTo>
                  <a:pt x="34186" y="32436"/>
                  <a:pt x="33494" y="26576"/>
                  <a:pt x="33494" y="26576"/>
                </a:cubicBezTo>
                <a:lnTo>
                  <a:pt x="33494" y="26576"/>
                </a:lnTo>
                <a:cubicBezTo>
                  <a:pt x="33493" y="26576"/>
                  <a:pt x="26290" y="31541"/>
                  <a:pt x="23360" y="35366"/>
                </a:cubicBezTo>
                <a:cubicBezTo>
                  <a:pt x="21488" y="37808"/>
                  <a:pt x="20471" y="39884"/>
                  <a:pt x="19942" y="41064"/>
                </a:cubicBezTo>
                <a:cubicBezTo>
                  <a:pt x="20105" y="37930"/>
                  <a:pt x="19820" y="34796"/>
                  <a:pt x="19250" y="31744"/>
                </a:cubicBezTo>
                <a:cubicBezTo>
                  <a:pt x="21651" y="29872"/>
                  <a:pt x="30523" y="22587"/>
                  <a:pt x="31500" y="17134"/>
                </a:cubicBezTo>
                <a:cubicBezTo>
                  <a:pt x="32599" y="10826"/>
                  <a:pt x="31052" y="0"/>
                  <a:pt x="31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1690;p35">
            <a:extLst>
              <a:ext uri="{FF2B5EF4-FFF2-40B4-BE49-F238E27FC236}">
                <a16:creationId xmlns:a16="http://schemas.microsoft.com/office/drawing/2014/main" id="{80C3EA20-00D9-B3F0-9672-70FA01B00C90}"/>
              </a:ext>
            </a:extLst>
          </p:cNvPr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3" name="Google Shape;1691;p35">
              <a:extLst>
                <a:ext uri="{FF2B5EF4-FFF2-40B4-BE49-F238E27FC236}">
                  <a16:creationId xmlns:a16="http://schemas.microsoft.com/office/drawing/2014/main" id="{0E6A15F9-70FE-8CF6-7D85-3C8EFE799E00}"/>
                </a:ext>
              </a:extLst>
            </p:cNvPr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692;p35">
              <a:extLst>
                <a:ext uri="{FF2B5EF4-FFF2-40B4-BE49-F238E27FC236}">
                  <a16:creationId xmlns:a16="http://schemas.microsoft.com/office/drawing/2014/main" id="{A1301445-A401-9DD1-D9E2-5774A2863C96}"/>
                </a:ext>
              </a:extLst>
            </p:cNvPr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93;p35">
              <a:extLst>
                <a:ext uri="{FF2B5EF4-FFF2-40B4-BE49-F238E27FC236}">
                  <a16:creationId xmlns:a16="http://schemas.microsoft.com/office/drawing/2014/main" id="{4C2EAE6F-5748-39EC-BEDA-A33214B8EB43}"/>
                </a:ext>
              </a:extLst>
            </p:cNvPr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94;p35">
              <a:extLst>
                <a:ext uri="{FF2B5EF4-FFF2-40B4-BE49-F238E27FC236}">
                  <a16:creationId xmlns:a16="http://schemas.microsoft.com/office/drawing/2014/main" id="{1F4291A2-020A-3297-FD87-9C6F418FB1E7}"/>
                </a:ext>
              </a:extLst>
            </p:cNvPr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95;p35">
              <a:extLst>
                <a:ext uri="{FF2B5EF4-FFF2-40B4-BE49-F238E27FC236}">
                  <a16:creationId xmlns:a16="http://schemas.microsoft.com/office/drawing/2014/main" id="{73CEA498-4F98-BC2A-38C6-9C5061D94F4F}"/>
                </a:ext>
              </a:extLst>
            </p:cNvPr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96;p35">
              <a:extLst>
                <a:ext uri="{FF2B5EF4-FFF2-40B4-BE49-F238E27FC236}">
                  <a16:creationId xmlns:a16="http://schemas.microsoft.com/office/drawing/2014/main" id="{D81BD51D-524D-C557-27CB-B2FA25CEF297}"/>
                </a:ext>
              </a:extLst>
            </p:cNvPr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97;p35">
              <a:extLst>
                <a:ext uri="{FF2B5EF4-FFF2-40B4-BE49-F238E27FC236}">
                  <a16:creationId xmlns:a16="http://schemas.microsoft.com/office/drawing/2014/main" id="{2094B2FB-5463-F4D0-5A22-C959AF49A495}"/>
                </a:ext>
              </a:extLst>
            </p:cNvPr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98;p35">
              <a:extLst>
                <a:ext uri="{FF2B5EF4-FFF2-40B4-BE49-F238E27FC236}">
                  <a16:creationId xmlns:a16="http://schemas.microsoft.com/office/drawing/2014/main" id="{7168A120-E9F8-502F-40DE-CB6D87E89C97}"/>
                </a:ext>
              </a:extLst>
            </p:cNvPr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99;p35">
              <a:extLst>
                <a:ext uri="{FF2B5EF4-FFF2-40B4-BE49-F238E27FC236}">
                  <a16:creationId xmlns:a16="http://schemas.microsoft.com/office/drawing/2014/main" id="{F0AEBA5B-20DF-C04E-1BF7-742D54DDE480}"/>
                </a:ext>
              </a:extLst>
            </p:cNvPr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00;p35">
              <a:extLst>
                <a:ext uri="{FF2B5EF4-FFF2-40B4-BE49-F238E27FC236}">
                  <a16:creationId xmlns:a16="http://schemas.microsoft.com/office/drawing/2014/main" id="{E434CCBB-1A4C-4C85-BBB4-DEF853B71126}"/>
                </a:ext>
              </a:extLst>
            </p:cNvPr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01;p35">
              <a:extLst>
                <a:ext uri="{FF2B5EF4-FFF2-40B4-BE49-F238E27FC236}">
                  <a16:creationId xmlns:a16="http://schemas.microsoft.com/office/drawing/2014/main" id="{8D99344C-1DC9-E182-A05F-FDE0EF907FAB}"/>
                </a:ext>
              </a:extLst>
            </p:cNvPr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02;p35">
              <a:extLst>
                <a:ext uri="{FF2B5EF4-FFF2-40B4-BE49-F238E27FC236}">
                  <a16:creationId xmlns:a16="http://schemas.microsoft.com/office/drawing/2014/main" id="{F164AE78-3FDF-2B78-E8F1-39A272DC6E72}"/>
                </a:ext>
              </a:extLst>
            </p:cNvPr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03;p35">
              <a:extLst>
                <a:ext uri="{FF2B5EF4-FFF2-40B4-BE49-F238E27FC236}">
                  <a16:creationId xmlns:a16="http://schemas.microsoft.com/office/drawing/2014/main" id="{0808999C-188A-3DD2-058F-594BFC7A32A3}"/>
                </a:ext>
              </a:extLst>
            </p:cNvPr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04;p35">
              <a:extLst>
                <a:ext uri="{FF2B5EF4-FFF2-40B4-BE49-F238E27FC236}">
                  <a16:creationId xmlns:a16="http://schemas.microsoft.com/office/drawing/2014/main" id="{BF8E03C7-D721-E7C7-5059-1F8ED860CE47}"/>
                </a:ext>
              </a:extLst>
            </p:cNvPr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05;p35">
              <a:extLst>
                <a:ext uri="{FF2B5EF4-FFF2-40B4-BE49-F238E27FC236}">
                  <a16:creationId xmlns:a16="http://schemas.microsoft.com/office/drawing/2014/main" id="{A6BC50A0-9F7F-498B-00D7-29E060CFF2F3}"/>
                </a:ext>
              </a:extLst>
            </p:cNvPr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06;p35">
              <a:extLst>
                <a:ext uri="{FF2B5EF4-FFF2-40B4-BE49-F238E27FC236}">
                  <a16:creationId xmlns:a16="http://schemas.microsoft.com/office/drawing/2014/main" id="{5C5167BD-608A-2975-922F-B801C887FB86}"/>
                </a:ext>
              </a:extLst>
            </p:cNvPr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07;p35">
              <a:extLst>
                <a:ext uri="{FF2B5EF4-FFF2-40B4-BE49-F238E27FC236}">
                  <a16:creationId xmlns:a16="http://schemas.microsoft.com/office/drawing/2014/main" id="{6D94FE21-403C-1A26-BAC3-195800D4648E}"/>
                </a:ext>
              </a:extLst>
            </p:cNvPr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08;p35">
              <a:extLst>
                <a:ext uri="{FF2B5EF4-FFF2-40B4-BE49-F238E27FC236}">
                  <a16:creationId xmlns:a16="http://schemas.microsoft.com/office/drawing/2014/main" id="{DC477018-585F-8DEE-F7D7-0CBA3ED4CCE9}"/>
                </a:ext>
              </a:extLst>
            </p:cNvPr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709;p35">
              <a:extLst>
                <a:ext uri="{FF2B5EF4-FFF2-40B4-BE49-F238E27FC236}">
                  <a16:creationId xmlns:a16="http://schemas.microsoft.com/office/drawing/2014/main" id="{2A2EBA77-4E23-B20D-825B-7A47E5DC18CD}"/>
                </a:ext>
              </a:extLst>
            </p:cNvPr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10;p35">
              <a:extLst>
                <a:ext uri="{FF2B5EF4-FFF2-40B4-BE49-F238E27FC236}">
                  <a16:creationId xmlns:a16="http://schemas.microsoft.com/office/drawing/2014/main" id="{210BC9BD-83E3-7DBD-4004-2050EAAE5A03}"/>
                </a:ext>
              </a:extLst>
            </p:cNvPr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11;p35">
              <a:extLst>
                <a:ext uri="{FF2B5EF4-FFF2-40B4-BE49-F238E27FC236}">
                  <a16:creationId xmlns:a16="http://schemas.microsoft.com/office/drawing/2014/main" id="{D7566045-5E56-68C9-EC74-82EE32094421}"/>
                </a:ext>
              </a:extLst>
            </p:cNvPr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12;p35">
              <a:extLst>
                <a:ext uri="{FF2B5EF4-FFF2-40B4-BE49-F238E27FC236}">
                  <a16:creationId xmlns:a16="http://schemas.microsoft.com/office/drawing/2014/main" id="{932FCBFD-98F4-CA38-6D98-4C2EE32C3450}"/>
                </a:ext>
              </a:extLst>
            </p:cNvPr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13;p35">
              <a:extLst>
                <a:ext uri="{FF2B5EF4-FFF2-40B4-BE49-F238E27FC236}">
                  <a16:creationId xmlns:a16="http://schemas.microsoft.com/office/drawing/2014/main" id="{6AC9D50E-7A94-2D18-EBC3-C45C6502E8A6}"/>
                </a:ext>
              </a:extLst>
            </p:cNvPr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714;p35">
              <a:extLst>
                <a:ext uri="{FF2B5EF4-FFF2-40B4-BE49-F238E27FC236}">
                  <a16:creationId xmlns:a16="http://schemas.microsoft.com/office/drawing/2014/main" id="{05F0F769-F1A9-ADB3-7786-0D6E71EE0C73}"/>
                </a:ext>
              </a:extLst>
            </p:cNvPr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715;p35">
              <a:extLst>
                <a:ext uri="{FF2B5EF4-FFF2-40B4-BE49-F238E27FC236}">
                  <a16:creationId xmlns:a16="http://schemas.microsoft.com/office/drawing/2014/main" id="{B0C2CD77-F81B-C17C-63A0-DEFB9460FA2C}"/>
                </a:ext>
              </a:extLst>
            </p:cNvPr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716;p35">
              <a:extLst>
                <a:ext uri="{FF2B5EF4-FFF2-40B4-BE49-F238E27FC236}">
                  <a16:creationId xmlns:a16="http://schemas.microsoft.com/office/drawing/2014/main" id="{0A56BDE3-0315-4CCE-B799-D1F93D7D5A8F}"/>
                </a:ext>
              </a:extLst>
            </p:cNvPr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717;p35">
              <a:extLst>
                <a:ext uri="{FF2B5EF4-FFF2-40B4-BE49-F238E27FC236}">
                  <a16:creationId xmlns:a16="http://schemas.microsoft.com/office/drawing/2014/main" id="{FA25502F-83AD-C26B-E083-82C8396F611D}"/>
                </a:ext>
              </a:extLst>
            </p:cNvPr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718;p35">
              <a:extLst>
                <a:ext uri="{FF2B5EF4-FFF2-40B4-BE49-F238E27FC236}">
                  <a16:creationId xmlns:a16="http://schemas.microsoft.com/office/drawing/2014/main" id="{61F87F08-84FB-3341-4BAF-D299E96D1E28}"/>
                </a:ext>
              </a:extLst>
            </p:cNvPr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719;p35">
              <a:extLst>
                <a:ext uri="{FF2B5EF4-FFF2-40B4-BE49-F238E27FC236}">
                  <a16:creationId xmlns:a16="http://schemas.microsoft.com/office/drawing/2014/main" id="{C566A23E-BC1A-B28C-3390-71F3F5CBB590}"/>
                </a:ext>
              </a:extLst>
            </p:cNvPr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720;p35">
              <a:extLst>
                <a:ext uri="{FF2B5EF4-FFF2-40B4-BE49-F238E27FC236}">
                  <a16:creationId xmlns:a16="http://schemas.microsoft.com/office/drawing/2014/main" id="{BAEC3554-B4C4-C0AE-83CC-1B2AD8A260E9}"/>
                </a:ext>
              </a:extLst>
            </p:cNvPr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721;p35">
              <a:extLst>
                <a:ext uri="{FF2B5EF4-FFF2-40B4-BE49-F238E27FC236}">
                  <a16:creationId xmlns:a16="http://schemas.microsoft.com/office/drawing/2014/main" id="{8A1BE15E-DDE8-D799-351A-AFDAD50DDEB6}"/>
                </a:ext>
              </a:extLst>
            </p:cNvPr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722;p35">
              <a:extLst>
                <a:ext uri="{FF2B5EF4-FFF2-40B4-BE49-F238E27FC236}">
                  <a16:creationId xmlns:a16="http://schemas.microsoft.com/office/drawing/2014/main" id="{36C6DFC4-6A78-7E51-595B-3E4F5AD56D5C}"/>
                </a:ext>
              </a:extLst>
            </p:cNvPr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723;p35">
              <a:extLst>
                <a:ext uri="{FF2B5EF4-FFF2-40B4-BE49-F238E27FC236}">
                  <a16:creationId xmlns:a16="http://schemas.microsoft.com/office/drawing/2014/main" id="{1B568DB5-98C9-6AA9-E0F7-A0B7F4A1105B}"/>
                </a:ext>
              </a:extLst>
            </p:cNvPr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724;p35">
              <a:extLst>
                <a:ext uri="{FF2B5EF4-FFF2-40B4-BE49-F238E27FC236}">
                  <a16:creationId xmlns:a16="http://schemas.microsoft.com/office/drawing/2014/main" id="{8B7B3C5F-B089-D668-AF57-A17E66AE7D35}"/>
                </a:ext>
              </a:extLst>
            </p:cNvPr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725;p35">
              <a:extLst>
                <a:ext uri="{FF2B5EF4-FFF2-40B4-BE49-F238E27FC236}">
                  <a16:creationId xmlns:a16="http://schemas.microsoft.com/office/drawing/2014/main" id="{9E65FA40-CE33-9943-5887-6233EF312263}"/>
                </a:ext>
              </a:extLst>
            </p:cNvPr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726;p35">
              <a:extLst>
                <a:ext uri="{FF2B5EF4-FFF2-40B4-BE49-F238E27FC236}">
                  <a16:creationId xmlns:a16="http://schemas.microsoft.com/office/drawing/2014/main" id="{E61ACA91-D743-D21D-F1D9-06ABED82208D}"/>
                </a:ext>
              </a:extLst>
            </p:cNvPr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727;p35">
              <a:extLst>
                <a:ext uri="{FF2B5EF4-FFF2-40B4-BE49-F238E27FC236}">
                  <a16:creationId xmlns:a16="http://schemas.microsoft.com/office/drawing/2014/main" id="{AD6EAC73-8CA1-0FCB-2304-8CB45567947D}"/>
                </a:ext>
              </a:extLst>
            </p:cNvPr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728;p35">
              <a:extLst>
                <a:ext uri="{FF2B5EF4-FFF2-40B4-BE49-F238E27FC236}">
                  <a16:creationId xmlns:a16="http://schemas.microsoft.com/office/drawing/2014/main" id="{4548D459-F613-9B18-5D19-FDD53D72BD7B}"/>
                </a:ext>
              </a:extLst>
            </p:cNvPr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729;p35">
              <a:extLst>
                <a:ext uri="{FF2B5EF4-FFF2-40B4-BE49-F238E27FC236}">
                  <a16:creationId xmlns:a16="http://schemas.microsoft.com/office/drawing/2014/main" id="{695DFE99-F1C5-79D3-0F0D-71747A7C4E4B}"/>
                </a:ext>
              </a:extLst>
            </p:cNvPr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730;p35">
              <a:extLst>
                <a:ext uri="{FF2B5EF4-FFF2-40B4-BE49-F238E27FC236}">
                  <a16:creationId xmlns:a16="http://schemas.microsoft.com/office/drawing/2014/main" id="{3E692A6F-1B29-DFF4-533E-203EBC1B9B31}"/>
                </a:ext>
              </a:extLst>
            </p:cNvPr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731;p35">
              <a:extLst>
                <a:ext uri="{FF2B5EF4-FFF2-40B4-BE49-F238E27FC236}">
                  <a16:creationId xmlns:a16="http://schemas.microsoft.com/office/drawing/2014/main" id="{18290DC4-79B2-D986-3DAB-2BB11A892892}"/>
                </a:ext>
              </a:extLst>
            </p:cNvPr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732;p35">
              <a:extLst>
                <a:ext uri="{FF2B5EF4-FFF2-40B4-BE49-F238E27FC236}">
                  <a16:creationId xmlns:a16="http://schemas.microsoft.com/office/drawing/2014/main" id="{DEF51BC9-3D31-5A73-4C87-6C142F679288}"/>
                </a:ext>
              </a:extLst>
            </p:cNvPr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733;p35">
              <a:extLst>
                <a:ext uri="{FF2B5EF4-FFF2-40B4-BE49-F238E27FC236}">
                  <a16:creationId xmlns:a16="http://schemas.microsoft.com/office/drawing/2014/main" id="{E2595497-CC89-F798-0F9E-739B3535F35B}"/>
                </a:ext>
              </a:extLst>
            </p:cNvPr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734;p35">
              <a:extLst>
                <a:ext uri="{FF2B5EF4-FFF2-40B4-BE49-F238E27FC236}">
                  <a16:creationId xmlns:a16="http://schemas.microsoft.com/office/drawing/2014/main" id="{08718693-A0DA-38D5-4830-1CDAF93797AD}"/>
                </a:ext>
              </a:extLst>
            </p:cNvPr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735;p35">
              <a:extLst>
                <a:ext uri="{FF2B5EF4-FFF2-40B4-BE49-F238E27FC236}">
                  <a16:creationId xmlns:a16="http://schemas.microsoft.com/office/drawing/2014/main" id="{B825FA06-6747-A1FE-1918-5C876C835976}"/>
                </a:ext>
              </a:extLst>
            </p:cNvPr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736;p35">
              <a:extLst>
                <a:ext uri="{FF2B5EF4-FFF2-40B4-BE49-F238E27FC236}">
                  <a16:creationId xmlns:a16="http://schemas.microsoft.com/office/drawing/2014/main" id="{066F49E9-F455-2D1B-54D2-7AF8A6B33777}"/>
                </a:ext>
              </a:extLst>
            </p:cNvPr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737;p35">
              <a:extLst>
                <a:ext uri="{FF2B5EF4-FFF2-40B4-BE49-F238E27FC236}">
                  <a16:creationId xmlns:a16="http://schemas.microsoft.com/office/drawing/2014/main" id="{AAE45DF6-5FAB-3D41-349B-DCEF3EB166D7}"/>
                </a:ext>
              </a:extLst>
            </p:cNvPr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738;p35">
              <a:extLst>
                <a:ext uri="{FF2B5EF4-FFF2-40B4-BE49-F238E27FC236}">
                  <a16:creationId xmlns:a16="http://schemas.microsoft.com/office/drawing/2014/main" id="{1B1A34CA-6810-4058-5A0C-C823CC268582}"/>
                </a:ext>
              </a:extLst>
            </p:cNvPr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39;p35">
              <a:extLst>
                <a:ext uri="{FF2B5EF4-FFF2-40B4-BE49-F238E27FC236}">
                  <a16:creationId xmlns:a16="http://schemas.microsoft.com/office/drawing/2014/main" id="{21A89B70-799D-4735-081B-732DE2B24E48}"/>
                </a:ext>
              </a:extLst>
            </p:cNvPr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40;p35">
              <a:extLst>
                <a:ext uri="{FF2B5EF4-FFF2-40B4-BE49-F238E27FC236}">
                  <a16:creationId xmlns:a16="http://schemas.microsoft.com/office/drawing/2014/main" id="{A74D0584-00E7-206C-AFA4-452BCE42AF36}"/>
                </a:ext>
              </a:extLst>
            </p:cNvPr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41;p35">
              <a:extLst>
                <a:ext uri="{FF2B5EF4-FFF2-40B4-BE49-F238E27FC236}">
                  <a16:creationId xmlns:a16="http://schemas.microsoft.com/office/drawing/2014/main" id="{6FC58B55-B875-AEF1-1CAE-9A2B7A838BBB}"/>
                </a:ext>
              </a:extLst>
            </p:cNvPr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42;p35">
              <a:extLst>
                <a:ext uri="{FF2B5EF4-FFF2-40B4-BE49-F238E27FC236}">
                  <a16:creationId xmlns:a16="http://schemas.microsoft.com/office/drawing/2014/main" id="{EE54AD8D-8EF1-C088-E5F9-2BBD29287414}"/>
                </a:ext>
              </a:extLst>
            </p:cNvPr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43;p35">
              <a:extLst>
                <a:ext uri="{FF2B5EF4-FFF2-40B4-BE49-F238E27FC236}">
                  <a16:creationId xmlns:a16="http://schemas.microsoft.com/office/drawing/2014/main" id="{9436C0EF-CC37-D833-AC8C-D6618F25C472}"/>
                </a:ext>
              </a:extLst>
            </p:cNvPr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44;p35">
              <a:extLst>
                <a:ext uri="{FF2B5EF4-FFF2-40B4-BE49-F238E27FC236}">
                  <a16:creationId xmlns:a16="http://schemas.microsoft.com/office/drawing/2014/main" id="{32527B0C-FEE6-76DC-77EB-C077E5665A7B}"/>
                </a:ext>
              </a:extLst>
            </p:cNvPr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45;p35">
              <a:extLst>
                <a:ext uri="{FF2B5EF4-FFF2-40B4-BE49-F238E27FC236}">
                  <a16:creationId xmlns:a16="http://schemas.microsoft.com/office/drawing/2014/main" id="{07E3C22F-27F8-F5E3-741B-2AF1ED11D4ED}"/>
                </a:ext>
              </a:extLst>
            </p:cNvPr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46;p35">
              <a:extLst>
                <a:ext uri="{FF2B5EF4-FFF2-40B4-BE49-F238E27FC236}">
                  <a16:creationId xmlns:a16="http://schemas.microsoft.com/office/drawing/2014/main" id="{1440B1F6-CC4B-1ED9-4944-A1EF393703A6}"/>
                </a:ext>
              </a:extLst>
            </p:cNvPr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47;p35">
              <a:extLst>
                <a:ext uri="{FF2B5EF4-FFF2-40B4-BE49-F238E27FC236}">
                  <a16:creationId xmlns:a16="http://schemas.microsoft.com/office/drawing/2014/main" id="{66B3F3B5-E7B0-E571-B3BE-ADF2FD1E8B59}"/>
                </a:ext>
              </a:extLst>
            </p:cNvPr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48;p35">
              <a:extLst>
                <a:ext uri="{FF2B5EF4-FFF2-40B4-BE49-F238E27FC236}">
                  <a16:creationId xmlns:a16="http://schemas.microsoft.com/office/drawing/2014/main" id="{8309945A-8FB8-0B1E-BA4E-98B645F6CEFA}"/>
                </a:ext>
              </a:extLst>
            </p:cNvPr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49;p35">
              <a:extLst>
                <a:ext uri="{FF2B5EF4-FFF2-40B4-BE49-F238E27FC236}">
                  <a16:creationId xmlns:a16="http://schemas.microsoft.com/office/drawing/2014/main" id="{4DFEC671-50C2-54A8-3F87-4F9757D956D1}"/>
                </a:ext>
              </a:extLst>
            </p:cNvPr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50;p35">
              <a:extLst>
                <a:ext uri="{FF2B5EF4-FFF2-40B4-BE49-F238E27FC236}">
                  <a16:creationId xmlns:a16="http://schemas.microsoft.com/office/drawing/2014/main" id="{59113F6A-CCE9-77AD-A7C7-9112B4F9BA3F}"/>
                </a:ext>
              </a:extLst>
            </p:cNvPr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51;p35">
              <a:extLst>
                <a:ext uri="{FF2B5EF4-FFF2-40B4-BE49-F238E27FC236}">
                  <a16:creationId xmlns:a16="http://schemas.microsoft.com/office/drawing/2014/main" id="{AB2C86F3-153B-1F58-639E-37E3AF0FCFAD}"/>
                </a:ext>
              </a:extLst>
            </p:cNvPr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52;p35">
              <a:extLst>
                <a:ext uri="{FF2B5EF4-FFF2-40B4-BE49-F238E27FC236}">
                  <a16:creationId xmlns:a16="http://schemas.microsoft.com/office/drawing/2014/main" id="{6BDE2A1B-7DB3-0813-D319-B3380D4D067A}"/>
                </a:ext>
              </a:extLst>
            </p:cNvPr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53;p35">
              <a:extLst>
                <a:ext uri="{FF2B5EF4-FFF2-40B4-BE49-F238E27FC236}">
                  <a16:creationId xmlns:a16="http://schemas.microsoft.com/office/drawing/2014/main" id="{667FC849-9879-D25C-1A84-D4A1C0362E9B}"/>
                </a:ext>
              </a:extLst>
            </p:cNvPr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54;p35">
              <a:extLst>
                <a:ext uri="{FF2B5EF4-FFF2-40B4-BE49-F238E27FC236}">
                  <a16:creationId xmlns:a16="http://schemas.microsoft.com/office/drawing/2014/main" id="{0801E438-F064-B47B-5133-CF2C00830A1E}"/>
                </a:ext>
              </a:extLst>
            </p:cNvPr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55;p35">
              <a:extLst>
                <a:ext uri="{FF2B5EF4-FFF2-40B4-BE49-F238E27FC236}">
                  <a16:creationId xmlns:a16="http://schemas.microsoft.com/office/drawing/2014/main" id="{0F5C263F-18AB-08F4-4204-3A1B2E451DB1}"/>
                </a:ext>
              </a:extLst>
            </p:cNvPr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56;p35">
              <a:extLst>
                <a:ext uri="{FF2B5EF4-FFF2-40B4-BE49-F238E27FC236}">
                  <a16:creationId xmlns:a16="http://schemas.microsoft.com/office/drawing/2014/main" id="{64213901-CBB6-BF22-AF4D-B2AB2E6205EB}"/>
                </a:ext>
              </a:extLst>
            </p:cNvPr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57;p35">
              <a:extLst>
                <a:ext uri="{FF2B5EF4-FFF2-40B4-BE49-F238E27FC236}">
                  <a16:creationId xmlns:a16="http://schemas.microsoft.com/office/drawing/2014/main" id="{468A4329-E6E7-F7F2-4DCC-7038631E02C8}"/>
                </a:ext>
              </a:extLst>
            </p:cNvPr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58;p35">
              <a:extLst>
                <a:ext uri="{FF2B5EF4-FFF2-40B4-BE49-F238E27FC236}">
                  <a16:creationId xmlns:a16="http://schemas.microsoft.com/office/drawing/2014/main" id="{CF3CF75D-4F49-7803-EA81-170D63CFC922}"/>
                </a:ext>
              </a:extLst>
            </p:cNvPr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59;p35">
              <a:extLst>
                <a:ext uri="{FF2B5EF4-FFF2-40B4-BE49-F238E27FC236}">
                  <a16:creationId xmlns:a16="http://schemas.microsoft.com/office/drawing/2014/main" id="{3329E077-93C3-9592-9EF3-34508E57550E}"/>
                </a:ext>
              </a:extLst>
            </p:cNvPr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60;p35">
              <a:extLst>
                <a:ext uri="{FF2B5EF4-FFF2-40B4-BE49-F238E27FC236}">
                  <a16:creationId xmlns:a16="http://schemas.microsoft.com/office/drawing/2014/main" id="{7F2B2529-A417-FCEB-420D-735AA3B47E5B}"/>
                </a:ext>
              </a:extLst>
            </p:cNvPr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61;p35">
              <a:extLst>
                <a:ext uri="{FF2B5EF4-FFF2-40B4-BE49-F238E27FC236}">
                  <a16:creationId xmlns:a16="http://schemas.microsoft.com/office/drawing/2014/main" id="{E40B4972-55CC-AAA3-2C83-A6CF50271BAF}"/>
                </a:ext>
              </a:extLst>
            </p:cNvPr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62;p35">
              <a:extLst>
                <a:ext uri="{FF2B5EF4-FFF2-40B4-BE49-F238E27FC236}">
                  <a16:creationId xmlns:a16="http://schemas.microsoft.com/office/drawing/2014/main" id="{A4CCAC37-3303-C1EA-DAE8-B946C52A8D5D}"/>
                </a:ext>
              </a:extLst>
            </p:cNvPr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63;p35">
              <a:extLst>
                <a:ext uri="{FF2B5EF4-FFF2-40B4-BE49-F238E27FC236}">
                  <a16:creationId xmlns:a16="http://schemas.microsoft.com/office/drawing/2014/main" id="{8CFEF27C-0007-9BC4-ED97-D989EDA62F89}"/>
                </a:ext>
              </a:extLst>
            </p:cNvPr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64;p35">
              <a:extLst>
                <a:ext uri="{FF2B5EF4-FFF2-40B4-BE49-F238E27FC236}">
                  <a16:creationId xmlns:a16="http://schemas.microsoft.com/office/drawing/2014/main" id="{95535083-FD65-98C4-1781-23ED19EE3B1E}"/>
                </a:ext>
              </a:extLst>
            </p:cNvPr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65;p35">
              <a:extLst>
                <a:ext uri="{FF2B5EF4-FFF2-40B4-BE49-F238E27FC236}">
                  <a16:creationId xmlns:a16="http://schemas.microsoft.com/office/drawing/2014/main" id="{5CDA4B1F-7978-670A-CFC0-8FF9111D7046}"/>
                </a:ext>
              </a:extLst>
            </p:cNvPr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66;p35">
              <a:extLst>
                <a:ext uri="{FF2B5EF4-FFF2-40B4-BE49-F238E27FC236}">
                  <a16:creationId xmlns:a16="http://schemas.microsoft.com/office/drawing/2014/main" id="{B6A7F921-39A4-6127-15AC-80E18524A8FA}"/>
                </a:ext>
              </a:extLst>
            </p:cNvPr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67;p35">
              <a:extLst>
                <a:ext uri="{FF2B5EF4-FFF2-40B4-BE49-F238E27FC236}">
                  <a16:creationId xmlns:a16="http://schemas.microsoft.com/office/drawing/2014/main" id="{E2957006-AC07-8FBD-2847-73125EF2A0F9}"/>
                </a:ext>
              </a:extLst>
            </p:cNvPr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68;p35">
              <a:extLst>
                <a:ext uri="{FF2B5EF4-FFF2-40B4-BE49-F238E27FC236}">
                  <a16:creationId xmlns:a16="http://schemas.microsoft.com/office/drawing/2014/main" id="{701C132A-CCDE-82F8-B42F-2A4F285A1382}"/>
                </a:ext>
              </a:extLst>
            </p:cNvPr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69;p35">
              <a:extLst>
                <a:ext uri="{FF2B5EF4-FFF2-40B4-BE49-F238E27FC236}">
                  <a16:creationId xmlns:a16="http://schemas.microsoft.com/office/drawing/2014/main" id="{DF410DB7-4481-A381-A0C9-90C31EB2483D}"/>
                </a:ext>
              </a:extLst>
            </p:cNvPr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70;p35">
              <a:extLst>
                <a:ext uri="{FF2B5EF4-FFF2-40B4-BE49-F238E27FC236}">
                  <a16:creationId xmlns:a16="http://schemas.microsoft.com/office/drawing/2014/main" id="{6B8DC083-F615-B120-2785-3F0006F47C2D}"/>
                </a:ext>
              </a:extLst>
            </p:cNvPr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71;p35">
              <a:extLst>
                <a:ext uri="{FF2B5EF4-FFF2-40B4-BE49-F238E27FC236}">
                  <a16:creationId xmlns:a16="http://schemas.microsoft.com/office/drawing/2014/main" id="{42316D1A-38A2-548F-AE7F-1C7172DE61BB}"/>
                </a:ext>
              </a:extLst>
            </p:cNvPr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72;p35">
              <a:extLst>
                <a:ext uri="{FF2B5EF4-FFF2-40B4-BE49-F238E27FC236}">
                  <a16:creationId xmlns:a16="http://schemas.microsoft.com/office/drawing/2014/main" id="{FE793328-0997-6EE9-550E-566F1BA8B842}"/>
                </a:ext>
              </a:extLst>
            </p:cNvPr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73;p35">
              <a:extLst>
                <a:ext uri="{FF2B5EF4-FFF2-40B4-BE49-F238E27FC236}">
                  <a16:creationId xmlns:a16="http://schemas.microsoft.com/office/drawing/2014/main" id="{E791C940-D991-1624-6A26-734A34A12A95}"/>
                </a:ext>
              </a:extLst>
            </p:cNvPr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74;p35">
              <a:extLst>
                <a:ext uri="{FF2B5EF4-FFF2-40B4-BE49-F238E27FC236}">
                  <a16:creationId xmlns:a16="http://schemas.microsoft.com/office/drawing/2014/main" id="{6F57B15A-7E41-13C1-F368-E4522BCD7607}"/>
                </a:ext>
              </a:extLst>
            </p:cNvPr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75;p35">
              <a:extLst>
                <a:ext uri="{FF2B5EF4-FFF2-40B4-BE49-F238E27FC236}">
                  <a16:creationId xmlns:a16="http://schemas.microsoft.com/office/drawing/2014/main" id="{11651376-8402-B13F-A054-36B7A233086A}"/>
                </a:ext>
              </a:extLst>
            </p:cNvPr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76;p35">
              <a:extLst>
                <a:ext uri="{FF2B5EF4-FFF2-40B4-BE49-F238E27FC236}">
                  <a16:creationId xmlns:a16="http://schemas.microsoft.com/office/drawing/2014/main" id="{0CB7E792-A48E-29A6-C4B6-10A5182FF938}"/>
                </a:ext>
              </a:extLst>
            </p:cNvPr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77;p35">
              <a:extLst>
                <a:ext uri="{FF2B5EF4-FFF2-40B4-BE49-F238E27FC236}">
                  <a16:creationId xmlns:a16="http://schemas.microsoft.com/office/drawing/2014/main" id="{76F9CC9F-59AE-E798-283D-B511045DD1F6}"/>
                </a:ext>
              </a:extLst>
            </p:cNvPr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78;p35">
              <a:extLst>
                <a:ext uri="{FF2B5EF4-FFF2-40B4-BE49-F238E27FC236}">
                  <a16:creationId xmlns:a16="http://schemas.microsoft.com/office/drawing/2014/main" id="{78C8ED50-E843-E117-5BE8-B3E6D083BFDD}"/>
                </a:ext>
              </a:extLst>
            </p:cNvPr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79;p35">
              <a:extLst>
                <a:ext uri="{FF2B5EF4-FFF2-40B4-BE49-F238E27FC236}">
                  <a16:creationId xmlns:a16="http://schemas.microsoft.com/office/drawing/2014/main" id="{D4A6F7CF-62F4-5C1C-43AC-FC42F8B19C78}"/>
                </a:ext>
              </a:extLst>
            </p:cNvPr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80;p35">
              <a:extLst>
                <a:ext uri="{FF2B5EF4-FFF2-40B4-BE49-F238E27FC236}">
                  <a16:creationId xmlns:a16="http://schemas.microsoft.com/office/drawing/2014/main" id="{A9543810-84FD-6394-03F9-90F3ED94A8DA}"/>
                </a:ext>
              </a:extLst>
            </p:cNvPr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81;p35">
              <a:extLst>
                <a:ext uri="{FF2B5EF4-FFF2-40B4-BE49-F238E27FC236}">
                  <a16:creationId xmlns:a16="http://schemas.microsoft.com/office/drawing/2014/main" id="{BC67204B-785F-41B8-D248-13E4C71AE7FB}"/>
                </a:ext>
              </a:extLst>
            </p:cNvPr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82;p35">
              <a:extLst>
                <a:ext uri="{FF2B5EF4-FFF2-40B4-BE49-F238E27FC236}">
                  <a16:creationId xmlns:a16="http://schemas.microsoft.com/office/drawing/2014/main" id="{3BE6E41B-644B-FE5E-162C-A7032B8AD6B1}"/>
                </a:ext>
              </a:extLst>
            </p:cNvPr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83;p35">
              <a:extLst>
                <a:ext uri="{FF2B5EF4-FFF2-40B4-BE49-F238E27FC236}">
                  <a16:creationId xmlns:a16="http://schemas.microsoft.com/office/drawing/2014/main" id="{AED1C26A-5D69-FA3C-0E49-16F09A1547FF}"/>
                </a:ext>
              </a:extLst>
            </p:cNvPr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84;p35">
              <a:extLst>
                <a:ext uri="{FF2B5EF4-FFF2-40B4-BE49-F238E27FC236}">
                  <a16:creationId xmlns:a16="http://schemas.microsoft.com/office/drawing/2014/main" id="{2F52AD57-0568-BD6E-50B9-884668465024}"/>
                </a:ext>
              </a:extLst>
            </p:cNvPr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85;p35">
              <a:extLst>
                <a:ext uri="{FF2B5EF4-FFF2-40B4-BE49-F238E27FC236}">
                  <a16:creationId xmlns:a16="http://schemas.microsoft.com/office/drawing/2014/main" id="{9B3045A4-45E7-6A72-EA46-F0E76922349D}"/>
                </a:ext>
              </a:extLst>
            </p:cNvPr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86;p35">
              <a:extLst>
                <a:ext uri="{FF2B5EF4-FFF2-40B4-BE49-F238E27FC236}">
                  <a16:creationId xmlns:a16="http://schemas.microsoft.com/office/drawing/2014/main" id="{F04215DD-6EFB-F130-4A22-6287D7E09E53}"/>
                </a:ext>
              </a:extLst>
            </p:cNvPr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87;p35">
              <a:extLst>
                <a:ext uri="{FF2B5EF4-FFF2-40B4-BE49-F238E27FC236}">
                  <a16:creationId xmlns:a16="http://schemas.microsoft.com/office/drawing/2014/main" id="{5C21A88B-5660-DB33-58A4-53A35340982C}"/>
                </a:ext>
              </a:extLst>
            </p:cNvPr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88;p35">
              <a:extLst>
                <a:ext uri="{FF2B5EF4-FFF2-40B4-BE49-F238E27FC236}">
                  <a16:creationId xmlns:a16="http://schemas.microsoft.com/office/drawing/2014/main" id="{07D1417E-4DE5-9CC9-88F0-D1DE62EA9283}"/>
                </a:ext>
              </a:extLst>
            </p:cNvPr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89;p35">
              <a:extLst>
                <a:ext uri="{FF2B5EF4-FFF2-40B4-BE49-F238E27FC236}">
                  <a16:creationId xmlns:a16="http://schemas.microsoft.com/office/drawing/2014/main" id="{7CCF6494-4330-4705-416A-654439B5D0A3}"/>
                </a:ext>
              </a:extLst>
            </p:cNvPr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90;p35">
              <a:extLst>
                <a:ext uri="{FF2B5EF4-FFF2-40B4-BE49-F238E27FC236}">
                  <a16:creationId xmlns:a16="http://schemas.microsoft.com/office/drawing/2014/main" id="{DDF3C3E8-780A-5C37-68E6-E3EFEA7F29D3}"/>
                </a:ext>
              </a:extLst>
            </p:cNvPr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91;p35">
              <a:extLst>
                <a:ext uri="{FF2B5EF4-FFF2-40B4-BE49-F238E27FC236}">
                  <a16:creationId xmlns:a16="http://schemas.microsoft.com/office/drawing/2014/main" id="{0CCCC190-000E-986B-7792-1A27BABE5CFE}"/>
                </a:ext>
              </a:extLst>
            </p:cNvPr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92;p35">
              <a:extLst>
                <a:ext uri="{FF2B5EF4-FFF2-40B4-BE49-F238E27FC236}">
                  <a16:creationId xmlns:a16="http://schemas.microsoft.com/office/drawing/2014/main" id="{5478DC58-4C1E-88C1-0B56-5A135035DC15}"/>
                </a:ext>
              </a:extLst>
            </p:cNvPr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93;p35">
              <a:extLst>
                <a:ext uri="{FF2B5EF4-FFF2-40B4-BE49-F238E27FC236}">
                  <a16:creationId xmlns:a16="http://schemas.microsoft.com/office/drawing/2014/main" id="{80406652-404A-9F16-70F0-FF4F2BD54815}"/>
                </a:ext>
              </a:extLst>
            </p:cNvPr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94;p35">
              <a:extLst>
                <a:ext uri="{FF2B5EF4-FFF2-40B4-BE49-F238E27FC236}">
                  <a16:creationId xmlns:a16="http://schemas.microsoft.com/office/drawing/2014/main" id="{1362F423-E462-B650-C83C-CD83C3A1D93E}"/>
                </a:ext>
              </a:extLst>
            </p:cNvPr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95;p35">
              <a:extLst>
                <a:ext uri="{FF2B5EF4-FFF2-40B4-BE49-F238E27FC236}">
                  <a16:creationId xmlns:a16="http://schemas.microsoft.com/office/drawing/2014/main" id="{0569D600-CA19-3557-0B94-FAD0F3EE21F8}"/>
                </a:ext>
              </a:extLst>
            </p:cNvPr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796;p35">
              <a:extLst>
                <a:ext uri="{FF2B5EF4-FFF2-40B4-BE49-F238E27FC236}">
                  <a16:creationId xmlns:a16="http://schemas.microsoft.com/office/drawing/2014/main" id="{C67C0AE3-D993-3AB8-6EFA-CC43A0C206F1}"/>
                </a:ext>
              </a:extLst>
            </p:cNvPr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797;p35">
              <a:extLst>
                <a:ext uri="{FF2B5EF4-FFF2-40B4-BE49-F238E27FC236}">
                  <a16:creationId xmlns:a16="http://schemas.microsoft.com/office/drawing/2014/main" id="{21B76841-97DF-0662-8EFA-F8164E987719}"/>
                </a:ext>
              </a:extLst>
            </p:cNvPr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798;p35">
              <a:extLst>
                <a:ext uri="{FF2B5EF4-FFF2-40B4-BE49-F238E27FC236}">
                  <a16:creationId xmlns:a16="http://schemas.microsoft.com/office/drawing/2014/main" id="{CD20FB23-6752-9FEC-442B-DB9EC6BA37CF}"/>
                </a:ext>
              </a:extLst>
            </p:cNvPr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799;p35">
              <a:extLst>
                <a:ext uri="{FF2B5EF4-FFF2-40B4-BE49-F238E27FC236}">
                  <a16:creationId xmlns:a16="http://schemas.microsoft.com/office/drawing/2014/main" id="{58A39839-0E50-EBAF-9591-867DE7B4CA0C}"/>
                </a:ext>
              </a:extLst>
            </p:cNvPr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800;p35">
              <a:extLst>
                <a:ext uri="{FF2B5EF4-FFF2-40B4-BE49-F238E27FC236}">
                  <a16:creationId xmlns:a16="http://schemas.microsoft.com/office/drawing/2014/main" id="{52878AA7-BF18-200D-DB0B-5D82C333B94E}"/>
                </a:ext>
              </a:extLst>
            </p:cNvPr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801;p35">
              <a:extLst>
                <a:ext uri="{FF2B5EF4-FFF2-40B4-BE49-F238E27FC236}">
                  <a16:creationId xmlns:a16="http://schemas.microsoft.com/office/drawing/2014/main" id="{66677B5B-99D1-F7AD-58BC-31E281224EE9}"/>
                </a:ext>
              </a:extLst>
            </p:cNvPr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802;p35">
              <a:extLst>
                <a:ext uri="{FF2B5EF4-FFF2-40B4-BE49-F238E27FC236}">
                  <a16:creationId xmlns:a16="http://schemas.microsoft.com/office/drawing/2014/main" id="{5E127A44-4899-D270-8F1D-9B74EBFBBA4C}"/>
                </a:ext>
              </a:extLst>
            </p:cNvPr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803;p35">
              <a:extLst>
                <a:ext uri="{FF2B5EF4-FFF2-40B4-BE49-F238E27FC236}">
                  <a16:creationId xmlns:a16="http://schemas.microsoft.com/office/drawing/2014/main" id="{A90A8C78-E916-8829-6275-8E03286D5493}"/>
                </a:ext>
              </a:extLst>
            </p:cNvPr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804;p35">
              <a:extLst>
                <a:ext uri="{FF2B5EF4-FFF2-40B4-BE49-F238E27FC236}">
                  <a16:creationId xmlns:a16="http://schemas.microsoft.com/office/drawing/2014/main" id="{7B8C47CF-CBF2-F6B4-B02A-CF7BC98728B3}"/>
                </a:ext>
              </a:extLst>
            </p:cNvPr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805;p35">
              <a:extLst>
                <a:ext uri="{FF2B5EF4-FFF2-40B4-BE49-F238E27FC236}">
                  <a16:creationId xmlns:a16="http://schemas.microsoft.com/office/drawing/2014/main" id="{86BE1E9C-F37C-50F6-7FC0-6A7B8FB288B0}"/>
                </a:ext>
              </a:extLst>
            </p:cNvPr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806;p35">
              <a:extLst>
                <a:ext uri="{FF2B5EF4-FFF2-40B4-BE49-F238E27FC236}">
                  <a16:creationId xmlns:a16="http://schemas.microsoft.com/office/drawing/2014/main" id="{EADCF25F-1D16-0920-50B5-EC7BE9938353}"/>
                </a:ext>
              </a:extLst>
            </p:cNvPr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807;p35">
              <a:extLst>
                <a:ext uri="{FF2B5EF4-FFF2-40B4-BE49-F238E27FC236}">
                  <a16:creationId xmlns:a16="http://schemas.microsoft.com/office/drawing/2014/main" id="{D75AA69E-9CC7-802F-C9C8-3E595174D2AC}"/>
                </a:ext>
              </a:extLst>
            </p:cNvPr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808;p35">
              <a:extLst>
                <a:ext uri="{FF2B5EF4-FFF2-40B4-BE49-F238E27FC236}">
                  <a16:creationId xmlns:a16="http://schemas.microsoft.com/office/drawing/2014/main" id="{48542751-3CDD-F9FD-2559-D27966DEFC3A}"/>
                </a:ext>
              </a:extLst>
            </p:cNvPr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809;p35">
              <a:extLst>
                <a:ext uri="{FF2B5EF4-FFF2-40B4-BE49-F238E27FC236}">
                  <a16:creationId xmlns:a16="http://schemas.microsoft.com/office/drawing/2014/main" id="{CC4D806D-6C5F-D467-5C53-950F9341193A}"/>
                </a:ext>
              </a:extLst>
            </p:cNvPr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810;p35">
              <a:extLst>
                <a:ext uri="{FF2B5EF4-FFF2-40B4-BE49-F238E27FC236}">
                  <a16:creationId xmlns:a16="http://schemas.microsoft.com/office/drawing/2014/main" id="{BA3E7CA0-C250-89B2-5EBE-CBD3BADAA153}"/>
                </a:ext>
              </a:extLst>
            </p:cNvPr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811;p35">
              <a:extLst>
                <a:ext uri="{FF2B5EF4-FFF2-40B4-BE49-F238E27FC236}">
                  <a16:creationId xmlns:a16="http://schemas.microsoft.com/office/drawing/2014/main" id="{73C3ACB0-FF3C-C50B-6EFA-FB03D1BF20B8}"/>
                </a:ext>
              </a:extLst>
            </p:cNvPr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812;p35">
              <a:extLst>
                <a:ext uri="{FF2B5EF4-FFF2-40B4-BE49-F238E27FC236}">
                  <a16:creationId xmlns:a16="http://schemas.microsoft.com/office/drawing/2014/main" id="{24EB0F3C-4E01-118B-2855-47756D8128ED}"/>
                </a:ext>
              </a:extLst>
            </p:cNvPr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813;p35">
              <a:extLst>
                <a:ext uri="{FF2B5EF4-FFF2-40B4-BE49-F238E27FC236}">
                  <a16:creationId xmlns:a16="http://schemas.microsoft.com/office/drawing/2014/main" id="{179F122A-66E7-15CB-6099-1084EC27C678}"/>
                </a:ext>
              </a:extLst>
            </p:cNvPr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814;p35">
              <a:extLst>
                <a:ext uri="{FF2B5EF4-FFF2-40B4-BE49-F238E27FC236}">
                  <a16:creationId xmlns:a16="http://schemas.microsoft.com/office/drawing/2014/main" id="{BA78D990-91F7-9CBA-1CB8-2E552C168F38}"/>
                </a:ext>
              </a:extLst>
            </p:cNvPr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815;p35">
              <a:extLst>
                <a:ext uri="{FF2B5EF4-FFF2-40B4-BE49-F238E27FC236}">
                  <a16:creationId xmlns:a16="http://schemas.microsoft.com/office/drawing/2014/main" id="{96060E3C-097D-1871-C7AE-71FEEDBE0052}"/>
                </a:ext>
              </a:extLst>
            </p:cNvPr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816;p35">
              <a:extLst>
                <a:ext uri="{FF2B5EF4-FFF2-40B4-BE49-F238E27FC236}">
                  <a16:creationId xmlns:a16="http://schemas.microsoft.com/office/drawing/2014/main" id="{5F6ACAD8-87FA-DB94-1107-3FBC374333C4}"/>
                </a:ext>
              </a:extLst>
            </p:cNvPr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817;p35">
              <a:extLst>
                <a:ext uri="{FF2B5EF4-FFF2-40B4-BE49-F238E27FC236}">
                  <a16:creationId xmlns:a16="http://schemas.microsoft.com/office/drawing/2014/main" id="{1345161D-11E4-8E4D-67D8-07A6808CA185}"/>
                </a:ext>
              </a:extLst>
            </p:cNvPr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818;p35">
              <a:extLst>
                <a:ext uri="{FF2B5EF4-FFF2-40B4-BE49-F238E27FC236}">
                  <a16:creationId xmlns:a16="http://schemas.microsoft.com/office/drawing/2014/main" id="{3918B4FD-82CB-55DE-A6E5-A634AADC626B}"/>
                </a:ext>
              </a:extLst>
            </p:cNvPr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819;p35">
              <a:extLst>
                <a:ext uri="{FF2B5EF4-FFF2-40B4-BE49-F238E27FC236}">
                  <a16:creationId xmlns:a16="http://schemas.microsoft.com/office/drawing/2014/main" id="{50E43658-08C5-4740-9733-56BC2C388B8C}"/>
                </a:ext>
              </a:extLst>
            </p:cNvPr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820;p35">
              <a:extLst>
                <a:ext uri="{FF2B5EF4-FFF2-40B4-BE49-F238E27FC236}">
                  <a16:creationId xmlns:a16="http://schemas.microsoft.com/office/drawing/2014/main" id="{EB0123AE-7323-66E3-454E-E4BD225E2A81}"/>
                </a:ext>
              </a:extLst>
            </p:cNvPr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821;p35">
              <a:extLst>
                <a:ext uri="{FF2B5EF4-FFF2-40B4-BE49-F238E27FC236}">
                  <a16:creationId xmlns:a16="http://schemas.microsoft.com/office/drawing/2014/main" id="{9B17CC17-B1B7-05F0-2E1E-0D4D74B778F4}"/>
                </a:ext>
              </a:extLst>
            </p:cNvPr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822;p35">
              <a:extLst>
                <a:ext uri="{FF2B5EF4-FFF2-40B4-BE49-F238E27FC236}">
                  <a16:creationId xmlns:a16="http://schemas.microsoft.com/office/drawing/2014/main" id="{EC8C9538-100F-D33F-DC96-FC136A964E81}"/>
                </a:ext>
              </a:extLst>
            </p:cNvPr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823;p35">
              <a:extLst>
                <a:ext uri="{FF2B5EF4-FFF2-40B4-BE49-F238E27FC236}">
                  <a16:creationId xmlns:a16="http://schemas.microsoft.com/office/drawing/2014/main" id="{B2CB23BB-70FC-5896-E8EA-EA3128A50B16}"/>
                </a:ext>
              </a:extLst>
            </p:cNvPr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824;p35">
              <a:extLst>
                <a:ext uri="{FF2B5EF4-FFF2-40B4-BE49-F238E27FC236}">
                  <a16:creationId xmlns:a16="http://schemas.microsoft.com/office/drawing/2014/main" id="{41AA689B-1385-7880-D357-AF9DBAF7EE86}"/>
                </a:ext>
              </a:extLst>
            </p:cNvPr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825;p35">
              <a:extLst>
                <a:ext uri="{FF2B5EF4-FFF2-40B4-BE49-F238E27FC236}">
                  <a16:creationId xmlns:a16="http://schemas.microsoft.com/office/drawing/2014/main" id="{5A514B49-1852-DE61-6F13-48CDB7532589}"/>
                </a:ext>
              </a:extLst>
            </p:cNvPr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826;p35">
              <a:extLst>
                <a:ext uri="{FF2B5EF4-FFF2-40B4-BE49-F238E27FC236}">
                  <a16:creationId xmlns:a16="http://schemas.microsoft.com/office/drawing/2014/main" id="{DD4C99B9-25F6-7C04-B7A5-2ED78ACB01EC}"/>
                </a:ext>
              </a:extLst>
            </p:cNvPr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827;p35">
              <a:extLst>
                <a:ext uri="{FF2B5EF4-FFF2-40B4-BE49-F238E27FC236}">
                  <a16:creationId xmlns:a16="http://schemas.microsoft.com/office/drawing/2014/main" id="{6A741ACA-2879-AD72-23E7-8216862740B3}"/>
                </a:ext>
              </a:extLst>
            </p:cNvPr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828;p35">
              <a:extLst>
                <a:ext uri="{FF2B5EF4-FFF2-40B4-BE49-F238E27FC236}">
                  <a16:creationId xmlns:a16="http://schemas.microsoft.com/office/drawing/2014/main" id="{136AF16D-4938-C7E1-8ED1-E75183E0D82F}"/>
                </a:ext>
              </a:extLst>
            </p:cNvPr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829;p35">
              <a:extLst>
                <a:ext uri="{FF2B5EF4-FFF2-40B4-BE49-F238E27FC236}">
                  <a16:creationId xmlns:a16="http://schemas.microsoft.com/office/drawing/2014/main" id="{D798FDE7-3B30-E495-093E-1BA459313261}"/>
                </a:ext>
              </a:extLst>
            </p:cNvPr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830;p35">
              <a:extLst>
                <a:ext uri="{FF2B5EF4-FFF2-40B4-BE49-F238E27FC236}">
                  <a16:creationId xmlns:a16="http://schemas.microsoft.com/office/drawing/2014/main" id="{06A9BF5A-A76E-0C4A-82F5-BCA3184447F1}"/>
                </a:ext>
              </a:extLst>
            </p:cNvPr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831;p35">
              <a:extLst>
                <a:ext uri="{FF2B5EF4-FFF2-40B4-BE49-F238E27FC236}">
                  <a16:creationId xmlns:a16="http://schemas.microsoft.com/office/drawing/2014/main" id="{7CE49DE7-D7DA-CD5A-5A33-999CA184727C}"/>
                </a:ext>
              </a:extLst>
            </p:cNvPr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832;p35">
              <a:extLst>
                <a:ext uri="{FF2B5EF4-FFF2-40B4-BE49-F238E27FC236}">
                  <a16:creationId xmlns:a16="http://schemas.microsoft.com/office/drawing/2014/main" id="{1971B035-0680-0C34-684D-EE0F6C814838}"/>
                </a:ext>
              </a:extLst>
            </p:cNvPr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833;p35">
              <a:extLst>
                <a:ext uri="{FF2B5EF4-FFF2-40B4-BE49-F238E27FC236}">
                  <a16:creationId xmlns:a16="http://schemas.microsoft.com/office/drawing/2014/main" id="{82B47166-F5E1-B96F-AC36-E515093DE31B}"/>
                </a:ext>
              </a:extLst>
            </p:cNvPr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834;p35">
              <a:extLst>
                <a:ext uri="{FF2B5EF4-FFF2-40B4-BE49-F238E27FC236}">
                  <a16:creationId xmlns:a16="http://schemas.microsoft.com/office/drawing/2014/main" id="{4FD5C401-C18A-E390-1B9A-00939B388A75}"/>
                </a:ext>
              </a:extLst>
            </p:cNvPr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835;p35">
              <a:extLst>
                <a:ext uri="{FF2B5EF4-FFF2-40B4-BE49-F238E27FC236}">
                  <a16:creationId xmlns:a16="http://schemas.microsoft.com/office/drawing/2014/main" id="{B68DDF37-4B9E-D3B0-3689-591947C420B8}"/>
                </a:ext>
              </a:extLst>
            </p:cNvPr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836;p35">
              <a:extLst>
                <a:ext uri="{FF2B5EF4-FFF2-40B4-BE49-F238E27FC236}">
                  <a16:creationId xmlns:a16="http://schemas.microsoft.com/office/drawing/2014/main" id="{BDCD816C-89C6-8C30-A211-2FEB7A2F439B}"/>
                </a:ext>
              </a:extLst>
            </p:cNvPr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837;p35">
              <a:extLst>
                <a:ext uri="{FF2B5EF4-FFF2-40B4-BE49-F238E27FC236}">
                  <a16:creationId xmlns:a16="http://schemas.microsoft.com/office/drawing/2014/main" id="{2FCBCB80-6066-0F1C-C7A5-D1529571554A}"/>
                </a:ext>
              </a:extLst>
            </p:cNvPr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838;p35">
              <a:extLst>
                <a:ext uri="{FF2B5EF4-FFF2-40B4-BE49-F238E27FC236}">
                  <a16:creationId xmlns:a16="http://schemas.microsoft.com/office/drawing/2014/main" id="{3EF9B83D-046D-20D7-FFEE-40639D78B3BC}"/>
                </a:ext>
              </a:extLst>
            </p:cNvPr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839;p35">
              <a:extLst>
                <a:ext uri="{FF2B5EF4-FFF2-40B4-BE49-F238E27FC236}">
                  <a16:creationId xmlns:a16="http://schemas.microsoft.com/office/drawing/2014/main" id="{9FEA8F9D-36D9-D26F-E3D9-DE23A02CE3F8}"/>
                </a:ext>
              </a:extLst>
            </p:cNvPr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840;p35">
              <a:extLst>
                <a:ext uri="{FF2B5EF4-FFF2-40B4-BE49-F238E27FC236}">
                  <a16:creationId xmlns:a16="http://schemas.microsoft.com/office/drawing/2014/main" id="{7994244C-7E2F-D10D-65B7-209504DB145F}"/>
                </a:ext>
              </a:extLst>
            </p:cNvPr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841;p35">
              <a:extLst>
                <a:ext uri="{FF2B5EF4-FFF2-40B4-BE49-F238E27FC236}">
                  <a16:creationId xmlns:a16="http://schemas.microsoft.com/office/drawing/2014/main" id="{BF2ABDD5-31A2-5C41-848C-5E00ACD6F0F9}"/>
                </a:ext>
              </a:extLst>
            </p:cNvPr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842;p35">
              <a:extLst>
                <a:ext uri="{FF2B5EF4-FFF2-40B4-BE49-F238E27FC236}">
                  <a16:creationId xmlns:a16="http://schemas.microsoft.com/office/drawing/2014/main" id="{2900384B-7DAD-A7B9-69CD-3925DD98BE03}"/>
                </a:ext>
              </a:extLst>
            </p:cNvPr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843;p35">
              <a:extLst>
                <a:ext uri="{FF2B5EF4-FFF2-40B4-BE49-F238E27FC236}">
                  <a16:creationId xmlns:a16="http://schemas.microsoft.com/office/drawing/2014/main" id="{ABB61845-F576-371E-D8B6-0F5C2EE5686F}"/>
                </a:ext>
              </a:extLst>
            </p:cNvPr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844;p35">
              <a:extLst>
                <a:ext uri="{FF2B5EF4-FFF2-40B4-BE49-F238E27FC236}">
                  <a16:creationId xmlns:a16="http://schemas.microsoft.com/office/drawing/2014/main" id="{B1E0F451-F01A-7124-B625-3EEDE9D10C70}"/>
                </a:ext>
              </a:extLst>
            </p:cNvPr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845;p35">
              <a:extLst>
                <a:ext uri="{FF2B5EF4-FFF2-40B4-BE49-F238E27FC236}">
                  <a16:creationId xmlns:a16="http://schemas.microsoft.com/office/drawing/2014/main" id="{17637F7A-978E-9673-9FF6-3D5D8766F8D6}"/>
                </a:ext>
              </a:extLst>
            </p:cNvPr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846;p35">
              <a:extLst>
                <a:ext uri="{FF2B5EF4-FFF2-40B4-BE49-F238E27FC236}">
                  <a16:creationId xmlns:a16="http://schemas.microsoft.com/office/drawing/2014/main" id="{0989F636-2279-1C76-CA6D-0A0DED6205DC}"/>
                </a:ext>
              </a:extLst>
            </p:cNvPr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847;p35">
              <a:extLst>
                <a:ext uri="{FF2B5EF4-FFF2-40B4-BE49-F238E27FC236}">
                  <a16:creationId xmlns:a16="http://schemas.microsoft.com/office/drawing/2014/main" id="{2D53E1A3-5BA2-4196-E27C-C01679D49648}"/>
                </a:ext>
              </a:extLst>
            </p:cNvPr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848;p35">
              <a:extLst>
                <a:ext uri="{FF2B5EF4-FFF2-40B4-BE49-F238E27FC236}">
                  <a16:creationId xmlns:a16="http://schemas.microsoft.com/office/drawing/2014/main" id="{B30E44A8-8068-0AE4-49FE-6B8859D3C079}"/>
                </a:ext>
              </a:extLst>
            </p:cNvPr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849;p35">
              <a:extLst>
                <a:ext uri="{FF2B5EF4-FFF2-40B4-BE49-F238E27FC236}">
                  <a16:creationId xmlns:a16="http://schemas.microsoft.com/office/drawing/2014/main" id="{C2E2295E-7B79-9960-D300-C96F677461C8}"/>
                </a:ext>
              </a:extLst>
            </p:cNvPr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850;p35">
              <a:extLst>
                <a:ext uri="{FF2B5EF4-FFF2-40B4-BE49-F238E27FC236}">
                  <a16:creationId xmlns:a16="http://schemas.microsoft.com/office/drawing/2014/main" id="{A0323D07-8BED-5378-58F7-84AF20586A5B}"/>
                </a:ext>
              </a:extLst>
            </p:cNvPr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851;p35">
              <a:extLst>
                <a:ext uri="{FF2B5EF4-FFF2-40B4-BE49-F238E27FC236}">
                  <a16:creationId xmlns:a16="http://schemas.microsoft.com/office/drawing/2014/main" id="{8640D868-F8EC-6EB4-90FD-EF5CED6D008D}"/>
                </a:ext>
              </a:extLst>
            </p:cNvPr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852;p35">
              <a:extLst>
                <a:ext uri="{FF2B5EF4-FFF2-40B4-BE49-F238E27FC236}">
                  <a16:creationId xmlns:a16="http://schemas.microsoft.com/office/drawing/2014/main" id="{9DD20D25-E962-04E4-3A83-6D0E2597960D}"/>
                </a:ext>
              </a:extLst>
            </p:cNvPr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853;p35">
              <a:extLst>
                <a:ext uri="{FF2B5EF4-FFF2-40B4-BE49-F238E27FC236}">
                  <a16:creationId xmlns:a16="http://schemas.microsoft.com/office/drawing/2014/main" id="{23CEB930-41DD-CB56-6505-54C7BE8D504A}"/>
                </a:ext>
              </a:extLst>
            </p:cNvPr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854;p35">
              <a:extLst>
                <a:ext uri="{FF2B5EF4-FFF2-40B4-BE49-F238E27FC236}">
                  <a16:creationId xmlns:a16="http://schemas.microsoft.com/office/drawing/2014/main" id="{CE0B84E3-4F1F-A91C-FB1D-8541C047B582}"/>
                </a:ext>
              </a:extLst>
            </p:cNvPr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855;p35">
              <a:extLst>
                <a:ext uri="{FF2B5EF4-FFF2-40B4-BE49-F238E27FC236}">
                  <a16:creationId xmlns:a16="http://schemas.microsoft.com/office/drawing/2014/main" id="{54753B67-544B-FD35-5079-F6328CD65CE3}"/>
                </a:ext>
              </a:extLst>
            </p:cNvPr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856;p35">
              <a:extLst>
                <a:ext uri="{FF2B5EF4-FFF2-40B4-BE49-F238E27FC236}">
                  <a16:creationId xmlns:a16="http://schemas.microsoft.com/office/drawing/2014/main" id="{879DC232-DE3D-A04F-433F-EF8AFA60E1FC}"/>
                </a:ext>
              </a:extLst>
            </p:cNvPr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857;p35">
              <a:extLst>
                <a:ext uri="{FF2B5EF4-FFF2-40B4-BE49-F238E27FC236}">
                  <a16:creationId xmlns:a16="http://schemas.microsoft.com/office/drawing/2014/main" id="{A2E3EB31-4CCE-3999-E72A-723765AC2C07}"/>
                </a:ext>
              </a:extLst>
            </p:cNvPr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858;p35">
              <a:extLst>
                <a:ext uri="{FF2B5EF4-FFF2-40B4-BE49-F238E27FC236}">
                  <a16:creationId xmlns:a16="http://schemas.microsoft.com/office/drawing/2014/main" id="{8EF7820C-C88E-C41E-F47D-91AAACA18912}"/>
                </a:ext>
              </a:extLst>
            </p:cNvPr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859;p35">
              <a:extLst>
                <a:ext uri="{FF2B5EF4-FFF2-40B4-BE49-F238E27FC236}">
                  <a16:creationId xmlns:a16="http://schemas.microsoft.com/office/drawing/2014/main" id="{CF1F1BA3-CFA8-07E5-6EA5-F82C77B6E5E3}"/>
                </a:ext>
              </a:extLst>
            </p:cNvPr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860;p35">
              <a:extLst>
                <a:ext uri="{FF2B5EF4-FFF2-40B4-BE49-F238E27FC236}">
                  <a16:creationId xmlns:a16="http://schemas.microsoft.com/office/drawing/2014/main" id="{98F72667-AA59-8A88-26E8-0C016D6B63F0}"/>
                </a:ext>
              </a:extLst>
            </p:cNvPr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61;p35">
              <a:extLst>
                <a:ext uri="{FF2B5EF4-FFF2-40B4-BE49-F238E27FC236}">
                  <a16:creationId xmlns:a16="http://schemas.microsoft.com/office/drawing/2014/main" id="{E8DE66BC-B3F8-9611-9723-980DDE42E223}"/>
                </a:ext>
              </a:extLst>
            </p:cNvPr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62;p35">
              <a:extLst>
                <a:ext uri="{FF2B5EF4-FFF2-40B4-BE49-F238E27FC236}">
                  <a16:creationId xmlns:a16="http://schemas.microsoft.com/office/drawing/2014/main" id="{339E17D5-5582-5518-58CE-1EAEFC85836B}"/>
                </a:ext>
              </a:extLst>
            </p:cNvPr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63;p35">
              <a:extLst>
                <a:ext uri="{FF2B5EF4-FFF2-40B4-BE49-F238E27FC236}">
                  <a16:creationId xmlns:a16="http://schemas.microsoft.com/office/drawing/2014/main" id="{435F06AD-3BE0-8D54-A5EF-CE1032AB8466}"/>
                </a:ext>
              </a:extLst>
            </p:cNvPr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64;p35">
              <a:extLst>
                <a:ext uri="{FF2B5EF4-FFF2-40B4-BE49-F238E27FC236}">
                  <a16:creationId xmlns:a16="http://schemas.microsoft.com/office/drawing/2014/main" id="{BB863472-61E1-3C50-A989-60E72664B71F}"/>
                </a:ext>
              </a:extLst>
            </p:cNvPr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65;p35">
              <a:extLst>
                <a:ext uri="{FF2B5EF4-FFF2-40B4-BE49-F238E27FC236}">
                  <a16:creationId xmlns:a16="http://schemas.microsoft.com/office/drawing/2014/main" id="{5F4218D0-520B-9056-CA09-3C80C3703A2F}"/>
                </a:ext>
              </a:extLst>
            </p:cNvPr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66;p35">
              <a:extLst>
                <a:ext uri="{FF2B5EF4-FFF2-40B4-BE49-F238E27FC236}">
                  <a16:creationId xmlns:a16="http://schemas.microsoft.com/office/drawing/2014/main" id="{439E7D6B-150A-222C-F414-E79E8411A785}"/>
                </a:ext>
              </a:extLst>
            </p:cNvPr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7;p35">
              <a:extLst>
                <a:ext uri="{FF2B5EF4-FFF2-40B4-BE49-F238E27FC236}">
                  <a16:creationId xmlns:a16="http://schemas.microsoft.com/office/drawing/2014/main" id="{83501DCF-DB49-1F1F-F270-93E098B374B3}"/>
                </a:ext>
              </a:extLst>
            </p:cNvPr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68;p35">
              <a:extLst>
                <a:ext uri="{FF2B5EF4-FFF2-40B4-BE49-F238E27FC236}">
                  <a16:creationId xmlns:a16="http://schemas.microsoft.com/office/drawing/2014/main" id="{75DEE3F7-0E9F-3ED4-F855-C9D1FFAE7FA9}"/>
                </a:ext>
              </a:extLst>
            </p:cNvPr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69;p35">
              <a:extLst>
                <a:ext uri="{FF2B5EF4-FFF2-40B4-BE49-F238E27FC236}">
                  <a16:creationId xmlns:a16="http://schemas.microsoft.com/office/drawing/2014/main" id="{48581304-5CBF-2A2F-33A6-8CDA286BAFF7}"/>
                </a:ext>
              </a:extLst>
            </p:cNvPr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70;p35">
              <a:extLst>
                <a:ext uri="{FF2B5EF4-FFF2-40B4-BE49-F238E27FC236}">
                  <a16:creationId xmlns:a16="http://schemas.microsoft.com/office/drawing/2014/main" id="{665DA830-6D98-08E9-1C7A-5B34579EBA01}"/>
                </a:ext>
              </a:extLst>
            </p:cNvPr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871;p35">
              <a:extLst>
                <a:ext uri="{FF2B5EF4-FFF2-40B4-BE49-F238E27FC236}">
                  <a16:creationId xmlns:a16="http://schemas.microsoft.com/office/drawing/2014/main" id="{33D7EB89-65B6-B4FA-9287-6C9ACB2BE354}"/>
                </a:ext>
              </a:extLst>
            </p:cNvPr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872;p35">
              <a:extLst>
                <a:ext uri="{FF2B5EF4-FFF2-40B4-BE49-F238E27FC236}">
                  <a16:creationId xmlns:a16="http://schemas.microsoft.com/office/drawing/2014/main" id="{10219D9B-86A4-D6F2-396E-0DEB699E5E3A}"/>
                </a:ext>
              </a:extLst>
            </p:cNvPr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873;p35">
              <a:extLst>
                <a:ext uri="{FF2B5EF4-FFF2-40B4-BE49-F238E27FC236}">
                  <a16:creationId xmlns:a16="http://schemas.microsoft.com/office/drawing/2014/main" id="{029D2E86-A3BD-542C-FB67-7589A4012C9D}"/>
                </a:ext>
              </a:extLst>
            </p:cNvPr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874;p35">
              <a:extLst>
                <a:ext uri="{FF2B5EF4-FFF2-40B4-BE49-F238E27FC236}">
                  <a16:creationId xmlns:a16="http://schemas.microsoft.com/office/drawing/2014/main" id="{5D12870E-8624-DAC9-FCF7-54B216B2276E}"/>
                </a:ext>
              </a:extLst>
            </p:cNvPr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875;p35">
              <a:extLst>
                <a:ext uri="{FF2B5EF4-FFF2-40B4-BE49-F238E27FC236}">
                  <a16:creationId xmlns:a16="http://schemas.microsoft.com/office/drawing/2014/main" id="{B44D4EDF-7C98-84DE-4423-BD98F2045B11}"/>
                </a:ext>
              </a:extLst>
            </p:cNvPr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876;p35">
              <a:extLst>
                <a:ext uri="{FF2B5EF4-FFF2-40B4-BE49-F238E27FC236}">
                  <a16:creationId xmlns:a16="http://schemas.microsoft.com/office/drawing/2014/main" id="{E883AA1B-ACE0-0592-BFA3-512034BC8C6E}"/>
                </a:ext>
              </a:extLst>
            </p:cNvPr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877;p35">
              <a:extLst>
                <a:ext uri="{FF2B5EF4-FFF2-40B4-BE49-F238E27FC236}">
                  <a16:creationId xmlns:a16="http://schemas.microsoft.com/office/drawing/2014/main" id="{DD43C361-6633-41CC-C6E2-17CF3E717F0C}"/>
                </a:ext>
              </a:extLst>
            </p:cNvPr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878;p35">
              <a:extLst>
                <a:ext uri="{FF2B5EF4-FFF2-40B4-BE49-F238E27FC236}">
                  <a16:creationId xmlns:a16="http://schemas.microsoft.com/office/drawing/2014/main" id="{D2F90B40-EDFF-61B0-5826-3C450C18DC95}"/>
                </a:ext>
              </a:extLst>
            </p:cNvPr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879;p35">
              <a:extLst>
                <a:ext uri="{FF2B5EF4-FFF2-40B4-BE49-F238E27FC236}">
                  <a16:creationId xmlns:a16="http://schemas.microsoft.com/office/drawing/2014/main" id="{3DA31827-F167-760D-DD05-8AFFD2B8ABE3}"/>
                </a:ext>
              </a:extLst>
            </p:cNvPr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880;p35">
              <a:extLst>
                <a:ext uri="{FF2B5EF4-FFF2-40B4-BE49-F238E27FC236}">
                  <a16:creationId xmlns:a16="http://schemas.microsoft.com/office/drawing/2014/main" id="{ABC8450D-C6E3-08B5-C96A-39567995A0F5}"/>
                </a:ext>
              </a:extLst>
            </p:cNvPr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881;p35">
              <a:extLst>
                <a:ext uri="{FF2B5EF4-FFF2-40B4-BE49-F238E27FC236}">
                  <a16:creationId xmlns:a16="http://schemas.microsoft.com/office/drawing/2014/main" id="{07D8F233-CC1A-1609-022E-08D80634B75B}"/>
                </a:ext>
              </a:extLst>
            </p:cNvPr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882;p35">
              <a:extLst>
                <a:ext uri="{FF2B5EF4-FFF2-40B4-BE49-F238E27FC236}">
                  <a16:creationId xmlns:a16="http://schemas.microsoft.com/office/drawing/2014/main" id="{A4B918CB-D09A-5E81-ABDB-D30401D1DF7A}"/>
                </a:ext>
              </a:extLst>
            </p:cNvPr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883;p35">
              <a:extLst>
                <a:ext uri="{FF2B5EF4-FFF2-40B4-BE49-F238E27FC236}">
                  <a16:creationId xmlns:a16="http://schemas.microsoft.com/office/drawing/2014/main" id="{FEF7F862-0DC3-EE50-C6AE-9D3BE5628C07}"/>
                </a:ext>
              </a:extLst>
            </p:cNvPr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1884;p35">
            <a:extLst>
              <a:ext uri="{FF2B5EF4-FFF2-40B4-BE49-F238E27FC236}">
                <a16:creationId xmlns:a16="http://schemas.microsoft.com/office/drawing/2014/main" id="{A676FDCF-25FB-AFAE-7BCA-A21F5BCC4C25}"/>
              </a:ext>
            </a:extLst>
          </p:cNvPr>
          <p:cNvSpPr txBox="1">
            <a:spLocks/>
          </p:cNvSpPr>
          <p:nvPr/>
        </p:nvSpPr>
        <p:spPr>
          <a:xfrm>
            <a:off x="5424505" y="2002536"/>
            <a:ext cx="3264300" cy="17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US" sz="5000"/>
              <a:t>Gas Gap</a:t>
            </a:r>
            <a:br>
              <a:rPr lang="en-US" sz="5000"/>
            </a:br>
            <a:r>
              <a:rPr lang="en-US" sz="5000"/>
              <a:t>Solutions</a:t>
            </a:r>
            <a:endParaRPr lang="en-US" sz="5000" dirty="0"/>
          </a:p>
        </p:txBody>
      </p:sp>
      <p:sp>
        <p:nvSpPr>
          <p:cNvPr id="204" name="Google Shape;1885;p35">
            <a:extLst>
              <a:ext uri="{FF2B5EF4-FFF2-40B4-BE49-F238E27FC236}">
                <a16:creationId xmlns:a16="http://schemas.microsoft.com/office/drawing/2014/main" id="{E4508EFE-9121-C37D-3456-FD7E28E716D5}"/>
              </a:ext>
            </a:extLst>
          </p:cNvPr>
          <p:cNvSpPr txBox="1">
            <a:spLocks/>
          </p:cNvSpPr>
          <p:nvPr/>
        </p:nvSpPr>
        <p:spPr>
          <a:xfrm>
            <a:off x="5424505" y="3721608"/>
            <a:ext cx="32643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accent1"/>
                </a:solidFill>
              </a:rPr>
              <a:t>Here is where we</a:t>
            </a:r>
            <a:r>
              <a:rPr lang="en-US" sz="2300"/>
              <a:t> </a:t>
            </a:r>
            <a:r>
              <a:rPr lang="en-US" sz="2300">
                <a:solidFill>
                  <a:schemeClr val="accent1"/>
                </a:solidFill>
              </a:rPr>
              <a:t>begins</a:t>
            </a:r>
          </a:p>
          <a:p>
            <a:pPr marL="0" indent="0" algn="r">
              <a:buClr>
                <a:schemeClr val="dk1"/>
              </a:buClr>
              <a:buSzPts val="1100"/>
              <a:buFont typeface="Arial"/>
              <a:buNone/>
            </a:pPr>
            <a:endParaRPr lang="en-US" sz="2300">
              <a:solidFill>
                <a:schemeClr val="accent1"/>
              </a:solidFill>
            </a:endParaRPr>
          </a:p>
          <a:p>
            <a:pPr marL="0" indent="0" algn="r"/>
            <a:endParaRPr lang="en-US" sz="23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467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3980">
        <p159:morph option="byObject"/>
      </p:transition>
    </mc:Choice>
    <mc:Fallback xmlns="">
      <p:transition spd="slow" advTm="9398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89">
          <a:extLst>
            <a:ext uri="{FF2B5EF4-FFF2-40B4-BE49-F238E27FC236}">
              <a16:creationId xmlns:a16="http://schemas.microsoft.com/office/drawing/2014/main" id="{B8838FBD-8D79-E548-9190-FE825892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>
            <a:extLst>
              <a:ext uri="{FF2B5EF4-FFF2-40B4-BE49-F238E27FC236}">
                <a16:creationId xmlns:a16="http://schemas.microsoft.com/office/drawing/2014/main" id="{622EDFBA-6EA4-1459-2D0A-C075C13D219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424505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dk2"/>
                </a:solidFill>
              </a:rPr>
              <a:t>Gas Gap</a:t>
            </a:r>
            <a:br>
              <a:rPr lang="en" sz="5000" dirty="0">
                <a:solidFill>
                  <a:schemeClr val="dk2"/>
                </a:solidFill>
              </a:rPr>
            </a:br>
            <a:r>
              <a:rPr lang="en" sz="5000" dirty="0">
                <a:solidFill>
                  <a:schemeClr val="dk2"/>
                </a:solidFill>
              </a:rPr>
              <a:t>Solutions</a:t>
            </a:r>
            <a:endParaRPr sz="5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>
            <a:extLst>
              <a:ext uri="{FF2B5EF4-FFF2-40B4-BE49-F238E27FC236}">
                <a16:creationId xmlns:a16="http://schemas.microsoft.com/office/drawing/2014/main" id="{93B24D12-C745-40B8-9783-C22A0893357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24505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dirty="0">
                <a:solidFill>
                  <a:schemeClr val="accent1"/>
                </a:solidFill>
              </a:rPr>
              <a:t>Here is where we</a:t>
            </a:r>
            <a:r>
              <a:rPr lang="en" sz="2300" dirty="0"/>
              <a:t> </a:t>
            </a:r>
            <a:r>
              <a:rPr lang="en" sz="2300" dirty="0">
                <a:solidFill>
                  <a:schemeClr val="accent1"/>
                </a:solidFill>
              </a:rPr>
              <a:t>begins</a:t>
            </a: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65E6D99-A132-4A11-F871-C43054E6AEDA}"/>
              </a:ext>
            </a:extLst>
          </p:cNvPr>
          <p:cNvGrpSpPr/>
          <p:nvPr/>
        </p:nvGrpSpPr>
        <p:grpSpPr>
          <a:xfrm>
            <a:off x="3882580" y="2002536"/>
            <a:ext cx="1378840" cy="1391040"/>
            <a:chOff x="4690090" y="1246019"/>
            <a:chExt cx="1378840" cy="1391040"/>
          </a:xfrm>
        </p:grpSpPr>
        <p:sp>
          <p:nvSpPr>
            <p:cNvPr id="21" name="Google Shape;1801;p35">
              <a:extLst>
                <a:ext uri="{FF2B5EF4-FFF2-40B4-BE49-F238E27FC236}">
                  <a16:creationId xmlns:a16="http://schemas.microsoft.com/office/drawing/2014/main" id="{86C0F176-AAA7-ACE4-F875-64EDA9F5AB87}"/>
                </a:ext>
              </a:extLst>
            </p:cNvPr>
            <p:cNvSpPr/>
            <p:nvPr/>
          </p:nvSpPr>
          <p:spPr>
            <a:xfrm>
              <a:off x="5074270" y="2578439"/>
              <a:ext cx="525820" cy="58620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803;p35">
              <a:extLst>
                <a:ext uri="{FF2B5EF4-FFF2-40B4-BE49-F238E27FC236}">
                  <a16:creationId xmlns:a16="http://schemas.microsoft.com/office/drawing/2014/main" id="{88F5D23F-BE29-916C-A9E4-BFFE94F90477}"/>
                </a:ext>
              </a:extLst>
            </p:cNvPr>
            <p:cNvSpPr/>
            <p:nvPr/>
          </p:nvSpPr>
          <p:spPr>
            <a:xfrm>
              <a:off x="5318450" y="2298439"/>
              <a:ext cx="83040" cy="31420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805;p35">
              <a:extLst>
                <a:ext uri="{FF2B5EF4-FFF2-40B4-BE49-F238E27FC236}">
                  <a16:creationId xmlns:a16="http://schemas.microsoft.com/office/drawing/2014/main" id="{2D080B9D-82CE-94FC-EB0D-2087754B2873}"/>
                </a:ext>
              </a:extLst>
            </p:cNvPr>
            <p:cNvSpPr/>
            <p:nvPr/>
          </p:nvSpPr>
          <p:spPr>
            <a:xfrm>
              <a:off x="5305430" y="2298439"/>
              <a:ext cx="109080" cy="22792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808;p35">
              <a:extLst>
                <a:ext uri="{FF2B5EF4-FFF2-40B4-BE49-F238E27FC236}">
                  <a16:creationId xmlns:a16="http://schemas.microsoft.com/office/drawing/2014/main" id="{566525C6-5063-07F4-7952-E1DFA981F2C3}"/>
                </a:ext>
              </a:extLst>
            </p:cNvPr>
            <p:cNvSpPr/>
            <p:nvPr/>
          </p:nvSpPr>
          <p:spPr>
            <a:xfrm>
              <a:off x="4690090" y="1246019"/>
              <a:ext cx="1378840" cy="1081740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809;p35">
              <a:extLst>
                <a:ext uri="{FF2B5EF4-FFF2-40B4-BE49-F238E27FC236}">
                  <a16:creationId xmlns:a16="http://schemas.microsoft.com/office/drawing/2014/main" id="{BD15E71C-1A1C-1F67-F2DD-0255C58C99E3}"/>
                </a:ext>
              </a:extLst>
            </p:cNvPr>
            <p:cNvSpPr/>
            <p:nvPr/>
          </p:nvSpPr>
          <p:spPr>
            <a:xfrm>
              <a:off x="4769850" y="1309499"/>
              <a:ext cx="1219300" cy="954780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/>
                <a:t>Enter</a:t>
              </a:r>
              <a:endParaRPr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77030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3980">
        <p159:morph option="byObject"/>
      </p:transition>
    </mc:Choice>
    <mc:Fallback xmlns="">
      <p:transition spd="slow" advTm="9398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89">
          <a:extLst>
            <a:ext uri="{FF2B5EF4-FFF2-40B4-BE49-F238E27FC236}">
              <a16:creationId xmlns:a16="http://schemas.microsoft.com/office/drawing/2014/main" id="{E573CDA9-1AF7-150D-0837-5A04E60B0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>
            <a:extLst>
              <a:ext uri="{FF2B5EF4-FFF2-40B4-BE49-F238E27FC236}">
                <a16:creationId xmlns:a16="http://schemas.microsoft.com/office/drawing/2014/main" id="{8104693E-A696-7A60-AA94-6FE3D6D10FDE}"/>
              </a:ext>
            </a:extLst>
          </p:cNvPr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602245B1-FB91-8323-BC7D-80FC4DCA45EF}"/>
                </a:ext>
              </a:extLst>
            </p:cNvPr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FD44E1BC-1813-BDFF-2CB7-2A22F68999FB}"/>
                </a:ext>
              </a:extLst>
            </p:cNvPr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63C892CB-EAAC-DEEC-F69A-8973F1C16370}"/>
                </a:ext>
              </a:extLst>
            </p:cNvPr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EF09F7BF-8AC3-F5F1-37A5-3FF1F4ED7006}"/>
                </a:ext>
              </a:extLst>
            </p:cNvPr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2484D414-3791-E2E7-7D39-CF8FAA4A3723}"/>
                </a:ext>
              </a:extLst>
            </p:cNvPr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14C50DA2-6665-94F5-29B4-DD4E894988E9}"/>
                </a:ext>
              </a:extLst>
            </p:cNvPr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BD97CAB0-F604-4721-D433-ABD588D82025}"/>
                </a:ext>
              </a:extLst>
            </p:cNvPr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EAB6DBA3-CF91-102C-1559-B1B22A07D255}"/>
                </a:ext>
              </a:extLst>
            </p:cNvPr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ED939BEB-2625-6384-927C-E0A0BADBE32D}"/>
                </a:ext>
              </a:extLst>
            </p:cNvPr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560AB2BB-885B-4404-04B2-47DC9BF346AB}"/>
                </a:ext>
              </a:extLst>
            </p:cNvPr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EC5BE882-DA03-2A4E-664E-011909D1540A}"/>
                </a:ext>
              </a:extLst>
            </p:cNvPr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7BDF327C-9B6B-03E5-2720-1B17F789C345}"/>
                </a:ext>
              </a:extLst>
            </p:cNvPr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E152F1F0-D57E-10CA-4AF8-E7F55C2C3836}"/>
                </a:ext>
              </a:extLst>
            </p:cNvPr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6B4DA1E8-2430-E015-D71F-29762FE853CC}"/>
                </a:ext>
              </a:extLst>
            </p:cNvPr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FFE3FD8C-CC21-E680-A777-DD3A24878B49}"/>
                </a:ext>
              </a:extLst>
            </p:cNvPr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349E7EA4-6DE0-B541-3E32-6D28E11F4AB0}"/>
                </a:ext>
              </a:extLst>
            </p:cNvPr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C097512E-DDD2-423F-C257-E65D5613202F}"/>
                </a:ext>
              </a:extLst>
            </p:cNvPr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0244A0FD-B76E-5DA7-48B0-8B7C4482A73B}"/>
                </a:ext>
              </a:extLst>
            </p:cNvPr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19DB9AC0-2F69-CAFD-F922-7D04C63B6F66}"/>
                </a:ext>
              </a:extLst>
            </p:cNvPr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36F61D18-B2C8-D41C-71B9-5A140BA3FDE0}"/>
                </a:ext>
              </a:extLst>
            </p:cNvPr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C530E7FE-49C2-66C4-4335-B6ABB187598D}"/>
                </a:ext>
              </a:extLst>
            </p:cNvPr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8667DD06-3D10-D5E2-369C-4A16C5D7B732}"/>
                </a:ext>
              </a:extLst>
            </p:cNvPr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C63B2172-0C56-A6AD-F2F7-C4FE3D9AF6AD}"/>
                </a:ext>
              </a:extLst>
            </p:cNvPr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74267481-6E5B-CD47-E54E-2C09566422AE}"/>
                </a:ext>
              </a:extLst>
            </p:cNvPr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C05A5A4F-94DB-BBFC-722E-9CFB8EE1792C}"/>
                </a:ext>
              </a:extLst>
            </p:cNvPr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166EEDB8-5C27-D380-66A8-4AD5DF0F51DE}"/>
                </a:ext>
              </a:extLst>
            </p:cNvPr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5FC0A2B6-F01F-9A0A-CC77-93FE45A5C3D0}"/>
                </a:ext>
              </a:extLst>
            </p:cNvPr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B45F749F-3495-3EBD-34B8-BC9FB9698B7F}"/>
                </a:ext>
              </a:extLst>
            </p:cNvPr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23DDB0AE-2DD4-0B7A-0CBD-7B8A73F0F794}"/>
                </a:ext>
              </a:extLst>
            </p:cNvPr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1FEE0751-A95F-80FE-444E-8DA31C1AE781}"/>
                </a:ext>
              </a:extLst>
            </p:cNvPr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21CC64EB-8C34-5D1C-D5CA-90FB2C7B7B39}"/>
                </a:ext>
              </a:extLst>
            </p:cNvPr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11CFB21E-A1CC-706E-9DE6-8CA7B2734B15}"/>
                </a:ext>
              </a:extLst>
            </p:cNvPr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8CE3D0DF-F7D9-AA41-EBB9-0C1EA78B2696}"/>
                </a:ext>
              </a:extLst>
            </p:cNvPr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36B20A2D-E9F8-2276-7965-BBF6D1A508B5}"/>
                </a:ext>
              </a:extLst>
            </p:cNvPr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EACC3E55-BBCD-1DB6-F4F0-D2AA72041477}"/>
                </a:ext>
              </a:extLst>
            </p:cNvPr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3EC7B0F6-E612-6AB7-4CA4-D00194C7E519}"/>
                </a:ext>
              </a:extLst>
            </p:cNvPr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EE3E0904-6958-756E-E32F-89CF6C94F071}"/>
                </a:ext>
              </a:extLst>
            </p:cNvPr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7572F7A3-883B-89CE-45BA-40EC8257DE6D}"/>
                </a:ext>
              </a:extLst>
            </p:cNvPr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BA5E8AEA-CE57-91D1-A2F3-BC4E4120B6A8}"/>
                </a:ext>
              </a:extLst>
            </p:cNvPr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572999BD-7AB2-DA6B-EF8F-44BA73D3F5F7}"/>
                </a:ext>
              </a:extLst>
            </p:cNvPr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A6307BAB-669E-C2CB-3BE0-904288F81D0C}"/>
                </a:ext>
              </a:extLst>
            </p:cNvPr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FC51CD29-3CD3-7DAF-77E7-36817D726FC2}"/>
                </a:ext>
              </a:extLst>
            </p:cNvPr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D5296E2A-4055-8D25-4F13-3BC3FEEC4089}"/>
                </a:ext>
              </a:extLst>
            </p:cNvPr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A801F312-08BF-3B8D-3E6F-8238AD8C820E}"/>
                </a:ext>
              </a:extLst>
            </p:cNvPr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56554A19-D51A-2B93-76CD-49F154A60A39}"/>
                </a:ext>
              </a:extLst>
            </p:cNvPr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5268CD99-1ECD-F2A6-75D0-46F2B33F3ADD}"/>
                </a:ext>
              </a:extLst>
            </p:cNvPr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D38C8C13-AD47-6362-4AA0-8103EC63BC53}"/>
                </a:ext>
              </a:extLst>
            </p:cNvPr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E11F9068-CAEC-FB2D-BAC6-4016AA7A65F9}"/>
                </a:ext>
              </a:extLst>
            </p:cNvPr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005E9EA3-9C82-E208-8046-36C1DBEB7EB8}"/>
                </a:ext>
              </a:extLst>
            </p:cNvPr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48717E2B-EB51-51AE-9E26-5E2BA60562E2}"/>
                </a:ext>
              </a:extLst>
            </p:cNvPr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BC2C7E8A-38B6-CCA5-50C9-C43F3632ECB1}"/>
                </a:ext>
              </a:extLst>
            </p:cNvPr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901A8DB9-173D-06DA-98FC-D61F8E7D0845}"/>
                </a:ext>
              </a:extLst>
            </p:cNvPr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C5DD2812-B61D-4E21-4A95-A936EF50947B}"/>
                </a:ext>
              </a:extLst>
            </p:cNvPr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8C717E9D-246F-636B-4B41-4064DC858494}"/>
                </a:ext>
              </a:extLst>
            </p:cNvPr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A4465DBB-2FF4-B8C3-B564-8963878D43E3}"/>
                </a:ext>
              </a:extLst>
            </p:cNvPr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375904A1-8941-E5C5-4E4A-3EC80E588B5C}"/>
                </a:ext>
              </a:extLst>
            </p:cNvPr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FC9A9F44-1D15-00F1-C1B5-4B8FEFEEDB25}"/>
                </a:ext>
              </a:extLst>
            </p:cNvPr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054A9709-E933-C55F-52A3-96E0EC42DE6C}"/>
                </a:ext>
              </a:extLst>
            </p:cNvPr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ACE4B8C4-350F-EA21-C371-784BF5ACC970}"/>
                </a:ext>
              </a:extLst>
            </p:cNvPr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6A287A55-830A-39CC-D241-AF2CFD57D176}"/>
                </a:ext>
              </a:extLst>
            </p:cNvPr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3376F099-0E43-D53E-B054-7A728A74736D}"/>
                </a:ext>
              </a:extLst>
            </p:cNvPr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9700AD23-899E-F939-6A29-EB017F7C47FE}"/>
                </a:ext>
              </a:extLst>
            </p:cNvPr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>
              <a:extLst>
                <a:ext uri="{FF2B5EF4-FFF2-40B4-BE49-F238E27FC236}">
                  <a16:creationId xmlns:a16="http://schemas.microsoft.com/office/drawing/2014/main" id="{5790BE42-1A21-E6C0-2EA1-511C5E61B905}"/>
                </a:ext>
              </a:extLst>
            </p:cNvPr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>
              <a:extLst>
                <a:ext uri="{FF2B5EF4-FFF2-40B4-BE49-F238E27FC236}">
                  <a16:creationId xmlns:a16="http://schemas.microsoft.com/office/drawing/2014/main" id="{BCD293B7-18F9-587D-43BE-590AD7119682}"/>
                </a:ext>
              </a:extLst>
            </p:cNvPr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>
              <a:extLst>
                <a:ext uri="{FF2B5EF4-FFF2-40B4-BE49-F238E27FC236}">
                  <a16:creationId xmlns:a16="http://schemas.microsoft.com/office/drawing/2014/main" id="{51A1CCBF-F30E-C13E-646F-1373D17DFE03}"/>
                </a:ext>
              </a:extLst>
            </p:cNvPr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>
              <a:extLst>
                <a:ext uri="{FF2B5EF4-FFF2-40B4-BE49-F238E27FC236}">
                  <a16:creationId xmlns:a16="http://schemas.microsoft.com/office/drawing/2014/main" id="{D3BDA681-32C5-9E9E-E37A-0754439F2575}"/>
                </a:ext>
              </a:extLst>
            </p:cNvPr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>
              <a:extLst>
                <a:ext uri="{FF2B5EF4-FFF2-40B4-BE49-F238E27FC236}">
                  <a16:creationId xmlns:a16="http://schemas.microsoft.com/office/drawing/2014/main" id="{9F627A5A-9A96-30F8-958E-CA565F14C0EA}"/>
                </a:ext>
              </a:extLst>
            </p:cNvPr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>
              <a:extLst>
                <a:ext uri="{FF2B5EF4-FFF2-40B4-BE49-F238E27FC236}">
                  <a16:creationId xmlns:a16="http://schemas.microsoft.com/office/drawing/2014/main" id="{8A6AB90C-8463-B5BF-76C1-55A0B10CC055}"/>
                </a:ext>
              </a:extLst>
            </p:cNvPr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>
              <a:extLst>
                <a:ext uri="{FF2B5EF4-FFF2-40B4-BE49-F238E27FC236}">
                  <a16:creationId xmlns:a16="http://schemas.microsoft.com/office/drawing/2014/main" id="{E6575892-C0D0-6A2F-04EF-DBCAAFD2EDBE}"/>
                </a:ext>
              </a:extLst>
            </p:cNvPr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>
              <a:extLst>
                <a:ext uri="{FF2B5EF4-FFF2-40B4-BE49-F238E27FC236}">
                  <a16:creationId xmlns:a16="http://schemas.microsoft.com/office/drawing/2014/main" id="{6921ABEF-9B7D-F2C3-EC14-3AB21F37E938}"/>
                </a:ext>
              </a:extLst>
            </p:cNvPr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>
              <a:extLst>
                <a:ext uri="{FF2B5EF4-FFF2-40B4-BE49-F238E27FC236}">
                  <a16:creationId xmlns:a16="http://schemas.microsoft.com/office/drawing/2014/main" id="{99EA93FE-0AC5-6703-212E-8FE1B2902808}"/>
                </a:ext>
              </a:extLst>
            </p:cNvPr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>
              <a:extLst>
                <a:ext uri="{FF2B5EF4-FFF2-40B4-BE49-F238E27FC236}">
                  <a16:creationId xmlns:a16="http://schemas.microsoft.com/office/drawing/2014/main" id="{E9FBE247-9A23-5CD2-5B00-48D0E15492B2}"/>
                </a:ext>
              </a:extLst>
            </p:cNvPr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>
              <a:extLst>
                <a:ext uri="{FF2B5EF4-FFF2-40B4-BE49-F238E27FC236}">
                  <a16:creationId xmlns:a16="http://schemas.microsoft.com/office/drawing/2014/main" id="{E5003AEF-7DC6-3FFE-EF64-A7505B4BC2C7}"/>
                </a:ext>
              </a:extLst>
            </p:cNvPr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>
              <a:extLst>
                <a:ext uri="{FF2B5EF4-FFF2-40B4-BE49-F238E27FC236}">
                  <a16:creationId xmlns:a16="http://schemas.microsoft.com/office/drawing/2014/main" id="{8269B857-8B22-F858-FF32-B17245640C69}"/>
                </a:ext>
              </a:extLst>
            </p:cNvPr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>
              <a:extLst>
                <a:ext uri="{FF2B5EF4-FFF2-40B4-BE49-F238E27FC236}">
                  <a16:creationId xmlns:a16="http://schemas.microsoft.com/office/drawing/2014/main" id="{AD086EF8-22D7-D56F-DE7D-099E2295CE9C}"/>
                </a:ext>
              </a:extLst>
            </p:cNvPr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>
              <a:extLst>
                <a:ext uri="{FF2B5EF4-FFF2-40B4-BE49-F238E27FC236}">
                  <a16:creationId xmlns:a16="http://schemas.microsoft.com/office/drawing/2014/main" id="{81155EF8-75BC-2972-B474-05E702D5019E}"/>
                </a:ext>
              </a:extLst>
            </p:cNvPr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>
              <a:extLst>
                <a:ext uri="{FF2B5EF4-FFF2-40B4-BE49-F238E27FC236}">
                  <a16:creationId xmlns:a16="http://schemas.microsoft.com/office/drawing/2014/main" id="{DA40A300-83D0-A737-F5E4-F8C92601B2FE}"/>
                </a:ext>
              </a:extLst>
            </p:cNvPr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>
              <a:extLst>
                <a:ext uri="{FF2B5EF4-FFF2-40B4-BE49-F238E27FC236}">
                  <a16:creationId xmlns:a16="http://schemas.microsoft.com/office/drawing/2014/main" id="{023A3EA3-0B0C-D7BE-E409-96BDEEAD5B47}"/>
                </a:ext>
              </a:extLst>
            </p:cNvPr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>
              <a:extLst>
                <a:ext uri="{FF2B5EF4-FFF2-40B4-BE49-F238E27FC236}">
                  <a16:creationId xmlns:a16="http://schemas.microsoft.com/office/drawing/2014/main" id="{8FFB0315-73E8-29EE-62B5-C66E18072431}"/>
                </a:ext>
              </a:extLst>
            </p:cNvPr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>
              <a:extLst>
                <a:ext uri="{FF2B5EF4-FFF2-40B4-BE49-F238E27FC236}">
                  <a16:creationId xmlns:a16="http://schemas.microsoft.com/office/drawing/2014/main" id="{7C6195F1-6212-4B3C-30B1-484621EFDBB9}"/>
                </a:ext>
              </a:extLst>
            </p:cNvPr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>
              <a:extLst>
                <a:ext uri="{FF2B5EF4-FFF2-40B4-BE49-F238E27FC236}">
                  <a16:creationId xmlns:a16="http://schemas.microsoft.com/office/drawing/2014/main" id="{8487ECCE-D5A6-53FC-6D58-AA1C23068DA2}"/>
                </a:ext>
              </a:extLst>
            </p:cNvPr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>
              <a:extLst>
                <a:ext uri="{FF2B5EF4-FFF2-40B4-BE49-F238E27FC236}">
                  <a16:creationId xmlns:a16="http://schemas.microsoft.com/office/drawing/2014/main" id="{EE9830F0-0840-485D-45A3-A3C7E33FB90F}"/>
                </a:ext>
              </a:extLst>
            </p:cNvPr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>
              <a:extLst>
                <a:ext uri="{FF2B5EF4-FFF2-40B4-BE49-F238E27FC236}">
                  <a16:creationId xmlns:a16="http://schemas.microsoft.com/office/drawing/2014/main" id="{A62CAF56-B579-9C0E-3BEA-334DBF23DB01}"/>
                </a:ext>
              </a:extLst>
            </p:cNvPr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>
              <a:extLst>
                <a:ext uri="{FF2B5EF4-FFF2-40B4-BE49-F238E27FC236}">
                  <a16:creationId xmlns:a16="http://schemas.microsoft.com/office/drawing/2014/main" id="{CFAA8746-4609-1551-D082-9600802798F1}"/>
                </a:ext>
              </a:extLst>
            </p:cNvPr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>
              <a:extLst>
                <a:ext uri="{FF2B5EF4-FFF2-40B4-BE49-F238E27FC236}">
                  <a16:creationId xmlns:a16="http://schemas.microsoft.com/office/drawing/2014/main" id="{F649B4B8-AAD4-EA79-5F35-77341FB53EA4}"/>
                </a:ext>
              </a:extLst>
            </p:cNvPr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>
              <a:extLst>
                <a:ext uri="{FF2B5EF4-FFF2-40B4-BE49-F238E27FC236}">
                  <a16:creationId xmlns:a16="http://schemas.microsoft.com/office/drawing/2014/main" id="{01675D43-6815-2F1C-CAF7-B2F09645CF8C}"/>
                </a:ext>
              </a:extLst>
            </p:cNvPr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>
              <a:extLst>
                <a:ext uri="{FF2B5EF4-FFF2-40B4-BE49-F238E27FC236}">
                  <a16:creationId xmlns:a16="http://schemas.microsoft.com/office/drawing/2014/main" id="{272FFB97-7B67-0D01-A927-C22BD33B5998}"/>
                </a:ext>
              </a:extLst>
            </p:cNvPr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>
              <a:extLst>
                <a:ext uri="{FF2B5EF4-FFF2-40B4-BE49-F238E27FC236}">
                  <a16:creationId xmlns:a16="http://schemas.microsoft.com/office/drawing/2014/main" id="{A027B8E1-9167-DF75-72E3-F702134E56FE}"/>
                </a:ext>
              </a:extLst>
            </p:cNvPr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>
              <a:extLst>
                <a:ext uri="{FF2B5EF4-FFF2-40B4-BE49-F238E27FC236}">
                  <a16:creationId xmlns:a16="http://schemas.microsoft.com/office/drawing/2014/main" id="{956A7116-2E35-B1ED-8975-950E1EF39DF6}"/>
                </a:ext>
              </a:extLst>
            </p:cNvPr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>
              <a:extLst>
                <a:ext uri="{FF2B5EF4-FFF2-40B4-BE49-F238E27FC236}">
                  <a16:creationId xmlns:a16="http://schemas.microsoft.com/office/drawing/2014/main" id="{C44888FF-9072-7EDE-27D9-2FD4B66E86D4}"/>
                </a:ext>
              </a:extLst>
            </p:cNvPr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>
              <a:extLst>
                <a:ext uri="{FF2B5EF4-FFF2-40B4-BE49-F238E27FC236}">
                  <a16:creationId xmlns:a16="http://schemas.microsoft.com/office/drawing/2014/main" id="{63B8A566-156A-DFC5-B697-5DC4AD8379EF}"/>
                </a:ext>
              </a:extLst>
            </p:cNvPr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>
              <a:extLst>
                <a:ext uri="{FF2B5EF4-FFF2-40B4-BE49-F238E27FC236}">
                  <a16:creationId xmlns:a16="http://schemas.microsoft.com/office/drawing/2014/main" id="{C2E1EFDD-F50D-C21D-8B6C-09B2E3DA67D0}"/>
                </a:ext>
              </a:extLst>
            </p:cNvPr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>
              <a:extLst>
                <a:ext uri="{FF2B5EF4-FFF2-40B4-BE49-F238E27FC236}">
                  <a16:creationId xmlns:a16="http://schemas.microsoft.com/office/drawing/2014/main" id="{AB315588-D1EC-63FB-CD3B-BA756B4AFBEA}"/>
                </a:ext>
              </a:extLst>
            </p:cNvPr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>
              <a:extLst>
                <a:ext uri="{FF2B5EF4-FFF2-40B4-BE49-F238E27FC236}">
                  <a16:creationId xmlns:a16="http://schemas.microsoft.com/office/drawing/2014/main" id="{ED17D3D5-FC1A-38CF-51AC-D55550A727AE}"/>
                </a:ext>
              </a:extLst>
            </p:cNvPr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>
              <a:extLst>
                <a:ext uri="{FF2B5EF4-FFF2-40B4-BE49-F238E27FC236}">
                  <a16:creationId xmlns:a16="http://schemas.microsoft.com/office/drawing/2014/main" id="{8A21BCDF-4ACA-B3D5-0C3C-B105C70C5B52}"/>
                </a:ext>
              </a:extLst>
            </p:cNvPr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>
              <a:extLst>
                <a:ext uri="{FF2B5EF4-FFF2-40B4-BE49-F238E27FC236}">
                  <a16:creationId xmlns:a16="http://schemas.microsoft.com/office/drawing/2014/main" id="{FBD96398-5F2E-F19A-6F5D-6E88CF73074C}"/>
                </a:ext>
              </a:extLst>
            </p:cNvPr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>
              <a:extLst>
                <a:ext uri="{FF2B5EF4-FFF2-40B4-BE49-F238E27FC236}">
                  <a16:creationId xmlns:a16="http://schemas.microsoft.com/office/drawing/2014/main" id="{45FB90CE-EA82-8FFE-DE6F-101747D757E0}"/>
                </a:ext>
              </a:extLst>
            </p:cNvPr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>
              <a:extLst>
                <a:ext uri="{FF2B5EF4-FFF2-40B4-BE49-F238E27FC236}">
                  <a16:creationId xmlns:a16="http://schemas.microsoft.com/office/drawing/2014/main" id="{F995F4B6-0BEA-8611-706D-0B245AD2D29D}"/>
                </a:ext>
              </a:extLst>
            </p:cNvPr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>
              <a:extLst>
                <a:ext uri="{FF2B5EF4-FFF2-40B4-BE49-F238E27FC236}">
                  <a16:creationId xmlns:a16="http://schemas.microsoft.com/office/drawing/2014/main" id="{7F946028-71C7-2ABF-79C6-6F6ED031C37F}"/>
                </a:ext>
              </a:extLst>
            </p:cNvPr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>
              <a:extLst>
                <a:ext uri="{FF2B5EF4-FFF2-40B4-BE49-F238E27FC236}">
                  <a16:creationId xmlns:a16="http://schemas.microsoft.com/office/drawing/2014/main" id="{3FAE5C08-9C92-B647-1100-8920DCBE2067}"/>
                </a:ext>
              </a:extLst>
            </p:cNvPr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>
              <a:extLst>
                <a:ext uri="{FF2B5EF4-FFF2-40B4-BE49-F238E27FC236}">
                  <a16:creationId xmlns:a16="http://schemas.microsoft.com/office/drawing/2014/main" id="{22D54E00-D253-70BC-5423-61EEE4A350CB}"/>
                </a:ext>
              </a:extLst>
            </p:cNvPr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>
              <a:extLst>
                <a:ext uri="{FF2B5EF4-FFF2-40B4-BE49-F238E27FC236}">
                  <a16:creationId xmlns:a16="http://schemas.microsoft.com/office/drawing/2014/main" id="{D2ACF5E8-0BDC-05FE-7CC2-6570A6AD9633}"/>
                </a:ext>
              </a:extLst>
            </p:cNvPr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>
              <a:extLst>
                <a:ext uri="{FF2B5EF4-FFF2-40B4-BE49-F238E27FC236}">
                  <a16:creationId xmlns:a16="http://schemas.microsoft.com/office/drawing/2014/main" id="{383D8D95-06F2-3690-D4CB-B55C8EE62D44}"/>
                </a:ext>
              </a:extLst>
            </p:cNvPr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>
              <a:extLst>
                <a:ext uri="{FF2B5EF4-FFF2-40B4-BE49-F238E27FC236}">
                  <a16:creationId xmlns:a16="http://schemas.microsoft.com/office/drawing/2014/main" id="{8218DF80-48B6-104A-B862-63C664246297}"/>
                </a:ext>
              </a:extLst>
            </p:cNvPr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>
              <a:extLst>
                <a:ext uri="{FF2B5EF4-FFF2-40B4-BE49-F238E27FC236}">
                  <a16:creationId xmlns:a16="http://schemas.microsoft.com/office/drawing/2014/main" id="{8394B6F3-1522-24EB-A170-6BEB3CDA64FF}"/>
                </a:ext>
              </a:extLst>
            </p:cNvPr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>
              <a:extLst>
                <a:ext uri="{FF2B5EF4-FFF2-40B4-BE49-F238E27FC236}">
                  <a16:creationId xmlns:a16="http://schemas.microsoft.com/office/drawing/2014/main" id="{E179C037-F42F-D5C3-0648-68475C3C107E}"/>
                </a:ext>
              </a:extLst>
            </p:cNvPr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>
              <a:extLst>
                <a:ext uri="{FF2B5EF4-FFF2-40B4-BE49-F238E27FC236}">
                  <a16:creationId xmlns:a16="http://schemas.microsoft.com/office/drawing/2014/main" id="{73753093-E857-40E8-4CCF-F573B3F317AE}"/>
                </a:ext>
              </a:extLst>
            </p:cNvPr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>
              <a:extLst>
                <a:ext uri="{FF2B5EF4-FFF2-40B4-BE49-F238E27FC236}">
                  <a16:creationId xmlns:a16="http://schemas.microsoft.com/office/drawing/2014/main" id="{5847B01F-64D9-F3EB-BB4F-6F6DA8679C19}"/>
                </a:ext>
              </a:extLst>
            </p:cNvPr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>
              <a:extLst>
                <a:ext uri="{FF2B5EF4-FFF2-40B4-BE49-F238E27FC236}">
                  <a16:creationId xmlns:a16="http://schemas.microsoft.com/office/drawing/2014/main" id="{9F473ED6-0B31-6173-960F-2E8AF832AF8F}"/>
                </a:ext>
              </a:extLst>
            </p:cNvPr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>
              <a:extLst>
                <a:ext uri="{FF2B5EF4-FFF2-40B4-BE49-F238E27FC236}">
                  <a16:creationId xmlns:a16="http://schemas.microsoft.com/office/drawing/2014/main" id="{E75765AF-D1B1-E3C6-EDF7-2E02252325FF}"/>
                </a:ext>
              </a:extLst>
            </p:cNvPr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>
              <a:extLst>
                <a:ext uri="{FF2B5EF4-FFF2-40B4-BE49-F238E27FC236}">
                  <a16:creationId xmlns:a16="http://schemas.microsoft.com/office/drawing/2014/main" id="{795B5E17-5B15-0D74-ACEC-AF7CE4A23AC2}"/>
                </a:ext>
              </a:extLst>
            </p:cNvPr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>
              <a:extLst>
                <a:ext uri="{FF2B5EF4-FFF2-40B4-BE49-F238E27FC236}">
                  <a16:creationId xmlns:a16="http://schemas.microsoft.com/office/drawing/2014/main" id="{FA82AD52-229E-CAC9-2EE4-37BC7AFFD374}"/>
                </a:ext>
              </a:extLst>
            </p:cNvPr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>
              <a:extLst>
                <a:ext uri="{FF2B5EF4-FFF2-40B4-BE49-F238E27FC236}">
                  <a16:creationId xmlns:a16="http://schemas.microsoft.com/office/drawing/2014/main" id="{8C7C858E-FE12-8C2D-7876-7F10C65E106B}"/>
                </a:ext>
              </a:extLst>
            </p:cNvPr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>
              <a:extLst>
                <a:ext uri="{FF2B5EF4-FFF2-40B4-BE49-F238E27FC236}">
                  <a16:creationId xmlns:a16="http://schemas.microsoft.com/office/drawing/2014/main" id="{BE205B91-7309-9BC4-7EF9-BBD0A0482B09}"/>
                </a:ext>
              </a:extLst>
            </p:cNvPr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>
              <a:extLst>
                <a:ext uri="{FF2B5EF4-FFF2-40B4-BE49-F238E27FC236}">
                  <a16:creationId xmlns:a16="http://schemas.microsoft.com/office/drawing/2014/main" id="{F773F86D-D17B-E2A5-FB50-652650DB7FC2}"/>
                </a:ext>
              </a:extLst>
            </p:cNvPr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>
              <a:extLst>
                <a:ext uri="{FF2B5EF4-FFF2-40B4-BE49-F238E27FC236}">
                  <a16:creationId xmlns:a16="http://schemas.microsoft.com/office/drawing/2014/main" id="{9D5DB948-C331-D77F-EF42-D192C5FD7BC3}"/>
                </a:ext>
              </a:extLst>
            </p:cNvPr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>
              <a:extLst>
                <a:ext uri="{FF2B5EF4-FFF2-40B4-BE49-F238E27FC236}">
                  <a16:creationId xmlns:a16="http://schemas.microsoft.com/office/drawing/2014/main" id="{2E2DDC90-44C6-FA18-1C0E-C18F9DA084C1}"/>
                </a:ext>
              </a:extLst>
            </p:cNvPr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>
              <a:extLst>
                <a:ext uri="{FF2B5EF4-FFF2-40B4-BE49-F238E27FC236}">
                  <a16:creationId xmlns:a16="http://schemas.microsoft.com/office/drawing/2014/main" id="{964F60DD-F0FD-A59D-7D70-4F706307E7DE}"/>
                </a:ext>
              </a:extLst>
            </p:cNvPr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>
              <a:extLst>
                <a:ext uri="{FF2B5EF4-FFF2-40B4-BE49-F238E27FC236}">
                  <a16:creationId xmlns:a16="http://schemas.microsoft.com/office/drawing/2014/main" id="{F22684CE-0E3E-D782-2C18-41A8631AC31B}"/>
                </a:ext>
              </a:extLst>
            </p:cNvPr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>
              <a:extLst>
                <a:ext uri="{FF2B5EF4-FFF2-40B4-BE49-F238E27FC236}">
                  <a16:creationId xmlns:a16="http://schemas.microsoft.com/office/drawing/2014/main" id="{757B8E48-6DAC-A3CF-7CAF-6C6567BB8BAC}"/>
                </a:ext>
              </a:extLst>
            </p:cNvPr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>
              <a:extLst>
                <a:ext uri="{FF2B5EF4-FFF2-40B4-BE49-F238E27FC236}">
                  <a16:creationId xmlns:a16="http://schemas.microsoft.com/office/drawing/2014/main" id="{06D309DF-3143-634B-5315-CD01296C65BF}"/>
                </a:ext>
              </a:extLst>
            </p:cNvPr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>
              <a:extLst>
                <a:ext uri="{FF2B5EF4-FFF2-40B4-BE49-F238E27FC236}">
                  <a16:creationId xmlns:a16="http://schemas.microsoft.com/office/drawing/2014/main" id="{940818F8-2A20-F514-E0AB-581EAF266521}"/>
                </a:ext>
              </a:extLst>
            </p:cNvPr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>
              <a:extLst>
                <a:ext uri="{FF2B5EF4-FFF2-40B4-BE49-F238E27FC236}">
                  <a16:creationId xmlns:a16="http://schemas.microsoft.com/office/drawing/2014/main" id="{A4045CC2-9FAC-F1DC-A623-0C8816BE1CDD}"/>
                </a:ext>
              </a:extLst>
            </p:cNvPr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>
              <a:extLst>
                <a:ext uri="{FF2B5EF4-FFF2-40B4-BE49-F238E27FC236}">
                  <a16:creationId xmlns:a16="http://schemas.microsoft.com/office/drawing/2014/main" id="{B9AF9327-E147-2D14-8332-120BD8AA3846}"/>
                </a:ext>
              </a:extLst>
            </p:cNvPr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>
              <a:extLst>
                <a:ext uri="{FF2B5EF4-FFF2-40B4-BE49-F238E27FC236}">
                  <a16:creationId xmlns:a16="http://schemas.microsoft.com/office/drawing/2014/main" id="{2A2931AB-8AAA-F590-CA5F-8EB41247CDF7}"/>
                </a:ext>
              </a:extLst>
            </p:cNvPr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>
              <a:extLst>
                <a:ext uri="{FF2B5EF4-FFF2-40B4-BE49-F238E27FC236}">
                  <a16:creationId xmlns:a16="http://schemas.microsoft.com/office/drawing/2014/main" id="{BE2B66EB-B526-763F-52E7-8227F85385B4}"/>
                </a:ext>
              </a:extLst>
            </p:cNvPr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>
              <a:extLst>
                <a:ext uri="{FF2B5EF4-FFF2-40B4-BE49-F238E27FC236}">
                  <a16:creationId xmlns:a16="http://schemas.microsoft.com/office/drawing/2014/main" id="{00FD797F-F756-77C7-262E-9151FAB088D7}"/>
                </a:ext>
              </a:extLst>
            </p:cNvPr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>
              <a:extLst>
                <a:ext uri="{FF2B5EF4-FFF2-40B4-BE49-F238E27FC236}">
                  <a16:creationId xmlns:a16="http://schemas.microsoft.com/office/drawing/2014/main" id="{4C036BC2-E75B-1BA3-8D9B-F8BB393DB2FB}"/>
                </a:ext>
              </a:extLst>
            </p:cNvPr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>
              <a:extLst>
                <a:ext uri="{FF2B5EF4-FFF2-40B4-BE49-F238E27FC236}">
                  <a16:creationId xmlns:a16="http://schemas.microsoft.com/office/drawing/2014/main" id="{8D8B02A6-0F25-0FE8-6733-421430F6BF20}"/>
                </a:ext>
              </a:extLst>
            </p:cNvPr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>
              <a:extLst>
                <a:ext uri="{FF2B5EF4-FFF2-40B4-BE49-F238E27FC236}">
                  <a16:creationId xmlns:a16="http://schemas.microsoft.com/office/drawing/2014/main" id="{F89074E2-AE48-55FF-9DC1-FC7C1D69667E}"/>
                </a:ext>
              </a:extLst>
            </p:cNvPr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>
              <a:extLst>
                <a:ext uri="{FF2B5EF4-FFF2-40B4-BE49-F238E27FC236}">
                  <a16:creationId xmlns:a16="http://schemas.microsoft.com/office/drawing/2014/main" id="{75B7AB8D-DA21-934E-6C51-1EEB0A3A7E56}"/>
                </a:ext>
              </a:extLst>
            </p:cNvPr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>
              <a:extLst>
                <a:ext uri="{FF2B5EF4-FFF2-40B4-BE49-F238E27FC236}">
                  <a16:creationId xmlns:a16="http://schemas.microsoft.com/office/drawing/2014/main" id="{11B31F65-3D67-79DD-D2FB-EB8BEA5EAD59}"/>
                </a:ext>
              </a:extLst>
            </p:cNvPr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>
              <a:extLst>
                <a:ext uri="{FF2B5EF4-FFF2-40B4-BE49-F238E27FC236}">
                  <a16:creationId xmlns:a16="http://schemas.microsoft.com/office/drawing/2014/main" id="{D7970939-A776-6E59-D9EA-EB1A2FCA2074}"/>
                </a:ext>
              </a:extLst>
            </p:cNvPr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>
              <a:extLst>
                <a:ext uri="{FF2B5EF4-FFF2-40B4-BE49-F238E27FC236}">
                  <a16:creationId xmlns:a16="http://schemas.microsoft.com/office/drawing/2014/main" id="{10B600BF-8C03-8F56-4499-52CF776BB744}"/>
                </a:ext>
              </a:extLst>
            </p:cNvPr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>
              <a:extLst>
                <a:ext uri="{FF2B5EF4-FFF2-40B4-BE49-F238E27FC236}">
                  <a16:creationId xmlns:a16="http://schemas.microsoft.com/office/drawing/2014/main" id="{66FD6B19-7613-7EA7-798B-737CBF052BE4}"/>
                </a:ext>
              </a:extLst>
            </p:cNvPr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>
              <a:extLst>
                <a:ext uri="{FF2B5EF4-FFF2-40B4-BE49-F238E27FC236}">
                  <a16:creationId xmlns:a16="http://schemas.microsoft.com/office/drawing/2014/main" id="{A1F8D68D-9E18-A4FA-0458-71F7762D0C3D}"/>
                </a:ext>
              </a:extLst>
            </p:cNvPr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>
              <a:extLst>
                <a:ext uri="{FF2B5EF4-FFF2-40B4-BE49-F238E27FC236}">
                  <a16:creationId xmlns:a16="http://schemas.microsoft.com/office/drawing/2014/main" id="{04C091E9-87DA-195B-3655-0A9CE10FCE6D}"/>
                </a:ext>
              </a:extLst>
            </p:cNvPr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>
              <a:extLst>
                <a:ext uri="{FF2B5EF4-FFF2-40B4-BE49-F238E27FC236}">
                  <a16:creationId xmlns:a16="http://schemas.microsoft.com/office/drawing/2014/main" id="{5EBA4A0D-1C7D-58AB-BB98-7F42C3D1C199}"/>
                </a:ext>
              </a:extLst>
            </p:cNvPr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>
              <a:extLst>
                <a:ext uri="{FF2B5EF4-FFF2-40B4-BE49-F238E27FC236}">
                  <a16:creationId xmlns:a16="http://schemas.microsoft.com/office/drawing/2014/main" id="{075B65F6-7326-704F-B27D-B1D765F05577}"/>
                </a:ext>
              </a:extLst>
            </p:cNvPr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>
              <a:extLst>
                <a:ext uri="{FF2B5EF4-FFF2-40B4-BE49-F238E27FC236}">
                  <a16:creationId xmlns:a16="http://schemas.microsoft.com/office/drawing/2014/main" id="{496D0733-F17A-1D1C-8EDA-FDFFC372D6D4}"/>
                </a:ext>
              </a:extLst>
            </p:cNvPr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>
              <a:extLst>
                <a:ext uri="{FF2B5EF4-FFF2-40B4-BE49-F238E27FC236}">
                  <a16:creationId xmlns:a16="http://schemas.microsoft.com/office/drawing/2014/main" id="{9B9D0AD2-55C8-B6FD-EAF0-65B184FAD3F7}"/>
                </a:ext>
              </a:extLst>
            </p:cNvPr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>
              <a:extLst>
                <a:ext uri="{FF2B5EF4-FFF2-40B4-BE49-F238E27FC236}">
                  <a16:creationId xmlns:a16="http://schemas.microsoft.com/office/drawing/2014/main" id="{02E168E0-66A1-EC8D-5218-3B75F35D56B6}"/>
                </a:ext>
              </a:extLst>
            </p:cNvPr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>
              <a:extLst>
                <a:ext uri="{FF2B5EF4-FFF2-40B4-BE49-F238E27FC236}">
                  <a16:creationId xmlns:a16="http://schemas.microsoft.com/office/drawing/2014/main" id="{AFCAFAC8-56B5-43D6-266F-374D391FF15D}"/>
                </a:ext>
              </a:extLst>
            </p:cNvPr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>
              <a:extLst>
                <a:ext uri="{FF2B5EF4-FFF2-40B4-BE49-F238E27FC236}">
                  <a16:creationId xmlns:a16="http://schemas.microsoft.com/office/drawing/2014/main" id="{4C098B50-1F9D-7AEB-0BFD-E883A92CFA5F}"/>
                </a:ext>
              </a:extLst>
            </p:cNvPr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>
              <a:extLst>
                <a:ext uri="{FF2B5EF4-FFF2-40B4-BE49-F238E27FC236}">
                  <a16:creationId xmlns:a16="http://schemas.microsoft.com/office/drawing/2014/main" id="{5F2D9800-9CC8-0A2C-81A5-D51DDF96D2CB}"/>
                </a:ext>
              </a:extLst>
            </p:cNvPr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>
              <a:extLst>
                <a:ext uri="{FF2B5EF4-FFF2-40B4-BE49-F238E27FC236}">
                  <a16:creationId xmlns:a16="http://schemas.microsoft.com/office/drawing/2014/main" id="{88107A42-BB42-A0D9-7D79-0A552F6DF7DB}"/>
                </a:ext>
              </a:extLst>
            </p:cNvPr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>
              <a:extLst>
                <a:ext uri="{FF2B5EF4-FFF2-40B4-BE49-F238E27FC236}">
                  <a16:creationId xmlns:a16="http://schemas.microsoft.com/office/drawing/2014/main" id="{C0CDBF54-A895-D2B9-0B69-FD3BEA955A1B}"/>
                </a:ext>
              </a:extLst>
            </p:cNvPr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>
              <a:extLst>
                <a:ext uri="{FF2B5EF4-FFF2-40B4-BE49-F238E27FC236}">
                  <a16:creationId xmlns:a16="http://schemas.microsoft.com/office/drawing/2014/main" id="{FCB1B2EB-0D28-72B4-4F32-E1AE8D45C1FF}"/>
                </a:ext>
              </a:extLst>
            </p:cNvPr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>
              <a:extLst>
                <a:ext uri="{FF2B5EF4-FFF2-40B4-BE49-F238E27FC236}">
                  <a16:creationId xmlns:a16="http://schemas.microsoft.com/office/drawing/2014/main" id="{87CCCD5E-8815-B7B8-BCFD-EF6737BF0137}"/>
                </a:ext>
              </a:extLst>
            </p:cNvPr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>
              <a:extLst>
                <a:ext uri="{FF2B5EF4-FFF2-40B4-BE49-F238E27FC236}">
                  <a16:creationId xmlns:a16="http://schemas.microsoft.com/office/drawing/2014/main" id="{9C4E0458-1889-3B6E-34E5-9C23F907119B}"/>
                </a:ext>
              </a:extLst>
            </p:cNvPr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>
              <a:extLst>
                <a:ext uri="{FF2B5EF4-FFF2-40B4-BE49-F238E27FC236}">
                  <a16:creationId xmlns:a16="http://schemas.microsoft.com/office/drawing/2014/main" id="{34C70C83-3864-F97B-A1F3-D37005123397}"/>
                </a:ext>
              </a:extLst>
            </p:cNvPr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>
              <a:extLst>
                <a:ext uri="{FF2B5EF4-FFF2-40B4-BE49-F238E27FC236}">
                  <a16:creationId xmlns:a16="http://schemas.microsoft.com/office/drawing/2014/main" id="{EBD3244B-A7BC-7EAB-71EC-4E41291E50AD}"/>
                </a:ext>
              </a:extLst>
            </p:cNvPr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>
              <a:extLst>
                <a:ext uri="{FF2B5EF4-FFF2-40B4-BE49-F238E27FC236}">
                  <a16:creationId xmlns:a16="http://schemas.microsoft.com/office/drawing/2014/main" id="{3D752ABB-592F-06D2-A1B0-7CFFEBDAD827}"/>
                </a:ext>
              </a:extLst>
            </p:cNvPr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>
              <a:extLst>
                <a:ext uri="{FF2B5EF4-FFF2-40B4-BE49-F238E27FC236}">
                  <a16:creationId xmlns:a16="http://schemas.microsoft.com/office/drawing/2014/main" id="{6281EBF8-1211-4D9B-CDED-7F95FDF8BE5C}"/>
                </a:ext>
              </a:extLst>
            </p:cNvPr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>
              <a:extLst>
                <a:ext uri="{FF2B5EF4-FFF2-40B4-BE49-F238E27FC236}">
                  <a16:creationId xmlns:a16="http://schemas.microsoft.com/office/drawing/2014/main" id="{5E9AF086-9153-EAD8-2E3A-56EE7397319E}"/>
                </a:ext>
              </a:extLst>
            </p:cNvPr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>
              <a:extLst>
                <a:ext uri="{FF2B5EF4-FFF2-40B4-BE49-F238E27FC236}">
                  <a16:creationId xmlns:a16="http://schemas.microsoft.com/office/drawing/2014/main" id="{2FA83459-3F4B-32C6-1F62-3B171032A3A8}"/>
                </a:ext>
              </a:extLst>
            </p:cNvPr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>
              <a:extLst>
                <a:ext uri="{FF2B5EF4-FFF2-40B4-BE49-F238E27FC236}">
                  <a16:creationId xmlns:a16="http://schemas.microsoft.com/office/drawing/2014/main" id="{CE8FE45B-208F-2750-02C8-AAC50E028B8D}"/>
                </a:ext>
              </a:extLst>
            </p:cNvPr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>
              <a:extLst>
                <a:ext uri="{FF2B5EF4-FFF2-40B4-BE49-F238E27FC236}">
                  <a16:creationId xmlns:a16="http://schemas.microsoft.com/office/drawing/2014/main" id="{F3218AE1-B850-07B1-5612-850C8661BF79}"/>
                </a:ext>
              </a:extLst>
            </p:cNvPr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>
              <a:extLst>
                <a:ext uri="{FF2B5EF4-FFF2-40B4-BE49-F238E27FC236}">
                  <a16:creationId xmlns:a16="http://schemas.microsoft.com/office/drawing/2014/main" id="{BC15FB73-7FD0-F17A-FE69-F4B2E6C1FC7A}"/>
                </a:ext>
              </a:extLst>
            </p:cNvPr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>
              <a:extLst>
                <a:ext uri="{FF2B5EF4-FFF2-40B4-BE49-F238E27FC236}">
                  <a16:creationId xmlns:a16="http://schemas.microsoft.com/office/drawing/2014/main" id="{1C17760A-D5A1-780B-6CD5-06B5DD10C154}"/>
                </a:ext>
              </a:extLst>
            </p:cNvPr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>
              <a:extLst>
                <a:ext uri="{FF2B5EF4-FFF2-40B4-BE49-F238E27FC236}">
                  <a16:creationId xmlns:a16="http://schemas.microsoft.com/office/drawing/2014/main" id="{1D0C9B7E-AFEF-BA10-F5E7-CE08A096DE58}"/>
                </a:ext>
              </a:extLst>
            </p:cNvPr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>
              <a:extLst>
                <a:ext uri="{FF2B5EF4-FFF2-40B4-BE49-F238E27FC236}">
                  <a16:creationId xmlns:a16="http://schemas.microsoft.com/office/drawing/2014/main" id="{055AA90B-775C-4551-84AD-D578932AAD29}"/>
                </a:ext>
              </a:extLst>
            </p:cNvPr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>
              <a:extLst>
                <a:ext uri="{FF2B5EF4-FFF2-40B4-BE49-F238E27FC236}">
                  <a16:creationId xmlns:a16="http://schemas.microsoft.com/office/drawing/2014/main" id="{223BA06F-32DB-9041-9E99-109590586C47}"/>
                </a:ext>
              </a:extLst>
            </p:cNvPr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>
              <a:extLst>
                <a:ext uri="{FF2B5EF4-FFF2-40B4-BE49-F238E27FC236}">
                  <a16:creationId xmlns:a16="http://schemas.microsoft.com/office/drawing/2014/main" id="{7B3F280E-D807-8EC7-7DE6-43A6188ECFE5}"/>
                </a:ext>
              </a:extLst>
            </p:cNvPr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>
              <a:extLst>
                <a:ext uri="{FF2B5EF4-FFF2-40B4-BE49-F238E27FC236}">
                  <a16:creationId xmlns:a16="http://schemas.microsoft.com/office/drawing/2014/main" id="{7E9D04C6-F748-5FAE-EAD6-EC32C471B234}"/>
                </a:ext>
              </a:extLst>
            </p:cNvPr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>
              <a:extLst>
                <a:ext uri="{FF2B5EF4-FFF2-40B4-BE49-F238E27FC236}">
                  <a16:creationId xmlns:a16="http://schemas.microsoft.com/office/drawing/2014/main" id="{0DAD0F7F-390E-6AAE-3CD0-83EB91A197F8}"/>
                </a:ext>
              </a:extLst>
            </p:cNvPr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>
              <a:extLst>
                <a:ext uri="{FF2B5EF4-FFF2-40B4-BE49-F238E27FC236}">
                  <a16:creationId xmlns:a16="http://schemas.microsoft.com/office/drawing/2014/main" id="{4D70798B-7261-23F3-6D7E-B5A7C7EBAF0B}"/>
                </a:ext>
              </a:extLst>
            </p:cNvPr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>
              <a:extLst>
                <a:ext uri="{FF2B5EF4-FFF2-40B4-BE49-F238E27FC236}">
                  <a16:creationId xmlns:a16="http://schemas.microsoft.com/office/drawing/2014/main" id="{13371B32-3B1D-9EC0-CE76-CFCA15165952}"/>
                </a:ext>
              </a:extLst>
            </p:cNvPr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>
              <a:extLst>
                <a:ext uri="{FF2B5EF4-FFF2-40B4-BE49-F238E27FC236}">
                  <a16:creationId xmlns:a16="http://schemas.microsoft.com/office/drawing/2014/main" id="{991D57BB-AA10-4694-9462-04D71C9C26BC}"/>
                </a:ext>
              </a:extLst>
            </p:cNvPr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>
              <a:extLst>
                <a:ext uri="{FF2B5EF4-FFF2-40B4-BE49-F238E27FC236}">
                  <a16:creationId xmlns:a16="http://schemas.microsoft.com/office/drawing/2014/main" id="{AB00F627-325C-2E5E-D184-6A41FB9FC949}"/>
                </a:ext>
              </a:extLst>
            </p:cNvPr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>
              <a:extLst>
                <a:ext uri="{FF2B5EF4-FFF2-40B4-BE49-F238E27FC236}">
                  <a16:creationId xmlns:a16="http://schemas.microsoft.com/office/drawing/2014/main" id="{D71BB651-04E7-A55A-E41A-3FC00EAD88DF}"/>
                </a:ext>
              </a:extLst>
            </p:cNvPr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>
              <a:extLst>
                <a:ext uri="{FF2B5EF4-FFF2-40B4-BE49-F238E27FC236}">
                  <a16:creationId xmlns:a16="http://schemas.microsoft.com/office/drawing/2014/main" id="{B956446D-999A-F6CE-4E6F-22C5CE129ACF}"/>
                </a:ext>
              </a:extLst>
            </p:cNvPr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>
              <a:extLst>
                <a:ext uri="{FF2B5EF4-FFF2-40B4-BE49-F238E27FC236}">
                  <a16:creationId xmlns:a16="http://schemas.microsoft.com/office/drawing/2014/main" id="{51A496B6-A617-7AEF-2B3A-D05E632D5677}"/>
                </a:ext>
              </a:extLst>
            </p:cNvPr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>
              <a:extLst>
                <a:ext uri="{FF2B5EF4-FFF2-40B4-BE49-F238E27FC236}">
                  <a16:creationId xmlns:a16="http://schemas.microsoft.com/office/drawing/2014/main" id="{6BDC9867-7C93-7210-7263-C5A6D5C4C1C5}"/>
                </a:ext>
              </a:extLst>
            </p:cNvPr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>
              <a:extLst>
                <a:ext uri="{FF2B5EF4-FFF2-40B4-BE49-F238E27FC236}">
                  <a16:creationId xmlns:a16="http://schemas.microsoft.com/office/drawing/2014/main" id="{A9B9B7D2-C247-5635-9BBC-0A277BE6AA1B}"/>
                </a:ext>
              </a:extLst>
            </p:cNvPr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>
              <a:extLst>
                <a:ext uri="{FF2B5EF4-FFF2-40B4-BE49-F238E27FC236}">
                  <a16:creationId xmlns:a16="http://schemas.microsoft.com/office/drawing/2014/main" id="{4A8D3DEE-576F-ADCB-D30B-E582235C3EF0}"/>
                </a:ext>
              </a:extLst>
            </p:cNvPr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>
              <a:extLst>
                <a:ext uri="{FF2B5EF4-FFF2-40B4-BE49-F238E27FC236}">
                  <a16:creationId xmlns:a16="http://schemas.microsoft.com/office/drawing/2014/main" id="{BA3E5527-317F-F832-6A33-2AA2D3DFB20B}"/>
                </a:ext>
              </a:extLst>
            </p:cNvPr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>
              <a:extLst>
                <a:ext uri="{FF2B5EF4-FFF2-40B4-BE49-F238E27FC236}">
                  <a16:creationId xmlns:a16="http://schemas.microsoft.com/office/drawing/2014/main" id="{18186882-4D5F-788D-236C-4B5268AA07A1}"/>
                </a:ext>
              </a:extLst>
            </p:cNvPr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>
              <a:extLst>
                <a:ext uri="{FF2B5EF4-FFF2-40B4-BE49-F238E27FC236}">
                  <a16:creationId xmlns:a16="http://schemas.microsoft.com/office/drawing/2014/main" id="{FFBCD217-B99F-2551-9367-C253B0E58456}"/>
                </a:ext>
              </a:extLst>
            </p:cNvPr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>
              <a:extLst>
                <a:ext uri="{FF2B5EF4-FFF2-40B4-BE49-F238E27FC236}">
                  <a16:creationId xmlns:a16="http://schemas.microsoft.com/office/drawing/2014/main" id="{2CBB1429-7AFA-7D91-46C4-AA4D6A6949F0}"/>
                </a:ext>
              </a:extLst>
            </p:cNvPr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>
              <a:extLst>
                <a:ext uri="{FF2B5EF4-FFF2-40B4-BE49-F238E27FC236}">
                  <a16:creationId xmlns:a16="http://schemas.microsoft.com/office/drawing/2014/main" id="{F45E8EF5-2A4D-9479-F6C3-0055362D546E}"/>
                </a:ext>
              </a:extLst>
            </p:cNvPr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>
              <a:extLst>
                <a:ext uri="{FF2B5EF4-FFF2-40B4-BE49-F238E27FC236}">
                  <a16:creationId xmlns:a16="http://schemas.microsoft.com/office/drawing/2014/main" id="{78C5DC22-4DF7-8B51-AEC8-B4A7EDF37166}"/>
                </a:ext>
              </a:extLst>
            </p:cNvPr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>
              <a:extLst>
                <a:ext uri="{FF2B5EF4-FFF2-40B4-BE49-F238E27FC236}">
                  <a16:creationId xmlns:a16="http://schemas.microsoft.com/office/drawing/2014/main" id="{C344EEFB-6C09-81CB-BA49-C86E5D6FDDCE}"/>
                </a:ext>
              </a:extLst>
            </p:cNvPr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>
              <a:extLst>
                <a:ext uri="{FF2B5EF4-FFF2-40B4-BE49-F238E27FC236}">
                  <a16:creationId xmlns:a16="http://schemas.microsoft.com/office/drawing/2014/main" id="{696B78FE-A49D-73E6-BEB3-AA9C44FC95AA}"/>
                </a:ext>
              </a:extLst>
            </p:cNvPr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>
              <a:extLst>
                <a:ext uri="{FF2B5EF4-FFF2-40B4-BE49-F238E27FC236}">
                  <a16:creationId xmlns:a16="http://schemas.microsoft.com/office/drawing/2014/main" id="{EE588C2D-C33B-0501-422C-0BB8DCFCF63C}"/>
                </a:ext>
              </a:extLst>
            </p:cNvPr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>
              <a:extLst>
                <a:ext uri="{FF2B5EF4-FFF2-40B4-BE49-F238E27FC236}">
                  <a16:creationId xmlns:a16="http://schemas.microsoft.com/office/drawing/2014/main" id="{87E48AAD-115C-F836-3ADD-157FE81A6CEF}"/>
                </a:ext>
              </a:extLst>
            </p:cNvPr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>
              <a:extLst>
                <a:ext uri="{FF2B5EF4-FFF2-40B4-BE49-F238E27FC236}">
                  <a16:creationId xmlns:a16="http://schemas.microsoft.com/office/drawing/2014/main" id="{0B647D84-1C1F-C24C-159D-C346046504B2}"/>
                </a:ext>
              </a:extLst>
            </p:cNvPr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>
              <a:extLst>
                <a:ext uri="{FF2B5EF4-FFF2-40B4-BE49-F238E27FC236}">
                  <a16:creationId xmlns:a16="http://schemas.microsoft.com/office/drawing/2014/main" id="{B6BC7F4B-B0E1-8C90-2111-FB6A8015239A}"/>
                </a:ext>
              </a:extLst>
            </p:cNvPr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>
              <a:extLst>
                <a:ext uri="{FF2B5EF4-FFF2-40B4-BE49-F238E27FC236}">
                  <a16:creationId xmlns:a16="http://schemas.microsoft.com/office/drawing/2014/main" id="{A76B535A-BA42-B14D-5372-EF97AF532095}"/>
                </a:ext>
              </a:extLst>
            </p:cNvPr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>
              <a:extLst>
                <a:ext uri="{FF2B5EF4-FFF2-40B4-BE49-F238E27FC236}">
                  <a16:creationId xmlns:a16="http://schemas.microsoft.com/office/drawing/2014/main" id="{648253EB-6CEB-6EC8-0DDF-62AFCDB00306}"/>
                </a:ext>
              </a:extLst>
            </p:cNvPr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>
              <a:extLst>
                <a:ext uri="{FF2B5EF4-FFF2-40B4-BE49-F238E27FC236}">
                  <a16:creationId xmlns:a16="http://schemas.microsoft.com/office/drawing/2014/main" id="{046B2AB5-4184-44E2-215F-4CEE270A041B}"/>
                </a:ext>
              </a:extLst>
            </p:cNvPr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>
              <a:extLst>
                <a:ext uri="{FF2B5EF4-FFF2-40B4-BE49-F238E27FC236}">
                  <a16:creationId xmlns:a16="http://schemas.microsoft.com/office/drawing/2014/main" id="{1AAF3C4C-3B05-0713-1ABF-A107F0C69257}"/>
                </a:ext>
              </a:extLst>
            </p:cNvPr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>
              <a:extLst>
                <a:ext uri="{FF2B5EF4-FFF2-40B4-BE49-F238E27FC236}">
                  <a16:creationId xmlns:a16="http://schemas.microsoft.com/office/drawing/2014/main" id="{EB00ABE8-F7AB-3F82-F270-40E1706F1A3D}"/>
                </a:ext>
              </a:extLst>
            </p:cNvPr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>
            <a:extLst>
              <a:ext uri="{FF2B5EF4-FFF2-40B4-BE49-F238E27FC236}">
                <a16:creationId xmlns:a16="http://schemas.microsoft.com/office/drawing/2014/main" id="{47E839DD-71E6-1162-A36C-4AA9B5642C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424505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dk2"/>
                </a:solidFill>
              </a:rPr>
              <a:t>Gas Gap</a:t>
            </a:r>
            <a:br>
              <a:rPr lang="en" sz="5000" dirty="0">
                <a:solidFill>
                  <a:schemeClr val="dk2"/>
                </a:solidFill>
              </a:rPr>
            </a:br>
            <a:r>
              <a:rPr lang="en" sz="5000" dirty="0">
                <a:solidFill>
                  <a:schemeClr val="dk2"/>
                </a:solidFill>
              </a:rPr>
              <a:t>Solutions</a:t>
            </a:r>
            <a:endParaRPr sz="5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>
            <a:extLst>
              <a:ext uri="{FF2B5EF4-FFF2-40B4-BE49-F238E27FC236}">
                <a16:creationId xmlns:a16="http://schemas.microsoft.com/office/drawing/2014/main" id="{9C489384-2E7D-72B9-6EC7-2C6ED1D66BE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24505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dirty="0">
                <a:solidFill>
                  <a:schemeClr val="accent1"/>
                </a:solidFill>
              </a:rPr>
              <a:t>Here is where we</a:t>
            </a:r>
            <a:r>
              <a:rPr lang="en" sz="2300" dirty="0"/>
              <a:t> </a:t>
            </a:r>
            <a:r>
              <a:rPr lang="en" sz="2300" dirty="0">
                <a:solidFill>
                  <a:schemeClr val="accent1"/>
                </a:solidFill>
              </a:rPr>
              <a:t>begins</a:t>
            </a: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012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3980">
        <p159:morph option="byWord"/>
      </p:transition>
    </mc:Choice>
    <mc:Fallback xmlns="">
      <p:transition spd="slow" advTm="9398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 of the Report</a:t>
            </a:r>
            <a:endParaRPr dirty="0"/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719250" y="983337"/>
            <a:ext cx="7705500" cy="37434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n-US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Introduction </a:t>
            </a:r>
            <a:endParaRPr sz="1400" dirty="0">
              <a:solidFill>
                <a:srgbClr val="30394B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n-US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 Identified Problem</a:t>
            </a:r>
            <a:endParaRPr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n-US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Aims of the project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en-US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Data Analysis &amp; Dashboard</a:t>
            </a:r>
            <a:endParaRPr lang="en" sz="1400" dirty="0"/>
          </a:p>
          <a:p>
            <a:pPr>
              <a:buClr>
                <a:schemeClr val="dk2"/>
              </a:buClr>
            </a:pPr>
            <a:r>
              <a:rPr lang="en-US" sz="1400" dirty="0"/>
              <a:t>Expected results</a:t>
            </a:r>
          </a:p>
          <a:p>
            <a:pPr lvl="1" indent="-342900">
              <a:buClr>
                <a:schemeClr val="dk2"/>
              </a:buClr>
              <a:buFont typeface="+mj-lt"/>
              <a:buAutoNum type="alphaLcPeriod"/>
            </a:pPr>
            <a:r>
              <a:rPr lang="en-US" dirty="0"/>
              <a:t>Root Cause Analysis: Categorizing the Symptoms</a:t>
            </a:r>
          </a:p>
          <a:p>
            <a:pPr marL="1082675" lvl="2" indent="-176213">
              <a:buClr>
                <a:schemeClr val="dk2"/>
              </a:buClr>
              <a:buAutoNum type="arabicPeriod"/>
            </a:pPr>
            <a:r>
              <a:rPr lang="en-US" dirty="0"/>
              <a:t>Information &amp; Transparency Failure</a:t>
            </a:r>
          </a:p>
          <a:p>
            <a:pPr marL="1082675" lvl="2" indent="-176213">
              <a:buClr>
                <a:schemeClr val="dk2"/>
              </a:buClr>
              <a:buAutoNum type="arabicPeriod"/>
            </a:pPr>
            <a:r>
              <a:rPr lang="en-US" dirty="0"/>
              <a:t>Process &amp; Bureaucracy Failure</a:t>
            </a:r>
          </a:p>
          <a:p>
            <a:pPr marL="1082675" lvl="2" indent="-176213">
              <a:buClr>
                <a:schemeClr val="dk2"/>
              </a:buClr>
              <a:buAutoNum type="arabicPeriod"/>
            </a:pPr>
            <a:r>
              <a:rPr lang="en-US" dirty="0"/>
              <a:t>Quality &amp; Standards Failure</a:t>
            </a:r>
          </a:p>
          <a:p>
            <a:pPr>
              <a:buClr>
                <a:schemeClr val="dk2"/>
              </a:buClr>
            </a:pPr>
            <a:endParaRPr lang="en-US" sz="1400" dirty="0"/>
          </a:p>
          <a:p>
            <a:pPr>
              <a:buClr>
                <a:schemeClr val="dk2"/>
              </a:buClr>
            </a:pPr>
            <a:r>
              <a:rPr lang="en-US" sz="1400" dirty="0"/>
              <a:t>Proposed Solutions &amp; Improvement Initiatives</a:t>
            </a:r>
          </a:p>
          <a:p>
            <a:pPr lvl="1">
              <a:buClr>
                <a:schemeClr val="dk2"/>
              </a:buClr>
            </a:pPr>
            <a:r>
              <a:rPr lang="en-US" dirty="0"/>
              <a:t>Digital Transformation &amp; Process Automation</a:t>
            </a:r>
          </a:p>
          <a:p>
            <a:pPr lvl="1">
              <a:buClr>
                <a:schemeClr val="dk2"/>
              </a:buClr>
            </a:pPr>
            <a:r>
              <a:rPr lang="en-US" dirty="0"/>
              <a:t>Process Standardization &amp; Transparency</a:t>
            </a:r>
          </a:p>
          <a:p>
            <a:pPr lvl="1">
              <a:buClr>
                <a:schemeClr val="dk2"/>
              </a:buClr>
            </a:pPr>
            <a:r>
              <a:rPr lang="en-US" dirty="0"/>
              <a:t>Improved Communication &amp; Customer Service</a:t>
            </a:r>
          </a:p>
          <a:p>
            <a:pPr lvl="1">
              <a:buClr>
                <a:schemeClr val="dk2"/>
              </a:buClr>
            </a:pPr>
            <a:r>
              <a:rPr lang="en-US" dirty="0"/>
              <a:t>Quality Assurance &amp; Safety</a:t>
            </a:r>
          </a:p>
          <a:p>
            <a:pPr indent="-288925">
              <a:buFont typeface="+mj-lt"/>
              <a:buAutoNum type="arabicPeriod"/>
            </a:pPr>
            <a:r>
              <a:rPr lang="en-US" dirty="0"/>
              <a:t>Conclusion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8AACAC8-1287-473A-04CA-632665DFF7B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6" name="Google Shape;2106;p37"/>
          <p:cNvGrpSpPr/>
          <p:nvPr/>
        </p:nvGrpSpPr>
        <p:grpSpPr>
          <a:xfrm>
            <a:off x="492499" y="573573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492499" y="1650460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492499" y="2728277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492499" y="3806675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298447" y="713231"/>
            <a:ext cx="2615100" cy="686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/>
              <a:t>major operational gap exists between national production capacity and the residential connection process</a:t>
            </a:r>
            <a:endParaRPr sz="12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298447" y="429768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</a:rPr>
              <a:t>The Identified Problem</a:t>
            </a:r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298447" y="1508760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</a:rPr>
              <a:t>Aims of the project</a:t>
            </a:r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298447" y="1792224"/>
            <a:ext cx="3139910" cy="7955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/>
              <a:t>Address the delays in connecting natural gas to households in Egypt by following a structured approach</a:t>
            </a:r>
            <a:endParaRPr sz="1200" dirty="0"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298447" y="2587752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Our Process</a:t>
            </a:r>
            <a:endParaRPr dirty="0"/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298446" y="2871216"/>
            <a:ext cx="1803480" cy="6865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/>
              <a:t>Data Analysis &amp; Dashboard Expected results                   Root Cause Analysis</a:t>
            </a:r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298447" y="3666744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</a:rPr>
              <a:t>Proposed Solutions </a:t>
            </a:r>
            <a:endParaRPr dirty="0"/>
          </a:p>
        </p:txBody>
      </p:sp>
      <p:sp>
        <p:nvSpPr>
          <p:cNvPr id="2146" name="Google Shape;2146;p37"/>
          <p:cNvSpPr txBox="1">
            <a:spLocks noGrp="1"/>
          </p:cNvSpPr>
          <p:nvPr>
            <p:ph type="subTitle" idx="8"/>
          </p:nvPr>
        </p:nvSpPr>
        <p:spPr>
          <a:xfrm>
            <a:off x="1298447" y="3950208"/>
            <a:ext cx="2615100" cy="8961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/>
              <a:t>Digital Transformation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/>
              <a:t>Process Standardization &amp; Transparency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/>
              <a:t>Improved Communication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/>
              <a:t>Quality Assurance &amp; Safety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574668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574668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574668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574668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9" grpId="0" build="p"/>
      <p:bldP spid="2140" grpId="0" build="p"/>
      <p:bldP spid="2141" grpId="0" build="p"/>
      <p:bldP spid="2142" grpId="0" build="p"/>
      <p:bldP spid="2143" grpId="0" build="p"/>
      <p:bldP spid="2144" grpId="0" build="p"/>
      <p:bldP spid="2145" grpId="0" build="p"/>
      <p:bldP spid="2146" grpId="0" uiExpand="1" build="allAtOnce"/>
      <p:bldP spid="2147" grpId="0"/>
      <p:bldP spid="2148" grpId="0"/>
      <p:bldP spid="2149" grpId="0"/>
      <p:bldP spid="21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dirty="0"/>
              <a:t>Introduction</a:t>
            </a:r>
            <a:endParaRPr sz="4700" dirty="0"/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</a:t>
            </a:r>
            <a:r>
              <a:rPr lang="en" dirty="0"/>
              <a:t>hot brief about Gas in Egypt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BC9F8205-0447-A0FF-BC49-EA96BD166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B5976387-B82C-656C-844C-C8021BA7B159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Introduction</a:t>
            </a:r>
            <a:endParaRPr lang="en-US" dirty="0"/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2F696028-4B65-814A-4EA3-9FDBF587D84A}"/>
              </a:ext>
            </a:extLst>
          </p:cNvPr>
          <p:cNvSpPr txBox="1">
            <a:spLocks/>
          </p:cNvSpPr>
          <p:nvPr/>
        </p:nvSpPr>
        <p:spPr>
          <a:xfrm>
            <a:off x="719250" y="983337"/>
            <a:ext cx="7705500" cy="37434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0394B"/>
              </a:buClr>
              <a:buSzPts val="1200"/>
              <a:buFont typeface="Barlow Semi Condensed Medium"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Egypt possesses a significant natural gas resource base, with proven reserves estimated between 63 and 93.5 trillion cubic feet (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Tcf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), ranking it among the top in Africa.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0394B"/>
              </a:buClr>
              <a:buSzPts val="1200"/>
              <a:buFont typeface="Barlow Semi Condensed Medium"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The 2015 discovery of the supergiant Zohr field (holding an estimated 30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Tcf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) was a critical inflection point that fundamentally altered the nation's production capacity and energy balance.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0394B"/>
              </a:buClr>
              <a:buSzPts val="1200"/>
              <a:buFont typeface="Barlow Semi Condensed Medium"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The country has developed extensive midstream and export infrastructure, including two operational LNG export terminals (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Idku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Damietta) and a vast pipeline network for domestic and international trade, notably the Arab Gas Pipeline.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0394B"/>
              </a:buClr>
              <a:buSzPts val="1200"/>
              <a:buFont typeface="Barlow Semi Condensed Medium"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The synergy between its substantial resources and advanced infrastructure enabled Egypt to achieve energy self-sufficiency in 2018, transitioning from a net importer to a net exporter and solidifying its status as a regional energy powerhouse.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665351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5B35B38B-5C1A-9066-3554-6FAF9B50D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095623F4-BB21-7A1B-E080-B4EEDCC14E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98309" y="2231136"/>
            <a:ext cx="4547383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dirty="0"/>
              <a:t>Identified Problem</a:t>
            </a:r>
            <a:endParaRPr sz="4700" dirty="0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726D0591-9E04-EE48-FC40-DFC0A9B0F13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57" name="Google Shape;2157;p38">
            <a:extLst>
              <a:ext uri="{FF2B5EF4-FFF2-40B4-BE49-F238E27FC236}">
                <a16:creationId xmlns:a16="http://schemas.microsoft.com/office/drawing/2014/main" id="{FF2FAEB6-6971-0631-ECC2-60ACCC4B129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07083" y="2999232"/>
            <a:ext cx="3648474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Identified Problem is A Systemic Failure ??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97956371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858E13A8-D3DA-B602-06F9-22CCEC86B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65E4CECF-3CD5-B59A-5316-D2795135C649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Identified Problem</a:t>
            </a:r>
            <a:endParaRPr lang="en-US" dirty="0"/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3B8F135E-8A91-3F57-5FC5-486338C85D43}"/>
              </a:ext>
            </a:extLst>
          </p:cNvPr>
          <p:cNvSpPr txBox="1">
            <a:spLocks/>
          </p:cNvSpPr>
          <p:nvPr/>
        </p:nvSpPr>
        <p:spPr>
          <a:xfrm>
            <a:off x="957502" y="1011473"/>
            <a:ext cx="7228996" cy="37434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Problem Description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Infrastructure gaps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: Many rural and low-income areas are still not connected to the gas network.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High costs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: Despite subsidies and installment plans, connection costs remain a burden for some households.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Administrative complexity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: Applicants must provide multiple documents (ownership/rental contract, electricity bill, national ID, payment of fees), which can be challenging.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Production decline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: Gas output dropped in 2025 to 3.48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bcm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 compared to 4.26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bcm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 the previous year, while domestic demand continues to grow.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lang="en-US" sz="1200" dirty="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ajor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 operational gap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exists between national production capacity and the residential connection process.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This gap creates:</a:t>
            </a:r>
          </a:p>
          <a:p>
            <a:pPr marL="288925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1.Citizen frustration and distrust.</a:t>
            </a:r>
          </a:p>
          <a:p>
            <a:pPr marL="288925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2.A barrier to wider natural gas adoption.</a:t>
            </a:r>
          </a:p>
          <a:p>
            <a:pPr marL="288925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3.Potential safety and quality risks.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639592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FCFE737F-D5DC-22D6-A553-71E1E07DB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DF15C863-A293-420A-E199-508C72C76A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98309" y="2231136"/>
            <a:ext cx="4580793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dirty="0"/>
              <a:t>Aims of the project</a:t>
            </a: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0236A16E-D951-80E6-F456-0E55B5E9B16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57" name="Google Shape;2157;p38">
            <a:extLst>
              <a:ext uri="{FF2B5EF4-FFF2-40B4-BE49-F238E27FC236}">
                <a16:creationId xmlns:a16="http://schemas.microsoft.com/office/drawing/2014/main" id="{8A4F8446-E70E-F7F9-DC58-C5FFAE33233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47763" y="2999232"/>
            <a:ext cx="3648474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Identify, Analyze, Develop 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81708813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91B0A9ED-A0BE-82D2-53B0-A561C7FCE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A5D4CB91-F205-4AA8-489A-84867E008F6D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Aims of the project</a:t>
            </a:r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45A3964B-326C-790A-1008-DE2923A1A1E0}"/>
              </a:ext>
            </a:extLst>
          </p:cNvPr>
          <p:cNvSpPr txBox="1">
            <a:spLocks/>
          </p:cNvSpPr>
          <p:nvPr/>
        </p:nvSpPr>
        <p:spPr>
          <a:xfrm>
            <a:off x="957502" y="1011473"/>
            <a:ext cx="7011846" cy="37434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None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This project aims to </a:t>
            </a: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Address the delays 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in connecting natural gas to households in Egypt by following a structured approach: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Identify the Causes of Delays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Collect data from customers, gas companies, and government sources.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Highlight the most common issues such as long waiting times, complicated paperwork, and lack of coordination.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Uncover the Root Causes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Go beyond surface problems to find the underlying reasons.</a:t>
            </a:r>
          </a:p>
          <a:p>
            <a:pPr marL="457200" lvl="1"/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	Examples: outdated administrative systems, shortage of workforce, limited resources, or weak 	communication between stakeholders.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Analyze the Problem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Use data analysis tools to measure the impact of each cause.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Compare performance across regions and identify patterns (e.g., delays higher in rural vs. urban areas).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Propose Effective Solutions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Suggest practical, citizen-centered improvements such as digital applications, faster approval processes, better customer service, and transparent progress tracking.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Prioritize solutions that can improve efficiency, reduce delays, and increase customer satisfaction.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956690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B0E3B20A-CD6A-7913-C4DC-B0A617BE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823A0EE4-FF93-88BD-5C2C-73ADF5E71A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98309" y="2231136"/>
            <a:ext cx="4580793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dirty="0"/>
              <a:t>Process</a:t>
            </a: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F510DE44-7CBD-4755-F9BB-E3ECF9D61F3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157" name="Google Shape;2157;p38">
            <a:extLst>
              <a:ext uri="{FF2B5EF4-FFF2-40B4-BE49-F238E27FC236}">
                <a16:creationId xmlns:a16="http://schemas.microsoft.com/office/drawing/2014/main" id="{626468A1-AD36-27CF-F4A6-8BCC8746798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47763" y="2999232"/>
            <a:ext cx="3648474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Understand, Analyze, RCA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14707335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CEBFE3C1-1064-B0A1-99ED-12B8CDA64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>
            <a:extLst>
              <a:ext uri="{FF2B5EF4-FFF2-40B4-BE49-F238E27FC236}">
                <a16:creationId xmlns:a16="http://schemas.microsoft.com/office/drawing/2014/main" id="{8CEE498E-F85D-8DED-23B8-0B76D5A754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9072" y="260954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Understanding the Problem</a:t>
            </a:r>
            <a:endParaRPr dirty="0"/>
          </a:p>
        </p:txBody>
      </p:sp>
      <p:sp>
        <p:nvSpPr>
          <p:cNvPr id="2196" name="Google Shape;2196;p40">
            <a:extLst>
              <a:ext uri="{FF2B5EF4-FFF2-40B4-BE49-F238E27FC236}">
                <a16:creationId xmlns:a16="http://schemas.microsoft.com/office/drawing/2014/main" id="{4B58C0FF-8507-D464-DB22-77798E178C9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75536" y="2477540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Reveiw</a:t>
            </a:r>
            <a:endParaRPr dirty="0"/>
          </a:p>
        </p:txBody>
      </p:sp>
      <p:sp>
        <p:nvSpPr>
          <p:cNvPr id="2197" name="Google Shape;2197;p40">
            <a:extLst>
              <a:ext uri="{FF2B5EF4-FFF2-40B4-BE49-F238E27FC236}">
                <a16:creationId xmlns:a16="http://schemas.microsoft.com/office/drawing/2014/main" id="{756A4F4A-AD44-E3E1-9D3D-F11C4D4BAC8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10060" y="2477540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Collect</a:t>
            </a:r>
            <a:endParaRPr dirty="0"/>
          </a:p>
        </p:txBody>
      </p:sp>
      <p:sp>
        <p:nvSpPr>
          <p:cNvPr id="2198" name="Google Shape;2198;p40">
            <a:extLst>
              <a:ext uri="{FF2B5EF4-FFF2-40B4-BE49-F238E27FC236}">
                <a16:creationId xmlns:a16="http://schemas.microsoft.com/office/drawing/2014/main" id="{E3970397-98C5-2816-9AA0-EEE36507927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341012" y="2477540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Discuss</a:t>
            </a:r>
            <a:endParaRPr dirty="0"/>
          </a:p>
        </p:txBody>
      </p:sp>
      <p:grpSp>
        <p:nvGrpSpPr>
          <p:cNvPr id="2" name="Google Shape;3626;p64">
            <a:extLst>
              <a:ext uri="{FF2B5EF4-FFF2-40B4-BE49-F238E27FC236}">
                <a16:creationId xmlns:a16="http://schemas.microsoft.com/office/drawing/2014/main" id="{62C6617C-9B0C-B4AF-ACFD-B8A81260F9E0}"/>
              </a:ext>
            </a:extLst>
          </p:cNvPr>
          <p:cNvGrpSpPr/>
          <p:nvPr/>
        </p:nvGrpSpPr>
        <p:grpSpPr>
          <a:xfrm>
            <a:off x="1106625" y="932628"/>
            <a:ext cx="1571770" cy="1577364"/>
            <a:chOff x="1543000" y="363475"/>
            <a:chExt cx="4748550" cy="4765450"/>
          </a:xfrm>
        </p:grpSpPr>
        <p:sp>
          <p:nvSpPr>
            <p:cNvPr id="3" name="Google Shape;3627;p64">
              <a:extLst>
                <a:ext uri="{FF2B5EF4-FFF2-40B4-BE49-F238E27FC236}">
                  <a16:creationId xmlns:a16="http://schemas.microsoft.com/office/drawing/2014/main" id="{0273C987-7D68-E37E-AEAC-F15915831D59}"/>
                </a:ext>
              </a:extLst>
            </p:cNvPr>
            <p:cNvSpPr/>
            <p:nvPr/>
          </p:nvSpPr>
          <p:spPr>
            <a:xfrm>
              <a:off x="2633500" y="1376825"/>
              <a:ext cx="426725" cy="34575"/>
            </a:xfrm>
            <a:custGeom>
              <a:avLst/>
              <a:gdLst/>
              <a:ahLst/>
              <a:cxnLst/>
              <a:rect l="l" t="t" r="r" b="b"/>
              <a:pathLst>
                <a:path w="17069" h="1383" extrusionOk="0">
                  <a:moveTo>
                    <a:pt x="17069" y="1"/>
                  </a:moveTo>
                  <a:cubicBezTo>
                    <a:pt x="11669" y="515"/>
                    <a:pt x="6333" y="451"/>
                    <a:pt x="0" y="965"/>
                  </a:cubicBezTo>
                  <a:cubicBezTo>
                    <a:pt x="64" y="1094"/>
                    <a:pt x="129" y="1222"/>
                    <a:pt x="161" y="1383"/>
                  </a:cubicBezTo>
                  <a:lnTo>
                    <a:pt x="17069" y="1383"/>
                  </a:lnTo>
                  <a:lnTo>
                    <a:pt x="170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628;p64">
              <a:extLst>
                <a:ext uri="{FF2B5EF4-FFF2-40B4-BE49-F238E27FC236}">
                  <a16:creationId xmlns:a16="http://schemas.microsoft.com/office/drawing/2014/main" id="{B66CDA91-8B94-A13A-34EB-702742D4D580}"/>
                </a:ext>
              </a:extLst>
            </p:cNvPr>
            <p:cNvSpPr/>
            <p:nvPr/>
          </p:nvSpPr>
          <p:spPr>
            <a:xfrm>
              <a:off x="1543000" y="778275"/>
              <a:ext cx="4748550" cy="3293100"/>
            </a:xfrm>
            <a:custGeom>
              <a:avLst/>
              <a:gdLst/>
              <a:ahLst/>
              <a:cxnLst/>
              <a:rect l="l" t="t" r="r" b="b"/>
              <a:pathLst>
                <a:path w="189942" h="131724" extrusionOk="0">
                  <a:moveTo>
                    <a:pt x="36388" y="45769"/>
                  </a:moveTo>
                  <a:cubicBezTo>
                    <a:pt x="37127" y="45769"/>
                    <a:pt x="37738" y="46315"/>
                    <a:pt x="37802" y="47023"/>
                  </a:cubicBezTo>
                  <a:lnTo>
                    <a:pt x="64321" y="47023"/>
                  </a:lnTo>
                  <a:lnTo>
                    <a:pt x="64321" y="47569"/>
                  </a:lnTo>
                  <a:lnTo>
                    <a:pt x="37770" y="47569"/>
                  </a:lnTo>
                  <a:cubicBezTo>
                    <a:pt x="37609" y="48180"/>
                    <a:pt x="37063" y="48630"/>
                    <a:pt x="36388" y="48630"/>
                  </a:cubicBezTo>
                  <a:cubicBezTo>
                    <a:pt x="35616" y="48630"/>
                    <a:pt x="34973" y="47987"/>
                    <a:pt x="34973" y="47183"/>
                  </a:cubicBezTo>
                  <a:cubicBezTo>
                    <a:pt x="34973" y="46412"/>
                    <a:pt x="35616" y="45769"/>
                    <a:pt x="36388" y="45769"/>
                  </a:cubicBezTo>
                  <a:close/>
                  <a:moveTo>
                    <a:pt x="151722" y="45769"/>
                  </a:moveTo>
                  <a:cubicBezTo>
                    <a:pt x="152525" y="45769"/>
                    <a:pt x="153168" y="46412"/>
                    <a:pt x="153168" y="47183"/>
                  </a:cubicBezTo>
                  <a:cubicBezTo>
                    <a:pt x="153168" y="47987"/>
                    <a:pt x="152525" y="48630"/>
                    <a:pt x="151722" y="48630"/>
                  </a:cubicBezTo>
                  <a:cubicBezTo>
                    <a:pt x="151047" y="48630"/>
                    <a:pt x="150468" y="48115"/>
                    <a:pt x="150339" y="47473"/>
                  </a:cubicBezTo>
                  <a:lnTo>
                    <a:pt x="132371" y="47473"/>
                  </a:lnTo>
                  <a:lnTo>
                    <a:pt x="132371" y="46926"/>
                  </a:lnTo>
                  <a:lnTo>
                    <a:pt x="150339" y="46926"/>
                  </a:lnTo>
                  <a:cubicBezTo>
                    <a:pt x="150468" y="46251"/>
                    <a:pt x="151047" y="45769"/>
                    <a:pt x="151722" y="45769"/>
                  </a:cubicBezTo>
                  <a:close/>
                  <a:moveTo>
                    <a:pt x="172166" y="59495"/>
                  </a:moveTo>
                  <a:cubicBezTo>
                    <a:pt x="172969" y="59495"/>
                    <a:pt x="173612" y="60137"/>
                    <a:pt x="173612" y="60941"/>
                  </a:cubicBezTo>
                  <a:cubicBezTo>
                    <a:pt x="173612" y="61616"/>
                    <a:pt x="173098" y="62195"/>
                    <a:pt x="172455" y="62323"/>
                  </a:cubicBezTo>
                  <a:lnTo>
                    <a:pt x="172455" y="77142"/>
                  </a:lnTo>
                  <a:lnTo>
                    <a:pt x="163840" y="77142"/>
                  </a:lnTo>
                  <a:lnTo>
                    <a:pt x="163840" y="86689"/>
                  </a:lnTo>
                  <a:lnTo>
                    <a:pt x="163326" y="86689"/>
                  </a:lnTo>
                  <a:lnTo>
                    <a:pt x="163326" y="76628"/>
                  </a:lnTo>
                  <a:lnTo>
                    <a:pt x="171908" y="76628"/>
                  </a:lnTo>
                  <a:lnTo>
                    <a:pt x="171908" y="62323"/>
                  </a:lnTo>
                  <a:cubicBezTo>
                    <a:pt x="171233" y="62195"/>
                    <a:pt x="170751" y="61616"/>
                    <a:pt x="170751" y="60941"/>
                  </a:cubicBezTo>
                  <a:cubicBezTo>
                    <a:pt x="170751" y="60137"/>
                    <a:pt x="171394" y="59495"/>
                    <a:pt x="172166" y="59495"/>
                  </a:cubicBezTo>
                  <a:close/>
                  <a:moveTo>
                    <a:pt x="13790" y="80131"/>
                  </a:moveTo>
                  <a:cubicBezTo>
                    <a:pt x="14433" y="80131"/>
                    <a:pt x="14979" y="80549"/>
                    <a:pt x="15140" y="81128"/>
                  </a:cubicBezTo>
                  <a:lnTo>
                    <a:pt x="28094" y="81128"/>
                  </a:lnTo>
                  <a:lnTo>
                    <a:pt x="28094" y="85789"/>
                  </a:lnTo>
                  <a:cubicBezTo>
                    <a:pt x="28544" y="85950"/>
                    <a:pt x="28866" y="86367"/>
                    <a:pt x="28962" y="86850"/>
                  </a:cubicBezTo>
                  <a:lnTo>
                    <a:pt x="174062" y="86850"/>
                  </a:lnTo>
                  <a:cubicBezTo>
                    <a:pt x="174158" y="86175"/>
                    <a:pt x="174737" y="85692"/>
                    <a:pt x="175444" y="85692"/>
                  </a:cubicBezTo>
                  <a:cubicBezTo>
                    <a:pt x="176248" y="85692"/>
                    <a:pt x="176859" y="86303"/>
                    <a:pt x="176859" y="87107"/>
                  </a:cubicBezTo>
                  <a:cubicBezTo>
                    <a:pt x="176859" y="87878"/>
                    <a:pt x="176248" y="88521"/>
                    <a:pt x="175444" y="88521"/>
                  </a:cubicBezTo>
                  <a:cubicBezTo>
                    <a:pt x="174737" y="88521"/>
                    <a:pt x="174158" y="88039"/>
                    <a:pt x="174062" y="87364"/>
                  </a:cubicBezTo>
                  <a:lnTo>
                    <a:pt x="28962" y="87364"/>
                  </a:lnTo>
                  <a:cubicBezTo>
                    <a:pt x="28834" y="88039"/>
                    <a:pt x="28255" y="88521"/>
                    <a:pt x="27548" y="88521"/>
                  </a:cubicBezTo>
                  <a:cubicBezTo>
                    <a:pt x="26873" y="88521"/>
                    <a:pt x="26294" y="88039"/>
                    <a:pt x="26166" y="87364"/>
                  </a:cubicBezTo>
                  <a:lnTo>
                    <a:pt x="21441" y="87364"/>
                  </a:lnTo>
                  <a:cubicBezTo>
                    <a:pt x="21312" y="88039"/>
                    <a:pt x="20733" y="88521"/>
                    <a:pt x="20058" y="88521"/>
                  </a:cubicBezTo>
                  <a:cubicBezTo>
                    <a:pt x="19255" y="88521"/>
                    <a:pt x="18612" y="87878"/>
                    <a:pt x="18612" y="87107"/>
                  </a:cubicBezTo>
                  <a:cubicBezTo>
                    <a:pt x="18612" y="86303"/>
                    <a:pt x="19255" y="85692"/>
                    <a:pt x="20058" y="85692"/>
                  </a:cubicBezTo>
                  <a:cubicBezTo>
                    <a:pt x="20733" y="85692"/>
                    <a:pt x="21312" y="86175"/>
                    <a:pt x="21441" y="86850"/>
                  </a:cubicBezTo>
                  <a:lnTo>
                    <a:pt x="26166" y="86850"/>
                  </a:lnTo>
                  <a:cubicBezTo>
                    <a:pt x="26294" y="86175"/>
                    <a:pt x="26841" y="85692"/>
                    <a:pt x="27548" y="85692"/>
                  </a:cubicBezTo>
                  <a:lnTo>
                    <a:pt x="27548" y="81642"/>
                  </a:lnTo>
                  <a:lnTo>
                    <a:pt x="15205" y="81642"/>
                  </a:lnTo>
                  <a:cubicBezTo>
                    <a:pt x="15172" y="82381"/>
                    <a:pt x="14562" y="82992"/>
                    <a:pt x="13790" y="82992"/>
                  </a:cubicBezTo>
                  <a:cubicBezTo>
                    <a:pt x="13019" y="82992"/>
                    <a:pt x="12376" y="82349"/>
                    <a:pt x="12376" y="81546"/>
                  </a:cubicBezTo>
                  <a:cubicBezTo>
                    <a:pt x="12376" y="80774"/>
                    <a:pt x="13019" y="80131"/>
                    <a:pt x="13790" y="80131"/>
                  </a:cubicBezTo>
                  <a:close/>
                  <a:moveTo>
                    <a:pt x="175862" y="104915"/>
                  </a:moveTo>
                  <a:cubicBezTo>
                    <a:pt x="176634" y="104915"/>
                    <a:pt x="177276" y="105526"/>
                    <a:pt x="177276" y="106329"/>
                  </a:cubicBezTo>
                  <a:cubicBezTo>
                    <a:pt x="177276" y="107101"/>
                    <a:pt x="176634" y="107743"/>
                    <a:pt x="175862" y="107743"/>
                  </a:cubicBezTo>
                  <a:cubicBezTo>
                    <a:pt x="175155" y="107743"/>
                    <a:pt x="174576" y="107261"/>
                    <a:pt x="174448" y="106586"/>
                  </a:cubicBezTo>
                  <a:lnTo>
                    <a:pt x="155675" y="106586"/>
                  </a:lnTo>
                  <a:cubicBezTo>
                    <a:pt x="155579" y="107197"/>
                    <a:pt x="155065" y="107679"/>
                    <a:pt x="154454" y="107743"/>
                  </a:cubicBezTo>
                  <a:lnTo>
                    <a:pt x="154454" y="112597"/>
                  </a:lnTo>
                  <a:lnTo>
                    <a:pt x="174448" y="112597"/>
                  </a:lnTo>
                  <a:cubicBezTo>
                    <a:pt x="174544" y="111890"/>
                    <a:pt x="175123" y="111376"/>
                    <a:pt x="175862" y="111376"/>
                  </a:cubicBezTo>
                  <a:cubicBezTo>
                    <a:pt x="176634" y="111376"/>
                    <a:pt x="177276" y="112019"/>
                    <a:pt x="177276" y="112790"/>
                  </a:cubicBezTo>
                  <a:cubicBezTo>
                    <a:pt x="177276" y="113594"/>
                    <a:pt x="176634" y="114205"/>
                    <a:pt x="175862" y="114205"/>
                  </a:cubicBezTo>
                  <a:cubicBezTo>
                    <a:pt x="175187" y="114205"/>
                    <a:pt x="174641" y="113755"/>
                    <a:pt x="174480" y="113144"/>
                  </a:cubicBezTo>
                  <a:lnTo>
                    <a:pt x="153908" y="113144"/>
                  </a:lnTo>
                  <a:lnTo>
                    <a:pt x="153908" y="107711"/>
                  </a:lnTo>
                  <a:cubicBezTo>
                    <a:pt x="153393" y="107551"/>
                    <a:pt x="153007" y="107133"/>
                    <a:pt x="152879" y="106586"/>
                  </a:cubicBezTo>
                  <a:lnTo>
                    <a:pt x="130056" y="106586"/>
                  </a:lnTo>
                  <a:lnTo>
                    <a:pt x="130056" y="106072"/>
                  </a:lnTo>
                  <a:lnTo>
                    <a:pt x="152879" y="106072"/>
                  </a:lnTo>
                  <a:cubicBezTo>
                    <a:pt x="153007" y="105397"/>
                    <a:pt x="153586" y="104915"/>
                    <a:pt x="154293" y="104915"/>
                  </a:cubicBezTo>
                  <a:cubicBezTo>
                    <a:pt x="155000" y="104915"/>
                    <a:pt x="155579" y="105397"/>
                    <a:pt x="155675" y="106072"/>
                  </a:cubicBezTo>
                  <a:lnTo>
                    <a:pt x="174448" y="106072"/>
                  </a:lnTo>
                  <a:cubicBezTo>
                    <a:pt x="174576" y="105397"/>
                    <a:pt x="175155" y="104915"/>
                    <a:pt x="175862" y="104915"/>
                  </a:cubicBezTo>
                  <a:close/>
                  <a:moveTo>
                    <a:pt x="26584" y="101090"/>
                  </a:moveTo>
                  <a:cubicBezTo>
                    <a:pt x="27323" y="101090"/>
                    <a:pt x="27934" y="101668"/>
                    <a:pt x="27998" y="102375"/>
                  </a:cubicBezTo>
                  <a:lnTo>
                    <a:pt x="35841" y="102375"/>
                  </a:lnTo>
                  <a:lnTo>
                    <a:pt x="35841" y="111376"/>
                  </a:lnTo>
                  <a:lnTo>
                    <a:pt x="52588" y="111376"/>
                  </a:lnTo>
                  <a:cubicBezTo>
                    <a:pt x="52685" y="110797"/>
                    <a:pt x="53135" y="110347"/>
                    <a:pt x="53713" y="110251"/>
                  </a:cubicBezTo>
                  <a:lnTo>
                    <a:pt x="53713" y="105943"/>
                  </a:lnTo>
                  <a:lnTo>
                    <a:pt x="63292" y="105943"/>
                  </a:lnTo>
                  <a:lnTo>
                    <a:pt x="63292" y="106490"/>
                  </a:lnTo>
                  <a:lnTo>
                    <a:pt x="54260" y="106490"/>
                  </a:lnTo>
                  <a:lnTo>
                    <a:pt x="54260" y="110251"/>
                  </a:lnTo>
                  <a:cubicBezTo>
                    <a:pt x="54903" y="110379"/>
                    <a:pt x="55417" y="110958"/>
                    <a:pt x="55417" y="111633"/>
                  </a:cubicBezTo>
                  <a:cubicBezTo>
                    <a:pt x="55417" y="112437"/>
                    <a:pt x="54774" y="113079"/>
                    <a:pt x="53971" y="113079"/>
                  </a:cubicBezTo>
                  <a:cubicBezTo>
                    <a:pt x="53296" y="113079"/>
                    <a:pt x="52717" y="112565"/>
                    <a:pt x="52588" y="111922"/>
                  </a:cubicBezTo>
                  <a:lnTo>
                    <a:pt x="35327" y="111922"/>
                  </a:lnTo>
                  <a:lnTo>
                    <a:pt x="35327" y="102922"/>
                  </a:lnTo>
                  <a:lnTo>
                    <a:pt x="27934" y="102922"/>
                  </a:lnTo>
                  <a:cubicBezTo>
                    <a:pt x="27805" y="103436"/>
                    <a:pt x="27387" y="103822"/>
                    <a:pt x="26841" y="103918"/>
                  </a:cubicBezTo>
                  <a:lnTo>
                    <a:pt x="26841" y="117644"/>
                  </a:lnTo>
                  <a:lnTo>
                    <a:pt x="18290" y="117644"/>
                  </a:lnTo>
                  <a:cubicBezTo>
                    <a:pt x="18097" y="118190"/>
                    <a:pt x="17583" y="118576"/>
                    <a:pt x="16972" y="118576"/>
                  </a:cubicBezTo>
                  <a:cubicBezTo>
                    <a:pt x="16169" y="118576"/>
                    <a:pt x="15526" y="117933"/>
                    <a:pt x="15526" y="117130"/>
                  </a:cubicBezTo>
                  <a:cubicBezTo>
                    <a:pt x="15526" y="116358"/>
                    <a:pt x="16169" y="115715"/>
                    <a:pt x="16972" y="115715"/>
                  </a:cubicBezTo>
                  <a:cubicBezTo>
                    <a:pt x="17744" y="115715"/>
                    <a:pt x="18355" y="116326"/>
                    <a:pt x="18387" y="117098"/>
                  </a:cubicBezTo>
                  <a:lnTo>
                    <a:pt x="26326" y="117098"/>
                  </a:lnTo>
                  <a:lnTo>
                    <a:pt x="26326" y="103918"/>
                  </a:lnTo>
                  <a:cubicBezTo>
                    <a:pt x="25780" y="103822"/>
                    <a:pt x="25362" y="103436"/>
                    <a:pt x="25234" y="102922"/>
                  </a:cubicBezTo>
                  <a:lnTo>
                    <a:pt x="14208" y="102922"/>
                  </a:lnTo>
                  <a:cubicBezTo>
                    <a:pt x="14015" y="103500"/>
                    <a:pt x="13501" y="103950"/>
                    <a:pt x="12826" y="103950"/>
                  </a:cubicBezTo>
                  <a:cubicBezTo>
                    <a:pt x="12054" y="103950"/>
                    <a:pt x="11411" y="103308"/>
                    <a:pt x="11411" y="102504"/>
                  </a:cubicBezTo>
                  <a:cubicBezTo>
                    <a:pt x="11411" y="101732"/>
                    <a:pt x="12054" y="101090"/>
                    <a:pt x="12826" y="101090"/>
                  </a:cubicBezTo>
                  <a:cubicBezTo>
                    <a:pt x="13565" y="101090"/>
                    <a:pt x="14176" y="101668"/>
                    <a:pt x="14240" y="102375"/>
                  </a:cubicBezTo>
                  <a:lnTo>
                    <a:pt x="25169" y="102375"/>
                  </a:lnTo>
                  <a:cubicBezTo>
                    <a:pt x="25234" y="101668"/>
                    <a:pt x="25844" y="101090"/>
                    <a:pt x="26584" y="101090"/>
                  </a:cubicBezTo>
                  <a:close/>
                  <a:moveTo>
                    <a:pt x="124560" y="0"/>
                  </a:moveTo>
                  <a:cubicBezTo>
                    <a:pt x="120308" y="0"/>
                    <a:pt x="116346" y="676"/>
                    <a:pt x="112666" y="1602"/>
                  </a:cubicBezTo>
                  <a:cubicBezTo>
                    <a:pt x="100098" y="4720"/>
                    <a:pt x="94119" y="11889"/>
                    <a:pt x="80425" y="18317"/>
                  </a:cubicBezTo>
                  <a:lnTo>
                    <a:pt x="80425" y="20985"/>
                  </a:lnTo>
                  <a:lnTo>
                    <a:pt x="92030" y="20985"/>
                  </a:lnTo>
                  <a:lnTo>
                    <a:pt x="92030" y="21532"/>
                  </a:lnTo>
                  <a:lnTo>
                    <a:pt x="79879" y="21532"/>
                  </a:lnTo>
                  <a:lnTo>
                    <a:pt x="79879" y="18575"/>
                  </a:lnTo>
                  <a:cubicBezTo>
                    <a:pt x="78915" y="19025"/>
                    <a:pt x="77886" y="19475"/>
                    <a:pt x="76825" y="19925"/>
                  </a:cubicBezTo>
                  <a:cubicBezTo>
                    <a:pt x="71007" y="22368"/>
                    <a:pt x="66057" y="23364"/>
                    <a:pt x="61235" y="23878"/>
                  </a:cubicBezTo>
                  <a:lnTo>
                    <a:pt x="61235" y="25839"/>
                  </a:lnTo>
                  <a:lnTo>
                    <a:pt x="43781" y="25839"/>
                  </a:lnTo>
                  <a:cubicBezTo>
                    <a:pt x="43652" y="26514"/>
                    <a:pt x="43074" y="26996"/>
                    <a:pt x="42367" y="26996"/>
                  </a:cubicBezTo>
                  <a:cubicBezTo>
                    <a:pt x="41595" y="26996"/>
                    <a:pt x="40952" y="26354"/>
                    <a:pt x="40952" y="25582"/>
                  </a:cubicBezTo>
                  <a:cubicBezTo>
                    <a:pt x="40952" y="25454"/>
                    <a:pt x="40984" y="25293"/>
                    <a:pt x="41016" y="25164"/>
                  </a:cubicBezTo>
                  <a:lnTo>
                    <a:pt x="41016" y="25164"/>
                  </a:lnTo>
                  <a:cubicBezTo>
                    <a:pt x="37995" y="25518"/>
                    <a:pt x="34780" y="26000"/>
                    <a:pt x="31212" y="26771"/>
                  </a:cubicBezTo>
                  <a:cubicBezTo>
                    <a:pt x="11315" y="31015"/>
                    <a:pt x="0" y="57919"/>
                    <a:pt x="0" y="73252"/>
                  </a:cubicBezTo>
                  <a:cubicBezTo>
                    <a:pt x="0" y="88617"/>
                    <a:pt x="1190" y="110829"/>
                    <a:pt x="18323" y="122337"/>
                  </a:cubicBezTo>
                  <a:cubicBezTo>
                    <a:pt x="21926" y="124750"/>
                    <a:pt x="26555" y="125698"/>
                    <a:pt x="31770" y="125698"/>
                  </a:cubicBezTo>
                  <a:cubicBezTo>
                    <a:pt x="41351" y="125698"/>
                    <a:pt x="52908" y="122500"/>
                    <a:pt x="63710" y="119315"/>
                  </a:cubicBezTo>
                  <a:cubicBezTo>
                    <a:pt x="74506" y="116135"/>
                    <a:pt x="84516" y="112925"/>
                    <a:pt x="91055" y="112925"/>
                  </a:cubicBezTo>
                  <a:cubicBezTo>
                    <a:pt x="91389" y="112925"/>
                    <a:pt x="91714" y="112934"/>
                    <a:pt x="92030" y="112951"/>
                  </a:cubicBezTo>
                  <a:cubicBezTo>
                    <a:pt x="108005" y="113787"/>
                    <a:pt x="126328" y="131723"/>
                    <a:pt x="149311" y="131723"/>
                  </a:cubicBezTo>
                  <a:cubicBezTo>
                    <a:pt x="181552" y="131723"/>
                    <a:pt x="189941" y="89871"/>
                    <a:pt x="184605" y="59945"/>
                  </a:cubicBezTo>
                  <a:cubicBezTo>
                    <a:pt x="182002" y="45351"/>
                    <a:pt x="174866" y="33908"/>
                    <a:pt x="165704" y="23332"/>
                  </a:cubicBezTo>
                  <a:cubicBezTo>
                    <a:pt x="164644" y="22143"/>
                    <a:pt x="163615" y="20985"/>
                    <a:pt x="162586" y="19893"/>
                  </a:cubicBezTo>
                  <a:lnTo>
                    <a:pt x="135360" y="19893"/>
                  </a:lnTo>
                  <a:cubicBezTo>
                    <a:pt x="135135" y="20439"/>
                    <a:pt x="134621" y="20825"/>
                    <a:pt x="134010" y="20825"/>
                  </a:cubicBezTo>
                  <a:cubicBezTo>
                    <a:pt x="133239" y="20825"/>
                    <a:pt x="132596" y="20182"/>
                    <a:pt x="132596" y="19410"/>
                  </a:cubicBezTo>
                  <a:cubicBezTo>
                    <a:pt x="132596" y="18671"/>
                    <a:pt x="133142" y="18060"/>
                    <a:pt x="133882" y="17996"/>
                  </a:cubicBezTo>
                  <a:lnTo>
                    <a:pt x="133882" y="11728"/>
                  </a:lnTo>
                  <a:lnTo>
                    <a:pt x="118067" y="11728"/>
                  </a:lnTo>
                  <a:lnTo>
                    <a:pt x="118067" y="19893"/>
                  </a:lnTo>
                  <a:lnTo>
                    <a:pt x="99391" y="19893"/>
                  </a:lnTo>
                  <a:lnTo>
                    <a:pt x="99391" y="34743"/>
                  </a:lnTo>
                  <a:lnTo>
                    <a:pt x="98844" y="34743"/>
                  </a:lnTo>
                  <a:lnTo>
                    <a:pt x="98844" y="19346"/>
                  </a:lnTo>
                  <a:lnTo>
                    <a:pt x="117520" y="19346"/>
                  </a:lnTo>
                  <a:lnTo>
                    <a:pt x="117520" y="11181"/>
                  </a:lnTo>
                  <a:lnTo>
                    <a:pt x="147061" y="11181"/>
                  </a:lnTo>
                  <a:cubicBezTo>
                    <a:pt x="147189" y="10506"/>
                    <a:pt x="147768" y="10024"/>
                    <a:pt x="148443" y="10024"/>
                  </a:cubicBezTo>
                  <a:cubicBezTo>
                    <a:pt x="149247" y="10024"/>
                    <a:pt x="149889" y="10667"/>
                    <a:pt x="149889" y="11439"/>
                  </a:cubicBezTo>
                  <a:cubicBezTo>
                    <a:pt x="149889" y="12242"/>
                    <a:pt x="149247" y="12885"/>
                    <a:pt x="148443" y="12885"/>
                  </a:cubicBezTo>
                  <a:cubicBezTo>
                    <a:pt x="147768" y="12885"/>
                    <a:pt x="147189" y="12371"/>
                    <a:pt x="147061" y="11728"/>
                  </a:cubicBezTo>
                  <a:lnTo>
                    <a:pt x="134396" y="11728"/>
                  </a:lnTo>
                  <a:lnTo>
                    <a:pt x="134396" y="18028"/>
                  </a:lnTo>
                  <a:cubicBezTo>
                    <a:pt x="135007" y="18189"/>
                    <a:pt x="135424" y="18735"/>
                    <a:pt x="135424" y="19346"/>
                  </a:cubicBezTo>
                  <a:lnTo>
                    <a:pt x="162072" y="19346"/>
                  </a:lnTo>
                  <a:cubicBezTo>
                    <a:pt x="147671" y="4232"/>
                    <a:pt x="135206" y="0"/>
                    <a:pt x="1245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629;p64">
              <a:extLst>
                <a:ext uri="{FF2B5EF4-FFF2-40B4-BE49-F238E27FC236}">
                  <a16:creationId xmlns:a16="http://schemas.microsoft.com/office/drawing/2014/main" id="{330DF391-D3DF-5837-2831-75997AD533B7}"/>
                </a:ext>
              </a:extLst>
            </p:cNvPr>
            <p:cNvSpPr/>
            <p:nvPr/>
          </p:nvSpPr>
          <p:spPr>
            <a:xfrm>
              <a:off x="2633500" y="1376825"/>
              <a:ext cx="426725" cy="34575"/>
            </a:xfrm>
            <a:custGeom>
              <a:avLst/>
              <a:gdLst/>
              <a:ahLst/>
              <a:cxnLst/>
              <a:rect l="l" t="t" r="r" b="b"/>
              <a:pathLst>
                <a:path w="17069" h="1383" extrusionOk="0">
                  <a:moveTo>
                    <a:pt x="17069" y="1"/>
                  </a:moveTo>
                  <a:cubicBezTo>
                    <a:pt x="11669" y="515"/>
                    <a:pt x="6333" y="451"/>
                    <a:pt x="0" y="965"/>
                  </a:cubicBezTo>
                  <a:cubicBezTo>
                    <a:pt x="64" y="1094"/>
                    <a:pt x="129" y="1222"/>
                    <a:pt x="161" y="1383"/>
                  </a:cubicBezTo>
                  <a:lnTo>
                    <a:pt x="17069" y="1383"/>
                  </a:lnTo>
                  <a:lnTo>
                    <a:pt x="170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630;p64">
              <a:extLst>
                <a:ext uri="{FF2B5EF4-FFF2-40B4-BE49-F238E27FC236}">
                  <a16:creationId xmlns:a16="http://schemas.microsoft.com/office/drawing/2014/main" id="{A1494F80-0EA0-3621-B28D-9C4CF4772641}"/>
                </a:ext>
              </a:extLst>
            </p:cNvPr>
            <p:cNvSpPr/>
            <p:nvPr/>
          </p:nvSpPr>
          <p:spPr>
            <a:xfrm>
              <a:off x="1543000" y="778150"/>
              <a:ext cx="4652125" cy="3230550"/>
            </a:xfrm>
            <a:custGeom>
              <a:avLst/>
              <a:gdLst/>
              <a:ahLst/>
              <a:cxnLst/>
              <a:rect l="l" t="t" r="r" b="b"/>
              <a:pathLst>
                <a:path w="186085" h="129222" extrusionOk="0">
                  <a:moveTo>
                    <a:pt x="36388" y="45774"/>
                  </a:moveTo>
                  <a:cubicBezTo>
                    <a:pt x="37127" y="45774"/>
                    <a:pt x="37738" y="46320"/>
                    <a:pt x="37802" y="47028"/>
                  </a:cubicBezTo>
                  <a:lnTo>
                    <a:pt x="64321" y="47028"/>
                  </a:lnTo>
                  <a:lnTo>
                    <a:pt x="64321" y="47574"/>
                  </a:lnTo>
                  <a:lnTo>
                    <a:pt x="37770" y="47574"/>
                  </a:lnTo>
                  <a:cubicBezTo>
                    <a:pt x="37609" y="48185"/>
                    <a:pt x="37063" y="48635"/>
                    <a:pt x="36388" y="48635"/>
                  </a:cubicBezTo>
                  <a:cubicBezTo>
                    <a:pt x="35616" y="48635"/>
                    <a:pt x="34973" y="47992"/>
                    <a:pt x="34973" y="47188"/>
                  </a:cubicBezTo>
                  <a:cubicBezTo>
                    <a:pt x="34973" y="46417"/>
                    <a:pt x="35616" y="45774"/>
                    <a:pt x="36388" y="45774"/>
                  </a:cubicBezTo>
                  <a:close/>
                  <a:moveTo>
                    <a:pt x="151722" y="45774"/>
                  </a:moveTo>
                  <a:cubicBezTo>
                    <a:pt x="152525" y="45774"/>
                    <a:pt x="153168" y="46417"/>
                    <a:pt x="153168" y="47188"/>
                  </a:cubicBezTo>
                  <a:cubicBezTo>
                    <a:pt x="153168" y="47992"/>
                    <a:pt x="152525" y="48635"/>
                    <a:pt x="151722" y="48635"/>
                  </a:cubicBezTo>
                  <a:cubicBezTo>
                    <a:pt x="151047" y="48635"/>
                    <a:pt x="150468" y="48120"/>
                    <a:pt x="150339" y="47478"/>
                  </a:cubicBezTo>
                  <a:lnTo>
                    <a:pt x="132371" y="47478"/>
                  </a:lnTo>
                  <a:lnTo>
                    <a:pt x="132371" y="46931"/>
                  </a:lnTo>
                  <a:lnTo>
                    <a:pt x="150339" y="46931"/>
                  </a:lnTo>
                  <a:cubicBezTo>
                    <a:pt x="150468" y="46256"/>
                    <a:pt x="151047" y="45774"/>
                    <a:pt x="151722" y="45774"/>
                  </a:cubicBezTo>
                  <a:close/>
                  <a:moveTo>
                    <a:pt x="172166" y="59500"/>
                  </a:moveTo>
                  <a:cubicBezTo>
                    <a:pt x="172969" y="59500"/>
                    <a:pt x="173612" y="60142"/>
                    <a:pt x="173612" y="60946"/>
                  </a:cubicBezTo>
                  <a:cubicBezTo>
                    <a:pt x="173612" y="61621"/>
                    <a:pt x="173098" y="62200"/>
                    <a:pt x="172455" y="62328"/>
                  </a:cubicBezTo>
                  <a:lnTo>
                    <a:pt x="172455" y="77147"/>
                  </a:lnTo>
                  <a:lnTo>
                    <a:pt x="163840" y="77147"/>
                  </a:lnTo>
                  <a:lnTo>
                    <a:pt x="163840" y="86694"/>
                  </a:lnTo>
                  <a:lnTo>
                    <a:pt x="163326" y="86694"/>
                  </a:lnTo>
                  <a:lnTo>
                    <a:pt x="163326" y="76633"/>
                  </a:lnTo>
                  <a:lnTo>
                    <a:pt x="171908" y="76633"/>
                  </a:lnTo>
                  <a:lnTo>
                    <a:pt x="171908" y="62328"/>
                  </a:lnTo>
                  <a:cubicBezTo>
                    <a:pt x="171233" y="62200"/>
                    <a:pt x="170751" y="61621"/>
                    <a:pt x="170751" y="60946"/>
                  </a:cubicBezTo>
                  <a:cubicBezTo>
                    <a:pt x="170751" y="60142"/>
                    <a:pt x="171394" y="59500"/>
                    <a:pt x="172166" y="59500"/>
                  </a:cubicBezTo>
                  <a:close/>
                  <a:moveTo>
                    <a:pt x="13790" y="80136"/>
                  </a:moveTo>
                  <a:cubicBezTo>
                    <a:pt x="14433" y="80136"/>
                    <a:pt x="14979" y="80554"/>
                    <a:pt x="15140" y="81133"/>
                  </a:cubicBezTo>
                  <a:lnTo>
                    <a:pt x="28094" y="81133"/>
                  </a:lnTo>
                  <a:lnTo>
                    <a:pt x="28094" y="85794"/>
                  </a:lnTo>
                  <a:cubicBezTo>
                    <a:pt x="28544" y="85955"/>
                    <a:pt x="28866" y="86372"/>
                    <a:pt x="28962" y="86855"/>
                  </a:cubicBezTo>
                  <a:lnTo>
                    <a:pt x="174062" y="86855"/>
                  </a:lnTo>
                  <a:cubicBezTo>
                    <a:pt x="174158" y="86180"/>
                    <a:pt x="174737" y="85697"/>
                    <a:pt x="175444" y="85697"/>
                  </a:cubicBezTo>
                  <a:cubicBezTo>
                    <a:pt x="176248" y="85697"/>
                    <a:pt x="176859" y="86308"/>
                    <a:pt x="176859" y="87112"/>
                  </a:cubicBezTo>
                  <a:cubicBezTo>
                    <a:pt x="176859" y="87883"/>
                    <a:pt x="176248" y="88526"/>
                    <a:pt x="175444" y="88526"/>
                  </a:cubicBezTo>
                  <a:cubicBezTo>
                    <a:pt x="174737" y="88526"/>
                    <a:pt x="174158" y="88044"/>
                    <a:pt x="174062" y="87369"/>
                  </a:cubicBezTo>
                  <a:lnTo>
                    <a:pt x="28962" y="87369"/>
                  </a:lnTo>
                  <a:cubicBezTo>
                    <a:pt x="28834" y="88044"/>
                    <a:pt x="28255" y="88526"/>
                    <a:pt x="27548" y="88526"/>
                  </a:cubicBezTo>
                  <a:cubicBezTo>
                    <a:pt x="26873" y="88526"/>
                    <a:pt x="26294" y="88044"/>
                    <a:pt x="26166" y="87369"/>
                  </a:cubicBezTo>
                  <a:lnTo>
                    <a:pt x="21441" y="87369"/>
                  </a:lnTo>
                  <a:cubicBezTo>
                    <a:pt x="21312" y="88044"/>
                    <a:pt x="20733" y="88526"/>
                    <a:pt x="20058" y="88526"/>
                  </a:cubicBezTo>
                  <a:cubicBezTo>
                    <a:pt x="19255" y="88526"/>
                    <a:pt x="18612" y="87883"/>
                    <a:pt x="18612" y="87112"/>
                  </a:cubicBezTo>
                  <a:cubicBezTo>
                    <a:pt x="18612" y="86308"/>
                    <a:pt x="19255" y="85697"/>
                    <a:pt x="20058" y="85697"/>
                  </a:cubicBezTo>
                  <a:cubicBezTo>
                    <a:pt x="20733" y="85697"/>
                    <a:pt x="21312" y="86180"/>
                    <a:pt x="21441" y="86855"/>
                  </a:cubicBezTo>
                  <a:lnTo>
                    <a:pt x="26166" y="86855"/>
                  </a:lnTo>
                  <a:cubicBezTo>
                    <a:pt x="26294" y="86180"/>
                    <a:pt x="26841" y="85697"/>
                    <a:pt x="27548" y="85697"/>
                  </a:cubicBezTo>
                  <a:lnTo>
                    <a:pt x="27548" y="81647"/>
                  </a:lnTo>
                  <a:lnTo>
                    <a:pt x="15205" y="81647"/>
                  </a:lnTo>
                  <a:cubicBezTo>
                    <a:pt x="15172" y="82386"/>
                    <a:pt x="14562" y="82997"/>
                    <a:pt x="13790" y="82997"/>
                  </a:cubicBezTo>
                  <a:cubicBezTo>
                    <a:pt x="13019" y="82997"/>
                    <a:pt x="12376" y="82354"/>
                    <a:pt x="12376" y="81551"/>
                  </a:cubicBezTo>
                  <a:cubicBezTo>
                    <a:pt x="12376" y="80779"/>
                    <a:pt x="13019" y="80136"/>
                    <a:pt x="13790" y="80136"/>
                  </a:cubicBezTo>
                  <a:close/>
                  <a:moveTo>
                    <a:pt x="175862" y="104920"/>
                  </a:moveTo>
                  <a:cubicBezTo>
                    <a:pt x="176634" y="104920"/>
                    <a:pt x="177276" y="105531"/>
                    <a:pt x="177276" y="106334"/>
                  </a:cubicBezTo>
                  <a:cubicBezTo>
                    <a:pt x="177276" y="107106"/>
                    <a:pt x="176634" y="107748"/>
                    <a:pt x="175862" y="107748"/>
                  </a:cubicBezTo>
                  <a:cubicBezTo>
                    <a:pt x="175155" y="107748"/>
                    <a:pt x="174576" y="107266"/>
                    <a:pt x="174448" y="106591"/>
                  </a:cubicBezTo>
                  <a:lnTo>
                    <a:pt x="155675" y="106591"/>
                  </a:lnTo>
                  <a:cubicBezTo>
                    <a:pt x="155579" y="107202"/>
                    <a:pt x="155065" y="107684"/>
                    <a:pt x="154454" y="107748"/>
                  </a:cubicBezTo>
                  <a:lnTo>
                    <a:pt x="154454" y="112602"/>
                  </a:lnTo>
                  <a:lnTo>
                    <a:pt x="174448" y="112602"/>
                  </a:lnTo>
                  <a:cubicBezTo>
                    <a:pt x="174544" y="111895"/>
                    <a:pt x="175123" y="111381"/>
                    <a:pt x="175862" y="111381"/>
                  </a:cubicBezTo>
                  <a:cubicBezTo>
                    <a:pt x="176634" y="111381"/>
                    <a:pt x="177276" y="112024"/>
                    <a:pt x="177276" y="112795"/>
                  </a:cubicBezTo>
                  <a:cubicBezTo>
                    <a:pt x="177276" y="113599"/>
                    <a:pt x="176634" y="114210"/>
                    <a:pt x="175862" y="114210"/>
                  </a:cubicBezTo>
                  <a:cubicBezTo>
                    <a:pt x="175187" y="114210"/>
                    <a:pt x="174641" y="113760"/>
                    <a:pt x="174480" y="113149"/>
                  </a:cubicBezTo>
                  <a:lnTo>
                    <a:pt x="153908" y="113149"/>
                  </a:lnTo>
                  <a:lnTo>
                    <a:pt x="153908" y="107716"/>
                  </a:lnTo>
                  <a:cubicBezTo>
                    <a:pt x="153393" y="107556"/>
                    <a:pt x="153007" y="107138"/>
                    <a:pt x="152879" y="106591"/>
                  </a:cubicBezTo>
                  <a:lnTo>
                    <a:pt x="130056" y="106591"/>
                  </a:lnTo>
                  <a:lnTo>
                    <a:pt x="130056" y="106077"/>
                  </a:lnTo>
                  <a:lnTo>
                    <a:pt x="152879" y="106077"/>
                  </a:lnTo>
                  <a:cubicBezTo>
                    <a:pt x="153007" y="105402"/>
                    <a:pt x="153586" y="104920"/>
                    <a:pt x="154293" y="104920"/>
                  </a:cubicBezTo>
                  <a:cubicBezTo>
                    <a:pt x="155000" y="104920"/>
                    <a:pt x="155579" y="105402"/>
                    <a:pt x="155675" y="106077"/>
                  </a:cubicBezTo>
                  <a:lnTo>
                    <a:pt x="174448" y="106077"/>
                  </a:lnTo>
                  <a:cubicBezTo>
                    <a:pt x="174576" y="105402"/>
                    <a:pt x="175155" y="104920"/>
                    <a:pt x="175862" y="104920"/>
                  </a:cubicBezTo>
                  <a:close/>
                  <a:moveTo>
                    <a:pt x="26584" y="101095"/>
                  </a:moveTo>
                  <a:cubicBezTo>
                    <a:pt x="27323" y="101095"/>
                    <a:pt x="27934" y="101673"/>
                    <a:pt x="27998" y="102380"/>
                  </a:cubicBezTo>
                  <a:lnTo>
                    <a:pt x="35841" y="102380"/>
                  </a:lnTo>
                  <a:lnTo>
                    <a:pt x="35841" y="111381"/>
                  </a:lnTo>
                  <a:lnTo>
                    <a:pt x="52588" y="111381"/>
                  </a:lnTo>
                  <a:cubicBezTo>
                    <a:pt x="52685" y="110802"/>
                    <a:pt x="53135" y="110352"/>
                    <a:pt x="53713" y="110256"/>
                  </a:cubicBezTo>
                  <a:lnTo>
                    <a:pt x="53713" y="105948"/>
                  </a:lnTo>
                  <a:lnTo>
                    <a:pt x="63292" y="105948"/>
                  </a:lnTo>
                  <a:lnTo>
                    <a:pt x="63292" y="106495"/>
                  </a:lnTo>
                  <a:lnTo>
                    <a:pt x="54260" y="106495"/>
                  </a:lnTo>
                  <a:lnTo>
                    <a:pt x="54260" y="110256"/>
                  </a:lnTo>
                  <a:cubicBezTo>
                    <a:pt x="54903" y="110384"/>
                    <a:pt x="55417" y="110963"/>
                    <a:pt x="55417" y="111638"/>
                  </a:cubicBezTo>
                  <a:cubicBezTo>
                    <a:pt x="55417" y="112442"/>
                    <a:pt x="54774" y="113084"/>
                    <a:pt x="53971" y="113084"/>
                  </a:cubicBezTo>
                  <a:cubicBezTo>
                    <a:pt x="53296" y="113084"/>
                    <a:pt x="52717" y="112570"/>
                    <a:pt x="52588" y="111927"/>
                  </a:cubicBezTo>
                  <a:lnTo>
                    <a:pt x="35327" y="111927"/>
                  </a:lnTo>
                  <a:lnTo>
                    <a:pt x="35327" y="102927"/>
                  </a:lnTo>
                  <a:lnTo>
                    <a:pt x="27934" y="102927"/>
                  </a:lnTo>
                  <a:cubicBezTo>
                    <a:pt x="27805" y="103441"/>
                    <a:pt x="27387" y="103827"/>
                    <a:pt x="26841" y="103923"/>
                  </a:cubicBezTo>
                  <a:lnTo>
                    <a:pt x="26841" y="117649"/>
                  </a:lnTo>
                  <a:lnTo>
                    <a:pt x="18290" y="117649"/>
                  </a:lnTo>
                  <a:cubicBezTo>
                    <a:pt x="18097" y="118195"/>
                    <a:pt x="17583" y="118581"/>
                    <a:pt x="16972" y="118581"/>
                  </a:cubicBezTo>
                  <a:cubicBezTo>
                    <a:pt x="16169" y="118581"/>
                    <a:pt x="15526" y="117938"/>
                    <a:pt x="15526" y="117135"/>
                  </a:cubicBezTo>
                  <a:cubicBezTo>
                    <a:pt x="15526" y="116363"/>
                    <a:pt x="16169" y="115720"/>
                    <a:pt x="16972" y="115720"/>
                  </a:cubicBezTo>
                  <a:cubicBezTo>
                    <a:pt x="17744" y="115720"/>
                    <a:pt x="18355" y="116331"/>
                    <a:pt x="18387" y="117103"/>
                  </a:cubicBezTo>
                  <a:lnTo>
                    <a:pt x="26326" y="117103"/>
                  </a:lnTo>
                  <a:lnTo>
                    <a:pt x="26326" y="103923"/>
                  </a:lnTo>
                  <a:cubicBezTo>
                    <a:pt x="25780" y="103827"/>
                    <a:pt x="25362" y="103441"/>
                    <a:pt x="25234" y="102927"/>
                  </a:cubicBezTo>
                  <a:lnTo>
                    <a:pt x="14208" y="102927"/>
                  </a:lnTo>
                  <a:cubicBezTo>
                    <a:pt x="14015" y="103505"/>
                    <a:pt x="13501" y="103955"/>
                    <a:pt x="12826" y="103955"/>
                  </a:cubicBezTo>
                  <a:cubicBezTo>
                    <a:pt x="12054" y="103955"/>
                    <a:pt x="11411" y="103313"/>
                    <a:pt x="11411" y="102509"/>
                  </a:cubicBezTo>
                  <a:cubicBezTo>
                    <a:pt x="11411" y="101737"/>
                    <a:pt x="12054" y="101095"/>
                    <a:pt x="12826" y="101095"/>
                  </a:cubicBezTo>
                  <a:cubicBezTo>
                    <a:pt x="13565" y="101095"/>
                    <a:pt x="14176" y="101673"/>
                    <a:pt x="14240" y="102380"/>
                  </a:cubicBezTo>
                  <a:lnTo>
                    <a:pt x="25169" y="102380"/>
                  </a:lnTo>
                  <a:cubicBezTo>
                    <a:pt x="25234" y="101673"/>
                    <a:pt x="25844" y="101095"/>
                    <a:pt x="26584" y="101095"/>
                  </a:cubicBezTo>
                  <a:close/>
                  <a:moveTo>
                    <a:pt x="124560" y="0"/>
                  </a:moveTo>
                  <a:cubicBezTo>
                    <a:pt x="120317" y="0"/>
                    <a:pt x="116363" y="675"/>
                    <a:pt x="112666" y="1607"/>
                  </a:cubicBezTo>
                  <a:cubicBezTo>
                    <a:pt x="100098" y="4725"/>
                    <a:pt x="94119" y="11894"/>
                    <a:pt x="80425" y="18322"/>
                  </a:cubicBezTo>
                  <a:lnTo>
                    <a:pt x="80425" y="20990"/>
                  </a:lnTo>
                  <a:lnTo>
                    <a:pt x="92030" y="20990"/>
                  </a:lnTo>
                  <a:lnTo>
                    <a:pt x="92030" y="21537"/>
                  </a:lnTo>
                  <a:lnTo>
                    <a:pt x="79879" y="21537"/>
                  </a:lnTo>
                  <a:lnTo>
                    <a:pt x="79879" y="18580"/>
                  </a:lnTo>
                  <a:cubicBezTo>
                    <a:pt x="78915" y="19030"/>
                    <a:pt x="77886" y="19480"/>
                    <a:pt x="76825" y="19930"/>
                  </a:cubicBezTo>
                  <a:cubicBezTo>
                    <a:pt x="71007" y="22373"/>
                    <a:pt x="66057" y="23369"/>
                    <a:pt x="61235" y="23883"/>
                  </a:cubicBezTo>
                  <a:lnTo>
                    <a:pt x="61235" y="25844"/>
                  </a:lnTo>
                  <a:lnTo>
                    <a:pt x="43781" y="25844"/>
                  </a:lnTo>
                  <a:cubicBezTo>
                    <a:pt x="43652" y="26519"/>
                    <a:pt x="43074" y="27001"/>
                    <a:pt x="42367" y="27001"/>
                  </a:cubicBezTo>
                  <a:cubicBezTo>
                    <a:pt x="41595" y="27001"/>
                    <a:pt x="40952" y="26359"/>
                    <a:pt x="40952" y="25587"/>
                  </a:cubicBezTo>
                  <a:cubicBezTo>
                    <a:pt x="40952" y="25459"/>
                    <a:pt x="40984" y="25298"/>
                    <a:pt x="41016" y="25169"/>
                  </a:cubicBezTo>
                  <a:lnTo>
                    <a:pt x="41016" y="25169"/>
                  </a:lnTo>
                  <a:cubicBezTo>
                    <a:pt x="37995" y="25523"/>
                    <a:pt x="34780" y="26005"/>
                    <a:pt x="31212" y="26776"/>
                  </a:cubicBezTo>
                  <a:cubicBezTo>
                    <a:pt x="11315" y="31020"/>
                    <a:pt x="0" y="57924"/>
                    <a:pt x="0" y="73257"/>
                  </a:cubicBezTo>
                  <a:cubicBezTo>
                    <a:pt x="0" y="88622"/>
                    <a:pt x="1190" y="110834"/>
                    <a:pt x="18323" y="122342"/>
                  </a:cubicBezTo>
                  <a:cubicBezTo>
                    <a:pt x="21923" y="124753"/>
                    <a:pt x="26551" y="125717"/>
                    <a:pt x="31791" y="125717"/>
                  </a:cubicBezTo>
                  <a:cubicBezTo>
                    <a:pt x="41370" y="125717"/>
                    <a:pt x="52910" y="122503"/>
                    <a:pt x="63710" y="119320"/>
                  </a:cubicBezTo>
                  <a:cubicBezTo>
                    <a:pt x="74511" y="116138"/>
                    <a:pt x="84540" y="112924"/>
                    <a:pt x="91065" y="112924"/>
                  </a:cubicBezTo>
                  <a:cubicBezTo>
                    <a:pt x="91387" y="112924"/>
                    <a:pt x="91708" y="112924"/>
                    <a:pt x="92030" y="112956"/>
                  </a:cubicBezTo>
                  <a:cubicBezTo>
                    <a:pt x="98748" y="113309"/>
                    <a:pt x="105916" y="116717"/>
                    <a:pt x="113695" y="120510"/>
                  </a:cubicBezTo>
                  <a:cubicBezTo>
                    <a:pt x="132757" y="121699"/>
                    <a:pt x="149600" y="124817"/>
                    <a:pt x="161911" y="129221"/>
                  </a:cubicBezTo>
                  <a:cubicBezTo>
                    <a:pt x="179044" y="121796"/>
                    <a:pt x="186084" y="99005"/>
                    <a:pt x="186084" y="77147"/>
                  </a:cubicBezTo>
                  <a:cubicBezTo>
                    <a:pt x="186084" y="71232"/>
                    <a:pt x="185570" y="65382"/>
                    <a:pt x="184605" y="59950"/>
                  </a:cubicBezTo>
                  <a:cubicBezTo>
                    <a:pt x="182002" y="45356"/>
                    <a:pt x="174866" y="33913"/>
                    <a:pt x="165704" y="23337"/>
                  </a:cubicBezTo>
                  <a:cubicBezTo>
                    <a:pt x="164644" y="22148"/>
                    <a:pt x="163615" y="20990"/>
                    <a:pt x="162586" y="19898"/>
                  </a:cubicBezTo>
                  <a:lnTo>
                    <a:pt x="135360" y="19898"/>
                  </a:lnTo>
                  <a:cubicBezTo>
                    <a:pt x="135135" y="20444"/>
                    <a:pt x="134621" y="20830"/>
                    <a:pt x="134010" y="20830"/>
                  </a:cubicBezTo>
                  <a:cubicBezTo>
                    <a:pt x="133239" y="20830"/>
                    <a:pt x="132596" y="20187"/>
                    <a:pt x="132596" y="19415"/>
                  </a:cubicBezTo>
                  <a:cubicBezTo>
                    <a:pt x="132596" y="18676"/>
                    <a:pt x="133142" y="18065"/>
                    <a:pt x="133882" y="18001"/>
                  </a:cubicBezTo>
                  <a:lnTo>
                    <a:pt x="133882" y="11733"/>
                  </a:lnTo>
                  <a:lnTo>
                    <a:pt x="118067" y="11733"/>
                  </a:lnTo>
                  <a:lnTo>
                    <a:pt x="118067" y="19898"/>
                  </a:lnTo>
                  <a:lnTo>
                    <a:pt x="99391" y="19898"/>
                  </a:lnTo>
                  <a:lnTo>
                    <a:pt x="99391" y="34748"/>
                  </a:lnTo>
                  <a:lnTo>
                    <a:pt x="98844" y="34748"/>
                  </a:lnTo>
                  <a:lnTo>
                    <a:pt x="98844" y="19351"/>
                  </a:lnTo>
                  <a:lnTo>
                    <a:pt x="117520" y="19351"/>
                  </a:lnTo>
                  <a:lnTo>
                    <a:pt x="117520" y="11186"/>
                  </a:lnTo>
                  <a:lnTo>
                    <a:pt x="147061" y="11186"/>
                  </a:lnTo>
                  <a:cubicBezTo>
                    <a:pt x="147189" y="10511"/>
                    <a:pt x="147768" y="10029"/>
                    <a:pt x="148443" y="10029"/>
                  </a:cubicBezTo>
                  <a:cubicBezTo>
                    <a:pt x="149247" y="10029"/>
                    <a:pt x="149889" y="10672"/>
                    <a:pt x="149889" y="11444"/>
                  </a:cubicBezTo>
                  <a:cubicBezTo>
                    <a:pt x="149889" y="12247"/>
                    <a:pt x="149247" y="12890"/>
                    <a:pt x="148443" y="12890"/>
                  </a:cubicBezTo>
                  <a:cubicBezTo>
                    <a:pt x="147768" y="12890"/>
                    <a:pt x="147189" y="12376"/>
                    <a:pt x="147061" y="11733"/>
                  </a:cubicBezTo>
                  <a:lnTo>
                    <a:pt x="134396" y="11733"/>
                  </a:lnTo>
                  <a:lnTo>
                    <a:pt x="134396" y="18033"/>
                  </a:lnTo>
                  <a:cubicBezTo>
                    <a:pt x="135007" y="18194"/>
                    <a:pt x="135424" y="18740"/>
                    <a:pt x="135424" y="19351"/>
                  </a:cubicBezTo>
                  <a:lnTo>
                    <a:pt x="162072" y="19351"/>
                  </a:lnTo>
                  <a:cubicBezTo>
                    <a:pt x="147671" y="4211"/>
                    <a:pt x="135199" y="0"/>
                    <a:pt x="1245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631;p64">
              <a:extLst>
                <a:ext uri="{FF2B5EF4-FFF2-40B4-BE49-F238E27FC236}">
                  <a16:creationId xmlns:a16="http://schemas.microsoft.com/office/drawing/2014/main" id="{5206A3C2-A54C-44CE-CAE5-93297BE96081}"/>
                </a:ext>
              </a:extLst>
            </p:cNvPr>
            <p:cNvSpPr/>
            <p:nvPr/>
          </p:nvSpPr>
          <p:spPr>
            <a:xfrm>
              <a:off x="3805950" y="681700"/>
              <a:ext cx="395400" cy="385775"/>
            </a:xfrm>
            <a:custGeom>
              <a:avLst/>
              <a:gdLst/>
              <a:ahLst/>
              <a:cxnLst/>
              <a:rect l="l" t="t" r="r" b="b"/>
              <a:pathLst>
                <a:path w="15816" h="15431" extrusionOk="0">
                  <a:moveTo>
                    <a:pt x="7908" y="2251"/>
                  </a:moveTo>
                  <a:cubicBezTo>
                    <a:pt x="11026" y="2251"/>
                    <a:pt x="13566" y="4790"/>
                    <a:pt x="13566" y="7908"/>
                  </a:cubicBezTo>
                  <a:lnTo>
                    <a:pt x="13566" y="13180"/>
                  </a:lnTo>
                  <a:lnTo>
                    <a:pt x="2251" y="13180"/>
                  </a:lnTo>
                  <a:lnTo>
                    <a:pt x="2251" y="7908"/>
                  </a:lnTo>
                  <a:cubicBezTo>
                    <a:pt x="2251" y="4790"/>
                    <a:pt x="4790" y="2251"/>
                    <a:pt x="7908" y="2251"/>
                  </a:cubicBezTo>
                  <a:close/>
                  <a:moveTo>
                    <a:pt x="7908" y="1"/>
                  </a:moveTo>
                  <a:cubicBezTo>
                    <a:pt x="3537" y="1"/>
                    <a:pt x="1" y="3537"/>
                    <a:pt x="1" y="7908"/>
                  </a:cubicBezTo>
                  <a:lnTo>
                    <a:pt x="1" y="14305"/>
                  </a:lnTo>
                  <a:cubicBezTo>
                    <a:pt x="1" y="14948"/>
                    <a:pt x="483" y="15430"/>
                    <a:pt x="1126" y="15430"/>
                  </a:cubicBezTo>
                  <a:lnTo>
                    <a:pt x="14691" y="15430"/>
                  </a:lnTo>
                  <a:cubicBezTo>
                    <a:pt x="15302" y="15430"/>
                    <a:pt x="15816" y="14948"/>
                    <a:pt x="15816" y="14305"/>
                  </a:cubicBezTo>
                  <a:lnTo>
                    <a:pt x="15816" y="7908"/>
                  </a:lnTo>
                  <a:cubicBezTo>
                    <a:pt x="15816" y="3537"/>
                    <a:pt x="12280" y="1"/>
                    <a:pt x="7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632;p64">
              <a:extLst>
                <a:ext uri="{FF2B5EF4-FFF2-40B4-BE49-F238E27FC236}">
                  <a16:creationId xmlns:a16="http://schemas.microsoft.com/office/drawing/2014/main" id="{E6AB99B2-A76E-A23C-D0B9-5327BBDE5C11}"/>
                </a:ext>
              </a:extLst>
            </p:cNvPr>
            <p:cNvSpPr/>
            <p:nvPr/>
          </p:nvSpPr>
          <p:spPr>
            <a:xfrm>
              <a:off x="3798725" y="675275"/>
              <a:ext cx="409050" cy="399425"/>
            </a:xfrm>
            <a:custGeom>
              <a:avLst/>
              <a:gdLst/>
              <a:ahLst/>
              <a:cxnLst/>
              <a:rect l="l" t="t" r="r" b="b"/>
              <a:pathLst>
                <a:path w="16362" h="15977" extrusionOk="0">
                  <a:moveTo>
                    <a:pt x="8197" y="2765"/>
                  </a:moveTo>
                  <a:cubicBezTo>
                    <a:pt x="9676" y="2765"/>
                    <a:pt x="11026" y="3376"/>
                    <a:pt x="11990" y="4372"/>
                  </a:cubicBezTo>
                  <a:cubicBezTo>
                    <a:pt x="12987" y="5337"/>
                    <a:pt x="13598" y="6687"/>
                    <a:pt x="13598" y="8165"/>
                  </a:cubicBezTo>
                  <a:lnTo>
                    <a:pt x="13598" y="13180"/>
                  </a:lnTo>
                  <a:lnTo>
                    <a:pt x="2797" y="13180"/>
                  </a:lnTo>
                  <a:lnTo>
                    <a:pt x="2797" y="8165"/>
                  </a:lnTo>
                  <a:cubicBezTo>
                    <a:pt x="2797" y="6687"/>
                    <a:pt x="3408" y="5337"/>
                    <a:pt x="4372" y="4372"/>
                  </a:cubicBezTo>
                  <a:cubicBezTo>
                    <a:pt x="5369" y="3376"/>
                    <a:pt x="6719" y="2765"/>
                    <a:pt x="8197" y="2765"/>
                  </a:cubicBezTo>
                  <a:close/>
                  <a:moveTo>
                    <a:pt x="8197" y="2251"/>
                  </a:moveTo>
                  <a:cubicBezTo>
                    <a:pt x="4919" y="2251"/>
                    <a:pt x="2251" y="4919"/>
                    <a:pt x="2251" y="8165"/>
                  </a:cubicBezTo>
                  <a:lnTo>
                    <a:pt x="2251" y="13437"/>
                  </a:lnTo>
                  <a:cubicBezTo>
                    <a:pt x="2251" y="13501"/>
                    <a:pt x="2283" y="13566"/>
                    <a:pt x="2347" y="13630"/>
                  </a:cubicBezTo>
                  <a:cubicBezTo>
                    <a:pt x="2379" y="13694"/>
                    <a:pt x="2476" y="13694"/>
                    <a:pt x="2540" y="13694"/>
                  </a:cubicBezTo>
                  <a:lnTo>
                    <a:pt x="13855" y="13694"/>
                  </a:lnTo>
                  <a:cubicBezTo>
                    <a:pt x="13919" y="13694"/>
                    <a:pt x="13983" y="13694"/>
                    <a:pt x="14048" y="13630"/>
                  </a:cubicBezTo>
                  <a:cubicBezTo>
                    <a:pt x="14080" y="13566"/>
                    <a:pt x="14112" y="13501"/>
                    <a:pt x="14112" y="13437"/>
                  </a:cubicBezTo>
                  <a:lnTo>
                    <a:pt x="14112" y="8165"/>
                  </a:lnTo>
                  <a:cubicBezTo>
                    <a:pt x="14112" y="4919"/>
                    <a:pt x="11476" y="2251"/>
                    <a:pt x="8197" y="2251"/>
                  </a:cubicBezTo>
                  <a:close/>
                  <a:moveTo>
                    <a:pt x="8197" y="515"/>
                  </a:moveTo>
                  <a:cubicBezTo>
                    <a:pt x="10287" y="515"/>
                    <a:pt x="12215" y="1383"/>
                    <a:pt x="13598" y="2765"/>
                  </a:cubicBezTo>
                  <a:cubicBezTo>
                    <a:pt x="14980" y="4147"/>
                    <a:pt x="15848" y="6076"/>
                    <a:pt x="15848" y="8165"/>
                  </a:cubicBezTo>
                  <a:lnTo>
                    <a:pt x="15848" y="14562"/>
                  </a:lnTo>
                  <a:cubicBezTo>
                    <a:pt x="15848" y="15044"/>
                    <a:pt x="15462" y="15430"/>
                    <a:pt x="14980" y="15430"/>
                  </a:cubicBezTo>
                  <a:lnTo>
                    <a:pt x="1415" y="15430"/>
                  </a:lnTo>
                  <a:cubicBezTo>
                    <a:pt x="933" y="15430"/>
                    <a:pt x="547" y="15044"/>
                    <a:pt x="547" y="14562"/>
                  </a:cubicBezTo>
                  <a:lnTo>
                    <a:pt x="547" y="8165"/>
                  </a:lnTo>
                  <a:cubicBezTo>
                    <a:pt x="547" y="6076"/>
                    <a:pt x="1415" y="4147"/>
                    <a:pt x="2797" y="2765"/>
                  </a:cubicBezTo>
                  <a:cubicBezTo>
                    <a:pt x="4179" y="1383"/>
                    <a:pt x="6076" y="515"/>
                    <a:pt x="8197" y="515"/>
                  </a:cubicBezTo>
                  <a:close/>
                  <a:moveTo>
                    <a:pt x="8197" y="1"/>
                  </a:moveTo>
                  <a:cubicBezTo>
                    <a:pt x="3665" y="1"/>
                    <a:pt x="0" y="3665"/>
                    <a:pt x="0" y="8165"/>
                  </a:cubicBezTo>
                  <a:lnTo>
                    <a:pt x="0" y="14562"/>
                  </a:lnTo>
                  <a:cubicBezTo>
                    <a:pt x="0" y="15334"/>
                    <a:pt x="643" y="15976"/>
                    <a:pt x="1415" y="15976"/>
                  </a:cubicBezTo>
                  <a:lnTo>
                    <a:pt x="14980" y="15976"/>
                  </a:lnTo>
                  <a:cubicBezTo>
                    <a:pt x="15751" y="15976"/>
                    <a:pt x="16362" y="15334"/>
                    <a:pt x="16362" y="14562"/>
                  </a:cubicBezTo>
                  <a:lnTo>
                    <a:pt x="16362" y="8165"/>
                  </a:lnTo>
                  <a:cubicBezTo>
                    <a:pt x="16362" y="3665"/>
                    <a:pt x="12698" y="1"/>
                    <a:pt x="8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633;p64">
              <a:extLst>
                <a:ext uri="{FF2B5EF4-FFF2-40B4-BE49-F238E27FC236}">
                  <a16:creationId xmlns:a16="http://schemas.microsoft.com/office/drawing/2014/main" id="{96A04692-6E1F-00C0-6F88-94808C16C500}"/>
                </a:ext>
              </a:extLst>
            </p:cNvPr>
            <p:cNvSpPr/>
            <p:nvPr/>
          </p:nvSpPr>
          <p:spPr>
            <a:xfrm>
              <a:off x="3784250" y="990300"/>
              <a:ext cx="432375" cy="365650"/>
            </a:xfrm>
            <a:custGeom>
              <a:avLst/>
              <a:gdLst/>
              <a:ahLst/>
              <a:cxnLst/>
              <a:rect l="l" t="t" r="r" b="b"/>
              <a:pathLst>
                <a:path w="17295" h="14626" extrusionOk="0">
                  <a:moveTo>
                    <a:pt x="1" y="0"/>
                  </a:moveTo>
                  <a:lnTo>
                    <a:pt x="1" y="14626"/>
                  </a:lnTo>
                  <a:lnTo>
                    <a:pt x="17295" y="14626"/>
                  </a:lnTo>
                  <a:lnTo>
                    <a:pt x="17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634;p64">
              <a:extLst>
                <a:ext uri="{FF2B5EF4-FFF2-40B4-BE49-F238E27FC236}">
                  <a16:creationId xmlns:a16="http://schemas.microsoft.com/office/drawing/2014/main" id="{AE4542AC-7B5E-1CF4-8288-6D585490C9A3}"/>
                </a:ext>
              </a:extLst>
            </p:cNvPr>
            <p:cNvSpPr/>
            <p:nvPr/>
          </p:nvSpPr>
          <p:spPr>
            <a:xfrm>
              <a:off x="3777825" y="983875"/>
              <a:ext cx="446025" cy="378525"/>
            </a:xfrm>
            <a:custGeom>
              <a:avLst/>
              <a:gdLst/>
              <a:ahLst/>
              <a:cxnLst/>
              <a:rect l="l" t="t" r="r" b="b"/>
              <a:pathLst>
                <a:path w="17841" h="15141" extrusionOk="0">
                  <a:moveTo>
                    <a:pt x="17294" y="547"/>
                  </a:moveTo>
                  <a:lnTo>
                    <a:pt x="17294" y="14626"/>
                  </a:lnTo>
                  <a:lnTo>
                    <a:pt x="547" y="14626"/>
                  </a:lnTo>
                  <a:lnTo>
                    <a:pt x="547" y="547"/>
                  </a:lnTo>
                  <a:close/>
                  <a:moveTo>
                    <a:pt x="258" y="0"/>
                  </a:moveTo>
                  <a:cubicBezTo>
                    <a:pt x="194" y="0"/>
                    <a:pt x="129" y="32"/>
                    <a:pt x="97" y="97"/>
                  </a:cubicBezTo>
                  <a:cubicBezTo>
                    <a:pt x="33" y="129"/>
                    <a:pt x="1" y="193"/>
                    <a:pt x="1" y="257"/>
                  </a:cubicBezTo>
                  <a:lnTo>
                    <a:pt x="1" y="14883"/>
                  </a:lnTo>
                  <a:cubicBezTo>
                    <a:pt x="1" y="14947"/>
                    <a:pt x="33" y="15012"/>
                    <a:pt x="97" y="15076"/>
                  </a:cubicBezTo>
                  <a:cubicBezTo>
                    <a:pt x="129" y="15108"/>
                    <a:pt x="194" y="15140"/>
                    <a:pt x="258" y="15140"/>
                  </a:cubicBezTo>
                  <a:lnTo>
                    <a:pt x="17552" y="15140"/>
                  </a:lnTo>
                  <a:cubicBezTo>
                    <a:pt x="17616" y="15140"/>
                    <a:pt x="17712" y="15108"/>
                    <a:pt x="17744" y="15076"/>
                  </a:cubicBezTo>
                  <a:cubicBezTo>
                    <a:pt x="17809" y="15012"/>
                    <a:pt x="17841" y="14947"/>
                    <a:pt x="17841" y="14883"/>
                  </a:cubicBezTo>
                  <a:lnTo>
                    <a:pt x="17841" y="257"/>
                  </a:lnTo>
                  <a:cubicBezTo>
                    <a:pt x="17841" y="193"/>
                    <a:pt x="17809" y="129"/>
                    <a:pt x="17744" y="97"/>
                  </a:cubicBezTo>
                  <a:cubicBezTo>
                    <a:pt x="17712" y="32"/>
                    <a:pt x="17616" y="0"/>
                    <a:pt x="17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635;p64">
              <a:extLst>
                <a:ext uri="{FF2B5EF4-FFF2-40B4-BE49-F238E27FC236}">
                  <a16:creationId xmlns:a16="http://schemas.microsoft.com/office/drawing/2014/main" id="{F965D83E-FC42-76C1-CC16-6F46226565C4}"/>
                </a:ext>
              </a:extLst>
            </p:cNvPr>
            <p:cNvSpPr/>
            <p:nvPr/>
          </p:nvSpPr>
          <p:spPr>
            <a:xfrm>
              <a:off x="3951400" y="1095575"/>
              <a:ext cx="94050" cy="171175"/>
            </a:xfrm>
            <a:custGeom>
              <a:avLst/>
              <a:gdLst/>
              <a:ahLst/>
              <a:cxnLst/>
              <a:rect l="l" t="t" r="r" b="b"/>
              <a:pathLst>
                <a:path w="3762" h="6847" extrusionOk="0">
                  <a:moveTo>
                    <a:pt x="1897" y="0"/>
                  </a:moveTo>
                  <a:cubicBezTo>
                    <a:pt x="837" y="0"/>
                    <a:pt x="1" y="836"/>
                    <a:pt x="1" y="1865"/>
                  </a:cubicBezTo>
                  <a:cubicBezTo>
                    <a:pt x="1" y="2572"/>
                    <a:pt x="419" y="3215"/>
                    <a:pt x="997" y="3536"/>
                  </a:cubicBezTo>
                  <a:lnTo>
                    <a:pt x="676" y="6847"/>
                  </a:lnTo>
                  <a:lnTo>
                    <a:pt x="3087" y="6847"/>
                  </a:lnTo>
                  <a:lnTo>
                    <a:pt x="2797" y="3536"/>
                  </a:lnTo>
                  <a:cubicBezTo>
                    <a:pt x="3376" y="3215"/>
                    <a:pt x="3762" y="2572"/>
                    <a:pt x="3762" y="1865"/>
                  </a:cubicBezTo>
                  <a:cubicBezTo>
                    <a:pt x="3762" y="836"/>
                    <a:pt x="2926" y="0"/>
                    <a:pt x="18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636;p64">
              <a:extLst>
                <a:ext uri="{FF2B5EF4-FFF2-40B4-BE49-F238E27FC236}">
                  <a16:creationId xmlns:a16="http://schemas.microsoft.com/office/drawing/2014/main" id="{019BFE4A-CF31-A959-09A2-2B71426EC54D}"/>
                </a:ext>
              </a:extLst>
            </p:cNvPr>
            <p:cNvSpPr/>
            <p:nvPr/>
          </p:nvSpPr>
          <p:spPr>
            <a:xfrm>
              <a:off x="3944975" y="1088325"/>
              <a:ext cx="107725" cy="184875"/>
            </a:xfrm>
            <a:custGeom>
              <a:avLst/>
              <a:gdLst/>
              <a:ahLst/>
              <a:cxnLst/>
              <a:rect l="l" t="t" r="r" b="b"/>
              <a:pathLst>
                <a:path w="4309" h="7395" extrusionOk="0">
                  <a:moveTo>
                    <a:pt x="2154" y="547"/>
                  </a:moveTo>
                  <a:cubicBezTo>
                    <a:pt x="3022" y="547"/>
                    <a:pt x="3762" y="1255"/>
                    <a:pt x="3762" y="2155"/>
                  </a:cubicBezTo>
                  <a:cubicBezTo>
                    <a:pt x="3762" y="2765"/>
                    <a:pt x="3408" y="3312"/>
                    <a:pt x="2926" y="3569"/>
                  </a:cubicBezTo>
                  <a:lnTo>
                    <a:pt x="2765" y="3665"/>
                  </a:lnTo>
                  <a:lnTo>
                    <a:pt x="3054" y="6880"/>
                  </a:lnTo>
                  <a:lnTo>
                    <a:pt x="1222" y="6880"/>
                  </a:lnTo>
                  <a:lnTo>
                    <a:pt x="1544" y="3665"/>
                  </a:lnTo>
                  <a:lnTo>
                    <a:pt x="1383" y="3569"/>
                  </a:lnTo>
                  <a:cubicBezTo>
                    <a:pt x="869" y="3312"/>
                    <a:pt x="547" y="2765"/>
                    <a:pt x="547" y="2155"/>
                  </a:cubicBezTo>
                  <a:cubicBezTo>
                    <a:pt x="547" y="1255"/>
                    <a:pt x="1254" y="547"/>
                    <a:pt x="2154" y="547"/>
                  </a:cubicBezTo>
                  <a:close/>
                  <a:moveTo>
                    <a:pt x="2154" y="1"/>
                  </a:moveTo>
                  <a:cubicBezTo>
                    <a:pt x="965" y="1"/>
                    <a:pt x="1" y="965"/>
                    <a:pt x="1" y="2155"/>
                  </a:cubicBezTo>
                  <a:cubicBezTo>
                    <a:pt x="1" y="2929"/>
                    <a:pt x="387" y="3592"/>
                    <a:pt x="980" y="3967"/>
                  </a:cubicBezTo>
                  <a:lnTo>
                    <a:pt x="980" y="3967"/>
                  </a:lnTo>
                  <a:lnTo>
                    <a:pt x="644" y="7394"/>
                  </a:lnTo>
                  <a:lnTo>
                    <a:pt x="3665" y="7394"/>
                  </a:lnTo>
                  <a:lnTo>
                    <a:pt x="3327" y="3948"/>
                  </a:lnTo>
                  <a:lnTo>
                    <a:pt x="3327" y="3948"/>
                  </a:lnTo>
                  <a:cubicBezTo>
                    <a:pt x="3908" y="3570"/>
                    <a:pt x="4308" y="2916"/>
                    <a:pt x="4308" y="2155"/>
                  </a:cubicBezTo>
                  <a:cubicBezTo>
                    <a:pt x="4308" y="965"/>
                    <a:pt x="3344" y="1"/>
                    <a:pt x="2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637;p64">
              <a:extLst>
                <a:ext uri="{FF2B5EF4-FFF2-40B4-BE49-F238E27FC236}">
                  <a16:creationId xmlns:a16="http://schemas.microsoft.com/office/drawing/2014/main" id="{32116B86-1F44-B3B8-5FD3-9DDCA2C2845D}"/>
                </a:ext>
              </a:extLst>
            </p:cNvPr>
            <p:cNvSpPr/>
            <p:nvPr/>
          </p:nvSpPr>
          <p:spPr>
            <a:xfrm>
              <a:off x="5385850" y="2484200"/>
              <a:ext cx="396200" cy="386575"/>
            </a:xfrm>
            <a:custGeom>
              <a:avLst/>
              <a:gdLst/>
              <a:ahLst/>
              <a:cxnLst/>
              <a:rect l="l" t="t" r="r" b="b"/>
              <a:pathLst>
                <a:path w="15848" h="15463" extrusionOk="0">
                  <a:moveTo>
                    <a:pt x="7908" y="2283"/>
                  </a:moveTo>
                  <a:cubicBezTo>
                    <a:pt x="11026" y="2283"/>
                    <a:pt x="13566" y="4823"/>
                    <a:pt x="13566" y="7941"/>
                  </a:cubicBezTo>
                  <a:lnTo>
                    <a:pt x="13566" y="13212"/>
                  </a:lnTo>
                  <a:lnTo>
                    <a:pt x="2251" y="13212"/>
                  </a:lnTo>
                  <a:lnTo>
                    <a:pt x="2251" y="7941"/>
                  </a:lnTo>
                  <a:cubicBezTo>
                    <a:pt x="2251" y="4823"/>
                    <a:pt x="4790" y="2283"/>
                    <a:pt x="7908" y="2283"/>
                  </a:cubicBezTo>
                  <a:close/>
                  <a:moveTo>
                    <a:pt x="7908" y="1"/>
                  </a:moveTo>
                  <a:cubicBezTo>
                    <a:pt x="3569" y="1"/>
                    <a:pt x="1" y="3569"/>
                    <a:pt x="1" y="7941"/>
                  </a:cubicBezTo>
                  <a:lnTo>
                    <a:pt x="1" y="14337"/>
                  </a:lnTo>
                  <a:cubicBezTo>
                    <a:pt x="1" y="14948"/>
                    <a:pt x="515" y="15462"/>
                    <a:pt x="1126" y="15462"/>
                  </a:cubicBezTo>
                  <a:lnTo>
                    <a:pt x="14723" y="15462"/>
                  </a:lnTo>
                  <a:cubicBezTo>
                    <a:pt x="15334" y="15462"/>
                    <a:pt x="15848" y="14948"/>
                    <a:pt x="15848" y="14337"/>
                  </a:cubicBezTo>
                  <a:lnTo>
                    <a:pt x="15848" y="7941"/>
                  </a:lnTo>
                  <a:cubicBezTo>
                    <a:pt x="15848" y="3569"/>
                    <a:pt x="12280" y="1"/>
                    <a:pt x="7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638;p64">
              <a:extLst>
                <a:ext uri="{FF2B5EF4-FFF2-40B4-BE49-F238E27FC236}">
                  <a16:creationId xmlns:a16="http://schemas.microsoft.com/office/drawing/2014/main" id="{54685105-22A6-B6C1-5D69-89E0274E9F7E}"/>
                </a:ext>
              </a:extLst>
            </p:cNvPr>
            <p:cNvSpPr/>
            <p:nvPr/>
          </p:nvSpPr>
          <p:spPr>
            <a:xfrm>
              <a:off x="5379425" y="2477775"/>
              <a:ext cx="409050" cy="399425"/>
            </a:xfrm>
            <a:custGeom>
              <a:avLst/>
              <a:gdLst/>
              <a:ahLst/>
              <a:cxnLst/>
              <a:rect l="l" t="t" r="r" b="b"/>
              <a:pathLst>
                <a:path w="16362" h="15977" extrusionOk="0">
                  <a:moveTo>
                    <a:pt x="8165" y="2797"/>
                  </a:moveTo>
                  <a:cubicBezTo>
                    <a:pt x="9676" y="2797"/>
                    <a:pt x="11026" y="3408"/>
                    <a:pt x="11990" y="4372"/>
                  </a:cubicBezTo>
                  <a:cubicBezTo>
                    <a:pt x="12955" y="5369"/>
                    <a:pt x="13565" y="6687"/>
                    <a:pt x="13565" y="8198"/>
                  </a:cubicBezTo>
                  <a:lnTo>
                    <a:pt x="13565" y="13180"/>
                  </a:lnTo>
                  <a:lnTo>
                    <a:pt x="2797" y="13180"/>
                  </a:lnTo>
                  <a:lnTo>
                    <a:pt x="2797" y="8198"/>
                  </a:lnTo>
                  <a:cubicBezTo>
                    <a:pt x="2797" y="6687"/>
                    <a:pt x="3376" y="5369"/>
                    <a:pt x="4372" y="4372"/>
                  </a:cubicBezTo>
                  <a:cubicBezTo>
                    <a:pt x="5336" y="3408"/>
                    <a:pt x="6687" y="2797"/>
                    <a:pt x="8165" y="2797"/>
                  </a:cubicBezTo>
                  <a:close/>
                  <a:moveTo>
                    <a:pt x="8165" y="2251"/>
                  </a:moveTo>
                  <a:cubicBezTo>
                    <a:pt x="4919" y="2251"/>
                    <a:pt x="2251" y="4919"/>
                    <a:pt x="2251" y="8198"/>
                  </a:cubicBezTo>
                  <a:lnTo>
                    <a:pt x="2251" y="13469"/>
                  </a:lnTo>
                  <a:cubicBezTo>
                    <a:pt x="2251" y="13534"/>
                    <a:pt x="2283" y="13598"/>
                    <a:pt x="2315" y="13630"/>
                  </a:cubicBezTo>
                  <a:cubicBezTo>
                    <a:pt x="2379" y="13694"/>
                    <a:pt x="2443" y="13726"/>
                    <a:pt x="2508" y="13726"/>
                  </a:cubicBezTo>
                  <a:lnTo>
                    <a:pt x="13823" y="13726"/>
                  </a:lnTo>
                  <a:cubicBezTo>
                    <a:pt x="13919" y="13726"/>
                    <a:pt x="13983" y="13694"/>
                    <a:pt x="14015" y="13630"/>
                  </a:cubicBezTo>
                  <a:cubicBezTo>
                    <a:pt x="14080" y="13598"/>
                    <a:pt x="14112" y="13534"/>
                    <a:pt x="14112" y="13469"/>
                  </a:cubicBezTo>
                  <a:lnTo>
                    <a:pt x="14112" y="8198"/>
                  </a:lnTo>
                  <a:cubicBezTo>
                    <a:pt x="14112" y="4919"/>
                    <a:pt x="11444" y="2251"/>
                    <a:pt x="8165" y="2251"/>
                  </a:cubicBezTo>
                  <a:close/>
                  <a:moveTo>
                    <a:pt x="8165" y="547"/>
                  </a:moveTo>
                  <a:cubicBezTo>
                    <a:pt x="10287" y="547"/>
                    <a:pt x="12183" y="1383"/>
                    <a:pt x="13598" y="2797"/>
                  </a:cubicBezTo>
                  <a:cubicBezTo>
                    <a:pt x="14980" y="4180"/>
                    <a:pt x="15816" y="6076"/>
                    <a:pt x="15816" y="8198"/>
                  </a:cubicBezTo>
                  <a:lnTo>
                    <a:pt x="15816" y="14594"/>
                  </a:lnTo>
                  <a:cubicBezTo>
                    <a:pt x="15816" y="15044"/>
                    <a:pt x="15430" y="15430"/>
                    <a:pt x="14980" y="15430"/>
                  </a:cubicBezTo>
                  <a:lnTo>
                    <a:pt x="1383" y="15430"/>
                  </a:lnTo>
                  <a:cubicBezTo>
                    <a:pt x="901" y="15430"/>
                    <a:pt x="515" y="15044"/>
                    <a:pt x="515" y="14594"/>
                  </a:cubicBezTo>
                  <a:lnTo>
                    <a:pt x="515" y="8198"/>
                  </a:lnTo>
                  <a:cubicBezTo>
                    <a:pt x="515" y="6076"/>
                    <a:pt x="1383" y="4180"/>
                    <a:pt x="2765" y="2797"/>
                  </a:cubicBezTo>
                  <a:cubicBezTo>
                    <a:pt x="4147" y="1383"/>
                    <a:pt x="6076" y="547"/>
                    <a:pt x="8165" y="547"/>
                  </a:cubicBezTo>
                  <a:close/>
                  <a:moveTo>
                    <a:pt x="8165" y="1"/>
                  </a:moveTo>
                  <a:cubicBezTo>
                    <a:pt x="3665" y="1"/>
                    <a:pt x="0" y="3665"/>
                    <a:pt x="0" y="8198"/>
                  </a:cubicBezTo>
                  <a:lnTo>
                    <a:pt x="0" y="14594"/>
                  </a:lnTo>
                  <a:cubicBezTo>
                    <a:pt x="0" y="15366"/>
                    <a:pt x="611" y="15977"/>
                    <a:pt x="1383" y="15977"/>
                  </a:cubicBezTo>
                  <a:lnTo>
                    <a:pt x="14980" y="15977"/>
                  </a:lnTo>
                  <a:cubicBezTo>
                    <a:pt x="15751" y="15977"/>
                    <a:pt x="16362" y="15366"/>
                    <a:pt x="16362" y="14594"/>
                  </a:cubicBezTo>
                  <a:lnTo>
                    <a:pt x="16362" y="8198"/>
                  </a:lnTo>
                  <a:cubicBezTo>
                    <a:pt x="16362" y="3665"/>
                    <a:pt x="12698" y="1"/>
                    <a:pt x="8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639;p64">
              <a:extLst>
                <a:ext uri="{FF2B5EF4-FFF2-40B4-BE49-F238E27FC236}">
                  <a16:creationId xmlns:a16="http://schemas.microsoft.com/office/drawing/2014/main" id="{19D50D5D-84DB-FB6A-E0D0-7C77874A63AF}"/>
                </a:ext>
              </a:extLst>
            </p:cNvPr>
            <p:cNvSpPr/>
            <p:nvPr/>
          </p:nvSpPr>
          <p:spPr>
            <a:xfrm>
              <a:off x="5364950" y="2793600"/>
              <a:ext cx="432375" cy="364875"/>
            </a:xfrm>
            <a:custGeom>
              <a:avLst/>
              <a:gdLst/>
              <a:ahLst/>
              <a:cxnLst/>
              <a:rect l="l" t="t" r="r" b="b"/>
              <a:pathLst>
                <a:path w="17295" h="14595" extrusionOk="0">
                  <a:moveTo>
                    <a:pt x="1" y="1"/>
                  </a:moveTo>
                  <a:lnTo>
                    <a:pt x="1" y="14594"/>
                  </a:lnTo>
                  <a:lnTo>
                    <a:pt x="17295" y="14594"/>
                  </a:lnTo>
                  <a:lnTo>
                    <a:pt x="172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640;p64">
              <a:extLst>
                <a:ext uri="{FF2B5EF4-FFF2-40B4-BE49-F238E27FC236}">
                  <a16:creationId xmlns:a16="http://schemas.microsoft.com/office/drawing/2014/main" id="{C51E153F-7E96-BC5B-C83E-8AD9630DFD31}"/>
                </a:ext>
              </a:extLst>
            </p:cNvPr>
            <p:cNvSpPr/>
            <p:nvPr/>
          </p:nvSpPr>
          <p:spPr>
            <a:xfrm>
              <a:off x="5358525" y="2787175"/>
              <a:ext cx="445225" cy="378525"/>
            </a:xfrm>
            <a:custGeom>
              <a:avLst/>
              <a:gdLst/>
              <a:ahLst/>
              <a:cxnLst/>
              <a:rect l="l" t="t" r="r" b="b"/>
              <a:pathLst>
                <a:path w="17809" h="15141" extrusionOk="0">
                  <a:moveTo>
                    <a:pt x="17262" y="515"/>
                  </a:moveTo>
                  <a:lnTo>
                    <a:pt x="17262" y="14594"/>
                  </a:lnTo>
                  <a:lnTo>
                    <a:pt x="515" y="14594"/>
                  </a:lnTo>
                  <a:lnTo>
                    <a:pt x="515" y="515"/>
                  </a:lnTo>
                  <a:close/>
                  <a:moveTo>
                    <a:pt x="258" y="0"/>
                  </a:moveTo>
                  <a:cubicBezTo>
                    <a:pt x="194" y="0"/>
                    <a:pt x="129" y="0"/>
                    <a:pt x="65" y="65"/>
                  </a:cubicBezTo>
                  <a:cubicBezTo>
                    <a:pt x="33" y="129"/>
                    <a:pt x="1" y="193"/>
                    <a:pt x="1" y="258"/>
                  </a:cubicBezTo>
                  <a:lnTo>
                    <a:pt x="1" y="14851"/>
                  </a:lnTo>
                  <a:cubicBezTo>
                    <a:pt x="1" y="14948"/>
                    <a:pt x="33" y="15012"/>
                    <a:pt x="65" y="15044"/>
                  </a:cubicBezTo>
                  <a:cubicBezTo>
                    <a:pt x="129" y="15108"/>
                    <a:pt x="194" y="15140"/>
                    <a:pt x="258" y="15140"/>
                  </a:cubicBezTo>
                  <a:lnTo>
                    <a:pt x="17552" y="15140"/>
                  </a:lnTo>
                  <a:cubicBezTo>
                    <a:pt x="17616" y="15140"/>
                    <a:pt x="17680" y="15108"/>
                    <a:pt x="17744" y="15044"/>
                  </a:cubicBezTo>
                  <a:cubicBezTo>
                    <a:pt x="17777" y="15012"/>
                    <a:pt x="17809" y="14948"/>
                    <a:pt x="17809" y="14851"/>
                  </a:cubicBezTo>
                  <a:lnTo>
                    <a:pt x="17809" y="258"/>
                  </a:lnTo>
                  <a:cubicBezTo>
                    <a:pt x="17809" y="193"/>
                    <a:pt x="17777" y="129"/>
                    <a:pt x="17744" y="65"/>
                  </a:cubicBezTo>
                  <a:cubicBezTo>
                    <a:pt x="17680" y="0"/>
                    <a:pt x="17616" y="0"/>
                    <a:pt x="17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641;p64">
              <a:extLst>
                <a:ext uri="{FF2B5EF4-FFF2-40B4-BE49-F238E27FC236}">
                  <a16:creationId xmlns:a16="http://schemas.microsoft.com/office/drawing/2014/main" id="{7064E7D5-942A-EEA2-BDC1-1735E9148ABB}"/>
                </a:ext>
              </a:extLst>
            </p:cNvPr>
            <p:cNvSpPr/>
            <p:nvPr/>
          </p:nvSpPr>
          <p:spPr>
            <a:xfrm>
              <a:off x="5532100" y="2898075"/>
              <a:ext cx="94050" cy="171200"/>
            </a:xfrm>
            <a:custGeom>
              <a:avLst/>
              <a:gdLst/>
              <a:ahLst/>
              <a:cxnLst/>
              <a:rect l="l" t="t" r="r" b="b"/>
              <a:pathLst>
                <a:path w="3762" h="6848" extrusionOk="0">
                  <a:moveTo>
                    <a:pt x="1865" y="0"/>
                  </a:moveTo>
                  <a:cubicBezTo>
                    <a:pt x="837" y="0"/>
                    <a:pt x="1" y="836"/>
                    <a:pt x="1" y="1897"/>
                  </a:cubicBezTo>
                  <a:cubicBezTo>
                    <a:pt x="1" y="2604"/>
                    <a:pt x="387" y="3215"/>
                    <a:pt x="965" y="3536"/>
                  </a:cubicBezTo>
                  <a:lnTo>
                    <a:pt x="676" y="6847"/>
                  </a:lnTo>
                  <a:lnTo>
                    <a:pt x="3087" y="6847"/>
                  </a:lnTo>
                  <a:lnTo>
                    <a:pt x="2765" y="3536"/>
                  </a:lnTo>
                  <a:cubicBezTo>
                    <a:pt x="3344" y="3215"/>
                    <a:pt x="3762" y="2604"/>
                    <a:pt x="3762" y="1897"/>
                  </a:cubicBezTo>
                  <a:cubicBezTo>
                    <a:pt x="3762" y="836"/>
                    <a:pt x="2926" y="0"/>
                    <a:pt x="18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642;p64">
              <a:extLst>
                <a:ext uri="{FF2B5EF4-FFF2-40B4-BE49-F238E27FC236}">
                  <a16:creationId xmlns:a16="http://schemas.microsoft.com/office/drawing/2014/main" id="{D1C87645-ECBC-277B-B6F4-32D9EC96E271}"/>
                </a:ext>
              </a:extLst>
            </p:cNvPr>
            <p:cNvSpPr/>
            <p:nvPr/>
          </p:nvSpPr>
          <p:spPr>
            <a:xfrm>
              <a:off x="5524875" y="2891650"/>
              <a:ext cx="107700" cy="184850"/>
            </a:xfrm>
            <a:custGeom>
              <a:avLst/>
              <a:gdLst/>
              <a:ahLst/>
              <a:cxnLst/>
              <a:rect l="l" t="t" r="r" b="b"/>
              <a:pathLst>
                <a:path w="4308" h="7394" extrusionOk="0">
                  <a:moveTo>
                    <a:pt x="2154" y="514"/>
                  </a:moveTo>
                  <a:cubicBezTo>
                    <a:pt x="3054" y="514"/>
                    <a:pt x="3762" y="1254"/>
                    <a:pt x="3762" y="2154"/>
                  </a:cubicBezTo>
                  <a:cubicBezTo>
                    <a:pt x="3762" y="2765"/>
                    <a:pt x="3440" y="3279"/>
                    <a:pt x="2926" y="3568"/>
                  </a:cubicBezTo>
                  <a:lnTo>
                    <a:pt x="2765" y="3632"/>
                  </a:lnTo>
                  <a:lnTo>
                    <a:pt x="3086" y="6847"/>
                  </a:lnTo>
                  <a:lnTo>
                    <a:pt x="1254" y="6847"/>
                  </a:lnTo>
                  <a:lnTo>
                    <a:pt x="1544" y="3632"/>
                  </a:lnTo>
                  <a:lnTo>
                    <a:pt x="1383" y="3568"/>
                  </a:lnTo>
                  <a:cubicBezTo>
                    <a:pt x="901" y="3279"/>
                    <a:pt x="547" y="2765"/>
                    <a:pt x="547" y="2154"/>
                  </a:cubicBezTo>
                  <a:cubicBezTo>
                    <a:pt x="547" y="1254"/>
                    <a:pt x="1286" y="514"/>
                    <a:pt x="2154" y="514"/>
                  </a:cubicBezTo>
                  <a:close/>
                  <a:moveTo>
                    <a:pt x="2154" y="0"/>
                  </a:moveTo>
                  <a:cubicBezTo>
                    <a:pt x="965" y="0"/>
                    <a:pt x="1" y="964"/>
                    <a:pt x="1" y="2154"/>
                  </a:cubicBezTo>
                  <a:cubicBezTo>
                    <a:pt x="1" y="2896"/>
                    <a:pt x="412" y="3555"/>
                    <a:pt x="981" y="3931"/>
                  </a:cubicBezTo>
                  <a:lnTo>
                    <a:pt x="981" y="3931"/>
                  </a:lnTo>
                  <a:lnTo>
                    <a:pt x="644" y="7393"/>
                  </a:lnTo>
                  <a:lnTo>
                    <a:pt x="3665" y="7393"/>
                  </a:lnTo>
                  <a:lnTo>
                    <a:pt x="3328" y="3934"/>
                  </a:lnTo>
                  <a:lnTo>
                    <a:pt x="3328" y="3934"/>
                  </a:lnTo>
                  <a:cubicBezTo>
                    <a:pt x="3922" y="3560"/>
                    <a:pt x="4308" y="2898"/>
                    <a:pt x="4308" y="2154"/>
                  </a:cubicBezTo>
                  <a:cubicBezTo>
                    <a:pt x="4308" y="964"/>
                    <a:pt x="3344" y="0"/>
                    <a:pt x="2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643;p64">
              <a:extLst>
                <a:ext uri="{FF2B5EF4-FFF2-40B4-BE49-F238E27FC236}">
                  <a16:creationId xmlns:a16="http://schemas.microsoft.com/office/drawing/2014/main" id="{BE083B7F-F83E-EA72-DC6D-21BAF0483EAD}"/>
                </a:ext>
              </a:extLst>
            </p:cNvPr>
            <p:cNvSpPr/>
            <p:nvPr/>
          </p:nvSpPr>
          <p:spPr>
            <a:xfrm>
              <a:off x="2205975" y="2484200"/>
              <a:ext cx="396200" cy="386575"/>
            </a:xfrm>
            <a:custGeom>
              <a:avLst/>
              <a:gdLst/>
              <a:ahLst/>
              <a:cxnLst/>
              <a:rect l="l" t="t" r="r" b="b"/>
              <a:pathLst>
                <a:path w="15848" h="15463" extrusionOk="0">
                  <a:moveTo>
                    <a:pt x="7940" y="2283"/>
                  </a:moveTo>
                  <a:cubicBezTo>
                    <a:pt x="11058" y="2283"/>
                    <a:pt x="13597" y="4823"/>
                    <a:pt x="13597" y="7941"/>
                  </a:cubicBezTo>
                  <a:lnTo>
                    <a:pt x="13597" y="13212"/>
                  </a:lnTo>
                  <a:lnTo>
                    <a:pt x="2283" y="13212"/>
                  </a:lnTo>
                  <a:lnTo>
                    <a:pt x="2283" y="7941"/>
                  </a:lnTo>
                  <a:cubicBezTo>
                    <a:pt x="2283" y="4823"/>
                    <a:pt x="4822" y="2283"/>
                    <a:pt x="7940" y="2283"/>
                  </a:cubicBezTo>
                  <a:close/>
                  <a:moveTo>
                    <a:pt x="7940" y="1"/>
                  </a:moveTo>
                  <a:cubicBezTo>
                    <a:pt x="3568" y="1"/>
                    <a:pt x="0" y="3569"/>
                    <a:pt x="0" y="7941"/>
                  </a:cubicBezTo>
                  <a:lnTo>
                    <a:pt x="0" y="14337"/>
                  </a:lnTo>
                  <a:cubicBezTo>
                    <a:pt x="0" y="14948"/>
                    <a:pt x="515" y="15462"/>
                    <a:pt x="1158" y="15462"/>
                  </a:cubicBezTo>
                  <a:lnTo>
                    <a:pt x="14722" y="15462"/>
                  </a:lnTo>
                  <a:cubicBezTo>
                    <a:pt x="15333" y="15462"/>
                    <a:pt x="15848" y="14948"/>
                    <a:pt x="15848" y="14337"/>
                  </a:cubicBezTo>
                  <a:lnTo>
                    <a:pt x="15848" y="7941"/>
                  </a:lnTo>
                  <a:cubicBezTo>
                    <a:pt x="15848" y="3569"/>
                    <a:pt x="12312" y="1"/>
                    <a:pt x="79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644;p64">
              <a:extLst>
                <a:ext uri="{FF2B5EF4-FFF2-40B4-BE49-F238E27FC236}">
                  <a16:creationId xmlns:a16="http://schemas.microsoft.com/office/drawing/2014/main" id="{E8F521CC-0543-033F-2C4A-E8A1164A1818}"/>
                </a:ext>
              </a:extLst>
            </p:cNvPr>
            <p:cNvSpPr/>
            <p:nvPr/>
          </p:nvSpPr>
          <p:spPr>
            <a:xfrm>
              <a:off x="2199550" y="2477775"/>
              <a:ext cx="409050" cy="399425"/>
            </a:xfrm>
            <a:custGeom>
              <a:avLst/>
              <a:gdLst/>
              <a:ahLst/>
              <a:cxnLst/>
              <a:rect l="l" t="t" r="r" b="b"/>
              <a:pathLst>
                <a:path w="16362" h="15977" extrusionOk="0">
                  <a:moveTo>
                    <a:pt x="8197" y="2797"/>
                  </a:moveTo>
                  <a:cubicBezTo>
                    <a:pt x="9676" y="2797"/>
                    <a:pt x="11026" y="3408"/>
                    <a:pt x="11990" y="4372"/>
                  </a:cubicBezTo>
                  <a:cubicBezTo>
                    <a:pt x="12986" y="5369"/>
                    <a:pt x="13597" y="6687"/>
                    <a:pt x="13597" y="8198"/>
                  </a:cubicBezTo>
                  <a:lnTo>
                    <a:pt x="13597" y="13180"/>
                  </a:lnTo>
                  <a:lnTo>
                    <a:pt x="2797" y="13180"/>
                  </a:lnTo>
                  <a:lnTo>
                    <a:pt x="2797" y="8198"/>
                  </a:lnTo>
                  <a:cubicBezTo>
                    <a:pt x="2797" y="6687"/>
                    <a:pt x="3407" y="5369"/>
                    <a:pt x="4372" y="4372"/>
                  </a:cubicBezTo>
                  <a:cubicBezTo>
                    <a:pt x="5368" y="3408"/>
                    <a:pt x="6718" y="2797"/>
                    <a:pt x="8197" y="2797"/>
                  </a:cubicBezTo>
                  <a:close/>
                  <a:moveTo>
                    <a:pt x="8197" y="2251"/>
                  </a:moveTo>
                  <a:cubicBezTo>
                    <a:pt x="4918" y="2251"/>
                    <a:pt x="2250" y="4919"/>
                    <a:pt x="2250" y="8198"/>
                  </a:cubicBezTo>
                  <a:lnTo>
                    <a:pt x="2250" y="13469"/>
                  </a:lnTo>
                  <a:cubicBezTo>
                    <a:pt x="2250" y="13534"/>
                    <a:pt x="2282" y="13598"/>
                    <a:pt x="2347" y="13630"/>
                  </a:cubicBezTo>
                  <a:cubicBezTo>
                    <a:pt x="2379" y="13694"/>
                    <a:pt x="2475" y="13726"/>
                    <a:pt x="2540" y="13726"/>
                  </a:cubicBezTo>
                  <a:lnTo>
                    <a:pt x="13854" y="13726"/>
                  </a:lnTo>
                  <a:cubicBezTo>
                    <a:pt x="13919" y="13726"/>
                    <a:pt x="13983" y="13694"/>
                    <a:pt x="14047" y="13630"/>
                  </a:cubicBezTo>
                  <a:cubicBezTo>
                    <a:pt x="14079" y="13598"/>
                    <a:pt x="14112" y="13534"/>
                    <a:pt x="14112" y="13469"/>
                  </a:cubicBezTo>
                  <a:lnTo>
                    <a:pt x="14112" y="8198"/>
                  </a:lnTo>
                  <a:cubicBezTo>
                    <a:pt x="14112" y="4919"/>
                    <a:pt x="11476" y="2251"/>
                    <a:pt x="8197" y="2251"/>
                  </a:cubicBezTo>
                  <a:close/>
                  <a:moveTo>
                    <a:pt x="8197" y="547"/>
                  </a:moveTo>
                  <a:cubicBezTo>
                    <a:pt x="10286" y="547"/>
                    <a:pt x="12215" y="1383"/>
                    <a:pt x="13597" y="2797"/>
                  </a:cubicBezTo>
                  <a:cubicBezTo>
                    <a:pt x="14979" y="4180"/>
                    <a:pt x="15847" y="6076"/>
                    <a:pt x="15847" y="8198"/>
                  </a:cubicBezTo>
                  <a:lnTo>
                    <a:pt x="15847" y="14594"/>
                  </a:lnTo>
                  <a:cubicBezTo>
                    <a:pt x="15847" y="15044"/>
                    <a:pt x="15462" y="15430"/>
                    <a:pt x="14979" y="15430"/>
                  </a:cubicBezTo>
                  <a:lnTo>
                    <a:pt x="1415" y="15430"/>
                  </a:lnTo>
                  <a:cubicBezTo>
                    <a:pt x="932" y="15430"/>
                    <a:pt x="547" y="15044"/>
                    <a:pt x="547" y="14594"/>
                  </a:cubicBezTo>
                  <a:lnTo>
                    <a:pt x="547" y="8198"/>
                  </a:lnTo>
                  <a:cubicBezTo>
                    <a:pt x="547" y="6076"/>
                    <a:pt x="1382" y="4180"/>
                    <a:pt x="2797" y="2797"/>
                  </a:cubicBezTo>
                  <a:cubicBezTo>
                    <a:pt x="4179" y="1383"/>
                    <a:pt x="6075" y="547"/>
                    <a:pt x="8197" y="547"/>
                  </a:cubicBezTo>
                  <a:close/>
                  <a:moveTo>
                    <a:pt x="8197" y="1"/>
                  </a:moveTo>
                  <a:cubicBezTo>
                    <a:pt x="3665" y="1"/>
                    <a:pt x="0" y="3665"/>
                    <a:pt x="0" y="8198"/>
                  </a:cubicBezTo>
                  <a:lnTo>
                    <a:pt x="0" y="14594"/>
                  </a:lnTo>
                  <a:cubicBezTo>
                    <a:pt x="0" y="15366"/>
                    <a:pt x="643" y="15977"/>
                    <a:pt x="1415" y="15977"/>
                  </a:cubicBezTo>
                  <a:lnTo>
                    <a:pt x="14979" y="15977"/>
                  </a:lnTo>
                  <a:cubicBezTo>
                    <a:pt x="15751" y="15977"/>
                    <a:pt x="16362" y="15366"/>
                    <a:pt x="16362" y="14594"/>
                  </a:cubicBezTo>
                  <a:lnTo>
                    <a:pt x="16362" y="8198"/>
                  </a:lnTo>
                  <a:cubicBezTo>
                    <a:pt x="16362" y="3665"/>
                    <a:pt x="12697" y="1"/>
                    <a:pt x="8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645;p64">
              <a:extLst>
                <a:ext uri="{FF2B5EF4-FFF2-40B4-BE49-F238E27FC236}">
                  <a16:creationId xmlns:a16="http://schemas.microsoft.com/office/drawing/2014/main" id="{28B856E9-225A-4B90-CABE-24C199DFDA82}"/>
                </a:ext>
              </a:extLst>
            </p:cNvPr>
            <p:cNvSpPr/>
            <p:nvPr/>
          </p:nvSpPr>
          <p:spPr>
            <a:xfrm>
              <a:off x="2185075" y="2793600"/>
              <a:ext cx="432375" cy="364875"/>
            </a:xfrm>
            <a:custGeom>
              <a:avLst/>
              <a:gdLst/>
              <a:ahLst/>
              <a:cxnLst/>
              <a:rect l="l" t="t" r="r" b="b"/>
              <a:pathLst>
                <a:path w="17295" h="14595" extrusionOk="0">
                  <a:moveTo>
                    <a:pt x="1" y="1"/>
                  </a:moveTo>
                  <a:lnTo>
                    <a:pt x="1" y="14594"/>
                  </a:lnTo>
                  <a:lnTo>
                    <a:pt x="17294" y="14594"/>
                  </a:lnTo>
                  <a:lnTo>
                    <a:pt x="17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646;p64">
              <a:extLst>
                <a:ext uri="{FF2B5EF4-FFF2-40B4-BE49-F238E27FC236}">
                  <a16:creationId xmlns:a16="http://schemas.microsoft.com/office/drawing/2014/main" id="{5296461D-3AF2-9D4E-4C6E-C2B81CE8CBAC}"/>
                </a:ext>
              </a:extLst>
            </p:cNvPr>
            <p:cNvSpPr/>
            <p:nvPr/>
          </p:nvSpPr>
          <p:spPr>
            <a:xfrm>
              <a:off x="2178650" y="2787175"/>
              <a:ext cx="446025" cy="378525"/>
            </a:xfrm>
            <a:custGeom>
              <a:avLst/>
              <a:gdLst/>
              <a:ahLst/>
              <a:cxnLst/>
              <a:rect l="l" t="t" r="r" b="b"/>
              <a:pathLst>
                <a:path w="17841" h="15141" extrusionOk="0">
                  <a:moveTo>
                    <a:pt x="17294" y="515"/>
                  </a:moveTo>
                  <a:lnTo>
                    <a:pt x="17294" y="14594"/>
                  </a:lnTo>
                  <a:lnTo>
                    <a:pt x="547" y="14594"/>
                  </a:lnTo>
                  <a:lnTo>
                    <a:pt x="547" y="515"/>
                  </a:lnTo>
                  <a:close/>
                  <a:moveTo>
                    <a:pt x="258" y="0"/>
                  </a:moveTo>
                  <a:cubicBezTo>
                    <a:pt x="193" y="0"/>
                    <a:pt x="129" y="0"/>
                    <a:pt x="97" y="65"/>
                  </a:cubicBezTo>
                  <a:cubicBezTo>
                    <a:pt x="33" y="129"/>
                    <a:pt x="0" y="193"/>
                    <a:pt x="0" y="258"/>
                  </a:cubicBezTo>
                  <a:lnTo>
                    <a:pt x="0" y="14851"/>
                  </a:lnTo>
                  <a:cubicBezTo>
                    <a:pt x="0" y="14948"/>
                    <a:pt x="33" y="15012"/>
                    <a:pt x="97" y="15044"/>
                  </a:cubicBezTo>
                  <a:cubicBezTo>
                    <a:pt x="129" y="15108"/>
                    <a:pt x="193" y="15140"/>
                    <a:pt x="258" y="15140"/>
                  </a:cubicBezTo>
                  <a:lnTo>
                    <a:pt x="17551" y="15140"/>
                  </a:lnTo>
                  <a:cubicBezTo>
                    <a:pt x="17616" y="15140"/>
                    <a:pt x="17712" y="15108"/>
                    <a:pt x="17744" y="15044"/>
                  </a:cubicBezTo>
                  <a:cubicBezTo>
                    <a:pt x="17808" y="15012"/>
                    <a:pt x="17841" y="14948"/>
                    <a:pt x="17841" y="14851"/>
                  </a:cubicBezTo>
                  <a:lnTo>
                    <a:pt x="17841" y="258"/>
                  </a:lnTo>
                  <a:cubicBezTo>
                    <a:pt x="17841" y="193"/>
                    <a:pt x="17808" y="129"/>
                    <a:pt x="17744" y="65"/>
                  </a:cubicBezTo>
                  <a:cubicBezTo>
                    <a:pt x="17712" y="0"/>
                    <a:pt x="17616" y="0"/>
                    <a:pt x="17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647;p64">
              <a:extLst>
                <a:ext uri="{FF2B5EF4-FFF2-40B4-BE49-F238E27FC236}">
                  <a16:creationId xmlns:a16="http://schemas.microsoft.com/office/drawing/2014/main" id="{FF8C8A8E-45BC-8C3A-DCB5-10BED48D7B58}"/>
                </a:ext>
              </a:extLst>
            </p:cNvPr>
            <p:cNvSpPr/>
            <p:nvPr/>
          </p:nvSpPr>
          <p:spPr>
            <a:xfrm>
              <a:off x="2352225" y="2898075"/>
              <a:ext cx="94050" cy="171200"/>
            </a:xfrm>
            <a:custGeom>
              <a:avLst/>
              <a:gdLst/>
              <a:ahLst/>
              <a:cxnLst/>
              <a:rect l="l" t="t" r="r" b="b"/>
              <a:pathLst>
                <a:path w="3762" h="6848" extrusionOk="0">
                  <a:moveTo>
                    <a:pt x="1897" y="0"/>
                  </a:moveTo>
                  <a:cubicBezTo>
                    <a:pt x="836" y="0"/>
                    <a:pt x="1" y="836"/>
                    <a:pt x="1" y="1897"/>
                  </a:cubicBezTo>
                  <a:cubicBezTo>
                    <a:pt x="1" y="2604"/>
                    <a:pt x="418" y="3215"/>
                    <a:pt x="997" y="3536"/>
                  </a:cubicBezTo>
                  <a:lnTo>
                    <a:pt x="676" y="6847"/>
                  </a:lnTo>
                  <a:lnTo>
                    <a:pt x="3086" y="6847"/>
                  </a:lnTo>
                  <a:lnTo>
                    <a:pt x="2765" y="3536"/>
                  </a:lnTo>
                  <a:cubicBezTo>
                    <a:pt x="3376" y="3215"/>
                    <a:pt x="3761" y="2604"/>
                    <a:pt x="3761" y="1897"/>
                  </a:cubicBezTo>
                  <a:cubicBezTo>
                    <a:pt x="3761" y="836"/>
                    <a:pt x="2926" y="0"/>
                    <a:pt x="18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648;p64">
              <a:extLst>
                <a:ext uri="{FF2B5EF4-FFF2-40B4-BE49-F238E27FC236}">
                  <a16:creationId xmlns:a16="http://schemas.microsoft.com/office/drawing/2014/main" id="{02985F98-CDEE-ACF4-D015-E4902CD211DC}"/>
                </a:ext>
              </a:extLst>
            </p:cNvPr>
            <p:cNvSpPr/>
            <p:nvPr/>
          </p:nvSpPr>
          <p:spPr>
            <a:xfrm>
              <a:off x="2345800" y="2891650"/>
              <a:ext cx="107700" cy="184850"/>
            </a:xfrm>
            <a:custGeom>
              <a:avLst/>
              <a:gdLst/>
              <a:ahLst/>
              <a:cxnLst/>
              <a:rect l="l" t="t" r="r" b="b"/>
              <a:pathLst>
                <a:path w="4308" h="7394" extrusionOk="0">
                  <a:moveTo>
                    <a:pt x="2154" y="514"/>
                  </a:moveTo>
                  <a:cubicBezTo>
                    <a:pt x="3022" y="514"/>
                    <a:pt x="3761" y="1254"/>
                    <a:pt x="3761" y="2154"/>
                  </a:cubicBezTo>
                  <a:cubicBezTo>
                    <a:pt x="3761" y="2765"/>
                    <a:pt x="3408" y="3279"/>
                    <a:pt x="2926" y="3568"/>
                  </a:cubicBezTo>
                  <a:lnTo>
                    <a:pt x="2765" y="3632"/>
                  </a:lnTo>
                  <a:lnTo>
                    <a:pt x="3054" y="6847"/>
                  </a:lnTo>
                  <a:lnTo>
                    <a:pt x="1222" y="6847"/>
                  </a:lnTo>
                  <a:lnTo>
                    <a:pt x="1543" y="3632"/>
                  </a:lnTo>
                  <a:lnTo>
                    <a:pt x="1383" y="3568"/>
                  </a:lnTo>
                  <a:cubicBezTo>
                    <a:pt x="868" y="3279"/>
                    <a:pt x="515" y="2765"/>
                    <a:pt x="515" y="2154"/>
                  </a:cubicBezTo>
                  <a:cubicBezTo>
                    <a:pt x="547" y="1254"/>
                    <a:pt x="1254" y="514"/>
                    <a:pt x="2154" y="514"/>
                  </a:cubicBezTo>
                  <a:close/>
                  <a:moveTo>
                    <a:pt x="2154" y="0"/>
                  </a:moveTo>
                  <a:cubicBezTo>
                    <a:pt x="965" y="0"/>
                    <a:pt x="0" y="964"/>
                    <a:pt x="0" y="2154"/>
                  </a:cubicBezTo>
                  <a:cubicBezTo>
                    <a:pt x="0" y="2898"/>
                    <a:pt x="387" y="3560"/>
                    <a:pt x="980" y="3934"/>
                  </a:cubicBezTo>
                  <a:lnTo>
                    <a:pt x="980" y="3934"/>
                  </a:lnTo>
                  <a:lnTo>
                    <a:pt x="643" y="7393"/>
                  </a:lnTo>
                  <a:lnTo>
                    <a:pt x="3633" y="7393"/>
                  </a:lnTo>
                  <a:lnTo>
                    <a:pt x="3325" y="3916"/>
                  </a:lnTo>
                  <a:lnTo>
                    <a:pt x="3325" y="3916"/>
                  </a:lnTo>
                  <a:cubicBezTo>
                    <a:pt x="3907" y="3539"/>
                    <a:pt x="4308" y="2886"/>
                    <a:pt x="4308" y="2154"/>
                  </a:cubicBezTo>
                  <a:cubicBezTo>
                    <a:pt x="4308" y="964"/>
                    <a:pt x="3343" y="0"/>
                    <a:pt x="2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649;p64">
              <a:extLst>
                <a:ext uri="{FF2B5EF4-FFF2-40B4-BE49-F238E27FC236}">
                  <a16:creationId xmlns:a16="http://schemas.microsoft.com/office/drawing/2014/main" id="{F573951A-3AAD-1112-07A3-91FD0F882E71}"/>
                </a:ext>
              </a:extLst>
            </p:cNvPr>
            <p:cNvSpPr/>
            <p:nvPr/>
          </p:nvSpPr>
          <p:spPr>
            <a:xfrm>
              <a:off x="5929100" y="2603650"/>
              <a:ext cx="129400" cy="472250"/>
            </a:xfrm>
            <a:custGeom>
              <a:avLst/>
              <a:gdLst/>
              <a:ahLst/>
              <a:cxnLst/>
              <a:rect l="l" t="t" r="r" b="b"/>
              <a:pathLst>
                <a:path w="5176" h="18890" extrusionOk="0">
                  <a:moveTo>
                    <a:pt x="4071" y="0"/>
                  </a:moveTo>
                  <a:cubicBezTo>
                    <a:pt x="3836" y="0"/>
                    <a:pt x="3604" y="89"/>
                    <a:pt x="3440" y="270"/>
                  </a:cubicBezTo>
                  <a:cubicBezTo>
                    <a:pt x="1286" y="2520"/>
                    <a:pt x="0" y="5959"/>
                    <a:pt x="32" y="9431"/>
                  </a:cubicBezTo>
                  <a:cubicBezTo>
                    <a:pt x="65" y="12967"/>
                    <a:pt x="1382" y="16406"/>
                    <a:pt x="3633" y="18624"/>
                  </a:cubicBezTo>
                  <a:cubicBezTo>
                    <a:pt x="3809" y="18801"/>
                    <a:pt x="4034" y="18889"/>
                    <a:pt x="4259" y="18889"/>
                  </a:cubicBezTo>
                  <a:cubicBezTo>
                    <a:pt x="4484" y="18889"/>
                    <a:pt x="4709" y="18801"/>
                    <a:pt x="4886" y="18624"/>
                  </a:cubicBezTo>
                  <a:cubicBezTo>
                    <a:pt x="5079" y="18431"/>
                    <a:pt x="5175" y="18206"/>
                    <a:pt x="5175" y="17981"/>
                  </a:cubicBezTo>
                  <a:cubicBezTo>
                    <a:pt x="5143" y="17724"/>
                    <a:pt x="5079" y="17499"/>
                    <a:pt x="4886" y="17338"/>
                  </a:cubicBezTo>
                  <a:cubicBezTo>
                    <a:pt x="2990" y="15442"/>
                    <a:pt x="1865" y="12484"/>
                    <a:pt x="1832" y="9431"/>
                  </a:cubicBezTo>
                  <a:cubicBezTo>
                    <a:pt x="1832" y="6377"/>
                    <a:pt x="2893" y="3452"/>
                    <a:pt x="4725" y="1523"/>
                  </a:cubicBezTo>
                  <a:cubicBezTo>
                    <a:pt x="5079" y="1170"/>
                    <a:pt x="5079" y="591"/>
                    <a:pt x="4693" y="237"/>
                  </a:cubicBezTo>
                  <a:cubicBezTo>
                    <a:pt x="4521" y="81"/>
                    <a:pt x="4295" y="0"/>
                    <a:pt x="40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650;p64">
              <a:extLst>
                <a:ext uri="{FF2B5EF4-FFF2-40B4-BE49-F238E27FC236}">
                  <a16:creationId xmlns:a16="http://schemas.microsoft.com/office/drawing/2014/main" id="{473C546D-5E4D-CFB9-784A-F4275795A528}"/>
                </a:ext>
              </a:extLst>
            </p:cNvPr>
            <p:cNvSpPr/>
            <p:nvPr/>
          </p:nvSpPr>
          <p:spPr>
            <a:xfrm>
              <a:off x="6023125" y="2663900"/>
              <a:ext cx="100475" cy="350100"/>
            </a:xfrm>
            <a:custGeom>
              <a:avLst/>
              <a:gdLst/>
              <a:ahLst/>
              <a:cxnLst/>
              <a:rect l="l" t="t" r="r" b="b"/>
              <a:pathLst>
                <a:path w="4019" h="14004" extrusionOk="0">
                  <a:moveTo>
                    <a:pt x="3009" y="0"/>
                  </a:moveTo>
                  <a:cubicBezTo>
                    <a:pt x="2752" y="0"/>
                    <a:pt x="2497" y="116"/>
                    <a:pt x="2315" y="335"/>
                  </a:cubicBezTo>
                  <a:cubicBezTo>
                    <a:pt x="804" y="2135"/>
                    <a:pt x="0" y="4513"/>
                    <a:pt x="0" y="6989"/>
                  </a:cubicBezTo>
                  <a:cubicBezTo>
                    <a:pt x="32" y="9528"/>
                    <a:pt x="900" y="11875"/>
                    <a:pt x="2443" y="13675"/>
                  </a:cubicBezTo>
                  <a:cubicBezTo>
                    <a:pt x="2621" y="13888"/>
                    <a:pt x="2868" y="14003"/>
                    <a:pt x="3119" y="14003"/>
                  </a:cubicBezTo>
                  <a:cubicBezTo>
                    <a:pt x="3321" y="14003"/>
                    <a:pt x="3525" y="13929"/>
                    <a:pt x="3697" y="13771"/>
                  </a:cubicBezTo>
                  <a:cubicBezTo>
                    <a:pt x="3922" y="13610"/>
                    <a:pt x="4018" y="13353"/>
                    <a:pt x="4018" y="13096"/>
                  </a:cubicBezTo>
                  <a:cubicBezTo>
                    <a:pt x="4018" y="12871"/>
                    <a:pt x="3954" y="12678"/>
                    <a:pt x="3793" y="12517"/>
                  </a:cubicBezTo>
                  <a:cubicBezTo>
                    <a:pt x="2540" y="11039"/>
                    <a:pt x="1832" y="9078"/>
                    <a:pt x="1832" y="6989"/>
                  </a:cubicBezTo>
                  <a:cubicBezTo>
                    <a:pt x="1800" y="4931"/>
                    <a:pt x="2475" y="2971"/>
                    <a:pt x="3697" y="1460"/>
                  </a:cubicBezTo>
                  <a:cubicBezTo>
                    <a:pt x="4018" y="1074"/>
                    <a:pt x="3954" y="528"/>
                    <a:pt x="3568" y="206"/>
                  </a:cubicBezTo>
                  <a:cubicBezTo>
                    <a:pt x="3401" y="67"/>
                    <a:pt x="3205" y="0"/>
                    <a:pt x="3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651;p64">
              <a:extLst>
                <a:ext uri="{FF2B5EF4-FFF2-40B4-BE49-F238E27FC236}">
                  <a16:creationId xmlns:a16="http://schemas.microsoft.com/office/drawing/2014/main" id="{0DFD5429-44B3-BFAA-F2B7-E33832A98E43}"/>
                </a:ext>
              </a:extLst>
            </p:cNvPr>
            <p:cNvSpPr/>
            <p:nvPr/>
          </p:nvSpPr>
          <p:spPr>
            <a:xfrm>
              <a:off x="6109100" y="2725025"/>
              <a:ext cx="81200" cy="228850"/>
            </a:xfrm>
            <a:custGeom>
              <a:avLst/>
              <a:gdLst/>
              <a:ahLst/>
              <a:cxnLst/>
              <a:rect l="l" t="t" r="r" b="b"/>
              <a:pathLst>
                <a:path w="3248" h="9154" extrusionOk="0">
                  <a:moveTo>
                    <a:pt x="2175" y="1"/>
                  </a:moveTo>
                  <a:cubicBezTo>
                    <a:pt x="1908" y="1"/>
                    <a:pt x="1646" y="124"/>
                    <a:pt x="1479" y="365"/>
                  </a:cubicBezTo>
                  <a:cubicBezTo>
                    <a:pt x="515" y="1586"/>
                    <a:pt x="1" y="3033"/>
                    <a:pt x="1" y="4544"/>
                  </a:cubicBezTo>
                  <a:cubicBezTo>
                    <a:pt x="33" y="6087"/>
                    <a:pt x="579" y="7565"/>
                    <a:pt x="1640" y="8819"/>
                  </a:cubicBezTo>
                  <a:cubicBezTo>
                    <a:pt x="1822" y="9038"/>
                    <a:pt x="2088" y="9153"/>
                    <a:pt x="2354" y="9153"/>
                  </a:cubicBezTo>
                  <a:cubicBezTo>
                    <a:pt x="2556" y="9153"/>
                    <a:pt x="2759" y="9086"/>
                    <a:pt x="2926" y="8947"/>
                  </a:cubicBezTo>
                  <a:cubicBezTo>
                    <a:pt x="3119" y="8755"/>
                    <a:pt x="3247" y="8497"/>
                    <a:pt x="3247" y="8240"/>
                  </a:cubicBezTo>
                  <a:cubicBezTo>
                    <a:pt x="3247" y="8047"/>
                    <a:pt x="3151" y="7822"/>
                    <a:pt x="3022" y="7662"/>
                  </a:cubicBezTo>
                  <a:cubicBezTo>
                    <a:pt x="2251" y="6729"/>
                    <a:pt x="1833" y="5637"/>
                    <a:pt x="1833" y="4511"/>
                  </a:cubicBezTo>
                  <a:cubicBezTo>
                    <a:pt x="1801" y="3419"/>
                    <a:pt x="2186" y="2390"/>
                    <a:pt x="2894" y="1458"/>
                  </a:cubicBezTo>
                  <a:cubicBezTo>
                    <a:pt x="3215" y="1072"/>
                    <a:pt x="3151" y="493"/>
                    <a:pt x="2733" y="204"/>
                  </a:cubicBezTo>
                  <a:cubicBezTo>
                    <a:pt x="2569" y="68"/>
                    <a:pt x="2371" y="1"/>
                    <a:pt x="21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652;p64">
              <a:extLst>
                <a:ext uri="{FF2B5EF4-FFF2-40B4-BE49-F238E27FC236}">
                  <a16:creationId xmlns:a16="http://schemas.microsoft.com/office/drawing/2014/main" id="{1AB47053-9476-994A-3A39-78700CF0AC17}"/>
                </a:ext>
              </a:extLst>
            </p:cNvPr>
            <p:cNvSpPr/>
            <p:nvPr/>
          </p:nvSpPr>
          <p:spPr>
            <a:xfrm>
              <a:off x="1945600" y="2603650"/>
              <a:ext cx="128600" cy="472250"/>
            </a:xfrm>
            <a:custGeom>
              <a:avLst/>
              <a:gdLst/>
              <a:ahLst/>
              <a:cxnLst/>
              <a:rect l="l" t="t" r="r" b="b"/>
              <a:pathLst>
                <a:path w="5144" h="18890" extrusionOk="0">
                  <a:moveTo>
                    <a:pt x="1077" y="0"/>
                  </a:moveTo>
                  <a:cubicBezTo>
                    <a:pt x="849" y="0"/>
                    <a:pt x="623" y="81"/>
                    <a:pt x="451" y="237"/>
                  </a:cubicBezTo>
                  <a:cubicBezTo>
                    <a:pt x="97" y="591"/>
                    <a:pt x="97" y="1170"/>
                    <a:pt x="418" y="1523"/>
                  </a:cubicBezTo>
                  <a:cubicBezTo>
                    <a:pt x="2251" y="3452"/>
                    <a:pt x="3344" y="6377"/>
                    <a:pt x="3311" y="9431"/>
                  </a:cubicBezTo>
                  <a:cubicBezTo>
                    <a:pt x="3311" y="12484"/>
                    <a:pt x="2154" y="15442"/>
                    <a:pt x="258" y="17338"/>
                  </a:cubicBezTo>
                  <a:cubicBezTo>
                    <a:pt x="97" y="17499"/>
                    <a:pt x="1" y="17724"/>
                    <a:pt x="1" y="17981"/>
                  </a:cubicBezTo>
                  <a:cubicBezTo>
                    <a:pt x="1" y="18206"/>
                    <a:pt x="97" y="18431"/>
                    <a:pt x="258" y="18624"/>
                  </a:cubicBezTo>
                  <a:cubicBezTo>
                    <a:pt x="434" y="18801"/>
                    <a:pt x="668" y="18889"/>
                    <a:pt x="901" y="18889"/>
                  </a:cubicBezTo>
                  <a:cubicBezTo>
                    <a:pt x="1134" y="18889"/>
                    <a:pt x="1367" y="18801"/>
                    <a:pt x="1543" y="18624"/>
                  </a:cubicBezTo>
                  <a:cubicBezTo>
                    <a:pt x="3761" y="16406"/>
                    <a:pt x="5111" y="12967"/>
                    <a:pt x="5144" y="9431"/>
                  </a:cubicBezTo>
                  <a:cubicBezTo>
                    <a:pt x="5144" y="5959"/>
                    <a:pt x="3890" y="2520"/>
                    <a:pt x="1736" y="270"/>
                  </a:cubicBezTo>
                  <a:cubicBezTo>
                    <a:pt x="1555" y="89"/>
                    <a:pt x="1315" y="0"/>
                    <a:pt x="10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653;p64">
              <a:extLst>
                <a:ext uri="{FF2B5EF4-FFF2-40B4-BE49-F238E27FC236}">
                  <a16:creationId xmlns:a16="http://schemas.microsoft.com/office/drawing/2014/main" id="{2B379382-F4A8-E8BF-9DA1-8A8675B776F6}"/>
                </a:ext>
              </a:extLst>
            </p:cNvPr>
            <p:cNvSpPr/>
            <p:nvPr/>
          </p:nvSpPr>
          <p:spPr>
            <a:xfrm>
              <a:off x="1879700" y="2663900"/>
              <a:ext cx="101275" cy="350100"/>
            </a:xfrm>
            <a:custGeom>
              <a:avLst/>
              <a:gdLst/>
              <a:ahLst/>
              <a:cxnLst/>
              <a:rect l="l" t="t" r="r" b="b"/>
              <a:pathLst>
                <a:path w="4051" h="14004" extrusionOk="0">
                  <a:moveTo>
                    <a:pt x="1023" y="0"/>
                  </a:moveTo>
                  <a:cubicBezTo>
                    <a:pt x="820" y="0"/>
                    <a:pt x="617" y="67"/>
                    <a:pt x="451" y="206"/>
                  </a:cubicBezTo>
                  <a:cubicBezTo>
                    <a:pt x="65" y="528"/>
                    <a:pt x="33" y="1074"/>
                    <a:pt x="322" y="1460"/>
                  </a:cubicBezTo>
                  <a:cubicBezTo>
                    <a:pt x="1576" y="2971"/>
                    <a:pt x="2219" y="4931"/>
                    <a:pt x="2219" y="6989"/>
                  </a:cubicBezTo>
                  <a:cubicBezTo>
                    <a:pt x="2187" y="9078"/>
                    <a:pt x="1511" y="11039"/>
                    <a:pt x="226" y="12517"/>
                  </a:cubicBezTo>
                  <a:cubicBezTo>
                    <a:pt x="97" y="12678"/>
                    <a:pt x="33" y="12871"/>
                    <a:pt x="1" y="13096"/>
                  </a:cubicBezTo>
                  <a:cubicBezTo>
                    <a:pt x="1" y="13353"/>
                    <a:pt x="129" y="13610"/>
                    <a:pt x="322" y="13771"/>
                  </a:cubicBezTo>
                  <a:cubicBezTo>
                    <a:pt x="494" y="13929"/>
                    <a:pt x="705" y="14003"/>
                    <a:pt x="913" y="14003"/>
                  </a:cubicBezTo>
                  <a:cubicBezTo>
                    <a:pt x="1173" y="14003"/>
                    <a:pt x="1430" y="13888"/>
                    <a:pt x="1608" y="13675"/>
                  </a:cubicBezTo>
                  <a:cubicBezTo>
                    <a:pt x="3151" y="11875"/>
                    <a:pt x="4019" y="9528"/>
                    <a:pt x="4019" y="6989"/>
                  </a:cubicBezTo>
                  <a:cubicBezTo>
                    <a:pt x="4051" y="4513"/>
                    <a:pt x="3215" y="2135"/>
                    <a:pt x="1737" y="335"/>
                  </a:cubicBezTo>
                  <a:cubicBezTo>
                    <a:pt x="1554" y="116"/>
                    <a:pt x="1289" y="0"/>
                    <a:pt x="10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654;p64">
              <a:extLst>
                <a:ext uri="{FF2B5EF4-FFF2-40B4-BE49-F238E27FC236}">
                  <a16:creationId xmlns:a16="http://schemas.microsoft.com/office/drawing/2014/main" id="{5D266C1E-D9A2-F174-7E59-CCE0CD1AFFE7}"/>
                </a:ext>
              </a:extLst>
            </p:cNvPr>
            <p:cNvSpPr/>
            <p:nvPr/>
          </p:nvSpPr>
          <p:spPr>
            <a:xfrm>
              <a:off x="1813800" y="2725025"/>
              <a:ext cx="81200" cy="228850"/>
            </a:xfrm>
            <a:custGeom>
              <a:avLst/>
              <a:gdLst/>
              <a:ahLst/>
              <a:cxnLst/>
              <a:rect l="l" t="t" r="r" b="b"/>
              <a:pathLst>
                <a:path w="3248" h="9154" extrusionOk="0">
                  <a:moveTo>
                    <a:pt x="1057" y="1"/>
                  </a:moveTo>
                  <a:cubicBezTo>
                    <a:pt x="861" y="1"/>
                    <a:pt x="660" y="68"/>
                    <a:pt x="483" y="204"/>
                  </a:cubicBezTo>
                  <a:cubicBezTo>
                    <a:pt x="97" y="493"/>
                    <a:pt x="33" y="1072"/>
                    <a:pt x="322" y="1458"/>
                  </a:cubicBezTo>
                  <a:cubicBezTo>
                    <a:pt x="1062" y="2390"/>
                    <a:pt x="1415" y="3419"/>
                    <a:pt x="1415" y="4511"/>
                  </a:cubicBezTo>
                  <a:cubicBezTo>
                    <a:pt x="1415" y="5637"/>
                    <a:pt x="997" y="6729"/>
                    <a:pt x="194" y="7662"/>
                  </a:cubicBezTo>
                  <a:cubicBezTo>
                    <a:pt x="65" y="7822"/>
                    <a:pt x="1" y="8047"/>
                    <a:pt x="1" y="8240"/>
                  </a:cubicBezTo>
                  <a:cubicBezTo>
                    <a:pt x="1" y="8497"/>
                    <a:pt x="97" y="8755"/>
                    <a:pt x="322" y="8947"/>
                  </a:cubicBezTo>
                  <a:cubicBezTo>
                    <a:pt x="489" y="9086"/>
                    <a:pt x="692" y="9153"/>
                    <a:pt x="894" y="9153"/>
                  </a:cubicBezTo>
                  <a:cubicBezTo>
                    <a:pt x="1160" y="9153"/>
                    <a:pt x="1426" y="9038"/>
                    <a:pt x="1608" y="8819"/>
                  </a:cubicBezTo>
                  <a:cubicBezTo>
                    <a:pt x="2637" y="7565"/>
                    <a:pt x="3215" y="6087"/>
                    <a:pt x="3215" y="4544"/>
                  </a:cubicBezTo>
                  <a:cubicBezTo>
                    <a:pt x="3247" y="3033"/>
                    <a:pt x="2733" y="1586"/>
                    <a:pt x="1769" y="365"/>
                  </a:cubicBezTo>
                  <a:cubicBezTo>
                    <a:pt x="1584" y="124"/>
                    <a:pt x="1324" y="1"/>
                    <a:pt x="10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655;p64">
              <a:extLst>
                <a:ext uri="{FF2B5EF4-FFF2-40B4-BE49-F238E27FC236}">
                  <a16:creationId xmlns:a16="http://schemas.microsoft.com/office/drawing/2014/main" id="{6C4A12E5-12AB-10C3-0319-E6500E21E3FA}"/>
                </a:ext>
              </a:extLst>
            </p:cNvPr>
            <p:cNvSpPr/>
            <p:nvPr/>
          </p:nvSpPr>
          <p:spPr>
            <a:xfrm>
              <a:off x="3763375" y="496075"/>
              <a:ext cx="476550" cy="127800"/>
            </a:xfrm>
            <a:custGeom>
              <a:avLst/>
              <a:gdLst/>
              <a:ahLst/>
              <a:cxnLst/>
              <a:rect l="l" t="t" r="r" b="b"/>
              <a:pathLst>
                <a:path w="19062" h="5112" extrusionOk="0">
                  <a:moveTo>
                    <a:pt x="997" y="0"/>
                  </a:moveTo>
                  <a:cubicBezTo>
                    <a:pt x="772" y="0"/>
                    <a:pt x="547" y="65"/>
                    <a:pt x="354" y="258"/>
                  </a:cubicBezTo>
                  <a:cubicBezTo>
                    <a:pt x="0" y="611"/>
                    <a:pt x="0" y="1190"/>
                    <a:pt x="354" y="1543"/>
                  </a:cubicBezTo>
                  <a:cubicBezTo>
                    <a:pt x="2572" y="3761"/>
                    <a:pt x="6011" y="5111"/>
                    <a:pt x="9547" y="5111"/>
                  </a:cubicBezTo>
                  <a:cubicBezTo>
                    <a:pt x="9590" y="5112"/>
                    <a:pt x="9634" y="5112"/>
                    <a:pt x="9677" y="5112"/>
                  </a:cubicBezTo>
                  <a:cubicBezTo>
                    <a:pt x="13105" y="5112"/>
                    <a:pt x="16486" y="3863"/>
                    <a:pt x="18708" y="1736"/>
                  </a:cubicBezTo>
                  <a:cubicBezTo>
                    <a:pt x="19062" y="1383"/>
                    <a:pt x="19062" y="804"/>
                    <a:pt x="18740" y="450"/>
                  </a:cubicBezTo>
                  <a:cubicBezTo>
                    <a:pt x="18555" y="266"/>
                    <a:pt x="18309" y="169"/>
                    <a:pt x="18066" y="169"/>
                  </a:cubicBezTo>
                  <a:cubicBezTo>
                    <a:pt x="17843" y="169"/>
                    <a:pt x="17623" y="249"/>
                    <a:pt x="17455" y="418"/>
                  </a:cubicBezTo>
                  <a:cubicBezTo>
                    <a:pt x="15553" y="2224"/>
                    <a:pt x="12684" y="3312"/>
                    <a:pt x="9678" y="3312"/>
                  </a:cubicBezTo>
                  <a:cubicBezTo>
                    <a:pt x="9634" y="3312"/>
                    <a:pt x="9591" y="3312"/>
                    <a:pt x="9547" y="3311"/>
                  </a:cubicBezTo>
                  <a:cubicBezTo>
                    <a:pt x="6493" y="3279"/>
                    <a:pt x="3536" y="2154"/>
                    <a:pt x="1639" y="258"/>
                  </a:cubicBezTo>
                  <a:cubicBezTo>
                    <a:pt x="1479" y="65"/>
                    <a:pt x="1254" y="0"/>
                    <a:pt x="9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656;p64">
              <a:extLst>
                <a:ext uri="{FF2B5EF4-FFF2-40B4-BE49-F238E27FC236}">
                  <a16:creationId xmlns:a16="http://schemas.microsoft.com/office/drawing/2014/main" id="{56E2ED3A-33D0-23FE-42DD-BDBBFE9DCBE8}"/>
                </a:ext>
              </a:extLst>
            </p:cNvPr>
            <p:cNvSpPr/>
            <p:nvPr/>
          </p:nvSpPr>
          <p:spPr>
            <a:xfrm>
              <a:off x="3824450" y="430175"/>
              <a:ext cx="356025" cy="100475"/>
            </a:xfrm>
            <a:custGeom>
              <a:avLst/>
              <a:gdLst/>
              <a:ahLst/>
              <a:cxnLst/>
              <a:rect l="l" t="t" r="r" b="b"/>
              <a:pathLst>
                <a:path w="14241" h="4019" extrusionOk="0">
                  <a:moveTo>
                    <a:pt x="1029" y="1"/>
                  </a:moveTo>
                  <a:cubicBezTo>
                    <a:pt x="772" y="1"/>
                    <a:pt x="514" y="97"/>
                    <a:pt x="354" y="322"/>
                  </a:cubicBezTo>
                  <a:cubicBezTo>
                    <a:pt x="0" y="708"/>
                    <a:pt x="64" y="1286"/>
                    <a:pt x="450" y="1608"/>
                  </a:cubicBezTo>
                  <a:cubicBezTo>
                    <a:pt x="2250" y="3151"/>
                    <a:pt x="4597" y="3986"/>
                    <a:pt x="7136" y="4019"/>
                  </a:cubicBezTo>
                  <a:cubicBezTo>
                    <a:pt x="9611" y="4019"/>
                    <a:pt x="11990" y="3215"/>
                    <a:pt x="13790" y="1736"/>
                  </a:cubicBezTo>
                  <a:cubicBezTo>
                    <a:pt x="14176" y="1415"/>
                    <a:pt x="14240" y="836"/>
                    <a:pt x="13919" y="451"/>
                  </a:cubicBezTo>
                  <a:cubicBezTo>
                    <a:pt x="13736" y="232"/>
                    <a:pt x="13481" y="116"/>
                    <a:pt x="13224" y="116"/>
                  </a:cubicBezTo>
                  <a:cubicBezTo>
                    <a:pt x="13028" y="116"/>
                    <a:pt x="12832" y="183"/>
                    <a:pt x="12665" y="322"/>
                  </a:cubicBezTo>
                  <a:cubicBezTo>
                    <a:pt x="11154" y="1543"/>
                    <a:pt x="9193" y="2219"/>
                    <a:pt x="7136" y="2219"/>
                  </a:cubicBezTo>
                  <a:cubicBezTo>
                    <a:pt x="5047" y="2186"/>
                    <a:pt x="3086" y="1479"/>
                    <a:pt x="1607" y="226"/>
                  </a:cubicBezTo>
                  <a:cubicBezTo>
                    <a:pt x="1447" y="65"/>
                    <a:pt x="1254" y="1"/>
                    <a:pt x="10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657;p64">
              <a:extLst>
                <a:ext uri="{FF2B5EF4-FFF2-40B4-BE49-F238E27FC236}">
                  <a16:creationId xmlns:a16="http://schemas.microsoft.com/office/drawing/2014/main" id="{E7FBE4AE-9A31-708C-7FF6-88BF198E445D}"/>
                </a:ext>
              </a:extLst>
            </p:cNvPr>
            <p:cNvSpPr/>
            <p:nvPr/>
          </p:nvSpPr>
          <p:spPr>
            <a:xfrm>
              <a:off x="3884700" y="363475"/>
              <a:ext cx="234700" cy="81200"/>
            </a:xfrm>
            <a:custGeom>
              <a:avLst/>
              <a:gdLst/>
              <a:ahLst/>
              <a:cxnLst/>
              <a:rect l="l" t="t" r="r" b="b"/>
              <a:pathLst>
                <a:path w="9388" h="3248" extrusionOk="0">
                  <a:moveTo>
                    <a:pt x="1030" y="1"/>
                  </a:moveTo>
                  <a:cubicBezTo>
                    <a:pt x="772" y="1"/>
                    <a:pt x="515" y="129"/>
                    <a:pt x="322" y="322"/>
                  </a:cubicBezTo>
                  <a:cubicBezTo>
                    <a:pt x="1" y="708"/>
                    <a:pt x="65" y="1286"/>
                    <a:pt x="451" y="1608"/>
                  </a:cubicBezTo>
                  <a:cubicBezTo>
                    <a:pt x="1705" y="2669"/>
                    <a:pt x="3183" y="3247"/>
                    <a:pt x="4726" y="3247"/>
                  </a:cubicBezTo>
                  <a:cubicBezTo>
                    <a:pt x="6237" y="3247"/>
                    <a:pt x="7683" y="2733"/>
                    <a:pt x="8905" y="1768"/>
                  </a:cubicBezTo>
                  <a:cubicBezTo>
                    <a:pt x="9323" y="1479"/>
                    <a:pt x="9387" y="901"/>
                    <a:pt x="9066" y="515"/>
                  </a:cubicBezTo>
                  <a:cubicBezTo>
                    <a:pt x="8895" y="287"/>
                    <a:pt x="8624" y="161"/>
                    <a:pt x="8351" y="161"/>
                  </a:cubicBezTo>
                  <a:cubicBezTo>
                    <a:pt x="8161" y="161"/>
                    <a:pt x="7970" y="222"/>
                    <a:pt x="7812" y="354"/>
                  </a:cubicBezTo>
                  <a:cubicBezTo>
                    <a:pt x="6880" y="1061"/>
                    <a:pt x="5851" y="1447"/>
                    <a:pt x="4758" y="1447"/>
                  </a:cubicBezTo>
                  <a:cubicBezTo>
                    <a:pt x="3633" y="1415"/>
                    <a:pt x="2540" y="997"/>
                    <a:pt x="1608" y="226"/>
                  </a:cubicBezTo>
                  <a:cubicBezTo>
                    <a:pt x="1447" y="97"/>
                    <a:pt x="1222" y="33"/>
                    <a:pt x="10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658;p64">
              <a:extLst>
                <a:ext uri="{FF2B5EF4-FFF2-40B4-BE49-F238E27FC236}">
                  <a16:creationId xmlns:a16="http://schemas.microsoft.com/office/drawing/2014/main" id="{0B02A4B8-91B6-43F3-3907-F2BCB0D46D94}"/>
                </a:ext>
              </a:extLst>
            </p:cNvPr>
            <p:cNvSpPr/>
            <p:nvPr/>
          </p:nvSpPr>
          <p:spPr>
            <a:xfrm>
              <a:off x="1808175" y="3778825"/>
              <a:ext cx="4317825" cy="1350100"/>
            </a:xfrm>
            <a:custGeom>
              <a:avLst/>
              <a:gdLst/>
              <a:ahLst/>
              <a:cxnLst/>
              <a:rect l="l" t="t" r="r" b="b"/>
              <a:pathLst>
                <a:path w="172713" h="54004" extrusionOk="0">
                  <a:moveTo>
                    <a:pt x="86341" y="1"/>
                  </a:moveTo>
                  <a:cubicBezTo>
                    <a:pt x="38671" y="1"/>
                    <a:pt x="1" y="12087"/>
                    <a:pt x="1" y="27002"/>
                  </a:cubicBezTo>
                  <a:cubicBezTo>
                    <a:pt x="1" y="41917"/>
                    <a:pt x="38671" y="54003"/>
                    <a:pt x="86341" y="54003"/>
                  </a:cubicBezTo>
                  <a:cubicBezTo>
                    <a:pt x="134043" y="54003"/>
                    <a:pt x="172713" y="41917"/>
                    <a:pt x="172713" y="27002"/>
                  </a:cubicBezTo>
                  <a:cubicBezTo>
                    <a:pt x="172713" y="12087"/>
                    <a:pt x="134043" y="1"/>
                    <a:pt x="863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659;p64">
              <a:extLst>
                <a:ext uri="{FF2B5EF4-FFF2-40B4-BE49-F238E27FC236}">
                  <a16:creationId xmlns:a16="http://schemas.microsoft.com/office/drawing/2014/main" id="{6DFB61E4-C23E-B24C-45F2-9E5ED54807AB}"/>
                </a:ext>
              </a:extLst>
            </p:cNvPr>
            <p:cNvSpPr/>
            <p:nvPr/>
          </p:nvSpPr>
          <p:spPr>
            <a:xfrm>
              <a:off x="1808175" y="3778825"/>
              <a:ext cx="4317825" cy="1350100"/>
            </a:xfrm>
            <a:custGeom>
              <a:avLst/>
              <a:gdLst/>
              <a:ahLst/>
              <a:cxnLst/>
              <a:rect l="l" t="t" r="r" b="b"/>
              <a:pathLst>
                <a:path w="172713" h="54004" extrusionOk="0">
                  <a:moveTo>
                    <a:pt x="86341" y="1"/>
                  </a:moveTo>
                  <a:cubicBezTo>
                    <a:pt x="38671" y="1"/>
                    <a:pt x="1" y="12087"/>
                    <a:pt x="1" y="27002"/>
                  </a:cubicBezTo>
                  <a:cubicBezTo>
                    <a:pt x="1" y="41917"/>
                    <a:pt x="38671" y="54003"/>
                    <a:pt x="86341" y="54003"/>
                  </a:cubicBezTo>
                  <a:cubicBezTo>
                    <a:pt x="134043" y="54003"/>
                    <a:pt x="172713" y="41917"/>
                    <a:pt x="172713" y="27002"/>
                  </a:cubicBezTo>
                  <a:cubicBezTo>
                    <a:pt x="172713" y="12087"/>
                    <a:pt x="134043" y="1"/>
                    <a:pt x="863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60;p64">
              <a:extLst>
                <a:ext uri="{FF2B5EF4-FFF2-40B4-BE49-F238E27FC236}">
                  <a16:creationId xmlns:a16="http://schemas.microsoft.com/office/drawing/2014/main" id="{BEFAC4F6-D258-994C-7608-4B52F8FEE160}"/>
                </a:ext>
              </a:extLst>
            </p:cNvPr>
            <p:cNvSpPr/>
            <p:nvPr/>
          </p:nvSpPr>
          <p:spPr>
            <a:xfrm>
              <a:off x="2021950" y="3784450"/>
              <a:ext cx="3933700" cy="1195000"/>
            </a:xfrm>
            <a:custGeom>
              <a:avLst/>
              <a:gdLst/>
              <a:ahLst/>
              <a:cxnLst/>
              <a:rect l="l" t="t" r="r" b="b"/>
              <a:pathLst>
                <a:path w="157348" h="47800" extrusionOk="0">
                  <a:moveTo>
                    <a:pt x="78658" y="1"/>
                  </a:moveTo>
                  <a:cubicBezTo>
                    <a:pt x="35230" y="1"/>
                    <a:pt x="0" y="10705"/>
                    <a:pt x="0" y="23916"/>
                  </a:cubicBezTo>
                  <a:cubicBezTo>
                    <a:pt x="0" y="37095"/>
                    <a:pt x="35230" y="47800"/>
                    <a:pt x="78658" y="47800"/>
                  </a:cubicBezTo>
                  <a:cubicBezTo>
                    <a:pt x="122117" y="47800"/>
                    <a:pt x="157347" y="37095"/>
                    <a:pt x="157347" y="23916"/>
                  </a:cubicBezTo>
                  <a:cubicBezTo>
                    <a:pt x="157347" y="10705"/>
                    <a:pt x="122117" y="1"/>
                    <a:pt x="78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661;p64">
              <a:extLst>
                <a:ext uri="{FF2B5EF4-FFF2-40B4-BE49-F238E27FC236}">
                  <a16:creationId xmlns:a16="http://schemas.microsoft.com/office/drawing/2014/main" id="{90875264-FC9D-8CE5-F48E-383EF0A64044}"/>
                </a:ext>
              </a:extLst>
            </p:cNvPr>
            <p:cNvSpPr/>
            <p:nvPr/>
          </p:nvSpPr>
          <p:spPr>
            <a:xfrm>
              <a:off x="2014700" y="3778025"/>
              <a:ext cx="3948175" cy="1207850"/>
            </a:xfrm>
            <a:custGeom>
              <a:avLst/>
              <a:gdLst/>
              <a:ahLst/>
              <a:cxnLst/>
              <a:rect l="l" t="t" r="r" b="b"/>
              <a:pathLst>
                <a:path w="157927" h="48314" extrusionOk="0">
                  <a:moveTo>
                    <a:pt x="78948" y="515"/>
                  </a:moveTo>
                  <a:cubicBezTo>
                    <a:pt x="100677" y="515"/>
                    <a:pt x="120317" y="3183"/>
                    <a:pt x="134525" y="7522"/>
                  </a:cubicBezTo>
                  <a:cubicBezTo>
                    <a:pt x="141629" y="9676"/>
                    <a:pt x="147351" y="12248"/>
                    <a:pt x="151305" y="15076"/>
                  </a:cubicBezTo>
                  <a:cubicBezTo>
                    <a:pt x="153298" y="16491"/>
                    <a:pt x="154808" y="17969"/>
                    <a:pt x="155837" y="19480"/>
                  </a:cubicBezTo>
                  <a:cubicBezTo>
                    <a:pt x="156866" y="21023"/>
                    <a:pt x="157380" y="22566"/>
                    <a:pt x="157380" y="24173"/>
                  </a:cubicBezTo>
                  <a:cubicBezTo>
                    <a:pt x="157380" y="25748"/>
                    <a:pt x="156866" y="27291"/>
                    <a:pt x="155837" y="28834"/>
                  </a:cubicBezTo>
                  <a:cubicBezTo>
                    <a:pt x="154037" y="31502"/>
                    <a:pt x="150726" y="34009"/>
                    <a:pt x="146129" y="36324"/>
                  </a:cubicBezTo>
                  <a:cubicBezTo>
                    <a:pt x="132404" y="43171"/>
                    <a:pt x="107460" y="47799"/>
                    <a:pt x="78948" y="47799"/>
                  </a:cubicBezTo>
                  <a:cubicBezTo>
                    <a:pt x="57250" y="47799"/>
                    <a:pt x="37610" y="45131"/>
                    <a:pt x="23402" y="40792"/>
                  </a:cubicBezTo>
                  <a:cubicBezTo>
                    <a:pt x="16298" y="38638"/>
                    <a:pt x="10544" y="36067"/>
                    <a:pt x="6623" y="33238"/>
                  </a:cubicBezTo>
                  <a:cubicBezTo>
                    <a:pt x="4630" y="31824"/>
                    <a:pt x="3119" y="30345"/>
                    <a:pt x="2090" y="28834"/>
                  </a:cubicBezTo>
                  <a:cubicBezTo>
                    <a:pt x="1062" y="27291"/>
                    <a:pt x="547" y="25748"/>
                    <a:pt x="547" y="24173"/>
                  </a:cubicBezTo>
                  <a:cubicBezTo>
                    <a:pt x="547" y="22566"/>
                    <a:pt x="1062" y="21023"/>
                    <a:pt x="2090" y="19480"/>
                  </a:cubicBezTo>
                  <a:cubicBezTo>
                    <a:pt x="3890" y="16812"/>
                    <a:pt x="7201" y="14305"/>
                    <a:pt x="11798" y="11990"/>
                  </a:cubicBezTo>
                  <a:cubicBezTo>
                    <a:pt x="25524" y="5144"/>
                    <a:pt x="50468" y="515"/>
                    <a:pt x="78948" y="515"/>
                  </a:cubicBezTo>
                  <a:close/>
                  <a:moveTo>
                    <a:pt x="78948" y="1"/>
                  </a:moveTo>
                  <a:cubicBezTo>
                    <a:pt x="57218" y="1"/>
                    <a:pt x="37513" y="2669"/>
                    <a:pt x="23241" y="7008"/>
                  </a:cubicBezTo>
                  <a:cubicBezTo>
                    <a:pt x="16105" y="9162"/>
                    <a:pt x="10319" y="11765"/>
                    <a:pt x="6301" y="14626"/>
                  </a:cubicBezTo>
                  <a:cubicBezTo>
                    <a:pt x="4308" y="16073"/>
                    <a:pt x="2733" y="17584"/>
                    <a:pt x="1640" y="19191"/>
                  </a:cubicBezTo>
                  <a:cubicBezTo>
                    <a:pt x="580" y="20766"/>
                    <a:pt x="1" y="22437"/>
                    <a:pt x="1" y="24173"/>
                  </a:cubicBezTo>
                  <a:cubicBezTo>
                    <a:pt x="1" y="25877"/>
                    <a:pt x="580" y="27548"/>
                    <a:pt x="1640" y="29123"/>
                  </a:cubicBezTo>
                  <a:cubicBezTo>
                    <a:pt x="3537" y="31920"/>
                    <a:pt x="6912" y="34492"/>
                    <a:pt x="11541" y="36774"/>
                  </a:cubicBezTo>
                  <a:cubicBezTo>
                    <a:pt x="25427" y="43717"/>
                    <a:pt x="50403" y="48314"/>
                    <a:pt x="78948" y="48314"/>
                  </a:cubicBezTo>
                  <a:cubicBezTo>
                    <a:pt x="100709" y="48314"/>
                    <a:pt x="120414" y="45646"/>
                    <a:pt x="134686" y="41306"/>
                  </a:cubicBezTo>
                  <a:cubicBezTo>
                    <a:pt x="141822" y="39153"/>
                    <a:pt x="147608" y="36549"/>
                    <a:pt x="151626" y="33688"/>
                  </a:cubicBezTo>
                  <a:cubicBezTo>
                    <a:pt x="153619" y="32241"/>
                    <a:pt x="155194" y="30731"/>
                    <a:pt x="156287" y="29123"/>
                  </a:cubicBezTo>
                  <a:cubicBezTo>
                    <a:pt x="157348" y="27548"/>
                    <a:pt x="157926" y="25877"/>
                    <a:pt x="157926" y="24173"/>
                  </a:cubicBezTo>
                  <a:cubicBezTo>
                    <a:pt x="157926" y="22437"/>
                    <a:pt x="157348" y="20766"/>
                    <a:pt x="156287" y="19191"/>
                  </a:cubicBezTo>
                  <a:cubicBezTo>
                    <a:pt x="154390" y="16394"/>
                    <a:pt x="151015" y="13823"/>
                    <a:pt x="146386" y="11540"/>
                  </a:cubicBezTo>
                  <a:cubicBezTo>
                    <a:pt x="132500" y="4597"/>
                    <a:pt x="107524" y="1"/>
                    <a:pt x="78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662;p64">
              <a:extLst>
                <a:ext uri="{FF2B5EF4-FFF2-40B4-BE49-F238E27FC236}">
                  <a16:creationId xmlns:a16="http://schemas.microsoft.com/office/drawing/2014/main" id="{782DEA54-98E3-C8E9-1CC4-17671B918D46}"/>
                </a:ext>
              </a:extLst>
            </p:cNvPr>
            <p:cNvSpPr/>
            <p:nvPr/>
          </p:nvSpPr>
          <p:spPr>
            <a:xfrm>
              <a:off x="2234900" y="3729000"/>
              <a:ext cx="3507775" cy="1013375"/>
            </a:xfrm>
            <a:custGeom>
              <a:avLst/>
              <a:gdLst/>
              <a:ahLst/>
              <a:cxnLst/>
              <a:rect l="l" t="t" r="r" b="b"/>
              <a:pathLst>
                <a:path w="140311" h="40535" extrusionOk="0">
                  <a:moveTo>
                    <a:pt x="70140" y="1"/>
                  </a:moveTo>
                  <a:cubicBezTo>
                    <a:pt x="31406" y="1"/>
                    <a:pt x="1" y="9098"/>
                    <a:pt x="1" y="20284"/>
                  </a:cubicBezTo>
                  <a:cubicBezTo>
                    <a:pt x="1" y="31470"/>
                    <a:pt x="31406" y="40535"/>
                    <a:pt x="70140" y="40535"/>
                  </a:cubicBezTo>
                  <a:cubicBezTo>
                    <a:pt x="108906" y="40535"/>
                    <a:pt x="140311" y="31470"/>
                    <a:pt x="140311" y="20284"/>
                  </a:cubicBezTo>
                  <a:cubicBezTo>
                    <a:pt x="140311" y="9098"/>
                    <a:pt x="108906" y="1"/>
                    <a:pt x="70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663;p64">
              <a:extLst>
                <a:ext uri="{FF2B5EF4-FFF2-40B4-BE49-F238E27FC236}">
                  <a16:creationId xmlns:a16="http://schemas.microsoft.com/office/drawing/2014/main" id="{5822A40A-D2B3-C2CA-4E42-9D3F90856DB6}"/>
                </a:ext>
              </a:extLst>
            </p:cNvPr>
            <p:cNvSpPr/>
            <p:nvPr/>
          </p:nvSpPr>
          <p:spPr>
            <a:xfrm>
              <a:off x="2228475" y="3722575"/>
              <a:ext cx="3520625" cy="1027050"/>
            </a:xfrm>
            <a:custGeom>
              <a:avLst/>
              <a:gdLst/>
              <a:ahLst/>
              <a:cxnLst/>
              <a:rect l="l" t="t" r="r" b="b"/>
              <a:pathLst>
                <a:path w="140825" h="41082" extrusionOk="0">
                  <a:moveTo>
                    <a:pt x="70087" y="547"/>
                  </a:moveTo>
                  <a:cubicBezTo>
                    <a:pt x="70190" y="547"/>
                    <a:pt x="70293" y="547"/>
                    <a:pt x="70397" y="547"/>
                  </a:cubicBezTo>
                  <a:cubicBezTo>
                    <a:pt x="89780" y="547"/>
                    <a:pt x="107298" y="2797"/>
                    <a:pt x="119931" y="6462"/>
                  </a:cubicBezTo>
                  <a:cubicBezTo>
                    <a:pt x="126263" y="8294"/>
                    <a:pt x="131407" y="10480"/>
                    <a:pt x="134910" y="12858"/>
                  </a:cubicBezTo>
                  <a:cubicBezTo>
                    <a:pt x="136646" y="14048"/>
                    <a:pt x="138028" y="15333"/>
                    <a:pt x="138928" y="16587"/>
                  </a:cubicBezTo>
                  <a:cubicBezTo>
                    <a:pt x="139828" y="17873"/>
                    <a:pt x="140311" y="19191"/>
                    <a:pt x="140311" y="20541"/>
                  </a:cubicBezTo>
                  <a:cubicBezTo>
                    <a:pt x="140311" y="21859"/>
                    <a:pt x="139828" y="23177"/>
                    <a:pt x="138928" y="24463"/>
                  </a:cubicBezTo>
                  <a:cubicBezTo>
                    <a:pt x="137321" y="26713"/>
                    <a:pt x="134364" y="28866"/>
                    <a:pt x="130282" y="30795"/>
                  </a:cubicBezTo>
                  <a:cubicBezTo>
                    <a:pt x="118067" y="36613"/>
                    <a:pt x="95823" y="40535"/>
                    <a:pt x="70397" y="40535"/>
                  </a:cubicBezTo>
                  <a:cubicBezTo>
                    <a:pt x="51046" y="40535"/>
                    <a:pt x="33527" y="38253"/>
                    <a:pt x="20862" y="34620"/>
                  </a:cubicBezTo>
                  <a:cubicBezTo>
                    <a:pt x="14562" y="32788"/>
                    <a:pt x="9419" y="30602"/>
                    <a:pt x="5915" y="28191"/>
                  </a:cubicBezTo>
                  <a:cubicBezTo>
                    <a:pt x="4147" y="27002"/>
                    <a:pt x="2797" y="25748"/>
                    <a:pt x="1897" y="24463"/>
                  </a:cubicBezTo>
                  <a:cubicBezTo>
                    <a:pt x="997" y="23177"/>
                    <a:pt x="515" y="21859"/>
                    <a:pt x="515" y="20541"/>
                  </a:cubicBezTo>
                  <a:cubicBezTo>
                    <a:pt x="515" y="19191"/>
                    <a:pt x="997" y="17873"/>
                    <a:pt x="1897" y="16587"/>
                  </a:cubicBezTo>
                  <a:cubicBezTo>
                    <a:pt x="3472" y="14369"/>
                    <a:pt x="6461" y="12215"/>
                    <a:pt x="10512" y="10255"/>
                  </a:cubicBezTo>
                  <a:cubicBezTo>
                    <a:pt x="22709" y="4460"/>
                    <a:pt x="44822" y="547"/>
                    <a:pt x="70087" y="547"/>
                  </a:cubicBezTo>
                  <a:close/>
                  <a:moveTo>
                    <a:pt x="70397" y="1"/>
                  </a:moveTo>
                  <a:cubicBezTo>
                    <a:pt x="51013" y="1"/>
                    <a:pt x="33463" y="2251"/>
                    <a:pt x="20733" y="5947"/>
                  </a:cubicBezTo>
                  <a:cubicBezTo>
                    <a:pt x="14369" y="7780"/>
                    <a:pt x="9194" y="9965"/>
                    <a:pt x="5626" y="12408"/>
                  </a:cubicBezTo>
                  <a:cubicBezTo>
                    <a:pt x="3826" y="13662"/>
                    <a:pt x="2411" y="14948"/>
                    <a:pt x="1447" y="16298"/>
                  </a:cubicBezTo>
                  <a:cubicBezTo>
                    <a:pt x="515" y="17648"/>
                    <a:pt x="0" y="19062"/>
                    <a:pt x="0" y="20541"/>
                  </a:cubicBezTo>
                  <a:cubicBezTo>
                    <a:pt x="0" y="21987"/>
                    <a:pt x="515" y="23434"/>
                    <a:pt x="1447" y="24784"/>
                  </a:cubicBezTo>
                  <a:cubicBezTo>
                    <a:pt x="3151" y="27131"/>
                    <a:pt x="6172" y="29316"/>
                    <a:pt x="10287" y="31277"/>
                  </a:cubicBezTo>
                  <a:cubicBezTo>
                    <a:pt x="22662" y="37160"/>
                    <a:pt x="44938" y="41081"/>
                    <a:pt x="70397" y="41081"/>
                  </a:cubicBezTo>
                  <a:cubicBezTo>
                    <a:pt x="89812" y="41081"/>
                    <a:pt x="107363" y="38799"/>
                    <a:pt x="120092" y="35135"/>
                  </a:cubicBezTo>
                  <a:cubicBezTo>
                    <a:pt x="126456" y="33270"/>
                    <a:pt x="131632" y="31084"/>
                    <a:pt x="135200" y="28641"/>
                  </a:cubicBezTo>
                  <a:cubicBezTo>
                    <a:pt x="137000" y="27420"/>
                    <a:pt x="138414" y="26134"/>
                    <a:pt x="139378" y="24784"/>
                  </a:cubicBezTo>
                  <a:cubicBezTo>
                    <a:pt x="140311" y="23434"/>
                    <a:pt x="140825" y="21987"/>
                    <a:pt x="140825" y="20541"/>
                  </a:cubicBezTo>
                  <a:cubicBezTo>
                    <a:pt x="140825" y="19062"/>
                    <a:pt x="140311" y="17648"/>
                    <a:pt x="139378" y="16298"/>
                  </a:cubicBezTo>
                  <a:cubicBezTo>
                    <a:pt x="137675" y="13919"/>
                    <a:pt x="134653" y="11733"/>
                    <a:pt x="130539" y="9772"/>
                  </a:cubicBezTo>
                  <a:cubicBezTo>
                    <a:pt x="118163" y="3890"/>
                    <a:pt x="95855" y="1"/>
                    <a:pt x="70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664;p64">
              <a:extLst>
                <a:ext uri="{FF2B5EF4-FFF2-40B4-BE49-F238E27FC236}">
                  <a16:creationId xmlns:a16="http://schemas.microsoft.com/office/drawing/2014/main" id="{182DB400-3221-CD88-7755-F51B7BB1458A}"/>
                </a:ext>
              </a:extLst>
            </p:cNvPr>
            <p:cNvSpPr/>
            <p:nvPr/>
          </p:nvSpPr>
          <p:spPr>
            <a:xfrm>
              <a:off x="2389200" y="3774000"/>
              <a:ext cx="3199200" cy="890425"/>
            </a:xfrm>
            <a:custGeom>
              <a:avLst/>
              <a:gdLst/>
              <a:ahLst/>
              <a:cxnLst/>
              <a:rect l="l" t="t" r="r" b="b"/>
              <a:pathLst>
                <a:path w="127968" h="35617" extrusionOk="0">
                  <a:moveTo>
                    <a:pt x="63968" y="1"/>
                  </a:moveTo>
                  <a:cubicBezTo>
                    <a:pt x="28641" y="1"/>
                    <a:pt x="0" y="7973"/>
                    <a:pt x="0" y="17809"/>
                  </a:cubicBezTo>
                  <a:cubicBezTo>
                    <a:pt x="0" y="27645"/>
                    <a:pt x="28641" y="35617"/>
                    <a:pt x="63968" y="35617"/>
                  </a:cubicBezTo>
                  <a:cubicBezTo>
                    <a:pt x="99326" y="35617"/>
                    <a:pt x="127967" y="27645"/>
                    <a:pt x="127967" y="17809"/>
                  </a:cubicBezTo>
                  <a:cubicBezTo>
                    <a:pt x="127967" y="7973"/>
                    <a:pt x="99326" y="1"/>
                    <a:pt x="63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665;p64">
              <a:extLst>
                <a:ext uri="{FF2B5EF4-FFF2-40B4-BE49-F238E27FC236}">
                  <a16:creationId xmlns:a16="http://schemas.microsoft.com/office/drawing/2014/main" id="{82A02514-F020-8B98-EDEB-0D25BD1B86AA}"/>
                </a:ext>
              </a:extLst>
            </p:cNvPr>
            <p:cNvSpPr/>
            <p:nvPr/>
          </p:nvSpPr>
          <p:spPr>
            <a:xfrm>
              <a:off x="2381950" y="3766775"/>
              <a:ext cx="3213675" cy="904900"/>
            </a:xfrm>
            <a:custGeom>
              <a:avLst/>
              <a:gdLst/>
              <a:ahLst/>
              <a:cxnLst/>
              <a:rect l="l" t="t" r="r" b="b"/>
              <a:pathLst>
                <a:path w="128547" h="36196" extrusionOk="0">
                  <a:moveTo>
                    <a:pt x="64258" y="547"/>
                  </a:moveTo>
                  <a:cubicBezTo>
                    <a:pt x="81937" y="547"/>
                    <a:pt x="97913" y="2540"/>
                    <a:pt x="109453" y="5754"/>
                  </a:cubicBezTo>
                  <a:cubicBezTo>
                    <a:pt x="115206" y="7362"/>
                    <a:pt x="119899" y="9290"/>
                    <a:pt x="123082" y="11380"/>
                  </a:cubicBezTo>
                  <a:cubicBezTo>
                    <a:pt x="124689" y="12440"/>
                    <a:pt x="125910" y="13533"/>
                    <a:pt x="126746" y="14658"/>
                  </a:cubicBezTo>
                  <a:cubicBezTo>
                    <a:pt x="127582" y="15783"/>
                    <a:pt x="128000" y="16941"/>
                    <a:pt x="128000" y="18098"/>
                  </a:cubicBezTo>
                  <a:cubicBezTo>
                    <a:pt x="128000" y="19255"/>
                    <a:pt x="127582" y="20412"/>
                    <a:pt x="126746" y="21537"/>
                  </a:cubicBezTo>
                  <a:cubicBezTo>
                    <a:pt x="125300" y="23498"/>
                    <a:pt x="122600" y="25395"/>
                    <a:pt x="118903" y="27098"/>
                  </a:cubicBezTo>
                  <a:cubicBezTo>
                    <a:pt x="107717" y="32209"/>
                    <a:pt x="87434" y="35649"/>
                    <a:pt x="64258" y="35649"/>
                  </a:cubicBezTo>
                  <a:cubicBezTo>
                    <a:pt x="46610" y="35649"/>
                    <a:pt x="30635" y="33656"/>
                    <a:pt x="19095" y="30441"/>
                  </a:cubicBezTo>
                  <a:cubicBezTo>
                    <a:pt x="13309" y="28834"/>
                    <a:pt x="8648" y="26905"/>
                    <a:pt x="5465" y="24816"/>
                  </a:cubicBezTo>
                  <a:cubicBezTo>
                    <a:pt x="3858" y="23755"/>
                    <a:pt x="2637" y="22662"/>
                    <a:pt x="1801" y="21537"/>
                  </a:cubicBezTo>
                  <a:cubicBezTo>
                    <a:pt x="965" y="20412"/>
                    <a:pt x="547" y="19255"/>
                    <a:pt x="547" y="18098"/>
                  </a:cubicBezTo>
                  <a:cubicBezTo>
                    <a:pt x="547" y="16941"/>
                    <a:pt x="965" y="15783"/>
                    <a:pt x="1801" y="14658"/>
                  </a:cubicBezTo>
                  <a:cubicBezTo>
                    <a:pt x="3248" y="12698"/>
                    <a:pt x="5948" y="10801"/>
                    <a:pt x="9644" y="9097"/>
                  </a:cubicBezTo>
                  <a:cubicBezTo>
                    <a:pt x="20830" y="3986"/>
                    <a:pt x="41114" y="547"/>
                    <a:pt x="64258" y="547"/>
                  </a:cubicBezTo>
                  <a:close/>
                  <a:moveTo>
                    <a:pt x="64258" y="1"/>
                  </a:moveTo>
                  <a:cubicBezTo>
                    <a:pt x="46578" y="1"/>
                    <a:pt x="30570" y="1993"/>
                    <a:pt x="18966" y="5240"/>
                  </a:cubicBezTo>
                  <a:cubicBezTo>
                    <a:pt x="13148" y="6847"/>
                    <a:pt x="8455" y="8776"/>
                    <a:pt x="5176" y="10930"/>
                  </a:cubicBezTo>
                  <a:cubicBezTo>
                    <a:pt x="3537" y="12023"/>
                    <a:pt x="2251" y="13148"/>
                    <a:pt x="1351" y="14337"/>
                  </a:cubicBezTo>
                  <a:cubicBezTo>
                    <a:pt x="483" y="15526"/>
                    <a:pt x="1" y="16812"/>
                    <a:pt x="1" y="18098"/>
                  </a:cubicBezTo>
                  <a:cubicBezTo>
                    <a:pt x="1" y="19384"/>
                    <a:pt x="483" y="20637"/>
                    <a:pt x="1351" y="21859"/>
                  </a:cubicBezTo>
                  <a:cubicBezTo>
                    <a:pt x="2894" y="23948"/>
                    <a:pt x="5658" y="25845"/>
                    <a:pt x="9419" y="27580"/>
                  </a:cubicBezTo>
                  <a:cubicBezTo>
                    <a:pt x="20734" y="32756"/>
                    <a:pt x="41049" y="36195"/>
                    <a:pt x="64258" y="36195"/>
                  </a:cubicBezTo>
                  <a:cubicBezTo>
                    <a:pt x="81969" y="36195"/>
                    <a:pt x="97977" y="34170"/>
                    <a:pt x="109581" y="30956"/>
                  </a:cubicBezTo>
                  <a:cubicBezTo>
                    <a:pt x="115399" y="29348"/>
                    <a:pt x="120092" y="27420"/>
                    <a:pt x="123371" y="25266"/>
                  </a:cubicBezTo>
                  <a:cubicBezTo>
                    <a:pt x="125010" y="24173"/>
                    <a:pt x="126296" y="23048"/>
                    <a:pt x="127164" y="21859"/>
                  </a:cubicBezTo>
                  <a:cubicBezTo>
                    <a:pt x="128064" y="20637"/>
                    <a:pt x="128546" y="19384"/>
                    <a:pt x="128546" y="18098"/>
                  </a:cubicBezTo>
                  <a:cubicBezTo>
                    <a:pt x="128546" y="16812"/>
                    <a:pt x="128064" y="15526"/>
                    <a:pt x="127164" y="14337"/>
                  </a:cubicBezTo>
                  <a:cubicBezTo>
                    <a:pt x="125653" y="12248"/>
                    <a:pt x="122889" y="10351"/>
                    <a:pt x="119096" y="8615"/>
                  </a:cubicBezTo>
                  <a:cubicBezTo>
                    <a:pt x="107813" y="3440"/>
                    <a:pt x="87498" y="1"/>
                    <a:pt x="64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666;p64">
              <a:extLst>
                <a:ext uri="{FF2B5EF4-FFF2-40B4-BE49-F238E27FC236}">
                  <a16:creationId xmlns:a16="http://schemas.microsoft.com/office/drawing/2014/main" id="{36F65C4F-1E41-CBA3-532E-F3840CEA358F}"/>
                </a:ext>
              </a:extLst>
            </p:cNvPr>
            <p:cNvSpPr/>
            <p:nvPr/>
          </p:nvSpPr>
          <p:spPr>
            <a:xfrm>
              <a:off x="2410075" y="3918650"/>
              <a:ext cx="3157425" cy="745775"/>
            </a:xfrm>
            <a:custGeom>
              <a:avLst/>
              <a:gdLst/>
              <a:ahLst/>
              <a:cxnLst/>
              <a:rect l="l" t="t" r="r" b="b"/>
              <a:pathLst>
                <a:path w="126297" h="29831" extrusionOk="0">
                  <a:moveTo>
                    <a:pt x="63133" y="1"/>
                  </a:moveTo>
                  <a:cubicBezTo>
                    <a:pt x="31342" y="1"/>
                    <a:pt x="4983" y="6462"/>
                    <a:pt x="1" y="14916"/>
                  </a:cubicBezTo>
                  <a:cubicBezTo>
                    <a:pt x="4983" y="23370"/>
                    <a:pt x="31342" y="29831"/>
                    <a:pt x="63133" y="29831"/>
                  </a:cubicBezTo>
                  <a:cubicBezTo>
                    <a:pt x="94955" y="29831"/>
                    <a:pt x="121314" y="23370"/>
                    <a:pt x="126296" y="14916"/>
                  </a:cubicBezTo>
                  <a:cubicBezTo>
                    <a:pt x="121314" y="6462"/>
                    <a:pt x="94955" y="1"/>
                    <a:pt x="631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667;p64">
              <a:extLst>
                <a:ext uri="{FF2B5EF4-FFF2-40B4-BE49-F238E27FC236}">
                  <a16:creationId xmlns:a16="http://schemas.microsoft.com/office/drawing/2014/main" id="{CE12554B-D8D2-8938-AA89-D84A2FBA7D7C}"/>
                </a:ext>
              </a:extLst>
            </p:cNvPr>
            <p:cNvSpPr/>
            <p:nvPr/>
          </p:nvSpPr>
          <p:spPr>
            <a:xfrm>
              <a:off x="2402050" y="3911425"/>
              <a:ext cx="3173475" cy="760250"/>
            </a:xfrm>
            <a:custGeom>
              <a:avLst/>
              <a:gdLst/>
              <a:ahLst/>
              <a:cxnLst/>
              <a:rect l="l" t="t" r="r" b="b"/>
              <a:pathLst>
                <a:path w="126939" h="30410" extrusionOk="0">
                  <a:moveTo>
                    <a:pt x="63454" y="547"/>
                  </a:moveTo>
                  <a:cubicBezTo>
                    <a:pt x="79365" y="547"/>
                    <a:pt x="93862" y="2154"/>
                    <a:pt x="105048" y="4822"/>
                  </a:cubicBezTo>
                  <a:cubicBezTo>
                    <a:pt x="110609" y="6172"/>
                    <a:pt x="115367" y="7747"/>
                    <a:pt x="118999" y="9547"/>
                  </a:cubicBezTo>
                  <a:cubicBezTo>
                    <a:pt x="122586" y="11278"/>
                    <a:pt x="125095" y="13224"/>
                    <a:pt x="126315" y="15205"/>
                  </a:cubicBezTo>
                  <a:lnTo>
                    <a:pt x="126315" y="15205"/>
                  </a:lnTo>
                  <a:cubicBezTo>
                    <a:pt x="125095" y="17186"/>
                    <a:pt x="122586" y="19132"/>
                    <a:pt x="118999" y="20862"/>
                  </a:cubicBezTo>
                  <a:cubicBezTo>
                    <a:pt x="108070" y="26230"/>
                    <a:pt x="87273" y="29863"/>
                    <a:pt x="63454" y="29863"/>
                  </a:cubicBezTo>
                  <a:cubicBezTo>
                    <a:pt x="47574" y="29863"/>
                    <a:pt x="33045" y="28256"/>
                    <a:pt x="21891" y="25588"/>
                  </a:cubicBezTo>
                  <a:cubicBezTo>
                    <a:pt x="16330" y="24237"/>
                    <a:pt x="11573" y="22662"/>
                    <a:pt x="7940" y="20862"/>
                  </a:cubicBezTo>
                  <a:cubicBezTo>
                    <a:pt x="4353" y="19132"/>
                    <a:pt x="1844" y="17186"/>
                    <a:pt x="624" y="15205"/>
                  </a:cubicBezTo>
                  <a:lnTo>
                    <a:pt x="624" y="15205"/>
                  </a:lnTo>
                  <a:cubicBezTo>
                    <a:pt x="1844" y="13224"/>
                    <a:pt x="4353" y="11278"/>
                    <a:pt x="7940" y="9547"/>
                  </a:cubicBezTo>
                  <a:cubicBezTo>
                    <a:pt x="18869" y="4179"/>
                    <a:pt x="39635" y="547"/>
                    <a:pt x="63454" y="547"/>
                  </a:cubicBezTo>
                  <a:close/>
                  <a:moveTo>
                    <a:pt x="63454" y="1"/>
                  </a:moveTo>
                  <a:cubicBezTo>
                    <a:pt x="47542" y="1"/>
                    <a:pt x="32981" y="1640"/>
                    <a:pt x="21762" y="4308"/>
                  </a:cubicBezTo>
                  <a:cubicBezTo>
                    <a:pt x="16169" y="5658"/>
                    <a:pt x="11380" y="7265"/>
                    <a:pt x="7683" y="9065"/>
                  </a:cubicBezTo>
                  <a:cubicBezTo>
                    <a:pt x="4019" y="10865"/>
                    <a:pt x="1383" y="12890"/>
                    <a:pt x="97" y="15076"/>
                  </a:cubicBezTo>
                  <a:lnTo>
                    <a:pt x="1" y="15205"/>
                  </a:lnTo>
                  <a:lnTo>
                    <a:pt x="97" y="15333"/>
                  </a:lnTo>
                  <a:cubicBezTo>
                    <a:pt x="1383" y="17519"/>
                    <a:pt x="4019" y="19544"/>
                    <a:pt x="7683" y="21344"/>
                  </a:cubicBezTo>
                  <a:cubicBezTo>
                    <a:pt x="18773" y="26777"/>
                    <a:pt x="39602" y="30409"/>
                    <a:pt x="63454" y="30409"/>
                  </a:cubicBezTo>
                  <a:cubicBezTo>
                    <a:pt x="79397" y="30409"/>
                    <a:pt x="93959" y="28770"/>
                    <a:pt x="105177" y="26102"/>
                  </a:cubicBezTo>
                  <a:cubicBezTo>
                    <a:pt x="110770" y="24752"/>
                    <a:pt x="115560" y="23145"/>
                    <a:pt x="119256" y="21344"/>
                  </a:cubicBezTo>
                  <a:cubicBezTo>
                    <a:pt x="122921" y="19544"/>
                    <a:pt x="125557" y="17519"/>
                    <a:pt x="126842" y="15333"/>
                  </a:cubicBezTo>
                  <a:lnTo>
                    <a:pt x="126939" y="15205"/>
                  </a:lnTo>
                  <a:lnTo>
                    <a:pt x="126842" y="15076"/>
                  </a:lnTo>
                  <a:cubicBezTo>
                    <a:pt x="125557" y="12890"/>
                    <a:pt x="122921" y="10865"/>
                    <a:pt x="119256" y="9065"/>
                  </a:cubicBezTo>
                  <a:cubicBezTo>
                    <a:pt x="108166" y="3633"/>
                    <a:pt x="87337" y="33"/>
                    <a:pt x="6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668;p64">
              <a:extLst>
                <a:ext uri="{FF2B5EF4-FFF2-40B4-BE49-F238E27FC236}">
                  <a16:creationId xmlns:a16="http://schemas.microsoft.com/office/drawing/2014/main" id="{937881B6-BE5E-61F5-B205-89C0B875B2D1}"/>
                </a:ext>
              </a:extLst>
            </p:cNvPr>
            <p:cNvSpPr/>
            <p:nvPr/>
          </p:nvSpPr>
          <p:spPr>
            <a:xfrm>
              <a:off x="2373925" y="4551900"/>
              <a:ext cx="108500" cy="94850"/>
            </a:xfrm>
            <a:custGeom>
              <a:avLst/>
              <a:gdLst/>
              <a:ahLst/>
              <a:cxnLst/>
              <a:rect l="l" t="t" r="r" b="b"/>
              <a:pathLst>
                <a:path w="4340" h="3794" extrusionOk="0">
                  <a:moveTo>
                    <a:pt x="2186" y="1"/>
                  </a:moveTo>
                  <a:cubicBezTo>
                    <a:pt x="997" y="1"/>
                    <a:pt x="0" y="869"/>
                    <a:pt x="0" y="1897"/>
                  </a:cubicBezTo>
                  <a:cubicBezTo>
                    <a:pt x="0" y="2958"/>
                    <a:pt x="997" y="3794"/>
                    <a:pt x="2186" y="3794"/>
                  </a:cubicBezTo>
                  <a:cubicBezTo>
                    <a:pt x="3376" y="3794"/>
                    <a:pt x="4340" y="2958"/>
                    <a:pt x="4340" y="1897"/>
                  </a:cubicBezTo>
                  <a:cubicBezTo>
                    <a:pt x="4340" y="869"/>
                    <a:pt x="3376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669;p64">
              <a:extLst>
                <a:ext uri="{FF2B5EF4-FFF2-40B4-BE49-F238E27FC236}">
                  <a16:creationId xmlns:a16="http://schemas.microsoft.com/office/drawing/2014/main" id="{1A5177D8-3C13-CE99-4D49-7A028FFC5F59}"/>
                </a:ext>
              </a:extLst>
            </p:cNvPr>
            <p:cNvSpPr/>
            <p:nvPr/>
          </p:nvSpPr>
          <p:spPr>
            <a:xfrm>
              <a:off x="2367500" y="4545475"/>
              <a:ext cx="121375" cy="108525"/>
            </a:xfrm>
            <a:custGeom>
              <a:avLst/>
              <a:gdLst/>
              <a:ahLst/>
              <a:cxnLst/>
              <a:rect l="l" t="t" r="r" b="b"/>
              <a:pathLst>
                <a:path w="4855" h="4341" extrusionOk="0">
                  <a:moveTo>
                    <a:pt x="2443" y="547"/>
                  </a:moveTo>
                  <a:cubicBezTo>
                    <a:pt x="2958" y="547"/>
                    <a:pt x="3440" y="740"/>
                    <a:pt x="3793" y="1029"/>
                  </a:cubicBezTo>
                  <a:cubicBezTo>
                    <a:pt x="4147" y="1318"/>
                    <a:pt x="4340" y="1736"/>
                    <a:pt x="4340" y="2154"/>
                  </a:cubicBezTo>
                  <a:cubicBezTo>
                    <a:pt x="4340" y="2604"/>
                    <a:pt x="4147" y="2990"/>
                    <a:pt x="3793" y="3311"/>
                  </a:cubicBezTo>
                  <a:cubicBezTo>
                    <a:pt x="3440" y="3601"/>
                    <a:pt x="2958" y="3794"/>
                    <a:pt x="2443" y="3794"/>
                  </a:cubicBezTo>
                  <a:cubicBezTo>
                    <a:pt x="1897" y="3794"/>
                    <a:pt x="1415" y="3601"/>
                    <a:pt x="1093" y="3311"/>
                  </a:cubicBezTo>
                  <a:cubicBezTo>
                    <a:pt x="740" y="2990"/>
                    <a:pt x="547" y="2604"/>
                    <a:pt x="547" y="2154"/>
                  </a:cubicBezTo>
                  <a:cubicBezTo>
                    <a:pt x="547" y="1736"/>
                    <a:pt x="740" y="1318"/>
                    <a:pt x="1093" y="1029"/>
                  </a:cubicBezTo>
                  <a:cubicBezTo>
                    <a:pt x="1415" y="740"/>
                    <a:pt x="1897" y="547"/>
                    <a:pt x="2443" y="547"/>
                  </a:cubicBezTo>
                  <a:close/>
                  <a:moveTo>
                    <a:pt x="2443" y="1"/>
                  </a:moveTo>
                  <a:cubicBezTo>
                    <a:pt x="1768" y="1"/>
                    <a:pt x="1158" y="226"/>
                    <a:pt x="740" y="611"/>
                  </a:cubicBezTo>
                  <a:cubicBezTo>
                    <a:pt x="290" y="997"/>
                    <a:pt x="0" y="1543"/>
                    <a:pt x="0" y="2154"/>
                  </a:cubicBezTo>
                  <a:cubicBezTo>
                    <a:pt x="0" y="2765"/>
                    <a:pt x="290" y="3311"/>
                    <a:pt x="740" y="3697"/>
                  </a:cubicBezTo>
                  <a:cubicBezTo>
                    <a:pt x="1158" y="4083"/>
                    <a:pt x="1768" y="4340"/>
                    <a:pt x="2443" y="4340"/>
                  </a:cubicBezTo>
                  <a:cubicBezTo>
                    <a:pt x="3086" y="4340"/>
                    <a:pt x="3697" y="4083"/>
                    <a:pt x="4147" y="3697"/>
                  </a:cubicBezTo>
                  <a:cubicBezTo>
                    <a:pt x="4597" y="3311"/>
                    <a:pt x="4854" y="2765"/>
                    <a:pt x="4854" y="2154"/>
                  </a:cubicBezTo>
                  <a:cubicBezTo>
                    <a:pt x="4854" y="1543"/>
                    <a:pt x="4597" y="997"/>
                    <a:pt x="4147" y="611"/>
                  </a:cubicBezTo>
                  <a:cubicBezTo>
                    <a:pt x="3697" y="226"/>
                    <a:pt x="3086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670;p64">
              <a:extLst>
                <a:ext uri="{FF2B5EF4-FFF2-40B4-BE49-F238E27FC236}">
                  <a16:creationId xmlns:a16="http://schemas.microsoft.com/office/drawing/2014/main" id="{83C8C78E-9B26-2B6D-A409-F71022EB0636}"/>
                </a:ext>
              </a:extLst>
            </p:cNvPr>
            <p:cNvSpPr/>
            <p:nvPr/>
          </p:nvSpPr>
          <p:spPr>
            <a:xfrm>
              <a:off x="3153425" y="4759225"/>
              <a:ext cx="108525" cy="94875"/>
            </a:xfrm>
            <a:custGeom>
              <a:avLst/>
              <a:gdLst/>
              <a:ahLst/>
              <a:cxnLst/>
              <a:rect l="l" t="t" r="r" b="b"/>
              <a:pathLst>
                <a:path w="4341" h="3795" extrusionOk="0">
                  <a:moveTo>
                    <a:pt x="2186" y="1"/>
                  </a:moveTo>
                  <a:cubicBezTo>
                    <a:pt x="965" y="1"/>
                    <a:pt x="1" y="837"/>
                    <a:pt x="1" y="1897"/>
                  </a:cubicBezTo>
                  <a:cubicBezTo>
                    <a:pt x="1" y="2926"/>
                    <a:pt x="965" y="3794"/>
                    <a:pt x="2186" y="3794"/>
                  </a:cubicBezTo>
                  <a:cubicBezTo>
                    <a:pt x="3376" y="3794"/>
                    <a:pt x="4340" y="2926"/>
                    <a:pt x="4340" y="1897"/>
                  </a:cubicBezTo>
                  <a:cubicBezTo>
                    <a:pt x="4340" y="837"/>
                    <a:pt x="3376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671;p64">
              <a:extLst>
                <a:ext uri="{FF2B5EF4-FFF2-40B4-BE49-F238E27FC236}">
                  <a16:creationId xmlns:a16="http://schemas.microsoft.com/office/drawing/2014/main" id="{C6EDF295-847D-9B01-1D53-A05EB8B06E66}"/>
                </a:ext>
              </a:extLst>
            </p:cNvPr>
            <p:cNvSpPr/>
            <p:nvPr/>
          </p:nvSpPr>
          <p:spPr>
            <a:xfrm>
              <a:off x="3147000" y="4752000"/>
              <a:ext cx="121375" cy="108525"/>
            </a:xfrm>
            <a:custGeom>
              <a:avLst/>
              <a:gdLst/>
              <a:ahLst/>
              <a:cxnLst/>
              <a:rect l="l" t="t" r="r" b="b"/>
              <a:pathLst>
                <a:path w="4855" h="4341" extrusionOk="0">
                  <a:moveTo>
                    <a:pt x="2443" y="547"/>
                  </a:moveTo>
                  <a:cubicBezTo>
                    <a:pt x="2958" y="547"/>
                    <a:pt x="3440" y="740"/>
                    <a:pt x="3793" y="1029"/>
                  </a:cubicBezTo>
                  <a:cubicBezTo>
                    <a:pt x="4115" y="1351"/>
                    <a:pt x="4340" y="1736"/>
                    <a:pt x="4340" y="2186"/>
                  </a:cubicBezTo>
                  <a:cubicBezTo>
                    <a:pt x="4340" y="2604"/>
                    <a:pt x="4115" y="3022"/>
                    <a:pt x="3793" y="3312"/>
                  </a:cubicBezTo>
                  <a:cubicBezTo>
                    <a:pt x="3440" y="3601"/>
                    <a:pt x="2958" y="3794"/>
                    <a:pt x="2443" y="3794"/>
                  </a:cubicBezTo>
                  <a:cubicBezTo>
                    <a:pt x="1897" y="3794"/>
                    <a:pt x="1415" y="3601"/>
                    <a:pt x="1061" y="3312"/>
                  </a:cubicBezTo>
                  <a:cubicBezTo>
                    <a:pt x="740" y="3022"/>
                    <a:pt x="547" y="2604"/>
                    <a:pt x="547" y="2186"/>
                  </a:cubicBezTo>
                  <a:cubicBezTo>
                    <a:pt x="547" y="1736"/>
                    <a:pt x="740" y="1351"/>
                    <a:pt x="1061" y="1029"/>
                  </a:cubicBezTo>
                  <a:cubicBezTo>
                    <a:pt x="1415" y="740"/>
                    <a:pt x="1897" y="547"/>
                    <a:pt x="2443" y="547"/>
                  </a:cubicBezTo>
                  <a:close/>
                  <a:moveTo>
                    <a:pt x="2443" y="1"/>
                  </a:moveTo>
                  <a:cubicBezTo>
                    <a:pt x="1768" y="1"/>
                    <a:pt x="1158" y="258"/>
                    <a:pt x="708" y="644"/>
                  </a:cubicBezTo>
                  <a:cubicBezTo>
                    <a:pt x="290" y="1029"/>
                    <a:pt x="0" y="1576"/>
                    <a:pt x="0" y="2186"/>
                  </a:cubicBezTo>
                  <a:cubicBezTo>
                    <a:pt x="0" y="2797"/>
                    <a:pt x="290" y="3344"/>
                    <a:pt x="708" y="3729"/>
                  </a:cubicBezTo>
                  <a:cubicBezTo>
                    <a:pt x="1158" y="4115"/>
                    <a:pt x="1768" y="4340"/>
                    <a:pt x="2443" y="4340"/>
                  </a:cubicBezTo>
                  <a:cubicBezTo>
                    <a:pt x="3086" y="4340"/>
                    <a:pt x="3697" y="4115"/>
                    <a:pt x="4147" y="3729"/>
                  </a:cubicBezTo>
                  <a:cubicBezTo>
                    <a:pt x="4565" y="3344"/>
                    <a:pt x="4854" y="2797"/>
                    <a:pt x="4854" y="2186"/>
                  </a:cubicBezTo>
                  <a:cubicBezTo>
                    <a:pt x="4854" y="1576"/>
                    <a:pt x="4565" y="1029"/>
                    <a:pt x="4147" y="644"/>
                  </a:cubicBezTo>
                  <a:cubicBezTo>
                    <a:pt x="3697" y="258"/>
                    <a:pt x="3086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672;p64">
              <a:extLst>
                <a:ext uri="{FF2B5EF4-FFF2-40B4-BE49-F238E27FC236}">
                  <a16:creationId xmlns:a16="http://schemas.microsoft.com/office/drawing/2014/main" id="{B05B2AFD-E17D-17BF-DD0A-8BE8FD9376F5}"/>
                </a:ext>
              </a:extLst>
            </p:cNvPr>
            <p:cNvSpPr/>
            <p:nvPr/>
          </p:nvSpPr>
          <p:spPr>
            <a:xfrm>
              <a:off x="4080800" y="4793000"/>
              <a:ext cx="108500" cy="94850"/>
            </a:xfrm>
            <a:custGeom>
              <a:avLst/>
              <a:gdLst/>
              <a:ahLst/>
              <a:cxnLst/>
              <a:rect l="l" t="t" r="r" b="b"/>
              <a:pathLst>
                <a:path w="4340" h="3794" extrusionOk="0">
                  <a:moveTo>
                    <a:pt x="2186" y="0"/>
                  </a:moveTo>
                  <a:cubicBezTo>
                    <a:pt x="964" y="0"/>
                    <a:pt x="0" y="836"/>
                    <a:pt x="0" y="1897"/>
                  </a:cubicBezTo>
                  <a:cubicBezTo>
                    <a:pt x="0" y="2925"/>
                    <a:pt x="964" y="3793"/>
                    <a:pt x="2186" y="3793"/>
                  </a:cubicBezTo>
                  <a:cubicBezTo>
                    <a:pt x="3375" y="3793"/>
                    <a:pt x="4340" y="2925"/>
                    <a:pt x="4340" y="1897"/>
                  </a:cubicBezTo>
                  <a:cubicBezTo>
                    <a:pt x="4340" y="836"/>
                    <a:pt x="3375" y="0"/>
                    <a:pt x="21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673;p64">
              <a:extLst>
                <a:ext uri="{FF2B5EF4-FFF2-40B4-BE49-F238E27FC236}">
                  <a16:creationId xmlns:a16="http://schemas.microsoft.com/office/drawing/2014/main" id="{A35AA145-666A-3984-DDCB-6FBBB467987F}"/>
                </a:ext>
              </a:extLst>
            </p:cNvPr>
            <p:cNvSpPr/>
            <p:nvPr/>
          </p:nvSpPr>
          <p:spPr>
            <a:xfrm>
              <a:off x="4074375" y="4786550"/>
              <a:ext cx="121350" cy="107725"/>
            </a:xfrm>
            <a:custGeom>
              <a:avLst/>
              <a:gdLst/>
              <a:ahLst/>
              <a:cxnLst/>
              <a:rect l="l" t="t" r="r" b="b"/>
              <a:pathLst>
                <a:path w="4854" h="4309" extrusionOk="0">
                  <a:moveTo>
                    <a:pt x="2443" y="515"/>
                  </a:moveTo>
                  <a:cubicBezTo>
                    <a:pt x="2957" y="515"/>
                    <a:pt x="3439" y="708"/>
                    <a:pt x="3793" y="997"/>
                  </a:cubicBezTo>
                  <a:cubicBezTo>
                    <a:pt x="4114" y="1319"/>
                    <a:pt x="4339" y="1705"/>
                    <a:pt x="4339" y="2155"/>
                  </a:cubicBezTo>
                  <a:cubicBezTo>
                    <a:pt x="4339" y="2605"/>
                    <a:pt x="4114" y="2990"/>
                    <a:pt x="3793" y="3280"/>
                  </a:cubicBezTo>
                  <a:cubicBezTo>
                    <a:pt x="3439" y="3601"/>
                    <a:pt x="2957" y="3794"/>
                    <a:pt x="2443" y="3794"/>
                  </a:cubicBezTo>
                  <a:cubicBezTo>
                    <a:pt x="1897" y="3794"/>
                    <a:pt x="1414" y="3601"/>
                    <a:pt x="1061" y="3280"/>
                  </a:cubicBezTo>
                  <a:cubicBezTo>
                    <a:pt x="739" y="2990"/>
                    <a:pt x="514" y="2605"/>
                    <a:pt x="514" y="2155"/>
                  </a:cubicBezTo>
                  <a:cubicBezTo>
                    <a:pt x="514" y="1705"/>
                    <a:pt x="739" y="1319"/>
                    <a:pt x="1061" y="997"/>
                  </a:cubicBezTo>
                  <a:cubicBezTo>
                    <a:pt x="1414" y="708"/>
                    <a:pt x="1897" y="515"/>
                    <a:pt x="2443" y="515"/>
                  </a:cubicBezTo>
                  <a:close/>
                  <a:moveTo>
                    <a:pt x="2443" y="1"/>
                  </a:moveTo>
                  <a:cubicBezTo>
                    <a:pt x="1768" y="1"/>
                    <a:pt x="1157" y="226"/>
                    <a:pt x="707" y="612"/>
                  </a:cubicBezTo>
                  <a:cubicBezTo>
                    <a:pt x="289" y="997"/>
                    <a:pt x="0" y="1544"/>
                    <a:pt x="0" y="2155"/>
                  </a:cubicBezTo>
                  <a:cubicBezTo>
                    <a:pt x="0" y="2765"/>
                    <a:pt x="289" y="3312"/>
                    <a:pt x="707" y="3697"/>
                  </a:cubicBezTo>
                  <a:cubicBezTo>
                    <a:pt x="1157" y="4083"/>
                    <a:pt x="1768" y="4308"/>
                    <a:pt x="2443" y="4308"/>
                  </a:cubicBezTo>
                  <a:cubicBezTo>
                    <a:pt x="3086" y="4308"/>
                    <a:pt x="3697" y="4083"/>
                    <a:pt x="4147" y="3697"/>
                  </a:cubicBezTo>
                  <a:cubicBezTo>
                    <a:pt x="4565" y="3312"/>
                    <a:pt x="4854" y="2765"/>
                    <a:pt x="4854" y="2155"/>
                  </a:cubicBezTo>
                  <a:cubicBezTo>
                    <a:pt x="4854" y="1544"/>
                    <a:pt x="4565" y="997"/>
                    <a:pt x="4147" y="612"/>
                  </a:cubicBezTo>
                  <a:cubicBezTo>
                    <a:pt x="3697" y="226"/>
                    <a:pt x="3086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674;p64">
              <a:extLst>
                <a:ext uri="{FF2B5EF4-FFF2-40B4-BE49-F238E27FC236}">
                  <a16:creationId xmlns:a16="http://schemas.microsoft.com/office/drawing/2014/main" id="{4188ADBB-0DE4-FE55-EBF4-3A549649D31E}"/>
                </a:ext>
              </a:extLst>
            </p:cNvPr>
            <p:cNvSpPr/>
            <p:nvPr/>
          </p:nvSpPr>
          <p:spPr>
            <a:xfrm>
              <a:off x="5001725" y="4711825"/>
              <a:ext cx="107700" cy="94850"/>
            </a:xfrm>
            <a:custGeom>
              <a:avLst/>
              <a:gdLst/>
              <a:ahLst/>
              <a:cxnLst/>
              <a:rect l="l" t="t" r="r" b="b"/>
              <a:pathLst>
                <a:path w="4308" h="3794" extrusionOk="0">
                  <a:moveTo>
                    <a:pt x="2154" y="0"/>
                  </a:moveTo>
                  <a:cubicBezTo>
                    <a:pt x="965" y="0"/>
                    <a:pt x="1" y="836"/>
                    <a:pt x="1" y="1897"/>
                  </a:cubicBezTo>
                  <a:cubicBezTo>
                    <a:pt x="1" y="2926"/>
                    <a:pt x="965" y="3793"/>
                    <a:pt x="2154" y="3793"/>
                  </a:cubicBezTo>
                  <a:cubicBezTo>
                    <a:pt x="3344" y="3793"/>
                    <a:pt x="4308" y="2926"/>
                    <a:pt x="4308" y="1897"/>
                  </a:cubicBezTo>
                  <a:cubicBezTo>
                    <a:pt x="4308" y="836"/>
                    <a:pt x="3344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675;p64">
              <a:extLst>
                <a:ext uri="{FF2B5EF4-FFF2-40B4-BE49-F238E27FC236}">
                  <a16:creationId xmlns:a16="http://schemas.microsoft.com/office/drawing/2014/main" id="{17540992-D343-0B37-9CDA-F745E49AEB97}"/>
                </a:ext>
              </a:extLst>
            </p:cNvPr>
            <p:cNvSpPr/>
            <p:nvPr/>
          </p:nvSpPr>
          <p:spPr>
            <a:xfrm>
              <a:off x="4994500" y="4705400"/>
              <a:ext cx="122175" cy="107700"/>
            </a:xfrm>
            <a:custGeom>
              <a:avLst/>
              <a:gdLst/>
              <a:ahLst/>
              <a:cxnLst/>
              <a:rect l="l" t="t" r="r" b="b"/>
              <a:pathLst>
                <a:path w="4887" h="4308" extrusionOk="0">
                  <a:moveTo>
                    <a:pt x="2443" y="515"/>
                  </a:moveTo>
                  <a:cubicBezTo>
                    <a:pt x="2990" y="515"/>
                    <a:pt x="3472" y="707"/>
                    <a:pt x="3793" y="997"/>
                  </a:cubicBezTo>
                  <a:cubicBezTo>
                    <a:pt x="4147" y="1318"/>
                    <a:pt x="4340" y="1704"/>
                    <a:pt x="4340" y="2154"/>
                  </a:cubicBezTo>
                  <a:cubicBezTo>
                    <a:pt x="4340" y="2572"/>
                    <a:pt x="4147" y="2990"/>
                    <a:pt x="3793" y="3279"/>
                  </a:cubicBezTo>
                  <a:cubicBezTo>
                    <a:pt x="3472" y="3600"/>
                    <a:pt x="2990" y="3761"/>
                    <a:pt x="2443" y="3761"/>
                  </a:cubicBezTo>
                  <a:cubicBezTo>
                    <a:pt x="1897" y="3761"/>
                    <a:pt x="1415" y="3600"/>
                    <a:pt x="1093" y="3279"/>
                  </a:cubicBezTo>
                  <a:cubicBezTo>
                    <a:pt x="740" y="2990"/>
                    <a:pt x="547" y="2572"/>
                    <a:pt x="547" y="2154"/>
                  </a:cubicBezTo>
                  <a:cubicBezTo>
                    <a:pt x="547" y="1704"/>
                    <a:pt x="740" y="1318"/>
                    <a:pt x="1093" y="997"/>
                  </a:cubicBezTo>
                  <a:cubicBezTo>
                    <a:pt x="1415" y="707"/>
                    <a:pt x="1897" y="515"/>
                    <a:pt x="2443" y="515"/>
                  </a:cubicBezTo>
                  <a:close/>
                  <a:moveTo>
                    <a:pt x="2443" y="0"/>
                  </a:moveTo>
                  <a:cubicBezTo>
                    <a:pt x="1768" y="0"/>
                    <a:pt x="1190" y="225"/>
                    <a:pt x="740" y="611"/>
                  </a:cubicBezTo>
                  <a:cubicBezTo>
                    <a:pt x="290" y="997"/>
                    <a:pt x="0" y="1543"/>
                    <a:pt x="0" y="2154"/>
                  </a:cubicBezTo>
                  <a:cubicBezTo>
                    <a:pt x="0" y="2765"/>
                    <a:pt x="290" y="3311"/>
                    <a:pt x="740" y="3697"/>
                  </a:cubicBezTo>
                  <a:cubicBezTo>
                    <a:pt x="1190" y="4083"/>
                    <a:pt x="1768" y="4308"/>
                    <a:pt x="2443" y="4308"/>
                  </a:cubicBezTo>
                  <a:cubicBezTo>
                    <a:pt x="3118" y="4308"/>
                    <a:pt x="3697" y="4083"/>
                    <a:pt x="4147" y="3697"/>
                  </a:cubicBezTo>
                  <a:cubicBezTo>
                    <a:pt x="4597" y="3311"/>
                    <a:pt x="4886" y="2765"/>
                    <a:pt x="4886" y="2154"/>
                  </a:cubicBezTo>
                  <a:cubicBezTo>
                    <a:pt x="4886" y="1543"/>
                    <a:pt x="4597" y="997"/>
                    <a:pt x="4147" y="611"/>
                  </a:cubicBezTo>
                  <a:cubicBezTo>
                    <a:pt x="3697" y="225"/>
                    <a:pt x="3118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676;p64">
              <a:extLst>
                <a:ext uri="{FF2B5EF4-FFF2-40B4-BE49-F238E27FC236}">
                  <a16:creationId xmlns:a16="http://schemas.microsoft.com/office/drawing/2014/main" id="{ABA2CE09-609D-614C-D157-D91ECD4CE112}"/>
                </a:ext>
              </a:extLst>
            </p:cNvPr>
            <p:cNvSpPr/>
            <p:nvPr/>
          </p:nvSpPr>
          <p:spPr>
            <a:xfrm>
              <a:off x="5597200" y="4494850"/>
              <a:ext cx="108525" cy="94850"/>
            </a:xfrm>
            <a:custGeom>
              <a:avLst/>
              <a:gdLst/>
              <a:ahLst/>
              <a:cxnLst/>
              <a:rect l="l" t="t" r="r" b="b"/>
              <a:pathLst>
                <a:path w="4341" h="3794" extrusionOk="0">
                  <a:moveTo>
                    <a:pt x="2154" y="0"/>
                  </a:moveTo>
                  <a:cubicBezTo>
                    <a:pt x="965" y="0"/>
                    <a:pt x="1" y="868"/>
                    <a:pt x="1" y="1897"/>
                  </a:cubicBezTo>
                  <a:cubicBezTo>
                    <a:pt x="1" y="2958"/>
                    <a:pt x="965" y="3793"/>
                    <a:pt x="2154" y="3793"/>
                  </a:cubicBezTo>
                  <a:cubicBezTo>
                    <a:pt x="3344" y="3793"/>
                    <a:pt x="4340" y="2958"/>
                    <a:pt x="4340" y="1897"/>
                  </a:cubicBezTo>
                  <a:cubicBezTo>
                    <a:pt x="4340" y="868"/>
                    <a:pt x="3344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677;p64">
              <a:extLst>
                <a:ext uri="{FF2B5EF4-FFF2-40B4-BE49-F238E27FC236}">
                  <a16:creationId xmlns:a16="http://schemas.microsoft.com/office/drawing/2014/main" id="{19B1CFB7-065F-D7E2-3C18-4B2E79DB76BD}"/>
                </a:ext>
              </a:extLst>
            </p:cNvPr>
            <p:cNvSpPr/>
            <p:nvPr/>
          </p:nvSpPr>
          <p:spPr>
            <a:xfrm>
              <a:off x="5589975" y="4488425"/>
              <a:ext cx="122175" cy="108500"/>
            </a:xfrm>
            <a:custGeom>
              <a:avLst/>
              <a:gdLst/>
              <a:ahLst/>
              <a:cxnLst/>
              <a:rect l="l" t="t" r="r" b="b"/>
              <a:pathLst>
                <a:path w="4887" h="4340" extrusionOk="0">
                  <a:moveTo>
                    <a:pt x="2443" y="547"/>
                  </a:moveTo>
                  <a:cubicBezTo>
                    <a:pt x="2990" y="547"/>
                    <a:pt x="3472" y="740"/>
                    <a:pt x="3793" y="1029"/>
                  </a:cubicBezTo>
                  <a:cubicBezTo>
                    <a:pt x="4147" y="1318"/>
                    <a:pt x="4340" y="1736"/>
                    <a:pt x="4340" y="2154"/>
                  </a:cubicBezTo>
                  <a:cubicBezTo>
                    <a:pt x="4340" y="2604"/>
                    <a:pt x="4147" y="2990"/>
                    <a:pt x="3793" y="3311"/>
                  </a:cubicBezTo>
                  <a:cubicBezTo>
                    <a:pt x="3472" y="3600"/>
                    <a:pt x="2990" y="3793"/>
                    <a:pt x="2443" y="3793"/>
                  </a:cubicBezTo>
                  <a:cubicBezTo>
                    <a:pt x="1929" y="3793"/>
                    <a:pt x="1447" y="3600"/>
                    <a:pt x="1093" y="3311"/>
                  </a:cubicBezTo>
                  <a:cubicBezTo>
                    <a:pt x="740" y="2990"/>
                    <a:pt x="547" y="2604"/>
                    <a:pt x="547" y="2154"/>
                  </a:cubicBezTo>
                  <a:cubicBezTo>
                    <a:pt x="547" y="1736"/>
                    <a:pt x="740" y="1318"/>
                    <a:pt x="1093" y="1029"/>
                  </a:cubicBezTo>
                  <a:cubicBezTo>
                    <a:pt x="1447" y="740"/>
                    <a:pt x="1929" y="547"/>
                    <a:pt x="2443" y="547"/>
                  </a:cubicBezTo>
                  <a:close/>
                  <a:moveTo>
                    <a:pt x="2443" y="0"/>
                  </a:moveTo>
                  <a:cubicBezTo>
                    <a:pt x="1800" y="0"/>
                    <a:pt x="1190" y="225"/>
                    <a:pt x="740" y="611"/>
                  </a:cubicBezTo>
                  <a:cubicBezTo>
                    <a:pt x="290" y="997"/>
                    <a:pt x="0" y="1543"/>
                    <a:pt x="0" y="2154"/>
                  </a:cubicBezTo>
                  <a:cubicBezTo>
                    <a:pt x="0" y="2765"/>
                    <a:pt x="290" y="3311"/>
                    <a:pt x="740" y="3697"/>
                  </a:cubicBezTo>
                  <a:cubicBezTo>
                    <a:pt x="1190" y="4083"/>
                    <a:pt x="1800" y="4340"/>
                    <a:pt x="2443" y="4340"/>
                  </a:cubicBezTo>
                  <a:cubicBezTo>
                    <a:pt x="3118" y="4340"/>
                    <a:pt x="3729" y="4083"/>
                    <a:pt x="4147" y="3697"/>
                  </a:cubicBezTo>
                  <a:cubicBezTo>
                    <a:pt x="4597" y="3311"/>
                    <a:pt x="4886" y="2765"/>
                    <a:pt x="4886" y="2154"/>
                  </a:cubicBezTo>
                  <a:cubicBezTo>
                    <a:pt x="4886" y="1543"/>
                    <a:pt x="4597" y="997"/>
                    <a:pt x="4147" y="611"/>
                  </a:cubicBezTo>
                  <a:cubicBezTo>
                    <a:pt x="3729" y="225"/>
                    <a:pt x="3118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678;p64">
              <a:extLst>
                <a:ext uri="{FF2B5EF4-FFF2-40B4-BE49-F238E27FC236}">
                  <a16:creationId xmlns:a16="http://schemas.microsoft.com/office/drawing/2014/main" id="{5270613F-ED6F-BFEE-F8F0-02861341DB10}"/>
                </a:ext>
              </a:extLst>
            </p:cNvPr>
            <p:cNvSpPr/>
            <p:nvPr/>
          </p:nvSpPr>
          <p:spPr>
            <a:xfrm>
              <a:off x="5777200" y="4211900"/>
              <a:ext cx="125400" cy="83625"/>
            </a:xfrm>
            <a:custGeom>
              <a:avLst/>
              <a:gdLst/>
              <a:ahLst/>
              <a:cxnLst/>
              <a:rect l="l" t="t" r="r" b="b"/>
              <a:pathLst>
                <a:path w="5016" h="3345" extrusionOk="0">
                  <a:moveTo>
                    <a:pt x="1555" y="1"/>
                  </a:moveTo>
                  <a:cubicBezTo>
                    <a:pt x="995" y="1"/>
                    <a:pt x="545" y="187"/>
                    <a:pt x="355" y="550"/>
                  </a:cubicBezTo>
                  <a:cubicBezTo>
                    <a:pt x="1" y="1225"/>
                    <a:pt x="676" y="2286"/>
                    <a:pt x="1865" y="2897"/>
                  </a:cubicBezTo>
                  <a:cubicBezTo>
                    <a:pt x="2424" y="3198"/>
                    <a:pt x="2996" y="3344"/>
                    <a:pt x="3483" y="3344"/>
                  </a:cubicBezTo>
                  <a:cubicBezTo>
                    <a:pt x="4034" y="3344"/>
                    <a:pt x="4474" y="3158"/>
                    <a:pt x="4662" y="2800"/>
                  </a:cubicBezTo>
                  <a:cubicBezTo>
                    <a:pt x="5015" y="2093"/>
                    <a:pt x="4340" y="1032"/>
                    <a:pt x="3151" y="421"/>
                  </a:cubicBezTo>
                  <a:cubicBezTo>
                    <a:pt x="2601" y="139"/>
                    <a:pt x="2037" y="1"/>
                    <a:pt x="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679;p64">
              <a:extLst>
                <a:ext uri="{FF2B5EF4-FFF2-40B4-BE49-F238E27FC236}">
                  <a16:creationId xmlns:a16="http://schemas.microsoft.com/office/drawing/2014/main" id="{43BE8242-169B-CD77-BC2D-BC2054BDCAE1}"/>
                </a:ext>
              </a:extLst>
            </p:cNvPr>
            <p:cNvSpPr/>
            <p:nvPr/>
          </p:nvSpPr>
          <p:spPr>
            <a:xfrm>
              <a:off x="5777200" y="4204750"/>
              <a:ext cx="125400" cy="97250"/>
            </a:xfrm>
            <a:custGeom>
              <a:avLst/>
              <a:gdLst/>
              <a:ahLst/>
              <a:cxnLst/>
              <a:rect l="l" t="t" r="r" b="b"/>
              <a:pathLst>
                <a:path w="5016" h="3890" extrusionOk="0">
                  <a:moveTo>
                    <a:pt x="1544" y="547"/>
                  </a:moveTo>
                  <a:cubicBezTo>
                    <a:pt x="1994" y="547"/>
                    <a:pt x="2508" y="675"/>
                    <a:pt x="3023" y="965"/>
                  </a:cubicBezTo>
                  <a:cubicBezTo>
                    <a:pt x="3473" y="1190"/>
                    <a:pt x="3858" y="1479"/>
                    <a:pt x="4115" y="1800"/>
                  </a:cubicBezTo>
                  <a:cubicBezTo>
                    <a:pt x="4373" y="2122"/>
                    <a:pt x="4469" y="2443"/>
                    <a:pt x="4469" y="2668"/>
                  </a:cubicBezTo>
                  <a:cubicBezTo>
                    <a:pt x="4469" y="2765"/>
                    <a:pt x="4469" y="2861"/>
                    <a:pt x="4405" y="2958"/>
                  </a:cubicBezTo>
                  <a:cubicBezTo>
                    <a:pt x="4340" y="3086"/>
                    <a:pt x="4244" y="3183"/>
                    <a:pt x="4083" y="3247"/>
                  </a:cubicBezTo>
                  <a:cubicBezTo>
                    <a:pt x="3923" y="3311"/>
                    <a:pt x="3698" y="3375"/>
                    <a:pt x="3473" y="3375"/>
                  </a:cubicBezTo>
                  <a:cubicBezTo>
                    <a:pt x="3023" y="3375"/>
                    <a:pt x="2508" y="3215"/>
                    <a:pt x="1994" y="2958"/>
                  </a:cubicBezTo>
                  <a:cubicBezTo>
                    <a:pt x="1544" y="2733"/>
                    <a:pt x="1158" y="2411"/>
                    <a:pt x="901" y="2122"/>
                  </a:cubicBezTo>
                  <a:cubicBezTo>
                    <a:pt x="644" y="1800"/>
                    <a:pt x="515" y="1479"/>
                    <a:pt x="515" y="1254"/>
                  </a:cubicBezTo>
                  <a:cubicBezTo>
                    <a:pt x="547" y="1125"/>
                    <a:pt x="547" y="1029"/>
                    <a:pt x="612" y="965"/>
                  </a:cubicBezTo>
                  <a:cubicBezTo>
                    <a:pt x="676" y="836"/>
                    <a:pt x="772" y="740"/>
                    <a:pt x="933" y="675"/>
                  </a:cubicBezTo>
                  <a:cubicBezTo>
                    <a:pt x="1094" y="579"/>
                    <a:pt x="1319" y="547"/>
                    <a:pt x="1544" y="547"/>
                  </a:cubicBezTo>
                  <a:close/>
                  <a:moveTo>
                    <a:pt x="1544" y="0"/>
                  </a:moveTo>
                  <a:cubicBezTo>
                    <a:pt x="1255" y="0"/>
                    <a:pt x="965" y="65"/>
                    <a:pt x="708" y="193"/>
                  </a:cubicBezTo>
                  <a:cubicBezTo>
                    <a:pt x="451" y="290"/>
                    <a:pt x="258" y="482"/>
                    <a:pt x="130" y="707"/>
                  </a:cubicBezTo>
                  <a:cubicBezTo>
                    <a:pt x="33" y="868"/>
                    <a:pt x="1" y="1061"/>
                    <a:pt x="1" y="1254"/>
                  </a:cubicBezTo>
                  <a:cubicBezTo>
                    <a:pt x="1" y="1640"/>
                    <a:pt x="194" y="2058"/>
                    <a:pt x="483" y="2443"/>
                  </a:cubicBezTo>
                  <a:cubicBezTo>
                    <a:pt x="805" y="2829"/>
                    <a:pt x="1222" y="3150"/>
                    <a:pt x="1737" y="3440"/>
                  </a:cubicBezTo>
                  <a:cubicBezTo>
                    <a:pt x="2315" y="3729"/>
                    <a:pt x="2926" y="3890"/>
                    <a:pt x="3473" y="3890"/>
                  </a:cubicBezTo>
                  <a:cubicBezTo>
                    <a:pt x="3762" y="3890"/>
                    <a:pt x="4051" y="3858"/>
                    <a:pt x="4308" y="3729"/>
                  </a:cubicBezTo>
                  <a:cubicBezTo>
                    <a:pt x="4565" y="3633"/>
                    <a:pt x="4758" y="3440"/>
                    <a:pt x="4887" y="3183"/>
                  </a:cubicBezTo>
                  <a:cubicBezTo>
                    <a:pt x="4983" y="3022"/>
                    <a:pt x="5015" y="2861"/>
                    <a:pt x="5015" y="2668"/>
                  </a:cubicBezTo>
                  <a:cubicBezTo>
                    <a:pt x="5015" y="2250"/>
                    <a:pt x="4823" y="1832"/>
                    <a:pt x="4533" y="1479"/>
                  </a:cubicBezTo>
                  <a:cubicBezTo>
                    <a:pt x="4212" y="1093"/>
                    <a:pt x="3794" y="740"/>
                    <a:pt x="3280" y="482"/>
                  </a:cubicBezTo>
                  <a:cubicBezTo>
                    <a:pt x="2701" y="161"/>
                    <a:pt x="2090" y="32"/>
                    <a:pt x="1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680;p64">
              <a:extLst>
                <a:ext uri="{FF2B5EF4-FFF2-40B4-BE49-F238E27FC236}">
                  <a16:creationId xmlns:a16="http://schemas.microsoft.com/office/drawing/2014/main" id="{7E7E770B-F302-FFCF-1A6B-BAD41FB9711B}"/>
                </a:ext>
              </a:extLst>
            </p:cNvPr>
            <p:cNvSpPr/>
            <p:nvPr/>
          </p:nvSpPr>
          <p:spPr>
            <a:xfrm>
              <a:off x="2074975" y="4211900"/>
              <a:ext cx="125400" cy="83625"/>
            </a:xfrm>
            <a:custGeom>
              <a:avLst/>
              <a:gdLst/>
              <a:ahLst/>
              <a:cxnLst/>
              <a:rect l="l" t="t" r="r" b="b"/>
              <a:pathLst>
                <a:path w="5016" h="3345" extrusionOk="0">
                  <a:moveTo>
                    <a:pt x="3461" y="1"/>
                  </a:moveTo>
                  <a:cubicBezTo>
                    <a:pt x="2979" y="1"/>
                    <a:pt x="2415" y="139"/>
                    <a:pt x="1865" y="421"/>
                  </a:cubicBezTo>
                  <a:cubicBezTo>
                    <a:pt x="676" y="1032"/>
                    <a:pt x="1" y="2093"/>
                    <a:pt x="354" y="2800"/>
                  </a:cubicBezTo>
                  <a:cubicBezTo>
                    <a:pt x="542" y="3158"/>
                    <a:pt x="983" y="3344"/>
                    <a:pt x="1533" y="3344"/>
                  </a:cubicBezTo>
                  <a:cubicBezTo>
                    <a:pt x="2020" y="3344"/>
                    <a:pt x="2592" y="3198"/>
                    <a:pt x="3151" y="2897"/>
                  </a:cubicBezTo>
                  <a:cubicBezTo>
                    <a:pt x="4340" y="2286"/>
                    <a:pt x="5015" y="1225"/>
                    <a:pt x="4662" y="550"/>
                  </a:cubicBezTo>
                  <a:cubicBezTo>
                    <a:pt x="4472" y="187"/>
                    <a:pt x="4022" y="1"/>
                    <a:pt x="34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681;p64">
              <a:extLst>
                <a:ext uri="{FF2B5EF4-FFF2-40B4-BE49-F238E27FC236}">
                  <a16:creationId xmlns:a16="http://schemas.microsoft.com/office/drawing/2014/main" id="{FFB7B3D7-2901-BD68-B37D-EF5655A405BB}"/>
                </a:ext>
              </a:extLst>
            </p:cNvPr>
            <p:cNvSpPr/>
            <p:nvPr/>
          </p:nvSpPr>
          <p:spPr>
            <a:xfrm>
              <a:off x="2074975" y="4204750"/>
              <a:ext cx="125400" cy="97250"/>
            </a:xfrm>
            <a:custGeom>
              <a:avLst/>
              <a:gdLst/>
              <a:ahLst/>
              <a:cxnLst/>
              <a:rect l="l" t="t" r="r" b="b"/>
              <a:pathLst>
                <a:path w="5016" h="3890" extrusionOk="0">
                  <a:moveTo>
                    <a:pt x="3472" y="547"/>
                  </a:moveTo>
                  <a:cubicBezTo>
                    <a:pt x="3697" y="547"/>
                    <a:pt x="3922" y="579"/>
                    <a:pt x="4083" y="675"/>
                  </a:cubicBezTo>
                  <a:cubicBezTo>
                    <a:pt x="4244" y="740"/>
                    <a:pt x="4340" y="836"/>
                    <a:pt x="4405" y="965"/>
                  </a:cubicBezTo>
                  <a:cubicBezTo>
                    <a:pt x="4469" y="1029"/>
                    <a:pt x="4469" y="1125"/>
                    <a:pt x="4469" y="1254"/>
                  </a:cubicBezTo>
                  <a:cubicBezTo>
                    <a:pt x="4469" y="1479"/>
                    <a:pt x="4372" y="1800"/>
                    <a:pt x="4115" y="2122"/>
                  </a:cubicBezTo>
                  <a:cubicBezTo>
                    <a:pt x="3858" y="2411"/>
                    <a:pt x="3472" y="2733"/>
                    <a:pt x="3022" y="2958"/>
                  </a:cubicBezTo>
                  <a:cubicBezTo>
                    <a:pt x="2508" y="3215"/>
                    <a:pt x="1994" y="3375"/>
                    <a:pt x="1544" y="3375"/>
                  </a:cubicBezTo>
                  <a:cubicBezTo>
                    <a:pt x="1319" y="3375"/>
                    <a:pt x="1094" y="3311"/>
                    <a:pt x="933" y="3247"/>
                  </a:cubicBezTo>
                  <a:cubicBezTo>
                    <a:pt x="772" y="3183"/>
                    <a:pt x="676" y="3086"/>
                    <a:pt x="612" y="2958"/>
                  </a:cubicBezTo>
                  <a:cubicBezTo>
                    <a:pt x="547" y="2861"/>
                    <a:pt x="515" y="2765"/>
                    <a:pt x="515" y="2668"/>
                  </a:cubicBezTo>
                  <a:cubicBezTo>
                    <a:pt x="515" y="2443"/>
                    <a:pt x="644" y="2122"/>
                    <a:pt x="901" y="1800"/>
                  </a:cubicBezTo>
                  <a:cubicBezTo>
                    <a:pt x="1158" y="1479"/>
                    <a:pt x="1544" y="1190"/>
                    <a:pt x="1994" y="965"/>
                  </a:cubicBezTo>
                  <a:cubicBezTo>
                    <a:pt x="2508" y="675"/>
                    <a:pt x="3022" y="547"/>
                    <a:pt x="3472" y="547"/>
                  </a:cubicBezTo>
                  <a:close/>
                  <a:moveTo>
                    <a:pt x="3472" y="0"/>
                  </a:moveTo>
                  <a:cubicBezTo>
                    <a:pt x="2926" y="32"/>
                    <a:pt x="2315" y="161"/>
                    <a:pt x="1737" y="482"/>
                  </a:cubicBezTo>
                  <a:cubicBezTo>
                    <a:pt x="1222" y="740"/>
                    <a:pt x="804" y="1093"/>
                    <a:pt x="483" y="1479"/>
                  </a:cubicBezTo>
                  <a:cubicBezTo>
                    <a:pt x="194" y="1832"/>
                    <a:pt x="1" y="2250"/>
                    <a:pt x="1" y="2668"/>
                  </a:cubicBezTo>
                  <a:cubicBezTo>
                    <a:pt x="1" y="2861"/>
                    <a:pt x="33" y="3022"/>
                    <a:pt x="129" y="3215"/>
                  </a:cubicBezTo>
                  <a:lnTo>
                    <a:pt x="129" y="3183"/>
                  </a:lnTo>
                  <a:cubicBezTo>
                    <a:pt x="258" y="3440"/>
                    <a:pt x="451" y="3633"/>
                    <a:pt x="708" y="3729"/>
                  </a:cubicBezTo>
                  <a:cubicBezTo>
                    <a:pt x="965" y="3858"/>
                    <a:pt x="1254" y="3890"/>
                    <a:pt x="1544" y="3890"/>
                  </a:cubicBezTo>
                  <a:cubicBezTo>
                    <a:pt x="2090" y="3890"/>
                    <a:pt x="2701" y="3729"/>
                    <a:pt x="3280" y="3440"/>
                  </a:cubicBezTo>
                  <a:cubicBezTo>
                    <a:pt x="3794" y="3150"/>
                    <a:pt x="4212" y="2829"/>
                    <a:pt x="4533" y="2443"/>
                  </a:cubicBezTo>
                  <a:cubicBezTo>
                    <a:pt x="4822" y="2058"/>
                    <a:pt x="5015" y="1640"/>
                    <a:pt x="5015" y="1254"/>
                  </a:cubicBezTo>
                  <a:cubicBezTo>
                    <a:pt x="5015" y="1061"/>
                    <a:pt x="4983" y="868"/>
                    <a:pt x="4887" y="707"/>
                  </a:cubicBezTo>
                  <a:cubicBezTo>
                    <a:pt x="4758" y="482"/>
                    <a:pt x="4565" y="290"/>
                    <a:pt x="4308" y="193"/>
                  </a:cubicBezTo>
                  <a:cubicBezTo>
                    <a:pt x="4051" y="65"/>
                    <a:pt x="3762" y="0"/>
                    <a:pt x="34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682;p64">
              <a:extLst>
                <a:ext uri="{FF2B5EF4-FFF2-40B4-BE49-F238E27FC236}">
                  <a16:creationId xmlns:a16="http://schemas.microsoft.com/office/drawing/2014/main" id="{4BBA09C8-E05F-A642-AB35-35A3264A5244}"/>
                </a:ext>
              </a:extLst>
            </p:cNvPr>
            <p:cNvSpPr/>
            <p:nvPr/>
          </p:nvSpPr>
          <p:spPr>
            <a:xfrm>
              <a:off x="2379550" y="3664725"/>
              <a:ext cx="13675" cy="457275"/>
            </a:xfrm>
            <a:custGeom>
              <a:avLst/>
              <a:gdLst/>
              <a:ahLst/>
              <a:cxnLst/>
              <a:rect l="l" t="t" r="r" b="b"/>
              <a:pathLst>
                <a:path w="547" h="18291" extrusionOk="0">
                  <a:moveTo>
                    <a:pt x="1" y="0"/>
                  </a:moveTo>
                  <a:lnTo>
                    <a:pt x="1" y="18290"/>
                  </a:lnTo>
                  <a:lnTo>
                    <a:pt x="547" y="18290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683;p64">
              <a:extLst>
                <a:ext uri="{FF2B5EF4-FFF2-40B4-BE49-F238E27FC236}">
                  <a16:creationId xmlns:a16="http://schemas.microsoft.com/office/drawing/2014/main" id="{CE166087-1970-AFCB-F50F-46355ACAA21C}"/>
                </a:ext>
              </a:extLst>
            </p:cNvPr>
            <p:cNvSpPr/>
            <p:nvPr/>
          </p:nvSpPr>
          <p:spPr>
            <a:xfrm>
              <a:off x="2675275" y="4226450"/>
              <a:ext cx="12875" cy="229050"/>
            </a:xfrm>
            <a:custGeom>
              <a:avLst/>
              <a:gdLst/>
              <a:ahLst/>
              <a:cxnLst/>
              <a:rect l="l" t="t" r="r" b="b"/>
              <a:pathLst>
                <a:path w="515" h="9162" extrusionOk="0">
                  <a:moveTo>
                    <a:pt x="1" y="0"/>
                  </a:moveTo>
                  <a:lnTo>
                    <a:pt x="1" y="9161"/>
                  </a:lnTo>
                  <a:lnTo>
                    <a:pt x="515" y="9161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684;p64">
              <a:extLst>
                <a:ext uri="{FF2B5EF4-FFF2-40B4-BE49-F238E27FC236}">
                  <a16:creationId xmlns:a16="http://schemas.microsoft.com/office/drawing/2014/main" id="{D1F116C0-2AE9-D9D3-83F8-2E7EB363ACE6}"/>
                </a:ext>
              </a:extLst>
            </p:cNvPr>
            <p:cNvSpPr/>
            <p:nvPr/>
          </p:nvSpPr>
          <p:spPr>
            <a:xfrm>
              <a:off x="2675275" y="3712925"/>
              <a:ext cx="12875" cy="456475"/>
            </a:xfrm>
            <a:custGeom>
              <a:avLst/>
              <a:gdLst/>
              <a:ahLst/>
              <a:cxnLst/>
              <a:rect l="l" t="t" r="r" b="b"/>
              <a:pathLst>
                <a:path w="515" h="18259" extrusionOk="0">
                  <a:moveTo>
                    <a:pt x="1" y="1"/>
                  </a:moveTo>
                  <a:lnTo>
                    <a:pt x="1" y="18259"/>
                  </a:lnTo>
                  <a:lnTo>
                    <a:pt x="515" y="18259"/>
                  </a:lnTo>
                  <a:lnTo>
                    <a:pt x="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685;p64">
              <a:extLst>
                <a:ext uri="{FF2B5EF4-FFF2-40B4-BE49-F238E27FC236}">
                  <a16:creationId xmlns:a16="http://schemas.microsoft.com/office/drawing/2014/main" id="{C19CE157-3B90-9E26-BFA4-3672BC3C1DA4}"/>
                </a:ext>
              </a:extLst>
            </p:cNvPr>
            <p:cNvSpPr/>
            <p:nvPr/>
          </p:nvSpPr>
          <p:spPr>
            <a:xfrm>
              <a:off x="5312725" y="4017500"/>
              <a:ext cx="12875" cy="456475"/>
            </a:xfrm>
            <a:custGeom>
              <a:avLst/>
              <a:gdLst/>
              <a:ahLst/>
              <a:cxnLst/>
              <a:rect l="l" t="t" r="r" b="b"/>
              <a:pathLst>
                <a:path w="515" h="18259" extrusionOk="0">
                  <a:moveTo>
                    <a:pt x="0" y="1"/>
                  </a:moveTo>
                  <a:lnTo>
                    <a:pt x="0" y="18259"/>
                  </a:lnTo>
                  <a:lnTo>
                    <a:pt x="515" y="18259"/>
                  </a:lnTo>
                  <a:lnTo>
                    <a:pt x="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686;p64">
              <a:extLst>
                <a:ext uri="{FF2B5EF4-FFF2-40B4-BE49-F238E27FC236}">
                  <a16:creationId xmlns:a16="http://schemas.microsoft.com/office/drawing/2014/main" id="{50FC1924-47AA-E01B-12A0-5266937090A5}"/>
                </a:ext>
              </a:extLst>
            </p:cNvPr>
            <p:cNvSpPr/>
            <p:nvPr/>
          </p:nvSpPr>
          <p:spPr>
            <a:xfrm>
              <a:off x="5034675" y="3549000"/>
              <a:ext cx="13675" cy="1004525"/>
            </a:xfrm>
            <a:custGeom>
              <a:avLst/>
              <a:gdLst/>
              <a:ahLst/>
              <a:cxnLst/>
              <a:rect l="l" t="t" r="r" b="b"/>
              <a:pathLst>
                <a:path w="547" h="40181" extrusionOk="0">
                  <a:moveTo>
                    <a:pt x="1" y="0"/>
                  </a:moveTo>
                  <a:lnTo>
                    <a:pt x="1" y="40181"/>
                  </a:lnTo>
                  <a:lnTo>
                    <a:pt x="547" y="40181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687;p64">
              <a:extLst>
                <a:ext uri="{FF2B5EF4-FFF2-40B4-BE49-F238E27FC236}">
                  <a16:creationId xmlns:a16="http://schemas.microsoft.com/office/drawing/2014/main" id="{1309D843-1D35-0DE5-4F08-87C1A98AFF99}"/>
                </a:ext>
              </a:extLst>
            </p:cNvPr>
            <p:cNvSpPr/>
            <p:nvPr/>
          </p:nvSpPr>
          <p:spPr>
            <a:xfrm>
              <a:off x="3883900" y="4445825"/>
              <a:ext cx="13700" cy="209775"/>
            </a:xfrm>
            <a:custGeom>
              <a:avLst/>
              <a:gdLst/>
              <a:ahLst/>
              <a:cxnLst/>
              <a:rect l="l" t="t" r="r" b="b"/>
              <a:pathLst>
                <a:path w="548" h="8391" extrusionOk="0">
                  <a:moveTo>
                    <a:pt x="1" y="1"/>
                  </a:moveTo>
                  <a:lnTo>
                    <a:pt x="1" y="8390"/>
                  </a:lnTo>
                  <a:lnTo>
                    <a:pt x="547" y="8390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3688;p64">
              <a:extLst>
                <a:ext uri="{FF2B5EF4-FFF2-40B4-BE49-F238E27FC236}">
                  <a16:creationId xmlns:a16="http://schemas.microsoft.com/office/drawing/2014/main" id="{4D6B215B-4DBB-D2A8-C636-C3978E859D38}"/>
                </a:ext>
              </a:extLst>
            </p:cNvPr>
            <p:cNvSpPr/>
            <p:nvPr/>
          </p:nvSpPr>
          <p:spPr>
            <a:xfrm>
              <a:off x="3005550" y="4067325"/>
              <a:ext cx="13700" cy="511925"/>
            </a:xfrm>
            <a:custGeom>
              <a:avLst/>
              <a:gdLst/>
              <a:ahLst/>
              <a:cxnLst/>
              <a:rect l="l" t="t" r="r" b="b"/>
              <a:pathLst>
                <a:path w="548" h="20477" extrusionOk="0">
                  <a:moveTo>
                    <a:pt x="1" y="1"/>
                  </a:moveTo>
                  <a:lnTo>
                    <a:pt x="1" y="20477"/>
                  </a:lnTo>
                  <a:lnTo>
                    <a:pt x="547" y="20477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3689;p64">
              <a:extLst>
                <a:ext uri="{FF2B5EF4-FFF2-40B4-BE49-F238E27FC236}">
                  <a16:creationId xmlns:a16="http://schemas.microsoft.com/office/drawing/2014/main" id="{236FA287-F253-4619-3EC5-30E4FE223E5E}"/>
                </a:ext>
              </a:extLst>
            </p:cNvPr>
            <p:cNvSpPr/>
            <p:nvPr/>
          </p:nvSpPr>
          <p:spPr>
            <a:xfrm>
              <a:off x="4566975" y="4538250"/>
              <a:ext cx="13675" cy="103675"/>
            </a:xfrm>
            <a:custGeom>
              <a:avLst/>
              <a:gdLst/>
              <a:ahLst/>
              <a:cxnLst/>
              <a:rect l="l" t="t" r="r" b="b"/>
              <a:pathLst>
                <a:path w="547" h="4147" extrusionOk="0">
                  <a:moveTo>
                    <a:pt x="1" y="0"/>
                  </a:moveTo>
                  <a:lnTo>
                    <a:pt x="1" y="4147"/>
                  </a:lnTo>
                  <a:lnTo>
                    <a:pt x="547" y="414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3690;p64">
              <a:extLst>
                <a:ext uri="{FF2B5EF4-FFF2-40B4-BE49-F238E27FC236}">
                  <a16:creationId xmlns:a16="http://schemas.microsoft.com/office/drawing/2014/main" id="{3BD8D570-EF28-B335-452D-E8C41FA31338}"/>
                </a:ext>
              </a:extLst>
            </p:cNvPr>
            <p:cNvSpPr/>
            <p:nvPr/>
          </p:nvSpPr>
          <p:spPr>
            <a:xfrm>
              <a:off x="4566975" y="4294750"/>
              <a:ext cx="13675" cy="211375"/>
            </a:xfrm>
            <a:custGeom>
              <a:avLst/>
              <a:gdLst/>
              <a:ahLst/>
              <a:cxnLst/>
              <a:rect l="l" t="t" r="r" b="b"/>
              <a:pathLst>
                <a:path w="547" h="8455" extrusionOk="0">
                  <a:moveTo>
                    <a:pt x="1" y="0"/>
                  </a:moveTo>
                  <a:lnTo>
                    <a:pt x="1" y="8454"/>
                  </a:lnTo>
                  <a:lnTo>
                    <a:pt x="547" y="8454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3691;p64">
              <a:extLst>
                <a:ext uri="{FF2B5EF4-FFF2-40B4-BE49-F238E27FC236}">
                  <a16:creationId xmlns:a16="http://schemas.microsoft.com/office/drawing/2014/main" id="{1A48626D-A828-8ED3-559C-BB3D726AE080}"/>
                </a:ext>
              </a:extLst>
            </p:cNvPr>
            <p:cNvSpPr/>
            <p:nvPr/>
          </p:nvSpPr>
          <p:spPr>
            <a:xfrm>
              <a:off x="3883900" y="4236075"/>
              <a:ext cx="13700" cy="114150"/>
            </a:xfrm>
            <a:custGeom>
              <a:avLst/>
              <a:gdLst/>
              <a:ahLst/>
              <a:cxnLst/>
              <a:rect l="l" t="t" r="r" b="b"/>
              <a:pathLst>
                <a:path w="548" h="4566" extrusionOk="0">
                  <a:moveTo>
                    <a:pt x="1" y="1"/>
                  </a:moveTo>
                  <a:lnTo>
                    <a:pt x="1" y="4565"/>
                  </a:lnTo>
                  <a:lnTo>
                    <a:pt x="547" y="4565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3692;p64">
              <a:extLst>
                <a:ext uri="{FF2B5EF4-FFF2-40B4-BE49-F238E27FC236}">
                  <a16:creationId xmlns:a16="http://schemas.microsoft.com/office/drawing/2014/main" id="{43D897DA-25E0-B88C-FAE8-0A53763BAEE8}"/>
                </a:ext>
              </a:extLst>
            </p:cNvPr>
            <p:cNvSpPr/>
            <p:nvPr/>
          </p:nvSpPr>
          <p:spPr>
            <a:xfrm>
              <a:off x="5312725" y="3703300"/>
              <a:ext cx="12875" cy="208950"/>
            </a:xfrm>
            <a:custGeom>
              <a:avLst/>
              <a:gdLst/>
              <a:ahLst/>
              <a:cxnLst/>
              <a:rect l="l" t="t" r="r" b="b"/>
              <a:pathLst>
                <a:path w="515" h="8358" extrusionOk="0">
                  <a:moveTo>
                    <a:pt x="0" y="0"/>
                  </a:moveTo>
                  <a:lnTo>
                    <a:pt x="0" y="8358"/>
                  </a:lnTo>
                  <a:lnTo>
                    <a:pt x="515" y="8358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3693;p64">
              <a:extLst>
                <a:ext uri="{FF2B5EF4-FFF2-40B4-BE49-F238E27FC236}">
                  <a16:creationId xmlns:a16="http://schemas.microsoft.com/office/drawing/2014/main" id="{A0ACC8BA-2A26-7ACE-F4CC-92AF0BF91E03}"/>
                </a:ext>
              </a:extLst>
            </p:cNvPr>
            <p:cNvSpPr/>
            <p:nvPr/>
          </p:nvSpPr>
          <p:spPr>
            <a:xfrm>
              <a:off x="5578725" y="3255675"/>
              <a:ext cx="13675" cy="1019000"/>
            </a:xfrm>
            <a:custGeom>
              <a:avLst/>
              <a:gdLst/>
              <a:ahLst/>
              <a:cxnLst/>
              <a:rect l="l" t="t" r="r" b="b"/>
              <a:pathLst>
                <a:path w="547" h="40760" extrusionOk="0">
                  <a:moveTo>
                    <a:pt x="0" y="1"/>
                  </a:moveTo>
                  <a:lnTo>
                    <a:pt x="0" y="40760"/>
                  </a:lnTo>
                  <a:lnTo>
                    <a:pt x="547" y="40760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3694;p64">
              <a:extLst>
                <a:ext uri="{FF2B5EF4-FFF2-40B4-BE49-F238E27FC236}">
                  <a16:creationId xmlns:a16="http://schemas.microsoft.com/office/drawing/2014/main" id="{0DA55D40-47CE-AEDC-5BE4-FFAB27E2FB14}"/>
                </a:ext>
              </a:extLst>
            </p:cNvPr>
            <p:cNvSpPr/>
            <p:nvPr/>
          </p:nvSpPr>
          <p:spPr>
            <a:xfrm>
              <a:off x="2379550" y="3351300"/>
              <a:ext cx="13675" cy="246750"/>
            </a:xfrm>
            <a:custGeom>
              <a:avLst/>
              <a:gdLst/>
              <a:ahLst/>
              <a:cxnLst/>
              <a:rect l="l" t="t" r="r" b="b"/>
              <a:pathLst>
                <a:path w="547" h="9870" extrusionOk="0">
                  <a:moveTo>
                    <a:pt x="1" y="1"/>
                  </a:moveTo>
                  <a:lnTo>
                    <a:pt x="1" y="9869"/>
                  </a:lnTo>
                  <a:lnTo>
                    <a:pt x="547" y="9869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3695;p64">
              <a:extLst>
                <a:ext uri="{FF2B5EF4-FFF2-40B4-BE49-F238E27FC236}">
                  <a16:creationId xmlns:a16="http://schemas.microsoft.com/office/drawing/2014/main" id="{7AA1C093-8813-B307-FDE0-32CEBB7F9A37}"/>
                </a:ext>
              </a:extLst>
            </p:cNvPr>
            <p:cNvSpPr/>
            <p:nvPr/>
          </p:nvSpPr>
          <p:spPr>
            <a:xfrm>
              <a:off x="4804850" y="2847450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0"/>
                  </a:moveTo>
                  <a:lnTo>
                    <a:pt x="0" y="6718"/>
                  </a:lnTo>
                  <a:lnTo>
                    <a:pt x="2540" y="6718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3696;p64">
              <a:extLst>
                <a:ext uri="{FF2B5EF4-FFF2-40B4-BE49-F238E27FC236}">
                  <a16:creationId xmlns:a16="http://schemas.microsoft.com/office/drawing/2014/main" id="{6302C3D3-1569-F805-34C5-9C997BC31062}"/>
                </a:ext>
              </a:extLst>
            </p:cNvPr>
            <p:cNvSpPr/>
            <p:nvPr/>
          </p:nvSpPr>
          <p:spPr>
            <a:xfrm>
              <a:off x="4797600" y="2840200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51"/>
                  </a:lnTo>
                  <a:lnTo>
                    <a:pt x="547" y="6751"/>
                  </a:lnTo>
                  <a:lnTo>
                    <a:pt x="547" y="547"/>
                  </a:lnTo>
                  <a:close/>
                  <a:moveTo>
                    <a:pt x="1" y="1"/>
                  </a:moveTo>
                  <a:lnTo>
                    <a:pt x="1" y="7266"/>
                  </a:lnTo>
                  <a:lnTo>
                    <a:pt x="3087" y="7266"/>
                  </a:lnTo>
                  <a:lnTo>
                    <a:pt x="3087" y="7008"/>
                  </a:lnTo>
                  <a:lnTo>
                    <a:pt x="30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3697;p64">
              <a:extLst>
                <a:ext uri="{FF2B5EF4-FFF2-40B4-BE49-F238E27FC236}">
                  <a16:creationId xmlns:a16="http://schemas.microsoft.com/office/drawing/2014/main" id="{7CFA2EBE-DB26-D4AC-E934-4FF3E435E3C8}"/>
                </a:ext>
              </a:extLst>
            </p:cNvPr>
            <p:cNvSpPr/>
            <p:nvPr/>
          </p:nvSpPr>
          <p:spPr>
            <a:xfrm>
              <a:off x="3151025" y="1597825"/>
              <a:ext cx="1674725" cy="363250"/>
            </a:xfrm>
            <a:custGeom>
              <a:avLst/>
              <a:gdLst/>
              <a:ahLst/>
              <a:cxnLst/>
              <a:rect l="l" t="t" r="r" b="b"/>
              <a:pathLst>
                <a:path w="66989" h="14530" extrusionOk="0">
                  <a:moveTo>
                    <a:pt x="0" y="0"/>
                  </a:moveTo>
                  <a:lnTo>
                    <a:pt x="0" y="14530"/>
                  </a:lnTo>
                  <a:lnTo>
                    <a:pt x="66989" y="14530"/>
                  </a:lnTo>
                  <a:lnTo>
                    <a:pt x="66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3698;p64">
              <a:extLst>
                <a:ext uri="{FF2B5EF4-FFF2-40B4-BE49-F238E27FC236}">
                  <a16:creationId xmlns:a16="http://schemas.microsoft.com/office/drawing/2014/main" id="{E86E6616-D9D0-8005-0C93-9262642A8B37}"/>
                </a:ext>
              </a:extLst>
            </p:cNvPr>
            <p:cNvSpPr/>
            <p:nvPr/>
          </p:nvSpPr>
          <p:spPr>
            <a:xfrm>
              <a:off x="3143775" y="1591400"/>
              <a:ext cx="1688425" cy="376100"/>
            </a:xfrm>
            <a:custGeom>
              <a:avLst/>
              <a:gdLst/>
              <a:ahLst/>
              <a:cxnLst/>
              <a:rect l="l" t="t" r="r" b="b"/>
              <a:pathLst>
                <a:path w="67537" h="15044" extrusionOk="0">
                  <a:moveTo>
                    <a:pt x="66990" y="547"/>
                  </a:moveTo>
                  <a:lnTo>
                    <a:pt x="66990" y="14498"/>
                  </a:lnTo>
                  <a:lnTo>
                    <a:pt x="547" y="14498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3699;p64">
              <a:extLst>
                <a:ext uri="{FF2B5EF4-FFF2-40B4-BE49-F238E27FC236}">
                  <a16:creationId xmlns:a16="http://schemas.microsoft.com/office/drawing/2014/main" id="{0DA1051C-6382-3F5F-DBD2-FFD15824310C}"/>
                </a:ext>
              </a:extLst>
            </p:cNvPr>
            <p:cNvSpPr/>
            <p:nvPr/>
          </p:nvSpPr>
          <p:spPr>
            <a:xfrm>
              <a:off x="4804850" y="3839900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1"/>
                  </a:moveTo>
                  <a:lnTo>
                    <a:pt x="0" y="6719"/>
                  </a:lnTo>
                  <a:lnTo>
                    <a:pt x="2540" y="6719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3700;p64">
              <a:extLst>
                <a:ext uri="{FF2B5EF4-FFF2-40B4-BE49-F238E27FC236}">
                  <a16:creationId xmlns:a16="http://schemas.microsoft.com/office/drawing/2014/main" id="{1B44CBD3-EEE0-E67D-A33B-36C61885B913}"/>
                </a:ext>
              </a:extLst>
            </p:cNvPr>
            <p:cNvSpPr/>
            <p:nvPr/>
          </p:nvSpPr>
          <p:spPr>
            <a:xfrm>
              <a:off x="4797600" y="383267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51"/>
                  </a:lnTo>
                  <a:lnTo>
                    <a:pt x="547" y="6751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7" y="7265"/>
                  </a:lnTo>
                  <a:lnTo>
                    <a:pt x="3087" y="7008"/>
                  </a:lnTo>
                  <a:lnTo>
                    <a:pt x="30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3701;p64">
              <a:extLst>
                <a:ext uri="{FF2B5EF4-FFF2-40B4-BE49-F238E27FC236}">
                  <a16:creationId xmlns:a16="http://schemas.microsoft.com/office/drawing/2014/main" id="{082F58D1-44B4-7905-BB21-B57F3B21A9A2}"/>
                </a:ext>
              </a:extLst>
            </p:cNvPr>
            <p:cNvSpPr/>
            <p:nvPr/>
          </p:nvSpPr>
          <p:spPr>
            <a:xfrm>
              <a:off x="3102800" y="3839900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1"/>
                  </a:moveTo>
                  <a:lnTo>
                    <a:pt x="0" y="6719"/>
                  </a:lnTo>
                  <a:lnTo>
                    <a:pt x="2540" y="6719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3702;p64">
              <a:extLst>
                <a:ext uri="{FF2B5EF4-FFF2-40B4-BE49-F238E27FC236}">
                  <a16:creationId xmlns:a16="http://schemas.microsoft.com/office/drawing/2014/main" id="{C434C7F3-21AC-0F8A-40DA-0E3A057A640E}"/>
                </a:ext>
              </a:extLst>
            </p:cNvPr>
            <p:cNvSpPr/>
            <p:nvPr/>
          </p:nvSpPr>
          <p:spPr>
            <a:xfrm>
              <a:off x="3095575" y="383267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51"/>
                  </a:lnTo>
                  <a:lnTo>
                    <a:pt x="547" y="6751"/>
                  </a:lnTo>
                  <a:lnTo>
                    <a:pt x="547" y="547"/>
                  </a:lnTo>
                  <a:close/>
                  <a:moveTo>
                    <a:pt x="0" y="0"/>
                  </a:moveTo>
                  <a:lnTo>
                    <a:pt x="0" y="7265"/>
                  </a:lnTo>
                  <a:lnTo>
                    <a:pt x="3086" y="7265"/>
                  </a:lnTo>
                  <a:lnTo>
                    <a:pt x="3086" y="7008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3703;p64">
              <a:extLst>
                <a:ext uri="{FF2B5EF4-FFF2-40B4-BE49-F238E27FC236}">
                  <a16:creationId xmlns:a16="http://schemas.microsoft.com/office/drawing/2014/main" id="{EBF99B63-988B-AA34-0943-23311354BC10}"/>
                </a:ext>
              </a:extLst>
            </p:cNvPr>
            <p:cNvSpPr/>
            <p:nvPr/>
          </p:nvSpPr>
          <p:spPr>
            <a:xfrm>
              <a:off x="3093150" y="1874275"/>
              <a:ext cx="63525" cy="167975"/>
            </a:xfrm>
            <a:custGeom>
              <a:avLst/>
              <a:gdLst/>
              <a:ahLst/>
              <a:cxnLst/>
              <a:rect l="l" t="t" r="r" b="b"/>
              <a:pathLst>
                <a:path w="2541" h="6719" extrusionOk="0">
                  <a:moveTo>
                    <a:pt x="1" y="0"/>
                  </a:moveTo>
                  <a:lnTo>
                    <a:pt x="1" y="6718"/>
                  </a:lnTo>
                  <a:lnTo>
                    <a:pt x="2540" y="6718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3704;p64">
              <a:extLst>
                <a:ext uri="{FF2B5EF4-FFF2-40B4-BE49-F238E27FC236}">
                  <a16:creationId xmlns:a16="http://schemas.microsoft.com/office/drawing/2014/main" id="{ED619DC1-A028-B930-89E7-DA75EC6D79D9}"/>
                </a:ext>
              </a:extLst>
            </p:cNvPr>
            <p:cNvSpPr/>
            <p:nvPr/>
          </p:nvSpPr>
          <p:spPr>
            <a:xfrm>
              <a:off x="3086725" y="186702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51"/>
                  </a:lnTo>
                  <a:lnTo>
                    <a:pt x="515" y="6751"/>
                  </a:lnTo>
                  <a:lnTo>
                    <a:pt x="515" y="547"/>
                  </a:lnTo>
                  <a:close/>
                  <a:moveTo>
                    <a:pt x="1" y="1"/>
                  </a:moveTo>
                  <a:lnTo>
                    <a:pt x="1" y="7266"/>
                  </a:lnTo>
                  <a:lnTo>
                    <a:pt x="3086" y="7266"/>
                  </a:lnTo>
                  <a:lnTo>
                    <a:pt x="3086" y="7008"/>
                  </a:lnTo>
                  <a:lnTo>
                    <a:pt x="3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3705;p64">
              <a:extLst>
                <a:ext uri="{FF2B5EF4-FFF2-40B4-BE49-F238E27FC236}">
                  <a16:creationId xmlns:a16="http://schemas.microsoft.com/office/drawing/2014/main" id="{F4F6122C-8205-5468-C63F-315D1A85362C}"/>
                </a:ext>
              </a:extLst>
            </p:cNvPr>
            <p:cNvSpPr/>
            <p:nvPr/>
          </p:nvSpPr>
          <p:spPr>
            <a:xfrm>
              <a:off x="3093150" y="3349700"/>
              <a:ext cx="63525" cy="167975"/>
            </a:xfrm>
            <a:custGeom>
              <a:avLst/>
              <a:gdLst/>
              <a:ahLst/>
              <a:cxnLst/>
              <a:rect l="l" t="t" r="r" b="b"/>
              <a:pathLst>
                <a:path w="2541" h="6719" extrusionOk="0">
                  <a:moveTo>
                    <a:pt x="1" y="1"/>
                  </a:moveTo>
                  <a:lnTo>
                    <a:pt x="1" y="6719"/>
                  </a:lnTo>
                  <a:lnTo>
                    <a:pt x="2540" y="6719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3706;p64">
              <a:extLst>
                <a:ext uri="{FF2B5EF4-FFF2-40B4-BE49-F238E27FC236}">
                  <a16:creationId xmlns:a16="http://schemas.microsoft.com/office/drawing/2014/main" id="{C9D4D746-4BE1-4F03-4694-030FAA4BF65A}"/>
                </a:ext>
              </a:extLst>
            </p:cNvPr>
            <p:cNvSpPr/>
            <p:nvPr/>
          </p:nvSpPr>
          <p:spPr>
            <a:xfrm>
              <a:off x="3086725" y="334327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19"/>
                  </a:lnTo>
                  <a:lnTo>
                    <a:pt x="515" y="6719"/>
                  </a:lnTo>
                  <a:lnTo>
                    <a:pt x="515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6" y="7265"/>
                  </a:lnTo>
                  <a:lnTo>
                    <a:pt x="3086" y="6976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3707;p64">
              <a:extLst>
                <a:ext uri="{FF2B5EF4-FFF2-40B4-BE49-F238E27FC236}">
                  <a16:creationId xmlns:a16="http://schemas.microsoft.com/office/drawing/2014/main" id="{C0F76A00-801B-4CE0-2346-ECEABFCB9E1E}"/>
                </a:ext>
              </a:extLst>
            </p:cNvPr>
            <p:cNvSpPr/>
            <p:nvPr/>
          </p:nvSpPr>
          <p:spPr>
            <a:xfrm>
              <a:off x="3093150" y="2846650"/>
              <a:ext cx="63525" cy="167975"/>
            </a:xfrm>
            <a:custGeom>
              <a:avLst/>
              <a:gdLst/>
              <a:ahLst/>
              <a:cxnLst/>
              <a:rect l="l" t="t" r="r" b="b"/>
              <a:pathLst>
                <a:path w="2541" h="6719" extrusionOk="0">
                  <a:moveTo>
                    <a:pt x="1" y="0"/>
                  </a:moveTo>
                  <a:lnTo>
                    <a:pt x="1" y="6718"/>
                  </a:lnTo>
                  <a:lnTo>
                    <a:pt x="2540" y="6718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3708;p64">
              <a:extLst>
                <a:ext uri="{FF2B5EF4-FFF2-40B4-BE49-F238E27FC236}">
                  <a16:creationId xmlns:a16="http://schemas.microsoft.com/office/drawing/2014/main" id="{8D1EFC2F-570B-9F0D-923E-E48A5281C4E2}"/>
                </a:ext>
              </a:extLst>
            </p:cNvPr>
            <p:cNvSpPr/>
            <p:nvPr/>
          </p:nvSpPr>
          <p:spPr>
            <a:xfrm>
              <a:off x="3086725" y="2839400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19"/>
                  </a:lnTo>
                  <a:lnTo>
                    <a:pt x="515" y="6719"/>
                  </a:lnTo>
                  <a:lnTo>
                    <a:pt x="515" y="547"/>
                  </a:lnTo>
                  <a:close/>
                  <a:moveTo>
                    <a:pt x="1" y="1"/>
                  </a:moveTo>
                  <a:lnTo>
                    <a:pt x="1" y="7265"/>
                  </a:lnTo>
                  <a:lnTo>
                    <a:pt x="3086" y="7265"/>
                  </a:lnTo>
                  <a:lnTo>
                    <a:pt x="3086" y="7008"/>
                  </a:lnTo>
                  <a:lnTo>
                    <a:pt x="3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3709;p64">
              <a:extLst>
                <a:ext uri="{FF2B5EF4-FFF2-40B4-BE49-F238E27FC236}">
                  <a16:creationId xmlns:a16="http://schemas.microsoft.com/office/drawing/2014/main" id="{213F463D-A5D2-0D51-604F-E2F0FF6163F0}"/>
                </a:ext>
              </a:extLst>
            </p:cNvPr>
            <p:cNvSpPr/>
            <p:nvPr/>
          </p:nvSpPr>
          <p:spPr>
            <a:xfrm>
              <a:off x="4820925" y="1874275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0"/>
                  </a:moveTo>
                  <a:lnTo>
                    <a:pt x="0" y="6718"/>
                  </a:lnTo>
                  <a:lnTo>
                    <a:pt x="2540" y="6718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3710;p64">
              <a:extLst>
                <a:ext uri="{FF2B5EF4-FFF2-40B4-BE49-F238E27FC236}">
                  <a16:creationId xmlns:a16="http://schemas.microsoft.com/office/drawing/2014/main" id="{49278392-07A3-6CDC-CF9B-C4E9D51C3BD7}"/>
                </a:ext>
              </a:extLst>
            </p:cNvPr>
            <p:cNvSpPr/>
            <p:nvPr/>
          </p:nvSpPr>
          <p:spPr>
            <a:xfrm>
              <a:off x="4813675" y="186702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72" y="547"/>
                  </a:moveTo>
                  <a:lnTo>
                    <a:pt x="2572" y="6751"/>
                  </a:lnTo>
                  <a:lnTo>
                    <a:pt x="547" y="6751"/>
                  </a:lnTo>
                  <a:lnTo>
                    <a:pt x="547" y="547"/>
                  </a:lnTo>
                  <a:close/>
                  <a:moveTo>
                    <a:pt x="1" y="1"/>
                  </a:moveTo>
                  <a:lnTo>
                    <a:pt x="1" y="7266"/>
                  </a:lnTo>
                  <a:lnTo>
                    <a:pt x="3087" y="7266"/>
                  </a:lnTo>
                  <a:lnTo>
                    <a:pt x="3087" y="7008"/>
                  </a:lnTo>
                  <a:lnTo>
                    <a:pt x="30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3711;p64">
              <a:extLst>
                <a:ext uri="{FF2B5EF4-FFF2-40B4-BE49-F238E27FC236}">
                  <a16:creationId xmlns:a16="http://schemas.microsoft.com/office/drawing/2014/main" id="{F09B10C0-922A-E650-0A94-A9BCC7B21EF3}"/>
                </a:ext>
              </a:extLst>
            </p:cNvPr>
            <p:cNvSpPr/>
            <p:nvPr/>
          </p:nvSpPr>
          <p:spPr>
            <a:xfrm>
              <a:off x="4820925" y="3349700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1"/>
                  </a:moveTo>
                  <a:lnTo>
                    <a:pt x="0" y="6719"/>
                  </a:lnTo>
                  <a:lnTo>
                    <a:pt x="2540" y="6719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3712;p64">
              <a:extLst>
                <a:ext uri="{FF2B5EF4-FFF2-40B4-BE49-F238E27FC236}">
                  <a16:creationId xmlns:a16="http://schemas.microsoft.com/office/drawing/2014/main" id="{F0578D4A-49D0-29C2-9D71-3343ADD6E16E}"/>
                </a:ext>
              </a:extLst>
            </p:cNvPr>
            <p:cNvSpPr/>
            <p:nvPr/>
          </p:nvSpPr>
          <p:spPr>
            <a:xfrm>
              <a:off x="4813675" y="334327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72" y="547"/>
                  </a:moveTo>
                  <a:lnTo>
                    <a:pt x="2572" y="6719"/>
                  </a:lnTo>
                  <a:lnTo>
                    <a:pt x="547" y="6719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7" y="7265"/>
                  </a:lnTo>
                  <a:lnTo>
                    <a:pt x="3087" y="6976"/>
                  </a:lnTo>
                  <a:lnTo>
                    <a:pt x="30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3713;p64">
              <a:extLst>
                <a:ext uri="{FF2B5EF4-FFF2-40B4-BE49-F238E27FC236}">
                  <a16:creationId xmlns:a16="http://schemas.microsoft.com/office/drawing/2014/main" id="{AA1031B8-D920-F7C3-F10F-B9B8560548A4}"/>
                </a:ext>
              </a:extLst>
            </p:cNvPr>
            <p:cNvSpPr/>
            <p:nvPr/>
          </p:nvSpPr>
          <p:spPr>
            <a:xfrm>
              <a:off x="3093150" y="2358850"/>
              <a:ext cx="63525" cy="168775"/>
            </a:xfrm>
            <a:custGeom>
              <a:avLst/>
              <a:gdLst/>
              <a:ahLst/>
              <a:cxnLst/>
              <a:rect l="l" t="t" r="r" b="b"/>
              <a:pathLst>
                <a:path w="2541" h="6751" extrusionOk="0">
                  <a:moveTo>
                    <a:pt x="1" y="0"/>
                  </a:moveTo>
                  <a:lnTo>
                    <a:pt x="1" y="6751"/>
                  </a:lnTo>
                  <a:lnTo>
                    <a:pt x="2540" y="6751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3714;p64">
              <a:extLst>
                <a:ext uri="{FF2B5EF4-FFF2-40B4-BE49-F238E27FC236}">
                  <a16:creationId xmlns:a16="http://schemas.microsoft.com/office/drawing/2014/main" id="{BB454368-2987-9B3A-920B-4EC5D8FCF2A9}"/>
                </a:ext>
              </a:extLst>
            </p:cNvPr>
            <p:cNvSpPr/>
            <p:nvPr/>
          </p:nvSpPr>
          <p:spPr>
            <a:xfrm>
              <a:off x="3086725" y="2352425"/>
              <a:ext cx="77175" cy="181625"/>
            </a:xfrm>
            <a:custGeom>
              <a:avLst/>
              <a:gdLst/>
              <a:ahLst/>
              <a:cxnLst/>
              <a:rect l="l" t="t" r="r" b="b"/>
              <a:pathLst>
                <a:path w="3087" h="7265" extrusionOk="0">
                  <a:moveTo>
                    <a:pt x="2540" y="547"/>
                  </a:moveTo>
                  <a:lnTo>
                    <a:pt x="2540" y="6718"/>
                  </a:lnTo>
                  <a:lnTo>
                    <a:pt x="515" y="6718"/>
                  </a:lnTo>
                  <a:lnTo>
                    <a:pt x="515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6" y="7265"/>
                  </a:lnTo>
                  <a:lnTo>
                    <a:pt x="3086" y="7008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3715;p64">
              <a:extLst>
                <a:ext uri="{FF2B5EF4-FFF2-40B4-BE49-F238E27FC236}">
                  <a16:creationId xmlns:a16="http://schemas.microsoft.com/office/drawing/2014/main" id="{CA1F1BA3-4EEF-18B8-F4AF-26FA23612D7D}"/>
                </a:ext>
              </a:extLst>
            </p:cNvPr>
            <p:cNvSpPr/>
            <p:nvPr/>
          </p:nvSpPr>
          <p:spPr>
            <a:xfrm>
              <a:off x="4820925" y="2358850"/>
              <a:ext cx="63500" cy="168775"/>
            </a:xfrm>
            <a:custGeom>
              <a:avLst/>
              <a:gdLst/>
              <a:ahLst/>
              <a:cxnLst/>
              <a:rect l="l" t="t" r="r" b="b"/>
              <a:pathLst>
                <a:path w="2540" h="6751" extrusionOk="0">
                  <a:moveTo>
                    <a:pt x="0" y="0"/>
                  </a:moveTo>
                  <a:lnTo>
                    <a:pt x="0" y="6751"/>
                  </a:lnTo>
                  <a:lnTo>
                    <a:pt x="2540" y="6751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3716;p64">
              <a:extLst>
                <a:ext uri="{FF2B5EF4-FFF2-40B4-BE49-F238E27FC236}">
                  <a16:creationId xmlns:a16="http://schemas.microsoft.com/office/drawing/2014/main" id="{3AAB064F-D77F-DF53-A390-3F8DDDE864E8}"/>
                </a:ext>
              </a:extLst>
            </p:cNvPr>
            <p:cNvSpPr/>
            <p:nvPr/>
          </p:nvSpPr>
          <p:spPr>
            <a:xfrm>
              <a:off x="4813675" y="2352425"/>
              <a:ext cx="77175" cy="181625"/>
            </a:xfrm>
            <a:custGeom>
              <a:avLst/>
              <a:gdLst/>
              <a:ahLst/>
              <a:cxnLst/>
              <a:rect l="l" t="t" r="r" b="b"/>
              <a:pathLst>
                <a:path w="3087" h="7265" extrusionOk="0">
                  <a:moveTo>
                    <a:pt x="2572" y="547"/>
                  </a:moveTo>
                  <a:lnTo>
                    <a:pt x="2572" y="6718"/>
                  </a:lnTo>
                  <a:lnTo>
                    <a:pt x="547" y="6718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7" y="7265"/>
                  </a:lnTo>
                  <a:lnTo>
                    <a:pt x="3087" y="7008"/>
                  </a:lnTo>
                  <a:lnTo>
                    <a:pt x="30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3717;p64">
              <a:extLst>
                <a:ext uri="{FF2B5EF4-FFF2-40B4-BE49-F238E27FC236}">
                  <a16:creationId xmlns:a16="http://schemas.microsoft.com/office/drawing/2014/main" id="{EF7D5BA2-18A3-B7E6-16C9-22D000C72176}"/>
                </a:ext>
              </a:extLst>
            </p:cNvPr>
            <p:cNvSpPr/>
            <p:nvPr/>
          </p:nvSpPr>
          <p:spPr>
            <a:xfrm>
              <a:off x="3151025" y="1781050"/>
              <a:ext cx="1674725" cy="362450"/>
            </a:xfrm>
            <a:custGeom>
              <a:avLst/>
              <a:gdLst/>
              <a:ahLst/>
              <a:cxnLst/>
              <a:rect l="l" t="t" r="r" b="b"/>
              <a:pathLst>
                <a:path w="66989" h="14498" extrusionOk="0">
                  <a:moveTo>
                    <a:pt x="0" y="0"/>
                  </a:moveTo>
                  <a:lnTo>
                    <a:pt x="0" y="14498"/>
                  </a:lnTo>
                  <a:lnTo>
                    <a:pt x="66989" y="14498"/>
                  </a:lnTo>
                  <a:lnTo>
                    <a:pt x="66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3718;p64">
              <a:extLst>
                <a:ext uri="{FF2B5EF4-FFF2-40B4-BE49-F238E27FC236}">
                  <a16:creationId xmlns:a16="http://schemas.microsoft.com/office/drawing/2014/main" id="{27532FB0-96A3-EDC1-6357-0B564F077106}"/>
                </a:ext>
              </a:extLst>
            </p:cNvPr>
            <p:cNvSpPr/>
            <p:nvPr/>
          </p:nvSpPr>
          <p:spPr>
            <a:xfrm>
              <a:off x="3143775" y="1773825"/>
              <a:ext cx="1688425" cy="376900"/>
            </a:xfrm>
            <a:custGeom>
              <a:avLst/>
              <a:gdLst/>
              <a:ahLst/>
              <a:cxnLst/>
              <a:rect l="l" t="t" r="r" b="b"/>
              <a:pathLst>
                <a:path w="67537" h="15076" extrusionOk="0">
                  <a:moveTo>
                    <a:pt x="66990" y="547"/>
                  </a:moveTo>
                  <a:lnTo>
                    <a:pt x="66990" y="14529"/>
                  </a:lnTo>
                  <a:lnTo>
                    <a:pt x="547" y="14529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15076"/>
                  </a:lnTo>
                  <a:lnTo>
                    <a:pt x="67536" y="15076"/>
                  </a:lnTo>
                  <a:lnTo>
                    <a:pt x="67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3719;p64">
              <a:extLst>
                <a:ext uri="{FF2B5EF4-FFF2-40B4-BE49-F238E27FC236}">
                  <a16:creationId xmlns:a16="http://schemas.microsoft.com/office/drawing/2014/main" id="{69B8D28E-379B-02B0-B74D-14E9E201019D}"/>
                </a:ext>
              </a:extLst>
            </p:cNvPr>
            <p:cNvSpPr/>
            <p:nvPr/>
          </p:nvSpPr>
          <p:spPr>
            <a:xfrm>
              <a:off x="3505400" y="1873475"/>
              <a:ext cx="95650" cy="177600"/>
            </a:xfrm>
            <a:custGeom>
              <a:avLst/>
              <a:gdLst/>
              <a:ahLst/>
              <a:cxnLst/>
              <a:rect l="l" t="t" r="r" b="b"/>
              <a:pathLst>
                <a:path w="3826" h="7104" extrusionOk="0">
                  <a:moveTo>
                    <a:pt x="1" y="0"/>
                  </a:moveTo>
                  <a:lnTo>
                    <a:pt x="1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3720;p64">
              <a:extLst>
                <a:ext uri="{FF2B5EF4-FFF2-40B4-BE49-F238E27FC236}">
                  <a16:creationId xmlns:a16="http://schemas.microsoft.com/office/drawing/2014/main" id="{E155B24B-1B34-3B98-190A-9F841618F95C}"/>
                </a:ext>
              </a:extLst>
            </p:cNvPr>
            <p:cNvSpPr/>
            <p:nvPr/>
          </p:nvSpPr>
          <p:spPr>
            <a:xfrm>
              <a:off x="3498175" y="1867025"/>
              <a:ext cx="109325" cy="190500"/>
            </a:xfrm>
            <a:custGeom>
              <a:avLst/>
              <a:gdLst/>
              <a:ahLst/>
              <a:cxnLst/>
              <a:rect l="l" t="t" r="r" b="b"/>
              <a:pathLst>
                <a:path w="4373" h="7620" extrusionOk="0">
                  <a:moveTo>
                    <a:pt x="3826" y="515"/>
                  </a:moveTo>
                  <a:lnTo>
                    <a:pt x="3826" y="7105"/>
                  </a:lnTo>
                  <a:lnTo>
                    <a:pt x="547" y="7105"/>
                  </a:lnTo>
                  <a:lnTo>
                    <a:pt x="547" y="515"/>
                  </a:lnTo>
                  <a:close/>
                  <a:moveTo>
                    <a:pt x="0" y="1"/>
                  </a:moveTo>
                  <a:lnTo>
                    <a:pt x="0" y="7619"/>
                  </a:lnTo>
                  <a:lnTo>
                    <a:pt x="4372" y="7619"/>
                  </a:lnTo>
                  <a:lnTo>
                    <a:pt x="43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3721;p64">
              <a:extLst>
                <a:ext uri="{FF2B5EF4-FFF2-40B4-BE49-F238E27FC236}">
                  <a16:creationId xmlns:a16="http://schemas.microsoft.com/office/drawing/2014/main" id="{D430BD66-E698-454B-8302-6DD94C42A360}"/>
                </a:ext>
              </a:extLst>
            </p:cNvPr>
            <p:cNvSpPr/>
            <p:nvPr/>
          </p:nvSpPr>
          <p:spPr>
            <a:xfrm>
              <a:off x="3358350" y="1873475"/>
              <a:ext cx="95650" cy="177600"/>
            </a:xfrm>
            <a:custGeom>
              <a:avLst/>
              <a:gdLst/>
              <a:ahLst/>
              <a:cxnLst/>
              <a:rect l="l" t="t" r="r" b="b"/>
              <a:pathLst>
                <a:path w="3826" h="7104" extrusionOk="0">
                  <a:moveTo>
                    <a:pt x="0" y="0"/>
                  </a:moveTo>
                  <a:lnTo>
                    <a:pt x="0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3722;p64">
              <a:extLst>
                <a:ext uri="{FF2B5EF4-FFF2-40B4-BE49-F238E27FC236}">
                  <a16:creationId xmlns:a16="http://schemas.microsoft.com/office/drawing/2014/main" id="{C35ADD16-494A-32C4-C294-FB144B0A89B9}"/>
                </a:ext>
              </a:extLst>
            </p:cNvPr>
            <p:cNvSpPr/>
            <p:nvPr/>
          </p:nvSpPr>
          <p:spPr>
            <a:xfrm>
              <a:off x="3351925" y="1867025"/>
              <a:ext cx="108500" cy="190500"/>
            </a:xfrm>
            <a:custGeom>
              <a:avLst/>
              <a:gdLst/>
              <a:ahLst/>
              <a:cxnLst/>
              <a:rect l="l" t="t" r="r" b="b"/>
              <a:pathLst>
                <a:path w="4340" h="7620" extrusionOk="0">
                  <a:moveTo>
                    <a:pt x="3825" y="515"/>
                  </a:moveTo>
                  <a:lnTo>
                    <a:pt x="3825" y="7105"/>
                  </a:lnTo>
                  <a:lnTo>
                    <a:pt x="515" y="7105"/>
                  </a:lnTo>
                  <a:lnTo>
                    <a:pt x="515" y="515"/>
                  </a:lnTo>
                  <a:close/>
                  <a:moveTo>
                    <a:pt x="0" y="1"/>
                  </a:moveTo>
                  <a:lnTo>
                    <a:pt x="0" y="7619"/>
                  </a:lnTo>
                  <a:lnTo>
                    <a:pt x="4340" y="7619"/>
                  </a:lnTo>
                  <a:lnTo>
                    <a:pt x="4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3723;p64">
              <a:extLst>
                <a:ext uri="{FF2B5EF4-FFF2-40B4-BE49-F238E27FC236}">
                  <a16:creationId xmlns:a16="http://schemas.microsoft.com/office/drawing/2014/main" id="{7F4A6E2F-915C-EE29-5ECA-54FEE6D41464}"/>
                </a:ext>
              </a:extLst>
            </p:cNvPr>
            <p:cNvSpPr/>
            <p:nvPr/>
          </p:nvSpPr>
          <p:spPr>
            <a:xfrm>
              <a:off x="3231375" y="1873475"/>
              <a:ext cx="76375" cy="177600"/>
            </a:xfrm>
            <a:custGeom>
              <a:avLst/>
              <a:gdLst/>
              <a:ahLst/>
              <a:cxnLst/>
              <a:rect l="l" t="t" r="r" b="b"/>
              <a:pathLst>
                <a:path w="3055" h="7104" extrusionOk="0">
                  <a:moveTo>
                    <a:pt x="1" y="0"/>
                  </a:moveTo>
                  <a:lnTo>
                    <a:pt x="1" y="7104"/>
                  </a:lnTo>
                  <a:lnTo>
                    <a:pt x="3054" y="7104"/>
                  </a:lnTo>
                  <a:lnTo>
                    <a:pt x="30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3724;p64">
              <a:extLst>
                <a:ext uri="{FF2B5EF4-FFF2-40B4-BE49-F238E27FC236}">
                  <a16:creationId xmlns:a16="http://schemas.microsoft.com/office/drawing/2014/main" id="{AE830A0B-1F73-8BDD-F090-4769E6DC9CCE}"/>
                </a:ext>
              </a:extLst>
            </p:cNvPr>
            <p:cNvSpPr/>
            <p:nvPr/>
          </p:nvSpPr>
          <p:spPr>
            <a:xfrm>
              <a:off x="3224950" y="1867025"/>
              <a:ext cx="89225" cy="190500"/>
            </a:xfrm>
            <a:custGeom>
              <a:avLst/>
              <a:gdLst/>
              <a:ahLst/>
              <a:cxnLst/>
              <a:rect l="l" t="t" r="r" b="b"/>
              <a:pathLst>
                <a:path w="3569" h="7620" extrusionOk="0">
                  <a:moveTo>
                    <a:pt x="3022" y="515"/>
                  </a:moveTo>
                  <a:lnTo>
                    <a:pt x="3022" y="7105"/>
                  </a:lnTo>
                  <a:lnTo>
                    <a:pt x="515" y="7105"/>
                  </a:lnTo>
                  <a:lnTo>
                    <a:pt x="515" y="515"/>
                  </a:lnTo>
                  <a:close/>
                  <a:moveTo>
                    <a:pt x="0" y="1"/>
                  </a:moveTo>
                  <a:lnTo>
                    <a:pt x="0" y="7619"/>
                  </a:lnTo>
                  <a:lnTo>
                    <a:pt x="3568" y="7619"/>
                  </a:lnTo>
                  <a:lnTo>
                    <a:pt x="35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3725;p64">
              <a:extLst>
                <a:ext uri="{FF2B5EF4-FFF2-40B4-BE49-F238E27FC236}">
                  <a16:creationId xmlns:a16="http://schemas.microsoft.com/office/drawing/2014/main" id="{4B2B021A-DD41-F5DF-A7A2-F1F869EF5D27}"/>
                </a:ext>
              </a:extLst>
            </p:cNvPr>
            <p:cNvSpPr/>
            <p:nvPr/>
          </p:nvSpPr>
          <p:spPr>
            <a:xfrm>
              <a:off x="3651675" y="1873475"/>
              <a:ext cx="95650" cy="177600"/>
            </a:xfrm>
            <a:custGeom>
              <a:avLst/>
              <a:gdLst/>
              <a:ahLst/>
              <a:cxnLst/>
              <a:rect l="l" t="t" r="r" b="b"/>
              <a:pathLst>
                <a:path w="3826" h="7104" extrusionOk="0">
                  <a:moveTo>
                    <a:pt x="0" y="0"/>
                  </a:moveTo>
                  <a:lnTo>
                    <a:pt x="0" y="7104"/>
                  </a:lnTo>
                  <a:lnTo>
                    <a:pt x="3825" y="7104"/>
                  </a:lnTo>
                  <a:lnTo>
                    <a:pt x="38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3726;p64">
              <a:extLst>
                <a:ext uri="{FF2B5EF4-FFF2-40B4-BE49-F238E27FC236}">
                  <a16:creationId xmlns:a16="http://schemas.microsoft.com/office/drawing/2014/main" id="{DB098399-197C-0DD6-0E3C-D5C0DDDE47E4}"/>
                </a:ext>
              </a:extLst>
            </p:cNvPr>
            <p:cNvSpPr/>
            <p:nvPr/>
          </p:nvSpPr>
          <p:spPr>
            <a:xfrm>
              <a:off x="3645225" y="1867025"/>
              <a:ext cx="108525" cy="190500"/>
            </a:xfrm>
            <a:custGeom>
              <a:avLst/>
              <a:gdLst/>
              <a:ahLst/>
              <a:cxnLst/>
              <a:rect l="l" t="t" r="r" b="b"/>
              <a:pathLst>
                <a:path w="4341" h="7620" extrusionOk="0">
                  <a:moveTo>
                    <a:pt x="3826" y="515"/>
                  </a:moveTo>
                  <a:lnTo>
                    <a:pt x="3826" y="7105"/>
                  </a:lnTo>
                  <a:lnTo>
                    <a:pt x="515" y="7105"/>
                  </a:lnTo>
                  <a:lnTo>
                    <a:pt x="515" y="515"/>
                  </a:lnTo>
                  <a:close/>
                  <a:moveTo>
                    <a:pt x="1" y="1"/>
                  </a:moveTo>
                  <a:lnTo>
                    <a:pt x="1" y="7619"/>
                  </a:lnTo>
                  <a:lnTo>
                    <a:pt x="4340" y="7619"/>
                  </a:lnTo>
                  <a:lnTo>
                    <a:pt x="4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3727;p64">
              <a:extLst>
                <a:ext uri="{FF2B5EF4-FFF2-40B4-BE49-F238E27FC236}">
                  <a16:creationId xmlns:a16="http://schemas.microsoft.com/office/drawing/2014/main" id="{BC995E09-A3B9-4FF7-8ED4-4D86F54629F2}"/>
                </a:ext>
              </a:extLst>
            </p:cNvPr>
            <p:cNvSpPr/>
            <p:nvPr/>
          </p:nvSpPr>
          <p:spPr>
            <a:xfrm>
              <a:off x="3797925" y="1873475"/>
              <a:ext cx="587450" cy="177600"/>
            </a:xfrm>
            <a:custGeom>
              <a:avLst/>
              <a:gdLst/>
              <a:ahLst/>
              <a:cxnLst/>
              <a:rect l="l" t="t" r="r" b="b"/>
              <a:pathLst>
                <a:path w="23498" h="7104" extrusionOk="0">
                  <a:moveTo>
                    <a:pt x="0" y="0"/>
                  </a:moveTo>
                  <a:lnTo>
                    <a:pt x="0" y="7104"/>
                  </a:lnTo>
                  <a:lnTo>
                    <a:pt x="23498" y="7104"/>
                  </a:lnTo>
                  <a:lnTo>
                    <a:pt x="23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3728;p64">
              <a:extLst>
                <a:ext uri="{FF2B5EF4-FFF2-40B4-BE49-F238E27FC236}">
                  <a16:creationId xmlns:a16="http://schemas.microsoft.com/office/drawing/2014/main" id="{9411103C-998F-BF99-7D6A-A97BAA1B7743}"/>
                </a:ext>
              </a:extLst>
            </p:cNvPr>
            <p:cNvSpPr/>
            <p:nvPr/>
          </p:nvSpPr>
          <p:spPr>
            <a:xfrm>
              <a:off x="3791500" y="1867025"/>
              <a:ext cx="600325" cy="190500"/>
            </a:xfrm>
            <a:custGeom>
              <a:avLst/>
              <a:gdLst/>
              <a:ahLst/>
              <a:cxnLst/>
              <a:rect l="l" t="t" r="r" b="b"/>
              <a:pathLst>
                <a:path w="24013" h="7620" extrusionOk="0">
                  <a:moveTo>
                    <a:pt x="23498" y="515"/>
                  </a:moveTo>
                  <a:lnTo>
                    <a:pt x="23498" y="7105"/>
                  </a:lnTo>
                  <a:lnTo>
                    <a:pt x="547" y="7105"/>
                  </a:lnTo>
                  <a:lnTo>
                    <a:pt x="547" y="515"/>
                  </a:lnTo>
                  <a:close/>
                  <a:moveTo>
                    <a:pt x="0" y="1"/>
                  </a:moveTo>
                  <a:lnTo>
                    <a:pt x="0" y="258"/>
                  </a:lnTo>
                  <a:lnTo>
                    <a:pt x="0" y="7619"/>
                  </a:lnTo>
                  <a:lnTo>
                    <a:pt x="24012" y="7619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3729;p64">
              <a:extLst>
                <a:ext uri="{FF2B5EF4-FFF2-40B4-BE49-F238E27FC236}">
                  <a16:creationId xmlns:a16="http://schemas.microsoft.com/office/drawing/2014/main" id="{AA191313-75B6-C459-7B3E-09E01D12B7E3}"/>
                </a:ext>
              </a:extLst>
            </p:cNvPr>
            <p:cNvSpPr/>
            <p:nvPr/>
          </p:nvSpPr>
          <p:spPr>
            <a:xfrm>
              <a:off x="4497050" y="1909625"/>
              <a:ext cx="89225" cy="90025"/>
            </a:xfrm>
            <a:custGeom>
              <a:avLst/>
              <a:gdLst/>
              <a:ahLst/>
              <a:cxnLst/>
              <a:rect l="l" t="t" r="r" b="b"/>
              <a:pathLst>
                <a:path w="3569" h="3601" extrusionOk="0">
                  <a:moveTo>
                    <a:pt x="1801" y="1"/>
                  </a:moveTo>
                  <a:cubicBezTo>
                    <a:pt x="805" y="1"/>
                    <a:pt x="1" y="804"/>
                    <a:pt x="1" y="1801"/>
                  </a:cubicBezTo>
                  <a:cubicBezTo>
                    <a:pt x="1" y="2797"/>
                    <a:pt x="805" y="3601"/>
                    <a:pt x="1801" y="3601"/>
                  </a:cubicBezTo>
                  <a:cubicBezTo>
                    <a:pt x="2765" y="3601"/>
                    <a:pt x="3569" y="2797"/>
                    <a:pt x="3569" y="1801"/>
                  </a:cubicBezTo>
                  <a:cubicBezTo>
                    <a:pt x="3569" y="804"/>
                    <a:pt x="2765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3730;p64">
              <a:extLst>
                <a:ext uri="{FF2B5EF4-FFF2-40B4-BE49-F238E27FC236}">
                  <a16:creationId xmlns:a16="http://schemas.microsoft.com/office/drawing/2014/main" id="{59DF3DEA-DAB7-1F6A-F80D-07167977515A}"/>
                </a:ext>
              </a:extLst>
            </p:cNvPr>
            <p:cNvSpPr/>
            <p:nvPr/>
          </p:nvSpPr>
          <p:spPr>
            <a:xfrm>
              <a:off x="4490625" y="1903200"/>
              <a:ext cx="102900" cy="102875"/>
            </a:xfrm>
            <a:custGeom>
              <a:avLst/>
              <a:gdLst/>
              <a:ahLst/>
              <a:cxnLst/>
              <a:rect l="l" t="t" r="r" b="b"/>
              <a:pathLst>
                <a:path w="4116" h="4115" extrusionOk="0">
                  <a:moveTo>
                    <a:pt x="2058" y="547"/>
                  </a:moveTo>
                  <a:cubicBezTo>
                    <a:pt x="2894" y="547"/>
                    <a:pt x="3569" y="1222"/>
                    <a:pt x="3569" y="2058"/>
                  </a:cubicBezTo>
                  <a:cubicBezTo>
                    <a:pt x="3569" y="2893"/>
                    <a:pt x="2894" y="3568"/>
                    <a:pt x="2058" y="3568"/>
                  </a:cubicBezTo>
                  <a:cubicBezTo>
                    <a:pt x="1190" y="3568"/>
                    <a:pt x="515" y="2893"/>
                    <a:pt x="515" y="2058"/>
                  </a:cubicBezTo>
                  <a:cubicBezTo>
                    <a:pt x="515" y="1222"/>
                    <a:pt x="1190" y="547"/>
                    <a:pt x="2058" y="547"/>
                  </a:cubicBezTo>
                  <a:close/>
                  <a:moveTo>
                    <a:pt x="2058" y="0"/>
                  </a:moveTo>
                  <a:cubicBezTo>
                    <a:pt x="901" y="0"/>
                    <a:pt x="1" y="933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33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3731;p64">
              <a:extLst>
                <a:ext uri="{FF2B5EF4-FFF2-40B4-BE49-F238E27FC236}">
                  <a16:creationId xmlns:a16="http://schemas.microsoft.com/office/drawing/2014/main" id="{B2BAC261-FCF9-DC92-5401-9DAD59070FF1}"/>
                </a:ext>
              </a:extLst>
            </p:cNvPr>
            <p:cNvSpPr/>
            <p:nvPr/>
          </p:nvSpPr>
          <p:spPr>
            <a:xfrm>
              <a:off x="4672250" y="1909625"/>
              <a:ext cx="89225" cy="90025"/>
            </a:xfrm>
            <a:custGeom>
              <a:avLst/>
              <a:gdLst/>
              <a:ahLst/>
              <a:cxnLst/>
              <a:rect l="l" t="t" r="r" b="b"/>
              <a:pathLst>
                <a:path w="3569" h="3601" extrusionOk="0">
                  <a:moveTo>
                    <a:pt x="1801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97"/>
                    <a:pt x="804" y="3601"/>
                    <a:pt x="1801" y="3601"/>
                  </a:cubicBezTo>
                  <a:cubicBezTo>
                    <a:pt x="2797" y="3601"/>
                    <a:pt x="3568" y="2797"/>
                    <a:pt x="3568" y="1801"/>
                  </a:cubicBezTo>
                  <a:cubicBezTo>
                    <a:pt x="3568" y="804"/>
                    <a:pt x="2797" y="1"/>
                    <a:pt x="1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3732;p64">
              <a:extLst>
                <a:ext uri="{FF2B5EF4-FFF2-40B4-BE49-F238E27FC236}">
                  <a16:creationId xmlns:a16="http://schemas.microsoft.com/office/drawing/2014/main" id="{BFD4283E-1D40-EC49-B68C-3B88234188B7}"/>
                </a:ext>
              </a:extLst>
            </p:cNvPr>
            <p:cNvSpPr/>
            <p:nvPr/>
          </p:nvSpPr>
          <p:spPr>
            <a:xfrm>
              <a:off x="4665825" y="1903200"/>
              <a:ext cx="102875" cy="102875"/>
            </a:xfrm>
            <a:custGeom>
              <a:avLst/>
              <a:gdLst/>
              <a:ahLst/>
              <a:cxnLst/>
              <a:rect l="l" t="t" r="r" b="b"/>
              <a:pathLst>
                <a:path w="4115" h="4115" extrusionOk="0">
                  <a:moveTo>
                    <a:pt x="2058" y="547"/>
                  </a:moveTo>
                  <a:cubicBezTo>
                    <a:pt x="2893" y="547"/>
                    <a:pt x="3568" y="1222"/>
                    <a:pt x="3568" y="2058"/>
                  </a:cubicBezTo>
                  <a:cubicBezTo>
                    <a:pt x="3568" y="2893"/>
                    <a:pt x="2893" y="3568"/>
                    <a:pt x="2058" y="3568"/>
                  </a:cubicBezTo>
                  <a:cubicBezTo>
                    <a:pt x="1222" y="3568"/>
                    <a:pt x="515" y="2893"/>
                    <a:pt x="515" y="2058"/>
                  </a:cubicBezTo>
                  <a:cubicBezTo>
                    <a:pt x="515" y="1222"/>
                    <a:pt x="1222" y="547"/>
                    <a:pt x="2058" y="547"/>
                  </a:cubicBezTo>
                  <a:close/>
                  <a:moveTo>
                    <a:pt x="2058" y="0"/>
                  </a:moveTo>
                  <a:cubicBezTo>
                    <a:pt x="900" y="0"/>
                    <a:pt x="0" y="933"/>
                    <a:pt x="0" y="2058"/>
                  </a:cubicBezTo>
                  <a:cubicBezTo>
                    <a:pt x="0" y="3183"/>
                    <a:pt x="900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33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3733;p64">
              <a:extLst>
                <a:ext uri="{FF2B5EF4-FFF2-40B4-BE49-F238E27FC236}">
                  <a16:creationId xmlns:a16="http://schemas.microsoft.com/office/drawing/2014/main" id="{1D76B01F-F906-D514-3722-FA7A7F184D28}"/>
                </a:ext>
              </a:extLst>
            </p:cNvPr>
            <p:cNvSpPr/>
            <p:nvPr/>
          </p:nvSpPr>
          <p:spPr>
            <a:xfrm>
              <a:off x="4235900" y="1909625"/>
              <a:ext cx="89225" cy="90025"/>
            </a:xfrm>
            <a:custGeom>
              <a:avLst/>
              <a:gdLst/>
              <a:ahLst/>
              <a:cxnLst/>
              <a:rect l="l" t="t" r="r" b="b"/>
              <a:pathLst>
                <a:path w="3569" h="3601" extrusionOk="0">
                  <a:moveTo>
                    <a:pt x="1800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97"/>
                    <a:pt x="804" y="3601"/>
                    <a:pt x="1800" y="3601"/>
                  </a:cubicBezTo>
                  <a:cubicBezTo>
                    <a:pt x="2764" y="3601"/>
                    <a:pt x="3568" y="2797"/>
                    <a:pt x="3568" y="1801"/>
                  </a:cubicBezTo>
                  <a:cubicBezTo>
                    <a:pt x="3568" y="804"/>
                    <a:pt x="2764" y="1"/>
                    <a:pt x="1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3734;p64">
              <a:extLst>
                <a:ext uri="{FF2B5EF4-FFF2-40B4-BE49-F238E27FC236}">
                  <a16:creationId xmlns:a16="http://schemas.microsoft.com/office/drawing/2014/main" id="{BC8818B9-D3D4-4AA5-BE22-517F9388552F}"/>
                </a:ext>
              </a:extLst>
            </p:cNvPr>
            <p:cNvSpPr/>
            <p:nvPr/>
          </p:nvSpPr>
          <p:spPr>
            <a:xfrm>
              <a:off x="4229450" y="1903200"/>
              <a:ext cx="102900" cy="102875"/>
            </a:xfrm>
            <a:custGeom>
              <a:avLst/>
              <a:gdLst/>
              <a:ahLst/>
              <a:cxnLst/>
              <a:rect l="l" t="t" r="r" b="b"/>
              <a:pathLst>
                <a:path w="4116" h="4115" extrusionOk="0">
                  <a:moveTo>
                    <a:pt x="2058" y="547"/>
                  </a:moveTo>
                  <a:cubicBezTo>
                    <a:pt x="2894" y="547"/>
                    <a:pt x="3569" y="1222"/>
                    <a:pt x="3569" y="2058"/>
                  </a:cubicBezTo>
                  <a:cubicBezTo>
                    <a:pt x="3569" y="2893"/>
                    <a:pt x="2894" y="3568"/>
                    <a:pt x="2058" y="3568"/>
                  </a:cubicBezTo>
                  <a:cubicBezTo>
                    <a:pt x="1222" y="3568"/>
                    <a:pt x="515" y="2893"/>
                    <a:pt x="515" y="2058"/>
                  </a:cubicBezTo>
                  <a:cubicBezTo>
                    <a:pt x="515" y="1222"/>
                    <a:pt x="1222" y="547"/>
                    <a:pt x="2058" y="547"/>
                  </a:cubicBezTo>
                  <a:close/>
                  <a:moveTo>
                    <a:pt x="2058" y="0"/>
                  </a:moveTo>
                  <a:cubicBezTo>
                    <a:pt x="901" y="0"/>
                    <a:pt x="1" y="933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33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3735;p64">
              <a:extLst>
                <a:ext uri="{FF2B5EF4-FFF2-40B4-BE49-F238E27FC236}">
                  <a16:creationId xmlns:a16="http://schemas.microsoft.com/office/drawing/2014/main" id="{1AA956D4-026C-997A-B9CD-967E4FDE2EF8}"/>
                </a:ext>
              </a:extLst>
            </p:cNvPr>
            <p:cNvSpPr/>
            <p:nvPr/>
          </p:nvSpPr>
          <p:spPr>
            <a:xfrm>
              <a:off x="3214500" y="2143475"/>
              <a:ext cx="1546975" cy="124600"/>
            </a:xfrm>
            <a:custGeom>
              <a:avLst/>
              <a:gdLst/>
              <a:ahLst/>
              <a:cxnLst/>
              <a:rect l="l" t="t" r="r" b="b"/>
              <a:pathLst>
                <a:path w="61879" h="4984" extrusionOk="0">
                  <a:moveTo>
                    <a:pt x="1" y="1"/>
                  </a:moveTo>
                  <a:lnTo>
                    <a:pt x="1" y="4983"/>
                  </a:lnTo>
                  <a:lnTo>
                    <a:pt x="61878" y="4983"/>
                  </a:lnTo>
                  <a:lnTo>
                    <a:pt x="618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3736;p64">
              <a:extLst>
                <a:ext uri="{FF2B5EF4-FFF2-40B4-BE49-F238E27FC236}">
                  <a16:creationId xmlns:a16="http://schemas.microsoft.com/office/drawing/2014/main" id="{11F597A7-7B0A-35BB-6E7D-A4500E1EA28C}"/>
                </a:ext>
              </a:extLst>
            </p:cNvPr>
            <p:cNvSpPr/>
            <p:nvPr/>
          </p:nvSpPr>
          <p:spPr>
            <a:xfrm>
              <a:off x="3207275" y="2137050"/>
              <a:ext cx="1561425" cy="137450"/>
            </a:xfrm>
            <a:custGeom>
              <a:avLst/>
              <a:gdLst/>
              <a:ahLst/>
              <a:cxnLst/>
              <a:rect l="l" t="t" r="r" b="b"/>
              <a:pathLst>
                <a:path w="62457" h="5498" extrusionOk="0">
                  <a:moveTo>
                    <a:pt x="61910" y="547"/>
                  </a:moveTo>
                  <a:lnTo>
                    <a:pt x="61910" y="4951"/>
                  </a:lnTo>
                  <a:lnTo>
                    <a:pt x="547" y="4951"/>
                  </a:lnTo>
                  <a:lnTo>
                    <a:pt x="547" y="547"/>
                  </a:lnTo>
                  <a:close/>
                  <a:moveTo>
                    <a:pt x="0" y="0"/>
                  </a:moveTo>
                  <a:lnTo>
                    <a:pt x="0" y="5497"/>
                  </a:lnTo>
                  <a:lnTo>
                    <a:pt x="62457" y="5497"/>
                  </a:lnTo>
                  <a:lnTo>
                    <a:pt x="624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3737;p64">
              <a:extLst>
                <a:ext uri="{FF2B5EF4-FFF2-40B4-BE49-F238E27FC236}">
                  <a16:creationId xmlns:a16="http://schemas.microsoft.com/office/drawing/2014/main" id="{25CE4B32-BB40-D0C3-9D53-0F4F4AFF1CFD}"/>
                </a:ext>
              </a:extLst>
            </p:cNvPr>
            <p:cNvSpPr/>
            <p:nvPr/>
          </p:nvSpPr>
          <p:spPr>
            <a:xfrm>
              <a:off x="3151025" y="2268050"/>
              <a:ext cx="1674725" cy="362450"/>
            </a:xfrm>
            <a:custGeom>
              <a:avLst/>
              <a:gdLst/>
              <a:ahLst/>
              <a:cxnLst/>
              <a:rect l="l" t="t" r="r" b="b"/>
              <a:pathLst>
                <a:path w="66989" h="14498" extrusionOk="0">
                  <a:moveTo>
                    <a:pt x="0" y="0"/>
                  </a:moveTo>
                  <a:lnTo>
                    <a:pt x="0" y="14497"/>
                  </a:lnTo>
                  <a:lnTo>
                    <a:pt x="66989" y="14497"/>
                  </a:lnTo>
                  <a:lnTo>
                    <a:pt x="66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3738;p64">
              <a:extLst>
                <a:ext uri="{FF2B5EF4-FFF2-40B4-BE49-F238E27FC236}">
                  <a16:creationId xmlns:a16="http://schemas.microsoft.com/office/drawing/2014/main" id="{BE492C15-8F2E-4AB6-FB86-F84AE1F6C265}"/>
                </a:ext>
              </a:extLst>
            </p:cNvPr>
            <p:cNvSpPr/>
            <p:nvPr/>
          </p:nvSpPr>
          <p:spPr>
            <a:xfrm>
              <a:off x="3143775" y="2260800"/>
              <a:ext cx="1688425" cy="376125"/>
            </a:xfrm>
            <a:custGeom>
              <a:avLst/>
              <a:gdLst/>
              <a:ahLst/>
              <a:cxnLst/>
              <a:rect l="l" t="t" r="r" b="b"/>
              <a:pathLst>
                <a:path w="67537" h="15045" extrusionOk="0">
                  <a:moveTo>
                    <a:pt x="66990" y="547"/>
                  </a:moveTo>
                  <a:lnTo>
                    <a:pt x="66990" y="14530"/>
                  </a:lnTo>
                  <a:lnTo>
                    <a:pt x="547" y="14530"/>
                  </a:lnTo>
                  <a:lnTo>
                    <a:pt x="547" y="547"/>
                  </a:lnTo>
                  <a:close/>
                  <a:moveTo>
                    <a:pt x="1" y="1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3739;p64">
              <a:extLst>
                <a:ext uri="{FF2B5EF4-FFF2-40B4-BE49-F238E27FC236}">
                  <a16:creationId xmlns:a16="http://schemas.microsoft.com/office/drawing/2014/main" id="{58FAD8D3-4E48-90C7-1DC5-7C027CFE14EB}"/>
                </a:ext>
              </a:extLst>
            </p:cNvPr>
            <p:cNvSpPr/>
            <p:nvPr/>
          </p:nvSpPr>
          <p:spPr>
            <a:xfrm>
              <a:off x="3358350" y="2360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3826" y="7105"/>
                  </a:lnTo>
                  <a:lnTo>
                    <a:pt x="3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3740;p64">
              <a:extLst>
                <a:ext uri="{FF2B5EF4-FFF2-40B4-BE49-F238E27FC236}">
                  <a16:creationId xmlns:a16="http://schemas.microsoft.com/office/drawing/2014/main" id="{893CB0C2-396F-E9C4-4A45-F80D2A6F8CE8}"/>
                </a:ext>
              </a:extLst>
            </p:cNvPr>
            <p:cNvSpPr/>
            <p:nvPr/>
          </p:nvSpPr>
          <p:spPr>
            <a:xfrm>
              <a:off x="3351925" y="2354025"/>
              <a:ext cx="108500" cy="190475"/>
            </a:xfrm>
            <a:custGeom>
              <a:avLst/>
              <a:gdLst/>
              <a:ahLst/>
              <a:cxnLst/>
              <a:rect l="l" t="t" r="r" b="b"/>
              <a:pathLst>
                <a:path w="4340" h="7619" extrusionOk="0">
                  <a:moveTo>
                    <a:pt x="3825" y="515"/>
                  </a:moveTo>
                  <a:lnTo>
                    <a:pt x="3825" y="7104"/>
                  </a:lnTo>
                  <a:lnTo>
                    <a:pt x="515" y="7104"/>
                  </a:lnTo>
                  <a:lnTo>
                    <a:pt x="515" y="515"/>
                  </a:lnTo>
                  <a:close/>
                  <a:moveTo>
                    <a:pt x="0" y="0"/>
                  </a:moveTo>
                  <a:lnTo>
                    <a:pt x="0" y="7619"/>
                  </a:lnTo>
                  <a:lnTo>
                    <a:pt x="4340" y="7619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3741;p64">
              <a:extLst>
                <a:ext uri="{FF2B5EF4-FFF2-40B4-BE49-F238E27FC236}">
                  <a16:creationId xmlns:a16="http://schemas.microsoft.com/office/drawing/2014/main" id="{7943B6D4-7582-015E-25F1-865EF14917C6}"/>
                </a:ext>
              </a:extLst>
            </p:cNvPr>
            <p:cNvSpPr/>
            <p:nvPr/>
          </p:nvSpPr>
          <p:spPr>
            <a:xfrm>
              <a:off x="3651675" y="2360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3825" y="7105"/>
                  </a:lnTo>
                  <a:lnTo>
                    <a:pt x="38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3742;p64">
              <a:extLst>
                <a:ext uri="{FF2B5EF4-FFF2-40B4-BE49-F238E27FC236}">
                  <a16:creationId xmlns:a16="http://schemas.microsoft.com/office/drawing/2014/main" id="{0398F2B1-9AF2-C012-4749-B28AD403A017}"/>
                </a:ext>
              </a:extLst>
            </p:cNvPr>
            <p:cNvSpPr/>
            <p:nvPr/>
          </p:nvSpPr>
          <p:spPr>
            <a:xfrm>
              <a:off x="3645225" y="2354025"/>
              <a:ext cx="108525" cy="190475"/>
            </a:xfrm>
            <a:custGeom>
              <a:avLst/>
              <a:gdLst/>
              <a:ahLst/>
              <a:cxnLst/>
              <a:rect l="l" t="t" r="r" b="b"/>
              <a:pathLst>
                <a:path w="4341" h="7619" extrusionOk="0">
                  <a:moveTo>
                    <a:pt x="3826" y="515"/>
                  </a:moveTo>
                  <a:lnTo>
                    <a:pt x="3826" y="7104"/>
                  </a:lnTo>
                  <a:lnTo>
                    <a:pt x="515" y="7104"/>
                  </a:lnTo>
                  <a:lnTo>
                    <a:pt x="515" y="515"/>
                  </a:lnTo>
                  <a:close/>
                  <a:moveTo>
                    <a:pt x="1" y="0"/>
                  </a:moveTo>
                  <a:lnTo>
                    <a:pt x="1" y="7619"/>
                  </a:lnTo>
                  <a:lnTo>
                    <a:pt x="4340" y="7619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3743;p64">
              <a:extLst>
                <a:ext uri="{FF2B5EF4-FFF2-40B4-BE49-F238E27FC236}">
                  <a16:creationId xmlns:a16="http://schemas.microsoft.com/office/drawing/2014/main" id="{320B602B-6B96-056A-6DAD-CDB2737716D1}"/>
                </a:ext>
              </a:extLst>
            </p:cNvPr>
            <p:cNvSpPr/>
            <p:nvPr/>
          </p:nvSpPr>
          <p:spPr>
            <a:xfrm>
              <a:off x="3505400" y="2360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1" y="1"/>
                  </a:moveTo>
                  <a:lnTo>
                    <a:pt x="1" y="7105"/>
                  </a:lnTo>
                  <a:lnTo>
                    <a:pt x="3826" y="7105"/>
                  </a:lnTo>
                  <a:lnTo>
                    <a:pt x="3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3744;p64">
              <a:extLst>
                <a:ext uri="{FF2B5EF4-FFF2-40B4-BE49-F238E27FC236}">
                  <a16:creationId xmlns:a16="http://schemas.microsoft.com/office/drawing/2014/main" id="{394E480E-0858-ED9C-0A7C-F48FFAFE4690}"/>
                </a:ext>
              </a:extLst>
            </p:cNvPr>
            <p:cNvSpPr/>
            <p:nvPr/>
          </p:nvSpPr>
          <p:spPr>
            <a:xfrm>
              <a:off x="3498175" y="2354025"/>
              <a:ext cx="109325" cy="190475"/>
            </a:xfrm>
            <a:custGeom>
              <a:avLst/>
              <a:gdLst/>
              <a:ahLst/>
              <a:cxnLst/>
              <a:rect l="l" t="t" r="r" b="b"/>
              <a:pathLst>
                <a:path w="4373" h="7619" extrusionOk="0">
                  <a:moveTo>
                    <a:pt x="3826" y="515"/>
                  </a:moveTo>
                  <a:lnTo>
                    <a:pt x="3826" y="7104"/>
                  </a:lnTo>
                  <a:lnTo>
                    <a:pt x="547" y="7104"/>
                  </a:lnTo>
                  <a:lnTo>
                    <a:pt x="547" y="515"/>
                  </a:lnTo>
                  <a:close/>
                  <a:moveTo>
                    <a:pt x="0" y="0"/>
                  </a:moveTo>
                  <a:lnTo>
                    <a:pt x="0" y="7619"/>
                  </a:lnTo>
                  <a:lnTo>
                    <a:pt x="4372" y="7619"/>
                  </a:lnTo>
                  <a:lnTo>
                    <a:pt x="4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3745;p64">
              <a:extLst>
                <a:ext uri="{FF2B5EF4-FFF2-40B4-BE49-F238E27FC236}">
                  <a16:creationId xmlns:a16="http://schemas.microsoft.com/office/drawing/2014/main" id="{4B6402BB-1F77-EA17-FF0A-CEEC49F05F88}"/>
                </a:ext>
              </a:extLst>
            </p:cNvPr>
            <p:cNvSpPr/>
            <p:nvPr/>
          </p:nvSpPr>
          <p:spPr>
            <a:xfrm>
              <a:off x="3231375" y="2360450"/>
              <a:ext cx="76375" cy="177625"/>
            </a:xfrm>
            <a:custGeom>
              <a:avLst/>
              <a:gdLst/>
              <a:ahLst/>
              <a:cxnLst/>
              <a:rect l="l" t="t" r="r" b="b"/>
              <a:pathLst>
                <a:path w="3055" h="7105" extrusionOk="0">
                  <a:moveTo>
                    <a:pt x="1" y="1"/>
                  </a:moveTo>
                  <a:lnTo>
                    <a:pt x="1" y="7105"/>
                  </a:lnTo>
                  <a:lnTo>
                    <a:pt x="3054" y="7105"/>
                  </a:lnTo>
                  <a:lnTo>
                    <a:pt x="30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3746;p64">
              <a:extLst>
                <a:ext uri="{FF2B5EF4-FFF2-40B4-BE49-F238E27FC236}">
                  <a16:creationId xmlns:a16="http://schemas.microsoft.com/office/drawing/2014/main" id="{FB169413-DD95-A01B-3391-977F4560E956}"/>
                </a:ext>
              </a:extLst>
            </p:cNvPr>
            <p:cNvSpPr/>
            <p:nvPr/>
          </p:nvSpPr>
          <p:spPr>
            <a:xfrm>
              <a:off x="3224950" y="2354025"/>
              <a:ext cx="89225" cy="190475"/>
            </a:xfrm>
            <a:custGeom>
              <a:avLst/>
              <a:gdLst/>
              <a:ahLst/>
              <a:cxnLst/>
              <a:rect l="l" t="t" r="r" b="b"/>
              <a:pathLst>
                <a:path w="3569" h="7619" extrusionOk="0">
                  <a:moveTo>
                    <a:pt x="3022" y="515"/>
                  </a:moveTo>
                  <a:lnTo>
                    <a:pt x="3022" y="7104"/>
                  </a:lnTo>
                  <a:lnTo>
                    <a:pt x="515" y="7104"/>
                  </a:lnTo>
                  <a:lnTo>
                    <a:pt x="515" y="515"/>
                  </a:lnTo>
                  <a:close/>
                  <a:moveTo>
                    <a:pt x="0" y="0"/>
                  </a:moveTo>
                  <a:lnTo>
                    <a:pt x="0" y="7619"/>
                  </a:lnTo>
                  <a:lnTo>
                    <a:pt x="3568" y="7619"/>
                  </a:lnTo>
                  <a:lnTo>
                    <a:pt x="3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3747;p64">
              <a:extLst>
                <a:ext uri="{FF2B5EF4-FFF2-40B4-BE49-F238E27FC236}">
                  <a16:creationId xmlns:a16="http://schemas.microsoft.com/office/drawing/2014/main" id="{0EA2413E-728E-4261-905C-642787D2D2B3}"/>
                </a:ext>
              </a:extLst>
            </p:cNvPr>
            <p:cNvSpPr/>
            <p:nvPr/>
          </p:nvSpPr>
          <p:spPr>
            <a:xfrm>
              <a:off x="3797925" y="2360450"/>
              <a:ext cx="587450" cy="177625"/>
            </a:xfrm>
            <a:custGeom>
              <a:avLst/>
              <a:gdLst/>
              <a:ahLst/>
              <a:cxnLst/>
              <a:rect l="l" t="t" r="r" b="b"/>
              <a:pathLst>
                <a:path w="23498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23498" y="7105"/>
                  </a:lnTo>
                  <a:lnTo>
                    <a:pt x="23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3748;p64">
              <a:extLst>
                <a:ext uri="{FF2B5EF4-FFF2-40B4-BE49-F238E27FC236}">
                  <a16:creationId xmlns:a16="http://schemas.microsoft.com/office/drawing/2014/main" id="{AD3CEA9F-6B5C-33F8-FB1F-AA74F7E59D9C}"/>
                </a:ext>
              </a:extLst>
            </p:cNvPr>
            <p:cNvSpPr/>
            <p:nvPr/>
          </p:nvSpPr>
          <p:spPr>
            <a:xfrm>
              <a:off x="3791500" y="2354025"/>
              <a:ext cx="600325" cy="190475"/>
            </a:xfrm>
            <a:custGeom>
              <a:avLst/>
              <a:gdLst/>
              <a:ahLst/>
              <a:cxnLst/>
              <a:rect l="l" t="t" r="r" b="b"/>
              <a:pathLst>
                <a:path w="24013" h="7619" extrusionOk="0">
                  <a:moveTo>
                    <a:pt x="23498" y="515"/>
                  </a:moveTo>
                  <a:lnTo>
                    <a:pt x="23498" y="7104"/>
                  </a:lnTo>
                  <a:lnTo>
                    <a:pt x="547" y="7104"/>
                  </a:lnTo>
                  <a:lnTo>
                    <a:pt x="547" y="515"/>
                  </a:lnTo>
                  <a:close/>
                  <a:moveTo>
                    <a:pt x="0" y="0"/>
                  </a:moveTo>
                  <a:lnTo>
                    <a:pt x="0" y="258"/>
                  </a:lnTo>
                  <a:lnTo>
                    <a:pt x="0" y="7619"/>
                  </a:lnTo>
                  <a:lnTo>
                    <a:pt x="24012" y="7619"/>
                  </a:lnTo>
                  <a:lnTo>
                    <a:pt x="240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3749;p64">
              <a:extLst>
                <a:ext uri="{FF2B5EF4-FFF2-40B4-BE49-F238E27FC236}">
                  <a16:creationId xmlns:a16="http://schemas.microsoft.com/office/drawing/2014/main" id="{E693F355-B686-0694-88B1-E9ED1230737A}"/>
                </a:ext>
              </a:extLst>
            </p:cNvPr>
            <p:cNvSpPr/>
            <p:nvPr/>
          </p:nvSpPr>
          <p:spPr>
            <a:xfrm>
              <a:off x="4497050" y="239662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0"/>
                  </a:moveTo>
                  <a:cubicBezTo>
                    <a:pt x="805" y="0"/>
                    <a:pt x="1" y="804"/>
                    <a:pt x="1" y="1800"/>
                  </a:cubicBezTo>
                  <a:cubicBezTo>
                    <a:pt x="1" y="2797"/>
                    <a:pt x="805" y="3568"/>
                    <a:pt x="1801" y="3568"/>
                  </a:cubicBezTo>
                  <a:cubicBezTo>
                    <a:pt x="2765" y="3568"/>
                    <a:pt x="3569" y="2797"/>
                    <a:pt x="3569" y="1800"/>
                  </a:cubicBezTo>
                  <a:cubicBezTo>
                    <a:pt x="3569" y="804"/>
                    <a:pt x="2765" y="0"/>
                    <a:pt x="1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3750;p64">
              <a:extLst>
                <a:ext uri="{FF2B5EF4-FFF2-40B4-BE49-F238E27FC236}">
                  <a16:creationId xmlns:a16="http://schemas.microsoft.com/office/drawing/2014/main" id="{FAB0A03F-334A-4E51-7166-143388FCC13C}"/>
                </a:ext>
              </a:extLst>
            </p:cNvPr>
            <p:cNvSpPr/>
            <p:nvPr/>
          </p:nvSpPr>
          <p:spPr>
            <a:xfrm>
              <a:off x="4490625" y="2390175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222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190" y="3569"/>
                    <a:pt x="515" y="2894"/>
                    <a:pt x="515" y="2058"/>
                  </a:cubicBezTo>
                  <a:cubicBezTo>
                    <a:pt x="515" y="1222"/>
                    <a:pt x="1190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3751;p64">
              <a:extLst>
                <a:ext uri="{FF2B5EF4-FFF2-40B4-BE49-F238E27FC236}">
                  <a16:creationId xmlns:a16="http://schemas.microsoft.com/office/drawing/2014/main" id="{93C0AD11-7ECA-0567-3A09-DC16063170C1}"/>
                </a:ext>
              </a:extLst>
            </p:cNvPr>
            <p:cNvSpPr/>
            <p:nvPr/>
          </p:nvSpPr>
          <p:spPr>
            <a:xfrm>
              <a:off x="4672250" y="239662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0"/>
                  </a:moveTo>
                  <a:cubicBezTo>
                    <a:pt x="804" y="0"/>
                    <a:pt x="0" y="804"/>
                    <a:pt x="0" y="1800"/>
                  </a:cubicBezTo>
                  <a:cubicBezTo>
                    <a:pt x="0" y="2797"/>
                    <a:pt x="804" y="3568"/>
                    <a:pt x="1801" y="3568"/>
                  </a:cubicBezTo>
                  <a:cubicBezTo>
                    <a:pt x="2797" y="3568"/>
                    <a:pt x="3568" y="2797"/>
                    <a:pt x="3568" y="1800"/>
                  </a:cubicBezTo>
                  <a:cubicBezTo>
                    <a:pt x="3568" y="804"/>
                    <a:pt x="2797" y="0"/>
                    <a:pt x="1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3752;p64">
              <a:extLst>
                <a:ext uri="{FF2B5EF4-FFF2-40B4-BE49-F238E27FC236}">
                  <a16:creationId xmlns:a16="http://schemas.microsoft.com/office/drawing/2014/main" id="{9B497123-0013-0622-AB19-78E41D7F04FC}"/>
                </a:ext>
              </a:extLst>
            </p:cNvPr>
            <p:cNvSpPr/>
            <p:nvPr/>
          </p:nvSpPr>
          <p:spPr>
            <a:xfrm>
              <a:off x="4665825" y="2390175"/>
              <a:ext cx="102875" cy="102900"/>
            </a:xfrm>
            <a:custGeom>
              <a:avLst/>
              <a:gdLst/>
              <a:ahLst/>
              <a:cxnLst/>
              <a:rect l="l" t="t" r="r" b="b"/>
              <a:pathLst>
                <a:path w="4115" h="4116" extrusionOk="0">
                  <a:moveTo>
                    <a:pt x="2058" y="515"/>
                  </a:moveTo>
                  <a:cubicBezTo>
                    <a:pt x="2893" y="515"/>
                    <a:pt x="3568" y="1222"/>
                    <a:pt x="3568" y="2058"/>
                  </a:cubicBezTo>
                  <a:cubicBezTo>
                    <a:pt x="3568" y="2894"/>
                    <a:pt x="2893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222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0" y="1"/>
                    <a:pt x="0" y="901"/>
                    <a:pt x="0" y="2058"/>
                  </a:cubicBezTo>
                  <a:cubicBezTo>
                    <a:pt x="0" y="3183"/>
                    <a:pt x="900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3753;p64">
              <a:extLst>
                <a:ext uri="{FF2B5EF4-FFF2-40B4-BE49-F238E27FC236}">
                  <a16:creationId xmlns:a16="http://schemas.microsoft.com/office/drawing/2014/main" id="{214B7DF4-FB3D-17A7-D312-F3469E22C18C}"/>
                </a:ext>
              </a:extLst>
            </p:cNvPr>
            <p:cNvSpPr/>
            <p:nvPr/>
          </p:nvSpPr>
          <p:spPr>
            <a:xfrm>
              <a:off x="4235900" y="239662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0" y="0"/>
                  </a:moveTo>
                  <a:cubicBezTo>
                    <a:pt x="804" y="0"/>
                    <a:pt x="0" y="804"/>
                    <a:pt x="0" y="1800"/>
                  </a:cubicBezTo>
                  <a:cubicBezTo>
                    <a:pt x="0" y="2797"/>
                    <a:pt x="804" y="3568"/>
                    <a:pt x="1800" y="3568"/>
                  </a:cubicBezTo>
                  <a:cubicBezTo>
                    <a:pt x="2764" y="3568"/>
                    <a:pt x="3568" y="2797"/>
                    <a:pt x="3568" y="1800"/>
                  </a:cubicBezTo>
                  <a:cubicBezTo>
                    <a:pt x="3568" y="804"/>
                    <a:pt x="2764" y="0"/>
                    <a:pt x="18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3754;p64">
              <a:extLst>
                <a:ext uri="{FF2B5EF4-FFF2-40B4-BE49-F238E27FC236}">
                  <a16:creationId xmlns:a16="http://schemas.microsoft.com/office/drawing/2014/main" id="{512EB0B5-A3EB-C836-49BB-42FB7DCC1EAC}"/>
                </a:ext>
              </a:extLst>
            </p:cNvPr>
            <p:cNvSpPr/>
            <p:nvPr/>
          </p:nvSpPr>
          <p:spPr>
            <a:xfrm>
              <a:off x="4229450" y="2390175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222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222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3755;p64">
              <a:extLst>
                <a:ext uri="{FF2B5EF4-FFF2-40B4-BE49-F238E27FC236}">
                  <a16:creationId xmlns:a16="http://schemas.microsoft.com/office/drawing/2014/main" id="{4CE68AFA-021C-0B74-EB4F-774E0A353144}"/>
                </a:ext>
              </a:extLst>
            </p:cNvPr>
            <p:cNvSpPr/>
            <p:nvPr/>
          </p:nvSpPr>
          <p:spPr>
            <a:xfrm>
              <a:off x="3214500" y="2630475"/>
              <a:ext cx="1546975" cy="124575"/>
            </a:xfrm>
            <a:custGeom>
              <a:avLst/>
              <a:gdLst/>
              <a:ahLst/>
              <a:cxnLst/>
              <a:rect l="l" t="t" r="r" b="b"/>
              <a:pathLst>
                <a:path w="61879" h="4983" extrusionOk="0">
                  <a:moveTo>
                    <a:pt x="1" y="0"/>
                  </a:moveTo>
                  <a:lnTo>
                    <a:pt x="1" y="4983"/>
                  </a:lnTo>
                  <a:lnTo>
                    <a:pt x="61878" y="4983"/>
                  </a:lnTo>
                  <a:lnTo>
                    <a:pt x="61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3756;p64">
              <a:extLst>
                <a:ext uri="{FF2B5EF4-FFF2-40B4-BE49-F238E27FC236}">
                  <a16:creationId xmlns:a16="http://schemas.microsoft.com/office/drawing/2014/main" id="{A0278375-A063-5CCC-6332-B71472CB4F6D}"/>
                </a:ext>
              </a:extLst>
            </p:cNvPr>
            <p:cNvSpPr/>
            <p:nvPr/>
          </p:nvSpPr>
          <p:spPr>
            <a:xfrm>
              <a:off x="3207275" y="2624050"/>
              <a:ext cx="1561425" cy="137425"/>
            </a:xfrm>
            <a:custGeom>
              <a:avLst/>
              <a:gdLst/>
              <a:ahLst/>
              <a:cxnLst/>
              <a:rect l="l" t="t" r="r" b="b"/>
              <a:pathLst>
                <a:path w="62457" h="5497" extrusionOk="0">
                  <a:moveTo>
                    <a:pt x="61910" y="514"/>
                  </a:moveTo>
                  <a:lnTo>
                    <a:pt x="61910" y="4950"/>
                  </a:lnTo>
                  <a:lnTo>
                    <a:pt x="547" y="4950"/>
                  </a:lnTo>
                  <a:lnTo>
                    <a:pt x="547" y="514"/>
                  </a:lnTo>
                  <a:close/>
                  <a:moveTo>
                    <a:pt x="0" y="0"/>
                  </a:moveTo>
                  <a:lnTo>
                    <a:pt x="0" y="5497"/>
                  </a:lnTo>
                  <a:lnTo>
                    <a:pt x="62457" y="5497"/>
                  </a:lnTo>
                  <a:lnTo>
                    <a:pt x="624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3757;p64">
              <a:extLst>
                <a:ext uri="{FF2B5EF4-FFF2-40B4-BE49-F238E27FC236}">
                  <a16:creationId xmlns:a16="http://schemas.microsoft.com/office/drawing/2014/main" id="{0E33B2ED-B6F8-0B37-5138-F444D8C8BD23}"/>
                </a:ext>
              </a:extLst>
            </p:cNvPr>
            <p:cNvSpPr/>
            <p:nvPr/>
          </p:nvSpPr>
          <p:spPr>
            <a:xfrm>
              <a:off x="3151025" y="2755025"/>
              <a:ext cx="1674725" cy="362450"/>
            </a:xfrm>
            <a:custGeom>
              <a:avLst/>
              <a:gdLst/>
              <a:ahLst/>
              <a:cxnLst/>
              <a:rect l="l" t="t" r="r" b="b"/>
              <a:pathLst>
                <a:path w="66989" h="14498" extrusionOk="0">
                  <a:moveTo>
                    <a:pt x="0" y="1"/>
                  </a:moveTo>
                  <a:lnTo>
                    <a:pt x="0" y="14498"/>
                  </a:lnTo>
                  <a:lnTo>
                    <a:pt x="66989" y="14498"/>
                  </a:lnTo>
                  <a:lnTo>
                    <a:pt x="669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3758;p64">
              <a:extLst>
                <a:ext uri="{FF2B5EF4-FFF2-40B4-BE49-F238E27FC236}">
                  <a16:creationId xmlns:a16="http://schemas.microsoft.com/office/drawing/2014/main" id="{F79F032F-3C40-1008-2113-74E162C0583B}"/>
                </a:ext>
              </a:extLst>
            </p:cNvPr>
            <p:cNvSpPr/>
            <p:nvPr/>
          </p:nvSpPr>
          <p:spPr>
            <a:xfrm>
              <a:off x="3143775" y="2747800"/>
              <a:ext cx="1688425" cy="376100"/>
            </a:xfrm>
            <a:custGeom>
              <a:avLst/>
              <a:gdLst/>
              <a:ahLst/>
              <a:cxnLst/>
              <a:rect l="l" t="t" r="r" b="b"/>
              <a:pathLst>
                <a:path w="67537" h="15044" extrusionOk="0">
                  <a:moveTo>
                    <a:pt x="66990" y="547"/>
                  </a:moveTo>
                  <a:lnTo>
                    <a:pt x="66990" y="14530"/>
                  </a:lnTo>
                  <a:lnTo>
                    <a:pt x="547" y="14530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3759;p64">
              <a:extLst>
                <a:ext uri="{FF2B5EF4-FFF2-40B4-BE49-F238E27FC236}">
                  <a16:creationId xmlns:a16="http://schemas.microsoft.com/office/drawing/2014/main" id="{296B2481-8132-8B24-47E1-81DD6DF579A1}"/>
                </a:ext>
              </a:extLst>
            </p:cNvPr>
            <p:cNvSpPr/>
            <p:nvPr/>
          </p:nvSpPr>
          <p:spPr>
            <a:xfrm>
              <a:off x="3505400" y="2847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1" y="0"/>
                  </a:moveTo>
                  <a:lnTo>
                    <a:pt x="1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3760;p64">
              <a:extLst>
                <a:ext uri="{FF2B5EF4-FFF2-40B4-BE49-F238E27FC236}">
                  <a16:creationId xmlns:a16="http://schemas.microsoft.com/office/drawing/2014/main" id="{C8405F91-F463-C58A-64D7-100CB14897AF}"/>
                </a:ext>
              </a:extLst>
            </p:cNvPr>
            <p:cNvSpPr/>
            <p:nvPr/>
          </p:nvSpPr>
          <p:spPr>
            <a:xfrm>
              <a:off x="3498175" y="2840200"/>
              <a:ext cx="109325" cy="191300"/>
            </a:xfrm>
            <a:custGeom>
              <a:avLst/>
              <a:gdLst/>
              <a:ahLst/>
              <a:cxnLst/>
              <a:rect l="l" t="t" r="r" b="b"/>
              <a:pathLst>
                <a:path w="4373" h="7652" extrusionOk="0">
                  <a:moveTo>
                    <a:pt x="3826" y="547"/>
                  </a:moveTo>
                  <a:lnTo>
                    <a:pt x="3826" y="7137"/>
                  </a:lnTo>
                  <a:lnTo>
                    <a:pt x="547" y="7137"/>
                  </a:lnTo>
                  <a:lnTo>
                    <a:pt x="547" y="547"/>
                  </a:lnTo>
                  <a:close/>
                  <a:moveTo>
                    <a:pt x="0" y="1"/>
                  </a:moveTo>
                  <a:lnTo>
                    <a:pt x="0" y="7651"/>
                  </a:lnTo>
                  <a:lnTo>
                    <a:pt x="4372" y="7651"/>
                  </a:lnTo>
                  <a:lnTo>
                    <a:pt x="43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3761;p64">
              <a:extLst>
                <a:ext uri="{FF2B5EF4-FFF2-40B4-BE49-F238E27FC236}">
                  <a16:creationId xmlns:a16="http://schemas.microsoft.com/office/drawing/2014/main" id="{C2EB9CBE-56DD-F803-25CA-1F0544421EAE}"/>
                </a:ext>
              </a:extLst>
            </p:cNvPr>
            <p:cNvSpPr/>
            <p:nvPr/>
          </p:nvSpPr>
          <p:spPr>
            <a:xfrm>
              <a:off x="3651675" y="2847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3825" y="7104"/>
                  </a:lnTo>
                  <a:lnTo>
                    <a:pt x="38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3762;p64">
              <a:extLst>
                <a:ext uri="{FF2B5EF4-FFF2-40B4-BE49-F238E27FC236}">
                  <a16:creationId xmlns:a16="http://schemas.microsoft.com/office/drawing/2014/main" id="{B790DAEF-6468-8BF0-2DC5-E8B30F926B5B}"/>
                </a:ext>
              </a:extLst>
            </p:cNvPr>
            <p:cNvSpPr/>
            <p:nvPr/>
          </p:nvSpPr>
          <p:spPr>
            <a:xfrm>
              <a:off x="3645225" y="2840200"/>
              <a:ext cx="108525" cy="191300"/>
            </a:xfrm>
            <a:custGeom>
              <a:avLst/>
              <a:gdLst/>
              <a:ahLst/>
              <a:cxnLst/>
              <a:rect l="l" t="t" r="r" b="b"/>
              <a:pathLst>
                <a:path w="4341" h="7652" extrusionOk="0">
                  <a:moveTo>
                    <a:pt x="3826" y="547"/>
                  </a:moveTo>
                  <a:lnTo>
                    <a:pt x="3826" y="7137"/>
                  </a:lnTo>
                  <a:lnTo>
                    <a:pt x="515" y="7137"/>
                  </a:lnTo>
                  <a:lnTo>
                    <a:pt x="515" y="547"/>
                  </a:lnTo>
                  <a:close/>
                  <a:moveTo>
                    <a:pt x="1" y="1"/>
                  </a:moveTo>
                  <a:lnTo>
                    <a:pt x="1" y="7651"/>
                  </a:lnTo>
                  <a:lnTo>
                    <a:pt x="4340" y="7651"/>
                  </a:lnTo>
                  <a:lnTo>
                    <a:pt x="4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3763;p64">
              <a:extLst>
                <a:ext uri="{FF2B5EF4-FFF2-40B4-BE49-F238E27FC236}">
                  <a16:creationId xmlns:a16="http://schemas.microsoft.com/office/drawing/2014/main" id="{69EDAADF-AF3E-43DA-9C48-C32D1C219781}"/>
                </a:ext>
              </a:extLst>
            </p:cNvPr>
            <p:cNvSpPr/>
            <p:nvPr/>
          </p:nvSpPr>
          <p:spPr>
            <a:xfrm>
              <a:off x="3358350" y="2847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3764;p64">
              <a:extLst>
                <a:ext uri="{FF2B5EF4-FFF2-40B4-BE49-F238E27FC236}">
                  <a16:creationId xmlns:a16="http://schemas.microsoft.com/office/drawing/2014/main" id="{AF1FE5E6-AE17-8EE2-4603-90F95CBC9089}"/>
                </a:ext>
              </a:extLst>
            </p:cNvPr>
            <p:cNvSpPr/>
            <p:nvPr/>
          </p:nvSpPr>
          <p:spPr>
            <a:xfrm>
              <a:off x="3351925" y="2840200"/>
              <a:ext cx="108500" cy="191300"/>
            </a:xfrm>
            <a:custGeom>
              <a:avLst/>
              <a:gdLst/>
              <a:ahLst/>
              <a:cxnLst/>
              <a:rect l="l" t="t" r="r" b="b"/>
              <a:pathLst>
                <a:path w="4340" h="7652" extrusionOk="0">
                  <a:moveTo>
                    <a:pt x="3825" y="547"/>
                  </a:moveTo>
                  <a:lnTo>
                    <a:pt x="3825" y="7137"/>
                  </a:lnTo>
                  <a:lnTo>
                    <a:pt x="515" y="7137"/>
                  </a:lnTo>
                  <a:lnTo>
                    <a:pt x="515" y="547"/>
                  </a:lnTo>
                  <a:close/>
                  <a:moveTo>
                    <a:pt x="0" y="1"/>
                  </a:moveTo>
                  <a:lnTo>
                    <a:pt x="0" y="7651"/>
                  </a:lnTo>
                  <a:lnTo>
                    <a:pt x="4340" y="7651"/>
                  </a:lnTo>
                  <a:lnTo>
                    <a:pt x="4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3765;p64">
              <a:extLst>
                <a:ext uri="{FF2B5EF4-FFF2-40B4-BE49-F238E27FC236}">
                  <a16:creationId xmlns:a16="http://schemas.microsoft.com/office/drawing/2014/main" id="{AB733502-2694-1CBF-4222-60E8F194A569}"/>
                </a:ext>
              </a:extLst>
            </p:cNvPr>
            <p:cNvSpPr/>
            <p:nvPr/>
          </p:nvSpPr>
          <p:spPr>
            <a:xfrm>
              <a:off x="3797925" y="2847450"/>
              <a:ext cx="587450" cy="177625"/>
            </a:xfrm>
            <a:custGeom>
              <a:avLst/>
              <a:gdLst/>
              <a:ahLst/>
              <a:cxnLst/>
              <a:rect l="l" t="t" r="r" b="b"/>
              <a:pathLst>
                <a:path w="23498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23498" y="7104"/>
                  </a:lnTo>
                  <a:lnTo>
                    <a:pt x="23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3766;p64">
              <a:extLst>
                <a:ext uri="{FF2B5EF4-FFF2-40B4-BE49-F238E27FC236}">
                  <a16:creationId xmlns:a16="http://schemas.microsoft.com/office/drawing/2014/main" id="{64527E63-0021-0AAD-7FC3-CE6C172F06C4}"/>
                </a:ext>
              </a:extLst>
            </p:cNvPr>
            <p:cNvSpPr/>
            <p:nvPr/>
          </p:nvSpPr>
          <p:spPr>
            <a:xfrm>
              <a:off x="3791500" y="2840200"/>
              <a:ext cx="600325" cy="191300"/>
            </a:xfrm>
            <a:custGeom>
              <a:avLst/>
              <a:gdLst/>
              <a:ahLst/>
              <a:cxnLst/>
              <a:rect l="l" t="t" r="r" b="b"/>
              <a:pathLst>
                <a:path w="24013" h="7652" extrusionOk="0">
                  <a:moveTo>
                    <a:pt x="23498" y="547"/>
                  </a:moveTo>
                  <a:lnTo>
                    <a:pt x="23498" y="7137"/>
                  </a:lnTo>
                  <a:lnTo>
                    <a:pt x="547" y="7137"/>
                  </a:lnTo>
                  <a:lnTo>
                    <a:pt x="547" y="547"/>
                  </a:lnTo>
                  <a:close/>
                  <a:moveTo>
                    <a:pt x="0" y="1"/>
                  </a:moveTo>
                  <a:lnTo>
                    <a:pt x="0" y="290"/>
                  </a:lnTo>
                  <a:lnTo>
                    <a:pt x="0" y="7651"/>
                  </a:lnTo>
                  <a:lnTo>
                    <a:pt x="24012" y="7651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3767;p64">
              <a:extLst>
                <a:ext uri="{FF2B5EF4-FFF2-40B4-BE49-F238E27FC236}">
                  <a16:creationId xmlns:a16="http://schemas.microsoft.com/office/drawing/2014/main" id="{539AF5DB-6653-AF08-FEFE-B8C16881273C}"/>
                </a:ext>
              </a:extLst>
            </p:cNvPr>
            <p:cNvSpPr/>
            <p:nvPr/>
          </p:nvSpPr>
          <p:spPr>
            <a:xfrm>
              <a:off x="3231375" y="2847450"/>
              <a:ext cx="76375" cy="177625"/>
            </a:xfrm>
            <a:custGeom>
              <a:avLst/>
              <a:gdLst/>
              <a:ahLst/>
              <a:cxnLst/>
              <a:rect l="l" t="t" r="r" b="b"/>
              <a:pathLst>
                <a:path w="3055" h="7105" extrusionOk="0">
                  <a:moveTo>
                    <a:pt x="1" y="0"/>
                  </a:moveTo>
                  <a:lnTo>
                    <a:pt x="1" y="7104"/>
                  </a:lnTo>
                  <a:lnTo>
                    <a:pt x="3054" y="7104"/>
                  </a:lnTo>
                  <a:lnTo>
                    <a:pt x="30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3768;p64">
              <a:extLst>
                <a:ext uri="{FF2B5EF4-FFF2-40B4-BE49-F238E27FC236}">
                  <a16:creationId xmlns:a16="http://schemas.microsoft.com/office/drawing/2014/main" id="{48D7A309-F297-C456-7904-316C432A9AB9}"/>
                </a:ext>
              </a:extLst>
            </p:cNvPr>
            <p:cNvSpPr/>
            <p:nvPr/>
          </p:nvSpPr>
          <p:spPr>
            <a:xfrm>
              <a:off x="3224950" y="2840200"/>
              <a:ext cx="89225" cy="191300"/>
            </a:xfrm>
            <a:custGeom>
              <a:avLst/>
              <a:gdLst/>
              <a:ahLst/>
              <a:cxnLst/>
              <a:rect l="l" t="t" r="r" b="b"/>
              <a:pathLst>
                <a:path w="3569" h="7652" extrusionOk="0">
                  <a:moveTo>
                    <a:pt x="3022" y="547"/>
                  </a:moveTo>
                  <a:lnTo>
                    <a:pt x="3022" y="7137"/>
                  </a:lnTo>
                  <a:lnTo>
                    <a:pt x="515" y="7137"/>
                  </a:lnTo>
                  <a:lnTo>
                    <a:pt x="515" y="547"/>
                  </a:lnTo>
                  <a:close/>
                  <a:moveTo>
                    <a:pt x="0" y="1"/>
                  </a:moveTo>
                  <a:lnTo>
                    <a:pt x="0" y="7651"/>
                  </a:lnTo>
                  <a:lnTo>
                    <a:pt x="3568" y="7651"/>
                  </a:lnTo>
                  <a:lnTo>
                    <a:pt x="35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3769;p64">
              <a:extLst>
                <a:ext uri="{FF2B5EF4-FFF2-40B4-BE49-F238E27FC236}">
                  <a16:creationId xmlns:a16="http://schemas.microsoft.com/office/drawing/2014/main" id="{12E48E6E-BE73-8CCC-7901-4E2DFDF9F5AB}"/>
                </a:ext>
              </a:extLst>
            </p:cNvPr>
            <p:cNvSpPr/>
            <p:nvPr/>
          </p:nvSpPr>
          <p:spPr>
            <a:xfrm>
              <a:off x="4497050" y="2883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1"/>
                  </a:moveTo>
                  <a:cubicBezTo>
                    <a:pt x="805" y="1"/>
                    <a:pt x="1" y="804"/>
                    <a:pt x="1" y="1801"/>
                  </a:cubicBezTo>
                  <a:cubicBezTo>
                    <a:pt x="1" y="2765"/>
                    <a:pt x="805" y="3569"/>
                    <a:pt x="1801" y="3569"/>
                  </a:cubicBezTo>
                  <a:cubicBezTo>
                    <a:pt x="2765" y="3569"/>
                    <a:pt x="3569" y="2765"/>
                    <a:pt x="3569" y="1801"/>
                  </a:cubicBezTo>
                  <a:cubicBezTo>
                    <a:pt x="3569" y="804"/>
                    <a:pt x="2765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3770;p64">
              <a:extLst>
                <a:ext uri="{FF2B5EF4-FFF2-40B4-BE49-F238E27FC236}">
                  <a16:creationId xmlns:a16="http://schemas.microsoft.com/office/drawing/2014/main" id="{2C874E37-A220-532C-91FC-8896538A3B3F}"/>
                </a:ext>
              </a:extLst>
            </p:cNvPr>
            <p:cNvSpPr/>
            <p:nvPr/>
          </p:nvSpPr>
          <p:spPr>
            <a:xfrm>
              <a:off x="4490625" y="2877175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222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190" y="3569"/>
                    <a:pt x="515" y="2894"/>
                    <a:pt x="515" y="2058"/>
                  </a:cubicBezTo>
                  <a:cubicBezTo>
                    <a:pt x="515" y="1222"/>
                    <a:pt x="1190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3771;p64">
              <a:extLst>
                <a:ext uri="{FF2B5EF4-FFF2-40B4-BE49-F238E27FC236}">
                  <a16:creationId xmlns:a16="http://schemas.microsoft.com/office/drawing/2014/main" id="{FE274133-59ED-C7DD-F623-955ADA5211E9}"/>
                </a:ext>
              </a:extLst>
            </p:cNvPr>
            <p:cNvSpPr/>
            <p:nvPr/>
          </p:nvSpPr>
          <p:spPr>
            <a:xfrm>
              <a:off x="4672250" y="2883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65"/>
                    <a:pt x="804" y="3569"/>
                    <a:pt x="1801" y="3569"/>
                  </a:cubicBezTo>
                  <a:cubicBezTo>
                    <a:pt x="2797" y="3569"/>
                    <a:pt x="3568" y="2765"/>
                    <a:pt x="3568" y="1801"/>
                  </a:cubicBezTo>
                  <a:cubicBezTo>
                    <a:pt x="3568" y="804"/>
                    <a:pt x="2797" y="1"/>
                    <a:pt x="1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3772;p64">
              <a:extLst>
                <a:ext uri="{FF2B5EF4-FFF2-40B4-BE49-F238E27FC236}">
                  <a16:creationId xmlns:a16="http://schemas.microsoft.com/office/drawing/2014/main" id="{78B20763-6C3B-A918-7D4A-FD5F87083FEA}"/>
                </a:ext>
              </a:extLst>
            </p:cNvPr>
            <p:cNvSpPr/>
            <p:nvPr/>
          </p:nvSpPr>
          <p:spPr>
            <a:xfrm>
              <a:off x="4665825" y="2877175"/>
              <a:ext cx="102875" cy="102900"/>
            </a:xfrm>
            <a:custGeom>
              <a:avLst/>
              <a:gdLst/>
              <a:ahLst/>
              <a:cxnLst/>
              <a:rect l="l" t="t" r="r" b="b"/>
              <a:pathLst>
                <a:path w="4115" h="4116" extrusionOk="0">
                  <a:moveTo>
                    <a:pt x="2058" y="515"/>
                  </a:moveTo>
                  <a:cubicBezTo>
                    <a:pt x="2893" y="515"/>
                    <a:pt x="3568" y="1222"/>
                    <a:pt x="3568" y="2058"/>
                  </a:cubicBezTo>
                  <a:cubicBezTo>
                    <a:pt x="3568" y="2894"/>
                    <a:pt x="2893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222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0" y="1"/>
                    <a:pt x="0" y="901"/>
                    <a:pt x="0" y="2058"/>
                  </a:cubicBezTo>
                  <a:cubicBezTo>
                    <a:pt x="0" y="3183"/>
                    <a:pt x="900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3773;p64">
              <a:extLst>
                <a:ext uri="{FF2B5EF4-FFF2-40B4-BE49-F238E27FC236}">
                  <a16:creationId xmlns:a16="http://schemas.microsoft.com/office/drawing/2014/main" id="{D7B24A4C-C3EB-2AFB-713E-279543F1639E}"/>
                </a:ext>
              </a:extLst>
            </p:cNvPr>
            <p:cNvSpPr/>
            <p:nvPr/>
          </p:nvSpPr>
          <p:spPr>
            <a:xfrm>
              <a:off x="4235900" y="2883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0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65"/>
                    <a:pt x="804" y="3569"/>
                    <a:pt x="1800" y="3569"/>
                  </a:cubicBezTo>
                  <a:cubicBezTo>
                    <a:pt x="2764" y="3569"/>
                    <a:pt x="3568" y="2765"/>
                    <a:pt x="3568" y="1801"/>
                  </a:cubicBezTo>
                  <a:cubicBezTo>
                    <a:pt x="3568" y="804"/>
                    <a:pt x="2764" y="1"/>
                    <a:pt x="1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3774;p64">
              <a:extLst>
                <a:ext uri="{FF2B5EF4-FFF2-40B4-BE49-F238E27FC236}">
                  <a16:creationId xmlns:a16="http://schemas.microsoft.com/office/drawing/2014/main" id="{37DE7684-C7FA-BCDE-A423-7B005B982E96}"/>
                </a:ext>
              </a:extLst>
            </p:cNvPr>
            <p:cNvSpPr/>
            <p:nvPr/>
          </p:nvSpPr>
          <p:spPr>
            <a:xfrm>
              <a:off x="4229450" y="2877175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222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222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3775;p64">
              <a:extLst>
                <a:ext uri="{FF2B5EF4-FFF2-40B4-BE49-F238E27FC236}">
                  <a16:creationId xmlns:a16="http://schemas.microsoft.com/office/drawing/2014/main" id="{2233F2EE-1E5A-3BF9-BB7C-AC1FE2859612}"/>
                </a:ext>
              </a:extLst>
            </p:cNvPr>
            <p:cNvSpPr/>
            <p:nvPr/>
          </p:nvSpPr>
          <p:spPr>
            <a:xfrm>
              <a:off x="3214500" y="3117450"/>
              <a:ext cx="1546975" cy="124600"/>
            </a:xfrm>
            <a:custGeom>
              <a:avLst/>
              <a:gdLst/>
              <a:ahLst/>
              <a:cxnLst/>
              <a:rect l="l" t="t" r="r" b="b"/>
              <a:pathLst>
                <a:path w="61879" h="4984" extrusionOk="0">
                  <a:moveTo>
                    <a:pt x="1" y="1"/>
                  </a:moveTo>
                  <a:lnTo>
                    <a:pt x="1" y="4983"/>
                  </a:lnTo>
                  <a:lnTo>
                    <a:pt x="61878" y="4983"/>
                  </a:lnTo>
                  <a:lnTo>
                    <a:pt x="618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3776;p64">
              <a:extLst>
                <a:ext uri="{FF2B5EF4-FFF2-40B4-BE49-F238E27FC236}">
                  <a16:creationId xmlns:a16="http://schemas.microsoft.com/office/drawing/2014/main" id="{DA03648C-DAE7-3041-7DE0-A38A75FCC20E}"/>
                </a:ext>
              </a:extLst>
            </p:cNvPr>
            <p:cNvSpPr/>
            <p:nvPr/>
          </p:nvSpPr>
          <p:spPr>
            <a:xfrm>
              <a:off x="3207275" y="3111025"/>
              <a:ext cx="1561425" cy="137450"/>
            </a:xfrm>
            <a:custGeom>
              <a:avLst/>
              <a:gdLst/>
              <a:ahLst/>
              <a:cxnLst/>
              <a:rect l="l" t="t" r="r" b="b"/>
              <a:pathLst>
                <a:path w="62457" h="5498" extrusionOk="0">
                  <a:moveTo>
                    <a:pt x="61910" y="515"/>
                  </a:moveTo>
                  <a:lnTo>
                    <a:pt x="61910" y="4951"/>
                  </a:lnTo>
                  <a:lnTo>
                    <a:pt x="547" y="4951"/>
                  </a:lnTo>
                  <a:lnTo>
                    <a:pt x="547" y="515"/>
                  </a:lnTo>
                  <a:close/>
                  <a:moveTo>
                    <a:pt x="0" y="1"/>
                  </a:moveTo>
                  <a:lnTo>
                    <a:pt x="0" y="5497"/>
                  </a:lnTo>
                  <a:lnTo>
                    <a:pt x="62457" y="5497"/>
                  </a:lnTo>
                  <a:lnTo>
                    <a:pt x="624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3777;p64">
              <a:extLst>
                <a:ext uri="{FF2B5EF4-FFF2-40B4-BE49-F238E27FC236}">
                  <a16:creationId xmlns:a16="http://schemas.microsoft.com/office/drawing/2014/main" id="{2CE26A43-D655-28A3-B24D-8F2B02672289}"/>
                </a:ext>
              </a:extLst>
            </p:cNvPr>
            <p:cNvSpPr/>
            <p:nvPr/>
          </p:nvSpPr>
          <p:spPr>
            <a:xfrm>
              <a:off x="3151025" y="3242025"/>
              <a:ext cx="1674725" cy="362450"/>
            </a:xfrm>
            <a:custGeom>
              <a:avLst/>
              <a:gdLst/>
              <a:ahLst/>
              <a:cxnLst/>
              <a:rect l="l" t="t" r="r" b="b"/>
              <a:pathLst>
                <a:path w="66989" h="14498" extrusionOk="0">
                  <a:moveTo>
                    <a:pt x="0" y="0"/>
                  </a:moveTo>
                  <a:lnTo>
                    <a:pt x="0" y="14497"/>
                  </a:lnTo>
                  <a:lnTo>
                    <a:pt x="66989" y="14497"/>
                  </a:lnTo>
                  <a:lnTo>
                    <a:pt x="66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3778;p64">
              <a:extLst>
                <a:ext uri="{FF2B5EF4-FFF2-40B4-BE49-F238E27FC236}">
                  <a16:creationId xmlns:a16="http://schemas.microsoft.com/office/drawing/2014/main" id="{184E9E28-08CA-C357-F60B-324541D81528}"/>
                </a:ext>
              </a:extLst>
            </p:cNvPr>
            <p:cNvSpPr/>
            <p:nvPr/>
          </p:nvSpPr>
          <p:spPr>
            <a:xfrm>
              <a:off x="3143775" y="3234775"/>
              <a:ext cx="1688425" cy="376125"/>
            </a:xfrm>
            <a:custGeom>
              <a:avLst/>
              <a:gdLst/>
              <a:ahLst/>
              <a:cxnLst/>
              <a:rect l="l" t="t" r="r" b="b"/>
              <a:pathLst>
                <a:path w="67537" h="15045" extrusionOk="0">
                  <a:moveTo>
                    <a:pt x="66990" y="547"/>
                  </a:moveTo>
                  <a:lnTo>
                    <a:pt x="66990" y="14530"/>
                  </a:lnTo>
                  <a:lnTo>
                    <a:pt x="547" y="14530"/>
                  </a:lnTo>
                  <a:lnTo>
                    <a:pt x="547" y="547"/>
                  </a:lnTo>
                  <a:close/>
                  <a:moveTo>
                    <a:pt x="1" y="1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3779;p64">
              <a:extLst>
                <a:ext uri="{FF2B5EF4-FFF2-40B4-BE49-F238E27FC236}">
                  <a16:creationId xmlns:a16="http://schemas.microsoft.com/office/drawing/2014/main" id="{5AA25C71-FDBB-1B00-4954-F796421A6BB8}"/>
                </a:ext>
              </a:extLst>
            </p:cNvPr>
            <p:cNvSpPr/>
            <p:nvPr/>
          </p:nvSpPr>
          <p:spPr>
            <a:xfrm>
              <a:off x="3651675" y="3334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3825" y="7105"/>
                  </a:lnTo>
                  <a:lnTo>
                    <a:pt x="38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3780;p64">
              <a:extLst>
                <a:ext uri="{FF2B5EF4-FFF2-40B4-BE49-F238E27FC236}">
                  <a16:creationId xmlns:a16="http://schemas.microsoft.com/office/drawing/2014/main" id="{800B2B4E-A8DE-25E4-2B53-00E0CD6777AE}"/>
                </a:ext>
              </a:extLst>
            </p:cNvPr>
            <p:cNvSpPr/>
            <p:nvPr/>
          </p:nvSpPr>
          <p:spPr>
            <a:xfrm>
              <a:off x="3645225" y="3327200"/>
              <a:ext cx="108525" cy="191275"/>
            </a:xfrm>
            <a:custGeom>
              <a:avLst/>
              <a:gdLst/>
              <a:ahLst/>
              <a:cxnLst/>
              <a:rect l="l" t="t" r="r" b="b"/>
              <a:pathLst>
                <a:path w="4341" h="7651" extrusionOk="0">
                  <a:moveTo>
                    <a:pt x="3826" y="547"/>
                  </a:moveTo>
                  <a:lnTo>
                    <a:pt x="3826" y="7104"/>
                  </a:lnTo>
                  <a:lnTo>
                    <a:pt x="515" y="7104"/>
                  </a:lnTo>
                  <a:lnTo>
                    <a:pt x="515" y="547"/>
                  </a:lnTo>
                  <a:close/>
                  <a:moveTo>
                    <a:pt x="1" y="0"/>
                  </a:moveTo>
                  <a:lnTo>
                    <a:pt x="1" y="7651"/>
                  </a:lnTo>
                  <a:lnTo>
                    <a:pt x="4340" y="7651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3781;p64">
              <a:extLst>
                <a:ext uri="{FF2B5EF4-FFF2-40B4-BE49-F238E27FC236}">
                  <a16:creationId xmlns:a16="http://schemas.microsoft.com/office/drawing/2014/main" id="{C04DD4CE-900B-2E53-A1AA-4D67D9667D70}"/>
                </a:ext>
              </a:extLst>
            </p:cNvPr>
            <p:cNvSpPr/>
            <p:nvPr/>
          </p:nvSpPr>
          <p:spPr>
            <a:xfrm>
              <a:off x="3358350" y="3334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3826" y="7105"/>
                  </a:lnTo>
                  <a:lnTo>
                    <a:pt x="3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3782;p64">
              <a:extLst>
                <a:ext uri="{FF2B5EF4-FFF2-40B4-BE49-F238E27FC236}">
                  <a16:creationId xmlns:a16="http://schemas.microsoft.com/office/drawing/2014/main" id="{A7CCF4B6-A009-DE51-2EB1-A008001F205D}"/>
                </a:ext>
              </a:extLst>
            </p:cNvPr>
            <p:cNvSpPr/>
            <p:nvPr/>
          </p:nvSpPr>
          <p:spPr>
            <a:xfrm>
              <a:off x="3351925" y="3327200"/>
              <a:ext cx="108500" cy="191275"/>
            </a:xfrm>
            <a:custGeom>
              <a:avLst/>
              <a:gdLst/>
              <a:ahLst/>
              <a:cxnLst/>
              <a:rect l="l" t="t" r="r" b="b"/>
              <a:pathLst>
                <a:path w="4340" h="7651" extrusionOk="0">
                  <a:moveTo>
                    <a:pt x="3825" y="547"/>
                  </a:moveTo>
                  <a:lnTo>
                    <a:pt x="3825" y="7104"/>
                  </a:lnTo>
                  <a:lnTo>
                    <a:pt x="515" y="7104"/>
                  </a:lnTo>
                  <a:lnTo>
                    <a:pt x="515" y="547"/>
                  </a:lnTo>
                  <a:close/>
                  <a:moveTo>
                    <a:pt x="0" y="0"/>
                  </a:moveTo>
                  <a:lnTo>
                    <a:pt x="0" y="7651"/>
                  </a:lnTo>
                  <a:lnTo>
                    <a:pt x="4340" y="7651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3783;p64">
              <a:extLst>
                <a:ext uri="{FF2B5EF4-FFF2-40B4-BE49-F238E27FC236}">
                  <a16:creationId xmlns:a16="http://schemas.microsoft.com/office/drawing/2014/main" id="{C6EE1BDC-D1C6-1E2E-856E-AEEF8C9FF9EA}"/>
                </a:ext>
              </a:extLst>
            </p:cNvPr>
            <p:cNvSpPr/>
            <p:nvPr/>
          </p:nvSpPr>
          <p:spPr>
            <a:xfrm>
              <a:off x="3505400" y="3334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1" y="1"/>
                  </a:moveTo>
                  <a:lnTo>
                    <a:pt x="1" y="7105"/>
                  </a:lnTo>
                  <a:lnTo>
                    <a:pt x="3826" y="7105"/>
                  </a:lnTo>
                  <a:lnTo>
                    <a:pt x="3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3784;p64">
              <a:extLst>
                <a:ext uri="{FF2B5EF4-FFF2-40B4-BE49-F238E27FC236}">
                  <a16:creationId xmlns:a16="http://schemas.microsoft.com/office/drawing/2014/main" id="{0A6148F2-608E-75F6-E39D-205B9E705538}"/>
                </a:ext>
              </a:extLst>
            </p:cNvPr>
            <p:cNvSpPr/>
            <p:nvPr/>
          </p:nvSpPr>
          <p:spPr>
            <a:xfrm>
              <a:off x="3498175" y="3327200"/>
              <a:ext cx="109325" cy="191275"/>
            </a:xfrm>
            <a:custGeom>
              <a:avLst/>
              <a:gdLst/>
              <a:ahLst/>
              <a:cxnLst/>
              <a:rect l="l" t="t" r="r" b="b"/>
              <a:pathLst>
                <a:path w="4373" h="7651" extrusionOk="0">
                  <a:moveTo>
                    <a:pt x="3826" y="547"/>
                  </a:moveTo>
                  <a:lnTo>
                    <a:pt x="3826" y="7104"/>
                  </a:lnTo>
                  <a:lnTo>
                    <a:pt x="547" y="7104"/>
                  </a:lnTo>
                  <a:lnTo>
                    <a:pt x="547" y="547"/>
                  </a:lnTo>
                  <a:close/>
                  <a:moveTo>
                    <a:pt x="0" y="0"/>
                  </a:moveTo>
                  <a:lnTo>
                    <a:pt x="0" y="7651"/>
                  </a:lnTo>
                  <a:lnTo>
                    <a:pt x="4372" y="7651"/>
                  </a:lnTo>
                  <a:lnTo>
                    <a:pt x="4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3785;p64">
              <a:extLst>
                <a:ext uri="{FF2B5EF4-FFF2-40B4-BE49-F238E27FC236}">
                  <a16:creationId xmlns:a16="http://schemas.microsoft.com/office/drawing/2014/main" id="{8BFB1001-4178-B912-4B94-360FAB366C36}"/>
                </a:ext>
              </a:extLst>
            </p:cNvPr>
            <p:cNvSpPr/>
            <p:nvPr/>
          </p:nvSpPr>
          <p:spPr>
            <a:xfrm>
              <a:off x="3231375" y="3334425"/>
              <a:ext cx="76375" cy="177625"/>
            </a:xfrm>
            <a:custGeom>
              <a:avLst/>
              <a:gdLst/>
              <a:ahLst/>
              <a:cxnLst/>
              <a:rect l="l" t="t" r="r" b="b"/>
              <a:pathLst>
                <a:path w="3055" h="7105" extrusionOk="0">
                  <a:moveTo>
                    <a:pt x="1" y="1"/>
                  </a:moveTo>
                  <a:lnTo>
                    <a:pt x="1" y="7105"/>
                  </a:lnTo>
                  <a:lnTo>
                    <a:pt x="3054" y="7105"/>
                  </a:lnTo>
                  <a:lnTo>
                    <a:pt x="30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3786;p64">
              <a:extLst>
                <a:ext uri="{FF2B5EF4-FFF2-40B4-BE49-F238E27FC236}">
                  <a16:creationId xmlns:a16="http://schemas.microsoft.com/office/drawing/2014/main" id="{369386F5-F4AD-BD03-DC40-D54C17E491FF}"/>
                </a:ext>
              </a:extLst>
            </p:cNvPr>
            <p:cNvSpPr/>
            <p:nvPr/>
          </p:nvSpPr>
          <p:spPr>
            <a:xfrm>
              <a:off x="3224950" y="3327200"/>
              <a:ext cx="89225" cy="191275"/>
            </a:xfrm>
            <a:custGeom>
              <a:avLst/>
              <a:gdLst/>
              <a:ahLst/>
              <a:cxnLst/>
              <a:rect l="l" t="t" r="r" b="b"/>
              <a:pathLst>
                <a:path w="3569" h="7651" extrusionOk="0">
                  <a:moveTo>
                    <a:pt x="3022" y="547"/>
                  </a:moveTo>
                  <a:lnTo>
                    <a:pt x="3022" y="7104"/>
                  </a:lnTo>
                  <a:lnTo>
                    <a:pt x="515" y="7104"/>
                  </a:lnTo>
                  <a:lnTo>
                    <a:pt x="515" y="547"/>
                  </a:lnTo>
                  <a:close/>
                  <a:moveTo>
                    <a:pt x="0" y="0"/>
                  </a:moveTo>
                  <a:lnTo>
                    <a:pt x="0" y="7651"/>
                  </a:lnTo>
                  <a:lnTo>
                    <a:pt x="3568" y="7651"/>
                  </a:lnTo>
                  <a:lnTo>
                    <a:pt x="3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3787;p64">
              <a:extLst>
                <a:ext uri="{FF2B5EF4-FFF2-40B4-BE49-F238E27FC236}">
                  <a16:creationId xmlns:a16="http://schemas.microsoft.com/office/drawing/2014/main" id="{9A99B2B2-C118-A7AF-96E2-F09EC67F57FE}"/>
                </a:ext>
              </a:extLst>
            </p:cNvPr>
            <p:cNvSpPr/>
            <p:nvPr/>
          </p:nvSpPr>
          <p:spPr>
            <a:xfrm>
              <a:off x="3797925" y="3334425"/>
              <a:ext cx="587450" cy="177625"/>
            </a:xfrm>
            <a:custGeom>
              <a:avLst/>
              <a:gdLst/>
              <a:ahLst/>
              <a:cxnLst/>
              <a:rect l="l" t="t" r="r" b="b"/>
              <a:pathLst>
                <a:path w="23498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23498" y="7105"/>
                  </a:lnTo>
                  <a:lnTo>
                    <a:pt x="23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3788;p64">
              <a:extLst>
                <a:ext uri="{FF2B5EF4-FFF2-40B4-BE49-F238E27FC236}">
                  <a16:creationId xmlns:a16="http://schemas.microsoft.com/office/drawing/2014/main" id="{B2DCB7FF-D474-0BAD-5D87-A612575D063B}"/>
                </a:ext>
              </a:extLst>
            </p:cNvPr>
            <p:cNvSpPr/>
            <p:nvPr/>
          </p:nvSpPr>
          <p:spPr>
            <a:xfrm>
              <a:off x="3791500" y="3327200"/>
              <a:ext cx="600325" cy="191275"/>
            </a:xfrm>
            <a:custGeom>
              <a:avLst/>
              <a:gdLst/>
              <a:ahLst/>
              <a:cxnLst/>
              <a:rect l="l" t="t" r="r" b="b"/>
              <a:pathLst>
                <a:path w="24013" h="7651" extrusionOk="0">
                  <a:moveTo>
                    <a:pt x="23498" y="547"/>
                  </a:moveTo>
                  <a:lnTo>
                    <a:pt x="23498" y="7104"/>
                  </a:lnTo>
                  <a:lnTo>
                    <a:pt x="547" y="7104"/>
                  </a:lnTo>
                  <a:lnTo>
                    <a:pt x="547" y="547"/>
                  </a:lnTo>
                  <a:close/>
                  <a:moveTo>
                    <a:pt x="0" y="0"/>
                  </a:moveTo>
                  <a:lnTo>
                    <a:pt x="0" y="290"/>
                  </a:lnTo>
                  <a:lnTo>
                    <a:pt x="0" y="7651"/>
                  </a:lnTo>
                  <a:lnTo>
                    <a:pt x="24012" y="7651"/>
                  </a:lnTo>
                  <a:lnTo>
                    <a:pt x="240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3789;p64">
              <a:extLst>
                <a:ext uri="{FF2B5EF4-FFF2-40B4-BE49-F238E27FC236}">
                  <a16:creationId xmlns:a16="http://schemas.microsoft.com/office/drawing/2014/main" id="{FB829DF9-4463-8C59-286C-261A9D10B2E0}"/>
                </a:ext>
              </a:extLst>
            </p:cNvPr>
            <p:cNvSpPr/>
            <p:nvPr/>
          </p:nvSpPr>
          <p:spPr>
            <a:xfrm>
              <a:off x="4497050" y="3370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0"/>
                  </a:moveTo>
                  <a:cubicBezTo>
                    <a:pt x="805" y="0"/>
                    <a:pt x="1" y="804"/>
                    <a:pt x="1" y="1800"/>
                  </a:cubicBezTo>
                  <a:cubicBezTo>
                    <a:pt x="1" y="2765"/>
                    <a:pt x="805" y="3568"/>
                    <a:pt x="1801" y="3568"/>
                  </a:cubicBezTo>
                  <a:cubicBezTo>
                    <a:pt x="2765" y="3568"/>
                    <a:pt x="3569" y="2765"/>
                    <a:pt x="3569" y="1800"/>
                  </a:cubicBezTo>
                  <a:cubicBezTo>
                    <a:pt x="3569" y="804"/>
                    <a:pt x="2765" y="0"/>
                    <a:pt x="1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3790;p64">
              <a:extLst>
                <a:ext uri="{FF2B5EF4-FFF2-40B4-BE49-F238E27FC236}">
                  <a16:creationId xmlns:a16="http://schemas.microsoft.com/office/drawing/2014/main" id="{517C44D2-D41F-0751-380D-6091E7BB5623}"/>
                </a:ext>
              </a:extLst>
            </p:cNvPr>
            <p:cNvSpPr/>
            <p:nvPr/>
          </p:nvSpPr>
          <p:spPr>
            <a:xfrm>
              <a:off x="4490625" y="3364175"/>
              <a:ext cx="102900" cy="102875"/>
            </a:xfrm>
            <a:custGeom>
              <a:avLst/>
              <a:gdLst/>
              <a:ahLst/>
              <a:cxnLst/>
              <a:rect l="l" t="t" r="r" b="b"/>
              <a:pathLst>
                <a:path w="4116" h="4115" extrusionOk="0">
                  <a:moveTo>
                    <a:pt x="2058" y="514"/>
                  </a:moveTo>
                  <a:cubicBezTo>
                    <a:pt x="2894" y="514"/>
                    <a:pt x="3569" y="1189"/>
                    <a:pt x="3569" y="2057"/>
                  </a:cubicBezTo>
                  <a:cubicBezTo>
                    <a:pt x="3569" y="2893"/>
                    <a:pt x="2894" y="3568"/>
                    <a:pt x="2058" y="3568"/>
                  </a:cubicBezTo>
                  <a:cubicBezTo>
                    <a:pt x="1190" y="3568"/>
                    <a:pt x="515" y="2893"/>
                    <a:pt x="515" y="2057"/>
                  </a:cubicBezTo>
                  <a:cubicBezTo>
                    <a:pt x="515" y="1189"/>
                    <a:pt x="1190" y="514"/>
                    <a:pt x="2058" y="514"/>
                  </a:cubicBezTo>
                  <a:close/>
                  <a:moveTo>
                    <a:pt x="2058" y="0"/>
                  </a:moveTo>
                  <a:cubicBezTo>
                    <a:pt x="901" y="0"/>
                    <a:pt x="1" y="900"/>
                    <a:pt x="1" y="2057"/>
                  </a:cubicBezTo>
                  <a:cubicBezTo>
                    <a:pt x="1" y="3182"/>
                    <a:pt x="901" y="4115"/>
                    <a:pt x="2058" y="4115"/>
                  </a:cubicBezTo>
                  <a:cubicBezTo>
                    <a:pt x="3183" y="4115"/>
                    <a:pt x="4115" y="3182"/>
                    <a:pt x="4115" y="2057"/>
                  </a:cubicBezTo>
                  <a:cubicBezTo>
                    <a:pt x="4115" y="900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3791;p64">
              <a:extLst>
                <a:ext uri="{FF2B5EF4-FFF2-40B4-BE49-F238E27FC236}">
                  <a16:creationId xmlns:a16="http://schemas.microsoft.com/office/drawing/2014/main" id="{B34AD3D3-8049-B33C-816A-BFFC5AAAFC7D}"/>
                </a:ext>
              </a:extLst>
            </p:cNvPr>
            <p:cNvSpPr/>
            <p:nvPr/>
          </p:nvSpPr>
          <p:spPr>
            <a:xfrm>
              <a:off x="4672250" y="3370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0"/>
                  </a:moveTo>
                  <a:cubicBezTo>
                    <a:pt x="804" y="0"/>
                    <a:pt x="0" y="804"/>
                    <a:pt x="0" y="1800"/>
                  </a:cubicBezTo>
                  <a:cubicBezTo>
                    <a:pt x="0" y="2765"/>
                    <a:pt x="804" y="3568"/>
                    <a:pt x="1801" y="3568"/>
                  </a:cubicBezTo>
                  <a:cubicBezTo>
                    <a:pt x="2797" y="3568"/>
                    <a:pt x="3568" y="2765"/>
                    <a:pt x="3568" y="1800"/>
                  </a:cubicBezTo>
                  <a:cubicBezTo>
                    <a:pt x="3568" y="804"/>
                    <a:pt x="2797" y="0"/>
                    <a:pt x="1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3792;p64">
              <a:extLst>
                <a:ext uri="{FF2B5EF4-FFF2-40B4-BE49-F238E27FC236}">
                  <a16:creationId xmlns:a16="http://schemas.microsoft.com/office/drawing/2014/main" id="{9ACE2061-EEF4-F155-8D2C-8002EF73CB44}"/>
                </a:ext>
              </a:extLst>
            </p:cNvPr>
            <p:cNvSpPr/>
            <p:nvPr/>
          </p:nvSpPr>
          <p:spPr>
            <a:xfrm>
              <a:off x="4665825" y="3364175"/>
              <a:ext cx="102875" cy="102875"/>
            </a:xfrm>
            <a:custGeom>
              <a:avLst/>
              <a:gdLst/>
              <a:ahLst/>
              <a:cxnLst/>
              <a:rect l="l" t="t" r="r" b="b"/>
              <a:pathLst>
                <a:path w="4115" h="4115" extrusionOk="0">
                  <a:moveTo>
                    <a:pt x="2058" y="514"/>
                  </a:moveTo>
                  <a:cubicBezTo>
                    <a:pt x="2893" y="514"/>
                    <a:pt x="3568" y="1189"/>
                    <a:pt x="3568" y="2057"/>
                  </a:cubicBezTo>
                  <a:cubicBezTo>
                    <a:pt x="3568" y="2893"/>
                    <a:pt x="2893" y="3568"/>
                    <a:pt x="2058" y="3568"/>
                  </a:cubicBezTo>
                  <a:cubicBezTo>
                    <a:pt x="1222" y="3568"/>
                    <a:pt x="515" y="2893"/>
                    <a:pt x="515" y="2057"/>
                  </a:cubicBezTo>
                  <a:cubicBezTo>
                    <a:pt x="515" y="1189"/>
                    <a:pt x="1222" y="514"/>
                    <a:pt x="2058" y="514"/>
                  </a:cubicBezTo>
                  <a:close/>
                  <a:moveTo>
                    <a:pt x="2058" y="0"/>
                  </a:moveTo>
                  <a:cubicBezTo>
                    <a:pt x="900" y="0"/>
                    <a:pt x="0" y="900"/>
                    <a:pt x="0" y="2057"/>
                  </a:cubicBezTo>
                  <a:cubicBezTo>
                    <a:pt x="0" y="3182"/>
                    <a:pt x="900" y="4115"/>
                    <a:pt x="2058" y="4115"/>
                  </a:cubicBezTo>
                  <a:cubicBezTo>
                    <a:pt x="3183" y="4115"/>
                    <a:pt x="4115" y="3182"/>
                    <a:pt x="4115" y="2057"/>
                  </a:cubicBezTo>
                  <a:cubicBezTo>
                    <a:pt x="4115" y="900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3793;p64">
              <a:extLst>
                <a:ext uri="{FF2B5EF4-FFF2-40B4-BE49-F238E27FC236}">
                  <a16:creationId xmlns:a16="http://schemas.microsoft.com/office/drawing/2014/main" id="{48BEA6E8-882B-E97E-2D7B-0BC5FC049E69}"/>
                </a:ext>
              </a:extLst>
            </p:cNvPr>
            <p:cNvSpPr/>
            <p:nvPr/>
          </p:nvSpPr>
          <p:spPr>
            <a:xfrm>
              <a:off x="4235900" y="3370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0" y="0"/>
                  </a:moveTo>
                  <a:cubicBezTo>
                    <a:pt x="804" y="0"/>
                    <a:pt x="0" y="804"/>
                    <a:pt x="0" y="1800"/>
                  </a:cubicBezTo>
                  <a:cubicBezTo>
                    <a:pt x="0" y="2765"/>
                    <a:pt x="804" y="3568"/>
                    <a:pt x="1800" y="3568"/>
                  </a:cubicBezTo>
                  <a:cubicBezTo>
                    <a:pt x="2764" y="3568"/>
                    <a:pt x="3568" y="2765"/>
                    <a:pt x="3568" y="1800"/>
                  </a:cubicBezTo>
                  <a:cubicBezTo>
                    <a:pt x="3568" y="804"/>
                    <a:pt x="2764" y="0"/>
                    <a:pt x="18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3794;p64">
              <a:extLst>
                <a:ext uri="{FF2B5EF4-FFF2-40B4-BE49-F238E27FC236}">
                  <a16:creationId xmlns:a16="http://schemas.microsoft.com/office/drawing/2014/main" id="{137AF82D-6EB8-F03D-99F3-BB68D7D408AC}"/>
                </a:ext>
              </a:extLst>
            </p:cNvPr>
            <p:cNvSpPr/>
            <p:nvPr/>
          </p:nvSpPr>
          <p:spPr>
            <a:xfrm>
              <a:off x="4229450" y="3364175"/>
              <a:ext cx="102900" cy="102875"/>
            </a:xfrm>
            <a:custGeom>
              <a:avLst/>
              <a:gdLst/>
              <a:ahLst/>
              <a:cxnLst/>
              <a:rect l="l" t="t" r="r" b="b"/>
              <a:pathLst>
                <a:path w="4116" h="4115" extrusionOk="0">
                  <a:moveTo>
                    <a:pt x="2058" y="514"/>
                  </a:moveTo>
                  <a:cubicBezTo>
                    <a:pt x="2894" y="514"/>
                    <a:pt x="3569" y="1189"/>
                    <a:pt x="3569" y="2057"/>
                  </a:cubicBezTo>
                  <a:cubicBezTo>
                    <a:pt x="3569" y="2893"/>
                    <a:pt x="2894" y="3568"/>
                    <a:pt x="2058" y="3568"/>
                  </a:cubicBezTo>
                  <a:cubicBezTo>
                    <a:pt x="1222" y="3568"/>
                    <a:pt x="515" y="2893"/>
                    <a:pt x="515" y="2057"/>
                  </a:cubicBezTo>
                  <a:cubicBezTo>
                    <a:pt x="515" y="1189"/>
                    <a:pt x="1222" y="514"/>
                    <a:pt x="2058" y="514"/>
                  </a:cubicBezTo>
                  <a:close/>
                  <a:moveTo>
                    <a:pt x="2058" y="0"/>
                  </a:moveTo>
                  <a:cubicBezTo>
                    <a:pt x="901" y="0"/>
                    <a:pt x="1" y="900"/>
                    <a:pt x="1" y="2057"/>
                  </a:cubicBezTo>
                  <a:cubicBezTo>
                    <a:pt x="1" y="3182"/>
                    <a:pt x="901" y="4115"/>
                    <a:pt x="2058" y="4115"/>
                  </a:cubicBezTo>
                  <a:cubicBezTo>
                    <a:pt x="3183" y="4115"/>
                    <a:pt x="4115" y="3182"/>
                    <a:pt x="4115" y="2057"/>
                  </a:cubicBezTo>
                  <a:cubicBezTo>
                    <a:pt x="4115" y="900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3795;p64">
              <a:extLst>
                <a:ext uri="{FF2B5EF4-FFF2-40B4-BE49-F238E27FC236}">
                  <a16:creationId xmlns:a16="http://schemas.microsoft.com/office/drawing/2014/main" id="{CDE659CB-35E2-ACC2-3ECB-CF28E376168D}"/>
                </a:ext>
              </a:extLst>
            </p:cNvPr>
            <p:cNvSpPr/>
            <p:nvPr/>
          </p:nvSpPr>
          <p:spPr>
            <a:xfrm>
              <a:off x="3214500" y="3604450"/>
              <a:ext cx="1546975" cy="123775"/>
            </a:xfrm>
            <a:custGeom>
              <a:avLst/>
              <a:gdLst/>
              <a:ahLst/>
              <a:cxnLst/>
              <a:rect l="l" t="t" r="r" b="b"/>
              <a:pathLst>
                <a:path w="61879" h="4951" extrusionOk="0">
                  <a:moveTo>
                    <a:pt x="1" y="0"/>
                  </a:moveTo>
                  <a:lnTo>
                    <a:pt x="1" y="4951"/>
                  </a:lnTo>
                  <a:lnTo>
                    <a:pt x="61878" y="4951"/>
                  </a:lnTo>
                  <a:lnTo>
                    <a:pt x="61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3796;p64">
              <a:extLst>
                <a:ext uri="{FF2B5EF4-FFF2-40B4-BE49-F238E27FC236}">
                  <a16:creationId xmlns:a16="http://schemas.microsoft.com/office/drawing/2014/main" id="{7182B272-E61D-A615-F397-B55F430A214F}"/>
                </a:ext>
              </a:extLst>
            </p:cNvPr>
            <p:cNvSpPr/>
            <p:nvPr/>
          </p:nvSpPr>
          <p:spPr>
            <a:xfrm>
              <a:off x="3207275" y="3598025"/>
              <a:ext cx="1561425" cy="137425"/>
            </a:xfrm>
            <a:custGeom>
              <a:avLst/>
              <a:gdLst/>
              <a:ahLst/>
              <a:cxnLst/>
              <a:rect l="l" t="t" r="r" b="b"/>
              <a:pathLst>
                <a:path w="62457" h="5497" extrusionOk="0">
                  <a:moveTo>
                    <a:pt x="61910" y="514"/>
                  </a:moveTo>
                  <a:lnTo>
                    <a:pt x="61910" y="4950"/>
                  </a:lnTo>
                  <a:lnTo>
                    <a:pt x="547" y="4950"/>
                  </a:lnTo>
                  <a:lnTo>
                    <a:pt x="547" y="514"/>
                  </a:lnTo>
                  <a:close/>
                  <a:moveTo>
                    <a:pt x="0" y="0"/>
                  </a:moveTo>
                  <a:lnTo>
                    <a:pt x="0" y="5497"/>
                  </a:lnTo>
                  <a:lnTo>
                    <a:pt x="62457" y="5497"/>
                  </a:lnTo>
                  <a:lnTo>
                    <a:pt x="624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3797;p64">
              <a:extLst>
                <a:ext uri="{FF2B5EF4-FFF2-40B4-BE49-F238E27FC236}">
                  <a16:creationId xmlns:a16="http://schemas.microsoft.com/office/drawing/2014/main" id="{2CA68D67-309A-CA3C-33FC-9861459A2006}"/>
                </a:ext>
              </a:extLst>
            </p:cNvPr>
            <p:cNvSpPr/>
            <p:nvPr/>
          </p:nvSpPr>
          <p:spPr>
            <a:xfrm>
              <a:off x="3151025" y="3728200"/>
              <a:ext cx="1674725" cy="363250"/>
            </a:xfrm>
            <a:custGeom>
              <a:avLst/>
              <a:gdLst/>
              <a:ahLst/>
              <a:cxnLst/>
              <a:rect l="l" t="t" r="r" b="b"/>
              <a:pathLst>
                <a:path w="66989" h="14530" extrusionOk="0">
                  <a:moveTo>
                    <a:pt x="0" y="1"/>
                  </a:moveTo>
                  <a:lnTo>
                    <a:pt x="0" y="14530"/>
                  </a:lnTo>
                  <a:lnTo>
                    <a:pt x="66989" y="14530"/>
                  </a:lnTo>
                  <a:lnTo>
                    <a:pt x="669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3798;p64">
              <a:extLst>
                <a:ext uri="{FF2B5EF4-FFF2-40B4-BE49-F238E27FC236}">
                  <a16:creationId xmlns:a16="http://schemas.microsoft.com/office/drawing/2014/main" id="{FE51FA67-9377-F752-14F1-36DAD05AFAA6}"/>
                </a:ext>
              </a:extLst>
            </p:cNvPr>
            <p:cNvSpPr/>
            <p:nvPr/>
          </p:nvSpPr>
          <p:spPr>
            <a:xfrm>
              <a:off x="3143775" y="3721775"/>
              <a:ext cx="1688425" cy="376125"/>
            </a:xfrm>
            <a:custGeom>
              <a:avLst/>
              <a:gdLst/>
              <a:ahLst/>
              <a:cxnLst/>
              <a:rect l="l" t="t" r="r" b="b"/>
              <a:pathLst>
                <a:path w="67537" h="15045" extrusionOk="0">
                  <a:moveTo>
                    <a:pt x="66990" y="547"/>
                  </a:moveTo>
                  <a:lnTo>
                    <a:pt x="66990" y="14530"/>
                  </a:lnTo>
                  <a:lnTo>
                    <a:pt x="547" y="14530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3799;p64">
              <a:extLst>
                <a:ext uri="{FF2B5EF4-FFF2-40B4-BE49-F238E27FC236}">
                  <a16:creationId xmlns:a16="http://schemas.microsoft.com/office/drawing/2014/main" id="{E4719ADD-EAAB-F860-9763-DD3F92B07A7B}"/>
                </a:ext>
              </a:extLst>
            </p:cNvPr>
            <p:cNvSpPr/>
            <p:nvPr/>
          </p:nvSpPr>
          <p:spPr>
            <a:xfrm>
              <a:off x="3358350" y="3821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3800;p64">
              <a:extLst>
                <a:ext uri="{FF2B5EF4-FFF2-40B4-BE49-F238E27FC236}">
                  <a16:creationId xmlns:a16="http://schemas.microsoft.com/office/drawing/2014/main" id="{3162950A-44D1-21D4-AE10-D71D14823707}"/>
                </a:ext>
              </a:extLst>
            </p:cNvPr>
            <p:cNvSpPr/>
            <p:nvPr/>
          </p:nvSpPr>
          <p:spPr>
            <a:xfrm>
              <a:off x="3351925" y="3814200"/>
              <a:ext cx="108500" cy="191275"/>
            </a:xfrm>
            <a:custGeom>
              <a:avLst/>
              <a:gdLst/>
              <a:ahLst/>
              <a:cxnLst/>
              <a:rect l="l" t="t" r="r" b="b"/>
              <a:pathLst>
                <a:path w="4340" h="7651" extrusionOk="0">
                  <a:moveTo>
                    <a:pt x="3825" y="546"/>
                  </a:moveTo>
                  <a:lnTo>
                    <a:pt x="3825" y="7104"/>
                  </a:lnTo>
                  <a:lnTo>
                    <a:pt x="515" y="7104"/>
                  </a:lnTo>
                  <a:lnTo>
                    <a:pt x="515" y="546"/>
                  </a:lnTo>
                  <a:close/>
                  <a:moveTo>
                    <a:pt x="0" y="0"/>
                  </a:moveTo>
                  <a:lnTo>
                    <a:pt x="0" y="7650"/>
                  </a:lnTo>
                  <a:lnTo>
                    <a:pt x="4340" y="7650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3801;p64">
              <a:extLst>
                <a:ext uri="{FF2B5EF4-FFF2-40B4-BE49-F238E27FC236}">
                  <a16:creationId xmlns:a16="http://schemas.microsoft.com/office/drawing/2014/main" id="{2E9F3D58-3BF4-9A3C-86F1-0072FB178E49}"/>
                </a:ext>
              </a:extLst>
            </p:cNvPr>
            <p:cNvSpPr/>
            <p:nvPr/>
          </p:nvSpPr>
          <p:spPr>
            <a:xfrm>
              <a:off x="3505400" y="3821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1" y="0"/>
                  </a:moveTo>
                  <a:lnTo>
                    <a:pt x="1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3802;p64">
              <a:extLst>
                <a:ext uri="{FF2B5EF4-FFF2-40B4-BE49-F238E27FC236}">
                  <a16:creationId xmlns:a16="http://schemas.microsoft.com/office/drawing/2014/main" id="{FF8799F0-264C-915E-4599-C801431FCD98}"/>
                </a:ext>
              </a:extLst>
            </p:cNvPr>
            <p:cNvSpPr/>
            <p:nvPr/>
          </p:nvSpPr>
          <p:spPr>
            <a:xfrm>
              <a:off x="3498175" y="3814200"/>
              <a:ext cx="109325" cy="191275"/>
            </a:xfrm>
            <a:custGeom>
              <a:avLst/>
              <a:gdLst/>
              <a:ahLst/>
              <a:cxnLst/>
              <a:rect l="l" t="t" r="r" b="b"/>
              <a:pathLst>
                <a:path w="4373" h="7651" extrusionOk="0">
                  <a:moveTo>
                    <a:pt x="3826" y="546"/>
                  </a:moveTo>
                  <a:lnTo>
                    <a:pt x="3826" y="7104"/>
                  </a:lnTo>
                  <a:lnTo>
                    <a:pt x="547" y="7104"/>
                  </a:lnTo>
                  <a:lnTo>
                    <a:pt x="547" y="546"/>
                  </a:lnTo>
                  <a:close/>
                  <a:moveTo>
                    <a:pt x="0" y="0"/>
                  </a:moveTo>
                  <a:lnTo>
                    <a:pt x="0" y="7650"/>
                  </a:lnTo>
                  <a:lnTo>
                    <a:pt x="4372" y="7650"/>
                  </a:lnTo>
                  <a:lnTo>
                    <a:pt x="4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3803;p64">
              <a:extLst>
                <a:ext uri="{FF2B5EF4-FFF2-40B4-BE49-F238E27FC236}">
                  <a16:creationId xmlns:a16="http://schemas.microsoft.com/office/drawing/2014/main" id="{74CBA113-8868-77AB-2CD0-DB741F56D529}"/>
                </a:ext>
              </a:extLst>
            </p:cNvPr>
            <p:cNvSpPr/>
            <p:nvPr/>
          </p:nvSpPr>
          <p:spPr>
            <a:xfrm>
              <a:off x="3651675" y="3821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3825" y="7104"/>
                  </a:lnTo>
                  <a:lnTo>
                    <a:pt x="38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3804;p64">
              <a:extLst>
                <a:ext uri="{FF2B5EF4-FFF2-40B4-BE49-F238E27FC236}">
                  <a16:creationId xmlns:a16="http://schemas.microsoft.com/office/drawing/2014/main" id="{FCD82788-879C-591E-6D4D-1C11AC9CB270}"/>
                </a:ext>
              </a:extLst>
            </p:cNvPr>
            <p:cNvSpPr/>
            <p:nvPr/>
          </p:nvSpPr>
          <p:spPr>
            <a:xfrm>
              <a:off x="3645225" y="3814200"/>
              <a:ext cx="108525" cy="191275"/>
            </a:xfrm>
            <a:custGeom>
              <a:avLst/>
              <a:gdLst/>
              <a:ahLst/>
              <a:cxnLst/>
              <a:rect l="l" t="t" r="r" b="b"/>
              <a:pathLst>
                <a:path w="4341" h="7651" extrusionOk="0">
                  <a:moveTo>
                    <a:pt x="3826" y="546"/>
                  </a:moveTo>
                  <a:lnTo>
                    <a:pt x="3826" y="7104"/>
                  </a:lnTo>
                  <a:lnTo>
                    <a:pt x="515" y="7104"/>
                  </a:lnTo>
                  <a:lnTo>
                    <a:pt x="515" y="546"/>
                  </a:lnTo>
                  <a:close/>
                  <a:moveTo>
                    <a:pt x="1" y="0"/>
                  </a:moveTo>
                  <a:lnTo>
                    <a:pt x="1" y="7650"/>
                  </a:lnTo>
                  <a:lnTo>
                    <a:pt x="4340" y="7650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3805;p64">
              <a:extLst>
                <a:ext uri="{FF2B5EF4-FFF2-40B4-BE49-F238E27FC236}">
                  <a16:creationId xmlns:a16="http://schemas.microsoft.com/office/drawing/2014/main" id="{640EC581-F699-DEC0-CD04-84D2681FEB7D}"/>
                </a:ext>
              </a:extLst>
            </p:cNvPr>
            <p:cNvSpPr/>
            <p:nvPr/>
          </p:nvSpPr>
          <p:spPr>
            <a:xfrm>
              <a:off x="3231375" y="3821425"/>
              <a:ext cx="76375" cy="177625"/>
            </a:xfrm>
            <a:custGeom>
              <a:avLst/>
              <a:gdLst/>
              <a:ahLst/>
              <a:cxnLst/>
              <a:rect l="l" t="t" r="r" b="b"/>
              <a:pathLst>
                <a:path w="3055" h="7105" extrusionOk="0">
                  <a:moveTo>
                    <a:pt x="1" y="0"/>
                  </a:moveTo>
                  <a:lnTo>
                    <a:pt x="1" y="7104"/>
                  </a:lnTo>
                  <a:lnTo>
                    <a:pt x="3054" y="7104"/>
                  </a:lnTo>
                  <a:lnTo>
                    <a:pt x="30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3806;p64">
              <a:extLst>
                <a:ext uri="{FF2B5EF4-FFF2-40B4-BE49-F238E27FC236}">
                  <a16:creationId xmlns:a16="http://schemas.microsoft.com/office/drawing/2014/main" id="{5A5650B3-2392-6A04-1F97-6634DBB5DD5F}"/>
                </a:ext>
              </a:extLst>
            </p:cNvPr>
            <p:cNvSpPr/>
            <p:nvPr/>
          </p:nvSpPr>
          <p:spPr>
            <a:xfrm>
              <a:off x="3224950" y="3814200"/>
              <a:ext cx="89225" cy="191275"/>
            </a:xfrm>
            <a:custGeom>
              <a:avLst/>
              <a:gdLst/>
              <a:ahLst/>
              <a:cxnLst/>
              <a:rect l="l" t="t" r="r" b="b"/>
              <a:pathLst>
                <a:path w="3569" h="7651" extrusionOk="0">
                  <a:moveTo>
                    <a:pt x="3022" y="546"/>
                  </a:moveTo>
                  <a:lnTo>
                    <a:pt x="3022" y="7104"/>
                  </a:lnTo>
                  <a:lnTo>
                    <a:pt x="515" y="7104"/>
                  </a:lnTo>
                  <a:lnTo>
                    <a:pt x="515" y="546"/>
                  </a:lnTo>
                  <a:close/>
                  <a:moveTo>
                    <a:pt x="0" y="0"/>
                  </a:moveTo>
                  <a:lnTo>
                    <a:pt x="0" y="7650"/>
                  </a:lnTo>
                  <a:lnTo>
                    <a:pt x="3568" y="7650"/>
                  </a:lnTo>
                  <a:lnTo>
                    <a:pt x="3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3807;p64">
              <a:extLst>
                <a:ext uri="{FF2B5EF4-FFF2-40B4-BE49-F238E27FC236}">
                  <a16:creationId xmlns:a16="http://schemas.microsoft.com/office/drawing/2014/main" id="{4D60EBFC-B6C4-5A12-9CB2-7F08807EC98E}"/>
                </a:ext>
              </a:extLst>
            </p:cNvPr>
            <p:cNvSpPr/>
            <p:nvPr/>
          </p:nvSpPr>
          <p:spPr>
            <a:xfrm>
              <a:off x="3797925" y="3821425"/>
              <a:ext cx="587450" cy="177625"/>
            </a:xfrm>
            <a:custGeom>
              <a:avLst/>
              <a:gdLst/>
              <a:ahLst/>
              <a:cxnLst/>
              <a:rect l="l" t="t" r="r" b="b"/>
              <a:pathLst>
                <a:path w="23498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23498" y="7104"/>
                  </a:lnTo>
                  <a:lnTo>
                    <a:pt x="23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3808;p64">
              <a:extLst>
                <a:ext uri="{FF2B5EF4-FFF2-40B4-BE49-F238E27FC236}">
                  <a16:creationId xmlns:a16="http://schemas.microsoft.com/office/drawing/2014/main" id="{87497169-88D0-D5B4-12D8-A61CDFF137A8}"/>
                </a:ext>
              </a:extLst>
            </p:cNvPr>
            <p:cNvSpPr/>
            <p:nvPr/>
          </p:nvSpPr>
          <p:spPr>
            <a:xfrm>
              <a:off x="3791500" y="3814200"/>
              <a:ext cx="600325" cy="191275"/>
            </a:xfrm>
            <a:custGeom>
              <a:avLst/>
              <a:gdLst/>
              <a:ahLst/>
              <a:cxnLst/>
              <a:rect l="l" t="t" r="r" b="b"/>
              <a:pathLst>
                <a:path w="24013" h="7651" extrusionOk="0">
                  <a:moveTo>
                    <a:pt x="23498" y="546"/>
                  </a:moveTo>
                  <a:lnTo>
                    <a:pt x="23498" y="7104"/>
                  </a:lnTo>
                  <a:lnTo>
                    <a:pt x="547" y="7104"/>
                  </a:lnTo>
                  <a:lnTo>
                    <a:pt x="547" y="546"/>
                  </a:lnTo>
                  <a:close/>
                  <a:moveTo>
                    <a:pt x="0" y="0"/>
                  </a:moveTo>
                  <a:lnTo>
                    <a:pt x="0" y="289"/>
                  </a:lnTo>
                  <a:lnTo>
                    <a:pt x="0" y="7650"/>
                  </a:lnTo>
                  <a:lnTo>
                    <a:pt x="24012" y="7650"/>
                  </a:lnTo>
                  <a:lnTo>
                    <a:pt x="240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3809;p64">
              <a:extLst>
                <a:ext uri="{FF2B5EF4-FFF2-40B4-BE49-F238E27FC236}">
                  <a16:creationId xmlns:a16="http://schemas.microsoft.com/office/drawing/2014/main" id="{D60F0B5B-066D-4573-A170-3E50211964B8}"/>
                </a:ext>
              </a:extLst>
            </p:cNvPr>
            <p:cNvSpPr/>
            <p:nvPr/>
          </p:nvSpPr>
          <p:spPr>
            <a:xfrm>
              <a:off x="4497050" y="385757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1"/>
                  </a:moveTo>
                  <a:cubicBezTo>
                    <a:pt x="805" y="1"/>
                    <a:pt x="1" y="804"/>
                    <a:pt x="1" y="1801"/>
                  </a:cubicBezTo>
                  <a:cubicBezTo>
                    <a:pt x="1" y="2765"/>
                    <a:pt x="805" y="3569"/>
                    <a:pt x="1801" y="3569"/>
                  </a:cubicBezTo>
                  <a:cubicBezTo>
                    <a:pt x="2765" y="3569"/>
                    <a:pt x="3569" y="2765"/>
                    <a:pt x="3569" y="1801"/>
                  </a:cubicBezTo>
                  <a:cubicBezTo>
                    <a:pt x="3569" y="804"/>
                    <a:pt x="2765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3810;p64">
              <a:extLst>
                <a:ext uri="{FF2B5EF4-FFF2-40B4-BE49-F238E27FC236}">
                  <a16:creationId xmlns:a16="http://schemas.microsoft.com/office/drawing/2014/main" id="{68FAC6EE-AF61-25C9-D954-5C5558A07FDA}"/>
                </a:ext>
              </a:extLst>
            </p:cNvPr>
            <p:cNvSpPr/>
            <p:nvPr/>
          </p:nvSpPr>
          <p:spPr>
            <a:xfrm>
              <a:off x="4490625" y="3851150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190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190" y="3569"/>
                    <a:pt x="515" y="2894"/>
                    <a:pt x="515" y="2058"/>
                  </a:cubicBezTo>
                  <a:cubicBezTo>
                    <a:pt x="515" y="1190"/>
                    <a:pt x="1190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3811;p64">
              <a:extLst>
                <a:ext uri="{FF2B5EF4-FFF2-40B4-BE49-F238E27FC236}">
                  <a16:creationId xmlns:a16="http://schemas.microsoft.com/office/drawing/2014/main" id="{1A4B012F-1110-8607-AEFB-C03A6F5BAA2C}"/>
                </a:ext>
              </a:extLst>
            </p:cNvPr>
            <p:cNvSpPr/>
            <p:nvPr/>
          </p:nvSpPr>
          <p:spPr>
            <a:xfrm>
              <a:off x="4672250" y="385757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65"/>
                    <a:pt x="804" y="3569"/>
                    <a:pt x="1801" y="3569"/>
                  </a:cubicBezTo>
                  <a:cubicBezTo>
                    <a:pt x="2797" y="3569"/>
                    <a:pt x="3568" y="2765"/>
                    <a:pt x="3568" y="1801"/>
                  </a:cubicBezTo>
                  <a:cubicBezTo>
                    <a:pt x="3568" y="804"/>
                    <a:pt x="2797" y="1"/>
                    <a:pt x="1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3812;p64">
              <a:extLst>
                <a:ext uri="{FF2B5EF4-FFF2-40B4-BE49-F238E27FC236}">
                  <a16:creationId xmlns:a16="http://schemas.microsoft.com/office/drawing/2014/main" id="{19156E32-912F-B5C7-908E-3C8A638B201C}"/>
                </a:ext>
              </a:extLst>
            </p:cNvPr>
            <p:cNvSpPr/>
            <p:nvPr/>
          </p:nvSpPr>
          <p:spPr>
            <a:xfrm>
              <a:off x="4665825" y="3851150"/>
              <a:ext cx="102875" cy="102900"/>
            </a:xfrm>
            <a:custGeom>
              <a:avLst/>
              <a:gdLst/>
              <a:ahLst/>
              <a:cxnLst/>
              <a:rect l="l" t="t" r="r" b="b"/>
              <a:pathLst>
                <a:path w="4115" h="4116" extrusionOk="0">
                  <a:moveTo>
                    <a:pt x="2058" y="515"/>
                  </a:moveTo>
                  <a:cubicBezTo>
                    <a:pt x="2893" y="515"/>
                    <a:pt x="3568" y="1190"/>
                    <a:pt x="3568" y="2058"/>
                  </a:cubicBezTo>
                  <a:cubicBezTo>
                    <a:pt x="3568" y="2894"/>
                    <a:pt x="2893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190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0" y="1"/>
                    <a:pt x="0" y="901"/>
                    <a:pt x="0" y="2058"/>
                  </a:cubicBezTo>
                  <a:cubicBezTo>
                    <a:pt x="0" y="3183"/>
                    <a:pt x="900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3813;p64">
              <a:extLst>
                <a:ext uri="{FF2B5EF4-FFF2-40B4-BE49-F238E27FC236}">
                  <a16:creationId xmlns:a16="http://schemas.microsoft.com/office/drawing/2014/main" id="{660F0D54-D89A-58C4-D8F6-32F7B41111D4}"/>
                </a:ext>
              </a:extLst>
            </p:cNvPr>
            <p:cNvSpPr/>
            <p:nvPr/>
          </p:nvSpPr>
          <p:spPr>
            <a:xfrm>
              <a:off x="4235900" y="385757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0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65"/>
                    <a:pt x="804" y="3569"/>
                    <a:pt x="1800" y="3569"/>
                  </a:cubicBezTo>
                  <a:cubicBezTo>
                    <a:pt x="2764" y="3569"/>
                    <a:pt x="3568" y="2765"/>
                    <a:pt x="3568" y="1801"/>
                  </a:cubicBezTo>
                  <a:cubicBezTo>
                    <a:pt x="3568" y="804"/>
                    <a:pt x="2764" y="1"/>
                    <a:pt x="1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3814;p64">
              <a:extLst>
                <a:ext uri="{FF2B5EF4-FFF2-40B4-BE49-F238E27FC236}">
                  <a16:creationId xmlns:a16="http://schemas.microsoft.com/office/drawing/2014/main" id="{664502BD-3190-F323-7731-56881C4EB95B}"/>
                </a:ext>
              </a:extLst>
            </p:cNvPr>
            <p:cNvSpPr/>
            <p:nvPr/>
          </p:nvSpPr>
          <p:spPr>
            <a:xfrm>
              <a:off x="4229450" y="3851150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190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190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0" name="Google Shape;3815;p64">
            <a:extLst>
              <a:ext uri="{FF2B5EF4-FFF2-40B4-BE49-F238E27FC236}">
                <a16:creationId xmlns:a16="http://schemas.microsoft.com/office/drawing/2014/main" id="{6CEA6AEE-C094-B45D-FDAF-17A8AFAA9F68}"/>
              </a:ext>
            </a:extLst>
          </p:cNvPr>
          <p:cNvGrpSpPr/>
          <p:nvPr/>
        </p:nvGrpSpPr>
        <p:grpSpPr>
          <a:xfrm>
            <a:off x="3569094" y="2924302"/>
            <a:ext cx="1729343" cy="1578106"/>
            <a:chOff x="1171725" y="542675"/>
            <a:chExt cx="5016950" cy="4578200"/>
          </a:xfrm>
        </p:grpSpPr>
        <p:sp>
          <p:nvSpPr>
            <p:cNvPr id="2341" name="Google Shape;3816;p64">
              <a:extLst>
                <a:ext uri="{FF2B5EF4-FFF2-40B4-BE49-F238E27FC236}">
                  <a16:creationId xmlns:a16="http://schemas.microsoft.com/office/drawing/2014/main" id="{02D848A8-DFEB-EE67-2C69-454CEA0FBDA5}"/>
                </a:ext>
              </a:extLst>
            </p:cNvPr>
            <p:cNvSpPr/>
            <p:nvPr/>
          </p:nvSpPr>
          <p:spPr>
            <a:xfrm>
              <a:off x="1171725" y="542775"/>
              <a:ext cx="5016950" cy="4577925"/>
            </a:xfrm>
            <a:custGeom>
              <a:avLst/>
              <a:gdLst/>
              <a:ahLst/>
              <a:cxnLst/>
              <a:rect l="l" t="t" r="r" b="b"/>
              <a:pathLst>
                <a:path w="200678" h="183117" extrusionOk="0">
                  <a:moveTo>
                    <a:pt x="147944" y="1"/>
                  </a:moveTo>
                  <a:cubicBezTo>
                    <a:pt x="128902" y="1"/>
                    <a:pt x="116374" y="16962"/>
                    <a:pt x="88848" y="22980"/>
                  </a:cubicBezTo>
                  <a:cubicBezTo>
                    <a:pt x="56060" y="30148"/>
                    <a:pt x="46096" y="27030"/>
                    <a:pt x="23048" y="51171"/>
                  </a:cubicBezTo>
                  <a:cubicBezTo>
                    <a:pt x="1" y="75311"/>
                    <a:pt x="5304" y="121085"/>
                    <a:pt x="34491" y="150176"/>
                  </a:cubicBezTo>
                  <a:cubicBezTo>
                    <a:pt x="63711" y="179299"/>
                    <a:pt x="92448" y="182578"/>
                    <a:pt x="92448" y="182578"/>
                  </a:cubicBezTo>
                  <a:cubicBezTo>
                    <a:pt x="92448" y="182578"/>
                    <a:pt x="95800" y="183116"/>
                    <a:pt x="101224" y="183116"/>
                  </a:cubicBezTo>
                  <a:cubicBezTo>
                    <a:pt x="113079" y="183116"/>
                    <a:pt x="134832" y="180544"/>
                    <a:pt x="153136" y="164159"/>
                  </a:cubicBezTo>
                  <a:cubicBezTo>
                    <a:pt x="179816" y="140243"/>
                    <a:pt x="187145" y="101381"/>
                    <a:pt x="193928" y="70104"/>
                  </a:cubicBezTo>
                  <a:cubicBezTo>
                    <a:pt x="200678" y="38795"/>
                    <a:pt x="186309" y="10958"/>
                    <a:pt x="159726" y="2054"/>
                  </a:cubicBezTo>
                  <a:cubicBezTo>
                    <a:pt x="155461" y="620"/>
                    <a:pt x="151583" y="1"/>
                    <a:pt x="147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3817;p64">
              <a:extLst>
                <a:ext uri="{FF2B5EF4-FFF2-40B4-BE49-F238E27FC236}">
                  <a16:creationId xmlns:a16="http://schemas.microsoft.com/office/drawing/2014/main" id="{4F574651-914B-8829-70B3-86EFC0A1514C}"/>
                </a:ext>
              </a:extLst>
            </p:cNvPr>
            <p:cNvSpPr/>
            <p:nvPr/>
          </p:nvSpPr>
          <p:spPr>
            <a:xfrm>
              <a:off x="1388700" y="542675"/>
              <a:ext cx="4672200" cy="4578200"/>
            </a:xfrm>
            <a:custGeom>
              <a:avLst/>
              <a:gdLst/>
              <a:ahLst/>
              <a:cxnLst/>
              <a:rect l="l" t="t" r="r" b="b"/>
              <a:pathLst>
                <a:path w="186888" h="183128" extrusionOk="0">
                  <a:moveTo>
                    <a:pt x="139282" y="1"/>
                  </a:moveTo>
                  <a:cubicBezTo>
                    <a:pt x="120220" y="1"/>
                    <a:pt x="107716" y="16973"/>
                    <a:pt x="80169" y="22984"/>
                  </a:cubicBezTo>
                  <a:cubicBezTo>
                    <a:pt x="47381" y="30152"/>
                    <a:pt x="37417" y="27034"/>
                    <a:pt x="14369" y="51175"/>
                  </a:cubicBezTo>
                  <a:cubicBezTo>
                    <a:pt x="4661" y="61332"/>
                    <a:pt x="0" y="75283"/>
                    <a:pt x="0" y="90230"/>
                  </a:cubicBezTo>
                  <a:cubicBezTo>
                    <a:pt x="0" y="110835"/>
                    <a:pt x="8904" y="133304"/>
                    <a:pt x="25812" y="150180"/>
                  </a:cubicBezTo>
                  <a:cubicBezTo>
                    <a:pt x="55032" y="179303"/>
                    <a:pt x="83769" y="182582"/>
                    <a:pt x="83769" y="182582"/>
                  </a:cubicBezTo>
                  <a:cubicBezTo>
                    <a:pt x="83769" y="182582"/>
                    <a:pt x="87112" y="183128"/>
                    <a:pt x="92544" y="183128"/>
                  </a:cubicBezTo>
                  <a:cubicBezTo>
                    <a:pt x="104373" y="183128"/>
                    <a:pt x="126135" y="180556"/>
                    <a:pt x="144457" y="164163"/>
                  </a:cubicBezTo>
                  <a:cubicBezTo>
                    <a:pt x="171137" y="140247"/>
                    <a:pt x="178466" y="101385"/>
                    <a:pt x="185249" y="70108"/>
                  </a:cubicBezTo>
                  <a:cubicBezTo>
                    <a:pt x="186374" y="64901"/>
                    <a:pt x="186888" y="59790"/>
                    <a:pt x="186888" y="54871"/>
                  </a:cubicBezTo>
                  <a:cubicBezTo>
                    <a:pt x="186888" y="30088"/>
                    <a:pt x="173194" y="9483"/>
                    <a:pt x="151047" y="2058"/>
                  </a:cubicBezTo>
                  <a:cubicBezTo>
                    <a:pt x="146772" y="612"/>
                    <a:pt x="142914" y="1"/>
                    <a:pt x="1392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3818;p64">
              <a:extLst>
                <a:ext uri="{FF2B5EF4-FFF2-40B4-BE49-F238E27FC236}">
                  <a16:creationId xmlns:a16="http://schemas.microsoft.com/office/drawing/2014/main" id="{1187AB8B-206A-A007-83C6-4291EF76E4E4}"/>
                </a:ext>
              </a:extLst>
            </p:cNvPr>
            <p:cNvSpPr/>
            <p:nvPr/>
          </p:nvSpPr>
          <p:spPr>
            <a:xfrm>
              <a:off x="1698100" y="4799425"/>
              <a:ext cx="3900725" cy="255575"/>
            </a:xfrm>
            <a:custGeom>
              <a:avLst/>
              <a:gdLst/>
              <a:ahLst/>
              <a:cxnLst/>
              <a:rect l="l" t="t" r="r" b="b"/>
              <a:pathLst>
                <a:path w="156029" h="10223" extrusionOk="0">
                  <a:moveTo>
                    <a:pt x="78014" y="0"/>
                  </a:moveTo>
                  <a:cubicBezTo>
                    <a:pt x="34941" y="0"/>
                    <a:pt x="0" y="2282"/>
                    <a:pt x="0" y="5111"/>
                  </a:cubicBezTo>
                  <a:cubicBezTo>
                    <a:pt x="0" y="7908"/>
                    <a:pt x="34941" y="10222"/>
                    <a:pt x="78014" y="10222"/>
                  </a:cubicBezTo>
                  <a:cubicBezTo>
                    <a:pt x="121088" y="10222"/>
                    <a:pt x="156029" y="7908"/>
                    <a:pt x="156029" y="5111"/>
                  </a:cubicBezTo>
                  <a:cubicBezTo>
                    <a:pt x="156029" y="2282"/>
                    <a:pt x="121088" y="0"/>
                    <a:pt x="78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3819;p64">
              <a:extLst>
                <a:ext uri="{FF2B5EF4-FFF2-40B4-BE49-F238E27FC236}">
                  <a16:creationId xmlns:a16="http://schemas.microsoft.com/office/drawing/2014/main" id="{9A3E030C-E9E7-2E99-2AF8-6BB18058162C}"/>
                </a:ext>
              </a:extLst>
            </p:cNvPr>
            <p:cNvSpPr/>
            <p:nvPr/>
          </p:nvSpPr>
          <p:spPr>
            <a:xfrm>
              <a:off x="2634300" y="1148600"/>
              <a:ext cx="3007925" cy="1915850"/>
            </a:xfrm>
            <a:custGeom>
              <a:avLst/>
              <a:gdLst/>
              <a:ahLst/>
              <a:cxnLst/>
              <a:rect l="l" t="t" r="r" b="b"/>
              <a:pathLst>
                <a:path w="120317" h="76634" extrusionOk="0">
                  <a:moveTo>
                    <a:pt x="1190" y="1"/>
                  </a:moveTo>
                  <a:cubicBezTo>
                    <a:pt x="1061" y="1"/>
                    <a:pt x="965" y="97"/>
                    <a:pt x="965" y="226"/>
                  </a:cubicBezTo>
                  <a:cubicBezTo>
                    <a:pt x="965" y="322"/>
                    <a:pt x="1061" y="419"/>
                    <a:pt x="1190" y="419"/>
                  </a:cubicBezTo>
                  <a:lnTo>
                    <a:pt x="2475" y="419"/>
                  </a:lnTo>
                  <a:cubicBezTo>
                    <a:pt x="2572" y="419"/>
                    <a:pt x="2668" y="322"/>
                    <a:pt x="2668" y="226"/>
                  </a:cubicBezTo>
                  <a:cubicBezTo>
                    <a:pt x="2668" y="97"/>
                    <a:pt x="2572" y="1"/>
                    <a:pt x="2475" y="1"/>
                  </a:cubicBezTo>
                  <a:close/>
                  <a:moveTo>
                    <a:pt x="3729" y="1"/>
                  </a:moveTo>
                  <a:cubicBezTo>
                    <a:pt x="3633" y="1"/>
                    <a:pt x="3536" y="97"/>
                    <a:pt x="3536" y="226"/>
                  </a:cubicBezTo>
                  <a:cubicBezTo>
                    <a:pt x="3536" y="322"/>
                    <a:pt x="3633" y="419"/>
                    <a:pt x="3729" y="419"/>
                  </a:cubicBezTo>
                  <a:lnTo>
                    <a:pt x="5015" y="419"/>
                  </a:lnTo>
                  <a:cubicBezTo>
                    <a:pt x="5143" y="419"/>
                    <a:pt x="5240" y="322"/>
                    <a:pt x="5240" y="226"/>
                  </a:cubicBezTo>
                  <a:cubicBezTo>
                    <a:pt x="5240" y="97"/>
                    <a:pt x="5143" y="1"/>
                    <a:pt x="5015" y="1"/>
                  </a:cubicBezTo>
                  <a:close/>
                  <a:moveTo>
                    <a:pt x="6301" y="1"/>
                  </a:moveTo>
                  <a:cubicBezTo>
                    <a:pt x="6172" y="1"/>
                    <a:pt x="6076" y="97"/>
                    <a:pt x="6076" y="226"/>
                  </a:cubicBezTo>
                  <a:cubicBezTo>
                    <a:pt x="6076" y="322"/>
                    <a:pt x="6172" y="419"/>
                    <a:pt x="6301" y="419"/>
                  </a:cubicBezTo>
                  <a:lnTo>
                    <a:pt x="7554" y="419"/>
                  </a:lnTo>
                  <a:cubicBezTo>
                    <a:pt x="7683" y="419"/>
                    <a:pt x="7779" y="322"/>
                    <a:pt x="7779" y="226"/>
                  </a:cubicBezTo>
                  <a:cubicBezTo>
                    <a:pt x="7779" y="97"/>
                    <a:pt x="7683" y="1"/>
                    <a:pt x="7554" y="1"/>
                  </a:cubicBezTo>
                  <a:close/>
                  <a:moveTo>
                    <a:pt x="8840" y="1"/>
                  </a:moveTo>
                  <a:cubicBezTo>
                    <a:pt x="8711" y="1"/>
                    <a:pt x="8615" y="97"/>
                    <a:pt x="8615" y="226"/>
                  </a:cubicBezTo>
                  <a:cubicBezTo>
                    <a:pt x="8615" y="322"/>
                    <a:pt x="8711" y="419"/>
                    <a:pt x="8840" y="419"/>
                  </a:cubicBezTo>
                  <a:lnTo>
                    <a:pt x="10126" y="419"/>
                  </a:lnTo>
                  <a:cubicBezTo>
                    <a:pt x="10222" y="419"/>
                    <a:pt x="10319" y="322"/>
                    <a:pt x="10319" y="226"/>
                  </a:cubicBezTo>
                  <a:cubicBezTo>
                    <a:pt x="10319" y="97"/>
                    <a:pt x="10222" y="1"/>
                    <a:pt x="10126" y="1"/>
                  </a:cubicBezTo>
                  <a:close/>
                  <a:moveTo>
                    <a:pt x="11379" y="1"/>
                  </a:moveTo>
                  <a:cubicBezTo>
                    <a:pt x="11283" y="1"/>
                    <a:pt x="11187" y="97"/>
                    <a:pt x="11187" y="226"/>
                  </a:cubicBezTo>
                  <a:cubicBezTo>
                    <a:pt x="11187" y="322"/>
                    <a:pt x="11283" y="419"/>
                    <a:pt x="11379" y="419"/>
                  </a:cubicBezTo>
                  <a:lnTo>
                    <a:pt x="12665" y="419"/>
                  </a:lnTo>
                  <a:cubicBezTo>
                    <a:pt x="12794" y="419"/>
                    <a:pt x="12890" y="322"/>
                    <a:pt x="12890" y="226"/>
                  </a:cubicBezTo>
                  <a:cubicBezTo>
                    <a:pt x="12890" y="97"/>
                    <a:pt x="12794" y="1"/>
                    <a:pt x="12665" y="1"/>
                  </a:cubicBezTo>
                  <a:close/>
                  <a:moveTo>
                    <a:pt x="13951" y="1"/>
                  </a:moveTo>
                  <a:cubicBezTo>
                    <a:pt x="13822" y="1"/>
                    <a:pt x="13726" y="97"/>
                    <a:pt x="13726" y="226"/>
                  </a:cubicBezTo>
                  <a:cubicBezTo>
                    <a:pt x="13726" y="322"/>
                    <a:pt x="13822" y="419"/>
                    <a:pt x="13951" y="419"/>
                  </a:cubicBezTo>
                  <a:lnTo>
                    <a:pt x="15205" y="419"/>
                  </a:lnTo>
                  <a:cubicBezTo>
                    <a:pt x="15333" y="419"/>
                    <a:pt x="15430" y="322"/>
                    <a:pt x="15430" y="226"/>
                  </a:cubicBezTo>
                  <a:cubicBezTo>
                    <a:pt x="15430" y="97"/>
                    <a:pt x="15333" y="1"/>
                    <a:pt x="15205" y="1"/>
                  </a:cubicBezTo>
                  <a:close/>
                  <a:moveTo>
                    <a:pt x="16490" y="1"/>
                  </a:moveTo>
                  <a:cubicBezTo>
                    <a:pt x="16362" y="1"/>
                    <a:pt x="16265" y="97"/>
                    <a:pt x="16265" y="226"/>
                  </a:cubicBezTo>
                  <a:cubicBezTo>
                    <a:pt x="16265" y="322"/>
                    <a:pt x="16362" y="419"/>
                    <a:pt x="16490" y="419"/>
                  </a:cubicBezTo>
                  <a:lnTo>
                    <a:pt x="17776" y="419"/>
                  </a:lnTo>
                  <a:cubicBezTo>
                    <a:pt x="17873" y="419"/>
                    <a:pt x="17969" y="322"/>
                    <a:pt x="17969" y="226"/>
                  </a:cubicBezTo>
                  <a:cubicBezTo>
                    <a:pt x="17969" y="97"/>
                    <a:pt x="17873" y="1"/>
                    <a:pt x="17776" y="1"/>
                  </a:cubicBezTo>
                  <a:close/>
                  <a:moveTo>
                    <a:pt x="19030" y="1"/>
                  </a:moveTo>
                  <a:cubicBezTo>
                    <a:pt x="18933" y="1"/>
                    <a:pt x="18837" y="97"/>
                    <a:pt x="18837" y="226"/>
                  </a:cubicBezTo>
                  <a:cubicBezTo>
                    <a:pt x="18837" y="322"/>
                    <a:pt x="18933" y="419"/>
                    <a:pt x="19030" y="419"/>
                  </a:cubicBezTo>
                  <a:lnTo>
                    <a:pt x="20316" y="419"/>
                  </a:lnTo>
                  <a:cubicBezTo>
                    <a:pt x="20444" y="419"/>
                    <a:pt x="20541" y="322"/>
                    <a:pt x="20541" y="226"/>
                  </a:cubicBezTo>
                  <a:cubicBezTo>
                    <a:pt x="20541" y="97"/>
                    <a:pt x="20444" y="1"/>
                    <a:pt x="20316" y="1"/>
                  </a:cubicBezTo>
                  <a:close/>
                  <a:moveTo>
                    <a:pt x="21601" y="1"/>
                  </a:moveTo>
                  <a:cubicBezTo>
                    <a:pt x="21473" y="1"/>
                    <a:pt x="21376" y="97"/>
                    <a:pt x="21376" y="226"/>
                  </a:cubicBezTo>
                  <a:cubicBezTo>
                    <a:pt x="21376" y="322"/>
                    <a:pt x="21473" y="419"/>
                    <a:pt x="21601" y="419"/>
                  </a:cubicBezTo>
                  <a:lnTo>
                    <a:pt x="22855" y="419"/>
                  </a:lnTo>
                  <a:cubicBezTo>
                    <a:pt x="22984" y="419"/>
                    <a:pt x="23080" y="322"/>
                    <a:pt x="23080" y="226"/>
                  </a:cubicBezTo>
                  <a:cubicBezTo>
                    <a:pt x="23080" y="97"/>
                    <a:pt x="22984" y="1"/>
                    <a:pt x="22855" y="1"/>
                  </a:cubicBezTo>
                  <a:close/>
                  <a:moveTo>
                    <a:pt x="24141" y="1"/>
                  </a:moveTo>
                  <a:cubicBezTo>
                    <a:pt x="24012" y="1"/>
                    <a:pt x="23916" y="97"/>
                    <a:pt x="23916" y="226"/>
                  </a:cubicBezTo>
                  <a:cubicBezTo>
                    <a:pt x="23916" y="322"/>
                    <a:pt x="24012" y="419"/>
                    <a:pt x="24141" y="419"/>
                  </a:cubicBezTo>
                  <a:lnTo>
                    <a:pt x="25426" y="419"/>
                  </a:lnTo>
                  <a:cubicBezTo>
                    <a:pt x="25523" y="419"/>
                    <a:pt x="25619" y="322"/>
                    <a:pt x="25619" y="226"/>
                  </a:cubicBezTo>
                  <a:cubicBezTo>
                    <a:pt x="25619" y="97"/>
                    <a:pt x="25523" y="1"/>
                    <a:pt x="25426" y="1"/>
                  </a:cubicBezTo>
                  <a:close/>
                  <a:moveTo>
                    <a:pt x="26680" y="1"/>
                  </a:moveTo>
                  <a:cubicBezTo>
                    <a:pt x="26584" y="1"/>
                    <a:pt x="26487" y="97"/>
                    <a:pt x="26487" y="226"/>
                  </a:cubicBezTo>
                  <a:cubicBezTo>
                    <a:pt x="26487" y="322"/>
                    <a:pt x="26584" y="419"/>
                    <a:pt x="26680" y="419"/>
                  </a:cubicBezTo>
                  <a:lnTo>
                    <a:pt x="27966" y="419"/>
                  </a:lnTo>
                  <a:cubicBezTo>
                    <a:pt x="28094" y="419"/>
                    <a:pt x="28191" y="322"/>
                    <a:pt x="28191" y="226"/>
                  </a:cubicBezTo>
                  <a:cubicBezTo>
                    <a:pt x="28191" y="97"/>
                    <a:pt x="28094" y="1"/>
                    <a:pt x="27966" y="1"/>
                  </a:cubicBezTo>
                  <a:close/>
                  <a:moveTo>
                    <a:pt x="29252" y="1"/>
                  </a:moveTo>
                  <a:cubicBezTo>
                    <a:pt x="29123" y="1"/>
                    <a:pt x="29027" y="97"/>
                    <a:pt x="29027" y="226"/>
                  </a:cubicBezTo>
                  <a:cubicBezTo>
                    <a:pt x="29027" y="322"/>
                    <a:pt x="29123" y="419"/>
                    <a:pt x="29252" y="419"/>
                  </a:cubicBezTo>
                  <a:lnTo>
                    <a:pt x="30505" y="419"/>
                  </a:lnTo>
                  <a:cubicBezTo>
                    <a:pt x="30634" y="419"/>
                    <a:pt x="30730" y="322"/>
                    <a:pt x="30730" y="226"/>
                  </a:cubicBezTo>
                  <a:cubicBezTo>
                    <a:pt x="30730" y="97"/>
                    <a:pt x="30634" y="1"/>
                    <a:pt x="30505" y="1"/>
                  </a:cubicBezTo>
                  <a:close/>
                  <a:moveTo>
                    <a:pt x="31791" y="1"/>
                  </a:moveTo>
                  <a:cubicBezTo>
                    <a:pt x="31662" y="1"/>
                    <a:pt x="31598" y="97"/>
                    <a:pt x="31598" y="226"/>
                  </a:cubicBezTo>
                  <a:cubicBezTo>
                    <a:pt x="31598" y="322"/>
                    <a:pt x="31662" y="419"/>
                    <a:pt x="31791" y="419"/>
                  </a:cubicBezTo>
                  <a:lnTo>
                    <a:pt x="33077" y="419"/>
                  </a:lnTo>
                  <a:cubicBezTo>
                    <a:pt x="33173" y="419"/>
                    <a:pt x="33270" y="322"/>
                    <a:pt x="33270" y="226"/>
                  </a:cubicBezTo>
                  <a:cubicBezTo>
                    <a:pt x="33270" y="97"/>
                    <a:pt x="33173" y="1"/>
                    <a:pt x="33077" y="1"/>
                  </a:cubicBezTo>
                  <a:close/>
                  <a:moveTo>
                    <a:pt x="34330" y="1"/>
                  </a:moveTo>
                  <a:cubicBezTo>
                    <a:pt x="34234" y="1"/>
                    <a:pt x="34138" y="97"/>
                    <a:pt x="34138" y="226"/>
                  </a:cubicBezTo>
                  <a:cubicBezTo>
                    <a:pt x="34138" y="322"/>
                    <a:pt x="34234" y="419"/>
                    <a:pt x="34330" y="419"/>
                  </a:cubicBezTo>
                  <a:lnTo>
                    <a:pt x="35616" y="419"/>
                  </a:lnTo>
                  <a:cubicBezTo>
                    <a:pt x="35745" y="419"/>
                    <a:pt x="35841" y="322"/>
                    <a:pt x="35841" y="226"/>
                  </a:cubicBezTo>
                  <a:cubicBezTo>
                    <a:pt x="35841" y="97"/>
                    <a:pt x="35745" y="1"/>
                    <a:pt x="35616" y="1"/>
                  </a:cubicBezTo>
                  <a:close/>
                  <a:moveTo>
                    <a:pt x="36902" y="1"/>
                  </a:moveTo>
                  <a:cubicBezTo>
                    <a:pt x="36773" y="1"/>
                    <a:pt x="36677" y="97"/>
                    <a:pt x="36677" y="226"/>
                  </a:cubicBezTo>
                  <a:cubicBezTo>
                    <a:pt x="36677" y="322"/>
                    <a:pt x="36773" y="419"/>
                    <a:pt x="36902" y="419"/>
                  </a:cubicBezTo>
                  <a:lnTo>
                    <a:pt x="38188" y="419"/>
                  </a:lnTo>
                  <a:cubicBezTo>
                    <a:pt x="38284" y="419"/>
                    <a:pt x="38381" y="322"/>
                    <a:pt x="38381" y="226"/>
                  </a:cubicBezTo>
                  <a:cubicBezTo>
                    <a:pt x="38381" y="97"/>
                    <a:pt x="38284" y="1"/>
                    <a:pt x="38188" y="1"/>
                  </a:cubicBezTo>
                  <a:close/>
                  <a:moveTo>
                    <a:pt x="39441" y="1"/>
                  </a:moveTo>
                  <a:cubicBezTo>
                    <a:pt x="39345" y="1"/>
                    <a:pt x="39249" y="97"/>
                    <a:pt x="39249" y="226"/>
                  </a:cubicBezTo>
                  <a:cubicBezTo>
                    <a:pt x="39249" y="322"/>
                    <a:pt x="39345" y="419"/>
                    <a:pt x="39441" y="419"/>
                  </a:cubicBezTo>
                  <a:lnTo>
                    <a:pt x="40727" y="419"/>
                  </a:lnTo>
                  <a:cubicBezTo>
                    <a:pt x="40856" y="419"/>
                    <a:pt x="40920" y="322"/>
                    <a:pt x="40920" y="226"/>
                  </a:cubicBezTo>
                  <a:cubicBezTo>
                    <a:pt x="40920" y="97"/>
                    <a:pt x="40856" y="1"/>
                    <a:pt x="40727" y="1"/>
                  </a:cubicBezTo>
                  <a:close/>
                  <a:moveTo>
                    <a:pt x="42013" y="1"/>
                  </a:moveTo>
                  <a:cubicBezTo>
                    <a:pt x="41884" y="1"/>
                    <a:pt x="41788" y="97"/>
                    <a:pt x="41788" y="226"/>
                  </a:cubicBezTo>
                  <a:cubicBezTo>
                    <a:pt x="41788" y="322"/>
                    <a:pt x="41884" y="419"/>
                    <a:pt x="42013" y="419"/>
                  </a:cubicBezTo>
                  <a:lnTo>
                    <a:pt x="43267" y="419"/>
                  </a:lnTo>
                  <a:cubicBezTo>
                    <a:pt x="43395" y="419"/>
                    <a:pt x="43492" y="322"/>
                    <a:pt x="43492" y="226"/>
                  </a:cubicBezTo>
                  <a:cubicBezTo>
                    <a:pt x="43492" y="97"/>
                    <a:pt x="43395" y="1"/>
                    <a:pt x="43267" y="1"/>
                  </a:cubicBezTo>
                  <a:close/>
                  <a:moveTo>
                    <a:pt x="44552" y="1"/>
                  </a:moveTo>
                  <a:cubicBezTo>
                    <a:pt x="44424" y="1"/>
                    <a:pt x="44327" y="97"/>
                    <a:pt x="44327" y="226"/>
                  </a:cubicBezTo>
                  <a:cubicBezTo>
                    <a:pt x="44327" y="322"/>
                    <a:pt x="44424" y="419"/>
                    <a:pt x="44552" y="419"/>
                  </a:cubicBezTo>
                  <a:lnTo>
                    <a:pt x="45838" y="419"/>
                  </a:lnTo>
                  <a:cubicBezTo>
                    <a:pt x="45935" y="419"/>
                    <a:pt x="46031" y="322"/>
                    <a:pt x="46031" y="226"/>
                  </a:cubicBezTo>
                  <a:cubicBezTo>
                    <a:pt x="46031" y="97"/>
                    <a:pt x="45935" y="1"/>
                    <a:pt x="45838" y="1"/>
                  </a:cubicBezTo>
                  <a:close/>
                  <a:moveTo>
                    <a:pt x="47092" y="1"/>
                  </a:moveTo>
                  <a:cubicBezTo>
                    <a:pt x="46995" y="1"/>
                    <a:pt x="46899" y="97"/>
                    <a:pt x="46899" y="226"/>
                  </a:cubicBezTo>
                  <a:cubicBezTo>
                    <a:pt x="46899" y="322"/>
                    <a:pt x="46995" y="419"/>
                    <a:pt x="47092" y="419"/>
                  </a:cubicBezTo>
                  <a:lnTo>
                    <a:pt x="48378" y="419"/>
                  </a:lnTo>
                  <a:cubicBezTo>
                    <a:pt x="48506" y="419"/>
                    <a:pt x="48603" y="322"/>
                    <a:pt x="48603" y="226"/>
                  </a:cubicBezTo>
                  <a:cubicBezTo>
                    <a:pt x="48603" y="97"/>
                    <a:pt x="48506" y="1"/>
                    <a:pt x="48378" y="1"/>
                  </a:cubicBezTo>
                  <a:close/>
                  <a:moveTo>
                    <a:pt x="49663" y="1"/>
                  </a:moveTo>
                  <a:cubicBezTo>
                    <a:pt x="49535" y="1"/>
                    <a:pt x="49438" y="97"/>
                    <a:pt x="49438" y="226"/>
                  </a:cubicBezTo>
                  <a:cubicBezTo>
                    <a:pt x="49438" y="322"/>
                    <a:pt x="49535" y="419"/>
                    <a:pt x="49663" y="419"/>
                  </a:cubicBezTo>
                  <a:lnTo>
                    <a:pt x="50917" y="419"/>
                  </a:lnTo>
                  <a:cubicBezTo>
                    <a:pt x="51046" y="419"/>
                    <a:pt x="51142" y="322"/>
                    <a:pt x="51142" y="226"/>
                  </a:cubicBezTo>
                  <a:cubicBezTo>
                    <a:pt x="51142" y="97"/>
                    <a:pt x="51046" y="1"/>
                    <a:pt x="50917" y="1"/>
                  </a:cubicBezTo>
                  <a:close/>
                  <a:moveTo>
                    <a:pt x="52203" y="1"/>
                  </a:moveTo>
                  <a:cubicBezTo>
                    <a:pt x="52074" y="1"/>
                    <a:pt x="51978" y="97"/>
                    <a:pt x="51978" y="226"/>
                  </a:cubicBezTo>
                  <a:cubicBezTo>
                    <a:pt x="51978" y="322"/>
                    <a:pt x="52074" y="419"/>
                    <a:pt x="52203" y="419"/>
                  </a:cubicBezTo>
                  <a:lnTo>
                    <a:pt x="53489" y="419"/>
                  </a:lnTo>
                  <a:cubicBezTo>
                    <a:pt x="53585" y="419"/>
                    <a:pt x="53681" y="322"/>
                    <a:pt x="53681" y="226"/>
                  </a:cubicBezTo>
                  <a:cubicBezTo>
                    <a:pt x="53681" y="97"/>
                    <a:pt x="53585" y="1"/>
                    <a:pt x="53489" y="1"/>
                  </a:cubicBezTo>
                  <a:close/>
                  <a:moveTo>
                    <a:pt x="54742" y="1"/>
                  </a:moveTo>
                  <a:cubicBezTo>
                    <a:pt x="54646" y="1"/>
                    <a:pt x="54549" y="97"/>
                    <a:pt x="54549" y="226"/>
                  </a:cubicBezTo>
                  <a:cubicBezTo>
                    <a:pt x="54549" y="322"/>
                    <a:pt x="54646" y="419"/>
                    <a:pt x="54742" y="419"/>
                  </a:cubicBezTo>
                  <a:lnTo>
                    <a:pt x="56028" y="419"/>
                  </a:lnTo>
                  <a:cubicBezTo>
                    <a:pt x="56157" y="419"/>
                    <a:pt x="56253" y="322"/>
                    <a:pt x="56253" y="226"/>
                  </a:cubicBezTo>
                  <a:cubicBezTo>
                    <a:pt x="56253" y="97"/>
                    <a:pt x="56157" y="1"/>
                    <a:pt x="56028" y="1"/>
                  </a:cubicBezTo>
                  <a:close/>
                  <a:moveTo>
                    <a:pt x="57314" y="1"/>
                  </a:moveTo>
                  <a:cubicBezTo>
                    <a:pt x="57185" y="1"/>
                    <a:pt x="57089" y="97"/>
                    <a:pt x="57089" y="226"/>
                  </a:cubicBezTo>
                  <a:cubicBezTo>
                    <a:pt x="57089" y="322"/>
                    <a:pt x="57185" y="419"/>
                    <a:pt x="57314" y="419"/>
                  </a:cubicBezTo>
                  <a:lnTo>
                    <a:pt x="58567" y="419"/>
                  </a:lnTo>
                  <a:cubicBezTo>
                    <a:pt x="58696" y="419"/>
                    <a:pt x="58792" y="322"/>
                    <a:pt x="58792" y="226"/>
                  </a:cubicBezTo>
                  <a:cubicBezTo>
                    <a:pt x="58792" y="97"/>
                    <a:pt x="58696" y="1"/>
                    <a:pt x="58567" y="1"/>
                  </a:cubicBezTo>
                  <a:close/>
                  <a:moveTo>
                    <a:pt x="59853" y="1"/>
                  </a:moveTo>
                  <a:cubicBezTo>
                    <a:pt x="59725" y="1"/>
                    <a:pt x="59628" y="97"/>
                    <a:pt x="59628" y="226"/>
                  </a:cubicBezTo>
                  <a:cubicBezTo>
                    <a:pt x="59628" y="322"/>
                    <a:pt x="59725" y="419"/>
                    <a:pt x="59853" y="419"/>
                  </a:cubicBezTo>
                  <a:lnTo>
                    <a:pt x="61139" y="419"/>
                  </a:lnTo>
                  <a:cubicBezTo>
                    <a:pt x="61235" y="419"/>
                    <a:pt x="61332" y="322"/>
                    <a:pt x="61332" y="226"/>
                  </a:cubicBezTo>
                  <a:cubicBezTo>
                    <a:pt x="61332" y="97"/>
                    <a:pt x="61235" y="1"/>
                    <a:pt x="61139" y="1"/>
                  </a:cubicBezTo>
                  <a:close/>
                  <a:moveTo>
                    <a:pt x="62393" y="1"/>
                  </a:moveTo>
                  <a:cubicBezTo>
                    <a:pt x="62296" y="1"/>
                    <a:pt x="62200" y="97"/>
                    <a:pt x="62200" y="226"/>
                  </a:cubicBezTo>
                  <a:cubicBezTo>
                    <a:pt x="62200" y="322"/>
                    <a:pt x="62296" y="419"/>
                    <a:pt x="62393" y="419"/>
                  </a:cubicBezTo>
                  <a:lnTo>
                    <a:pt x="63678" y="419"/>
                  </a:lnTo>
                  <a:cubicBezTo>
                    <a:pt x="63807" y="419"/>
                    <a:pt x="63903" y="322"/>
                    <a:pt x="63903" y="226"/>
                  </a:cubicBezTo>
                  <a:cubicBezTo>
                    <a:pt x="63903" y="97"/>
                    <a:pt x="63807" y="1"/>
                    <a:pt x="63678" y="1"/>
                  </a:cubicBezTo>
                  <a:close/>
                  <a:moveTo>
                    <a:pt x="64964" y="1"/>
                  </a:moveTo>
                  <a:cubicBezTo>
                    <a:pt x="64835" y="1"/>
                    <a:pt x="64739" y="97"/>
                    <a:pt x="64739" y="226"/>
                  </a:cubicBezTo>
                  <a:cubicBezTo>
                    <a:pt x="64739" y="322"/>
                    <a:pt x="64835" y="419"/>
                    <a:pt x="64964" y="419"/>
                  </a:cubicBezTo>
                  <a:lnTo>
                    <a:pt x="66218" y="419"/>
                  </a:lnTo>
                  <a:cubicBezTo>
                    <a:pt x="66346" y="419"/>
                    <a:pt x="66443" y="322"/>
                    <a:pt x="66443" y="226"/>
                  </a:cubicBezTo>
                  <a:cubicBezTo>
                    <a:pt x="66443" y="97"/>
                    <a:pt x="66346" y="1"/>
                    <a:pt x="66218" y="1"/>
                  </a:cubicBezTo>
                  <a:close/>
                  <a:moveTo>
                    <a:pt x="67503" y="1"/>
                  </a:moveTo>
                  <a:cubicBezTo>
                    <a:pt x="67375" y="1"/>
                    <a:pt x="67278" y="97"/>
                    <a:pt x="67278" y="226"/>
                  </a:cubicBezTo>
                  <a:cubicBezTo>
                    <a:pt x="67278" y="322"/>
                    <a:pt x="67375" y="419"/>
                    <a:pt x="67503" y="419"/>
                  </a:cubicBezTo>
                  <a:lnTo>
                    <a:pt x="68789" y="419"/>
                  </a:lnTo>
                  <a:cubicBezTo>
                    <a:pt x="68886" y="419"/>
                    <a:pt x="68982" y="322"/>
                    <a:pt x="68982" y="226"/>
                  </a:cubicBezTo>
                  <a:cubicBezTo>
                    <a:pt x="68982" y="97"/>
                    <a:pt x="68886" y="1"/>
                    <a:pt x="68789" y="1"/>
                  </a:cubicBezTo>
                  <a:close/>
                  <a:moveTo>
                    <a:pt x="70043" y="1"/>
                  </a:moveTo>
                  <a:cubicBezTo>
                    <a:pt x="69946" y="1"/>
                    <a:pt x="69850" y="97"/>
                    <a:pt x="69850" y="226"/>
                  </a:cubicBezTo>
                  <a:cubicBezTo>
                    <a:pt x="69850" y="322"/>
                    <a:pt x="69946" y="419"/>
                    <a:pt x="70043" y="419"/>
                  </a:cubicBezTo>
                  <a:lnTo>
                    <a:pt x="71329" y="419"/>
                  </a:lnTo>
                  <a:cubicBezTo>
                    <a:pt x="71457" y="419"/>
                    <a:pt x="71554" y="322"/>
                    <a:pt x="71554" y="226"/>
                  </a:cubicBezTo>
                  <a:cubicBezTo>
                    <a:pt x="71554" y="97"/>
                    <a:pt x="71457" y="1"/>
                    <a:pt x="71329" y="1"/>
                  </a:cubicBezTo>
                  <a:close/>
                  <a:moveTo>
                    <a:pt x="72614" y="1"/>
                  </a:moveTo>
                  <a:cubicBezTo>
                    <a:pt x="72486" y="1"/>
                    <a:pt x="72389" y="97"/>
                    <a:pt x="72389" y="226"/>
                  </a:cubicBezTo>
                  <a:cubicBezTo>
                    <a:pt x="72389" y="322"/>
                    <a:pt x="72486" y="419"/>
                    <a:pt x="72614" y="419"/>
                  </a:cubicBezTo>
                  <a:lnTo>
                    <a:pt x="73868" y="419"/>
                  </a:lnTo>
                  <a:cubicBezTo>
                    <a:pt x="73997" y="419"/>
                    <a:pt x="74093" y="322"/>
                    <a:pt x="74093" y="226"/>
                  </a:cubicBezTo>
                  <a:cubicBezTo>
                    <a:pt x="74093" y="97"/>
                    <a:pt x="73997" y="1"/>
                    <a:pt x="73868" y="1"/>
                  </a:cubicBezTo>
                  <a:close/>
                  <a:moveTo>
                    <a:pt x="75154" y="1"/>
                  </a:moveTo>
                  <a:cubicBezTo>
                    <a:pt x="75025" y="1"/>
                    <a:pt x="74961" y="97"/>
                    <a:pt x="74961" y="226"/>
                  </a:cubicBezTo>
                  <a:cubicBezTo>
                    <a:pt x="74961" y="322"/>
                    <a:pt x="75025" y="419"/>
                    <a:pt x="75154" y="419"/>
                  </a:cubicBezTo>
                  <a:lnTo>
                    <a:pt x="76440" y="419"/>
                  </a:lnTo>
                  <a:cubicBezTo>
                    <a:pt x="76536" y="419"/>
                    <a:pt x="76632" y="322"/>
                    <a:pt x="76632" y="226"/>
                  </a:cubicBezTo>
                  <a:cubicBezTo>
                    <a:pt x="76632" y="97"/>
                    <a:pt x="76536" y="1"/>
                    <a:pt x="76440" y="1"/>
                  </a:cubicBezTo>
                  <a:close/>
                  <a:moveTo>
                    <a:pt x="77693" y="1"/>
                  </a:moveTo>
                  <a:cubicBezTo>
                    <a:pt x="77597" y="1"/>
                    <a:pt x="77500" y="97"/>
                    <a:pt x="77500" y="226"/>
                  </a:cubicBezTo>
                  <a:cubicBezTo>
                    <a:pt x="77500" y="322"/>
                    <a:pt x="77597" y="419"/>
                    <a:pt x="77693" y="419"/>
                  </a:cubicBezTo>
                  <a:lnTo>
                    <a:pt x="78979" y="419"/>
                  </a:lnTo>
                  <a:cubicBezTo>
                    <a:pt x="79108" y="419"/>
                    <a:pt x="79204" y="322"/>
                    <a:pt x="79204" y="226"/>
                  </a:cubicBezTo>
                  <a:cubicBezTo>
                    <a:pt x="79204" y="97"/>
                    <a:pt x="79108" y="1"/>
                    <a:pt x="78979" y="1"/>
                  </a:cubicBezTo>
                  <a:close/>
                  <a:moveTo>
                    <a:pt x="80265" y="1"/>
                  </a:moveTo>
                  <a:cubicBezTo>
                    <a:pt x="80136" y="1"/>
                    <a:pt x="80040" y="97"/>
                    <a:pt x="80040" y="226"/>
                  </a:cubicBezTo>
                  <a:cubicBezTo>
                    <a:pt x="80040" y="322"/>
                    <a:pt x="80136" y="419"/>
                    <a:pt x="80265" y="419"/>
                  </a:cubicBezTo>
                  <a:lnTo>
                    <a:pt x="81518" y="419"/>
                  </a:lnTo>
                  <a:cubicBezTo>
                    <a:pt x="81647" y="419"/>
                    <a:pt x="81743" y="322"/>
                    <a:pt x="81743" y="226"/>
                  </a:cubicBezTo>
                  <a:cubicBezTo>
                    <a:pt x="81743" y="97"/>
                    <a:pt x="81647" y="1"/>
                    <a:pt x="81518" y="1"/>
                  </a:cubicBezTo>
                  <a:close/>
                  <a:moveTo>
                    <a:pt x="82804" y="1"/>
                  </a:moveTo>
                  <a:cubicBezTo>
                    <a:pt x="82708" y="1"/>
                    <a:pt x="82611" y="97"/>
                    <a:pt x="82611" y="226"/>
                  </a:cubicBezTo>
                  <a:cubicBezTo>
                    <a:pt x="82611" y="322"/>
                    <a:pt x="82708" y="419"/>
                    <a:pt x="82804" y="419"/>
                  </a:cubicBezTo>
                  <a:lnTo>
                    <a:pt x="84090" y="419"/>
                  </a:lnTo>
                  <a:cubicBezTo>
                    <a:pt x="84186" y="419"/>
                    <a:pt x="84283" y="322"/>
                    <a:pt x="84283" y="226"/>
                  </a:cubicBezTo>
                  <a:cubicBezTo>
                    <a:pt x="84283" y="97"/>
                    <a:pt x="84186" y="1"/>
                    <a:pt x="84090" y="1"/>
                  </a:cubicBezTo>
                  <a:close/>
                  <a:moveTo>
                    <a:pt x="85376" y="1"/>
                  </a:moveTo>
                  <a:cubicBezTo>
                    <a:pt x="85247" y="1"/>
                    <a:pt x="85151" y="97"/>
                    <a:pt x="85151" y="226"/>
                  </a:cubicBezTo>
                  <a:cubicBezTo>
                    <a:pt x="85151" y="322"/>
                    <a:pt x="85247" y="419"/>
                    <a:pt x="85376" y="419"/>
                  </a:cubicBezTo>
                  <a:lnTo>
                    <a:pt x="86629" y="419"/>
                  </a:lnTo>
                  <a:cubicBezTo>
                    <a:pt x="86758" y="419"/>
                    <a:pt x="86854" y="322"/>
                    <a:pt x="86854" y="226"/>
                  </a:cubicBezTo>
                  <a:cubicBezTo>
                    <a:pt x="86854" y="97"/>
                    <a:pt x="86758" y="1"/>
                    <a:pt x="86629" y="1"/>
                  </a:cubicBezTo>
                  <a:close/>
                  <a:moveTo>
                    <a:pt x="87915" y="1"/>
                  </a:moveTo>
                  <a:cubicBezTo>
                    <a:pt x="87787" y="1"/>
                    <a:pt x="87690" y="97"/>
                    <a:pt x="87690" y="226"/>
                  </a:cubicBezTo>
                  <a:cubicBezTo>
                    <a:pt x="87690" y="259"/>
                    <a:pt x="87702" y="293"/>
                    <a:pt x="87722" y="322"/>
                  </a:cubicBezTo>
                  <a:lnTo>
                    <a:pt x="87722" y="322"/>
                  </a:lnTo>
                  <a:lnTo>
                    <a:pt x="87722" y="1479"/>
                  </a:lnTo>
                  <a:cubicBezTo>
                    <a:pt x="87722" y="1608"/>
                    <a:pt x="87819" y="1704"/>
                    <a:pt x="87915" y="1704"/>
                  </a:cubicBezTo>
                  <a:cubicBezTo>
                    <a:pt x="88044" y="1704"/>
                    <a:pt x="88140" y="1608"/>
                    <a:pt x="88140" y="1479"/>
                  </a:cubicBezTo>
                  <a:lnTo>
                    <a:pt x="88140" y="226"/>
                  </a:lnTo>
                  <a:cubicBezTo>
                    <a:pt x="88140" y="161"/>
                    <a:pt x="88108" y="97"/>
                    <a:pt x="88076" y="65"/>
                  </a:cubicBezTo>
                  <a:cubicBezTo>
                    <a:pt x="88044" y="33"/>
                    <a:pt x="87979" y="1"/>
                    <a:pt x="87915" y="1"/>
                  </a:cubicBezTo>
                  <a:close/>
                  <a:moveTo>
                    <a:pt x="193" y="290"/>
                  </a:moveTo>
                  <a:cubicBezTo>
                    <a:pt x="97" y="290"/>
                    <a:pt x="0" y="386"/>
                    <a:pt x="0" y="515"/>
                  </a:cubicBezTo>
                  <a:lnTo>
                    <a:pt x="0" y="1769"/>
                  </a:lnTo>
                  <a:cubicBezTo>
                    <a:pt x="0" y="1897"/>
                    <a:pt x="97" y="1994"/>
                    <a:pt x="193" y="1994"/>
                  </a:cubicBezTo>
                  <a:cubicBezTo>
                    <a:pt x="322" y="1994"/>
                    <a:pt x="418" y="1897"/>
                    <a:pt x="418" y="1769"/>
                  </a:cubicBezTo>
                  <a:lnTo>
                    <a:pt x="418" y="515"/>
                  </a:lnTo>
                  <a:cubicBezTo>
                    <a:pt x="418" y="386"/>
                    <a:pt x="322" y="290"/>
                    <a:pt x="193" y="290"/>
                  </a:cubicBezTo>
                  <a:close/>
                  <a:moveTo>
                    <a:pt x="87915" y="2540"/>
                  </a:moveTo>
                  <a:cubicBezTo>
                    <a:pt x="87819" y="2540"/>
                    <a:pt x="87722" y="2637"/>
                    <a:pt x="87722" y="2765"/>
                  </a:cubicBezTo>
                  <a:lnTo>
                    <a:pt x="87722" y="4019"/>
                  </a:lnTo>
                  <a:cubicBezTo>
                    <a:pt x="87722" y="4147"/>
                    <a:pt x="87819" y="4244"/>
                    <a:pt x="87915" y="4244"/>
                  </a:cubicBezTo>
                  <a:cubicBezTo>
                    <a:pt x="88044" y="4244"/>
                    <a:pt x="88140" y="4147"/>
                    <a:pt x="88140" y="4019"/>
                  </a:cubicBezTo>
                  <a:lnTo>
                    <a:pt x="88140" y="2765"/>
                  </a:lnTo>
                  <a:cubicBezTo>
                    <a:pt x="88140" y="2637"/>
                    <a:pt x="88044" y="2540"/>
                    <a:pt x="87915" y="2540"/>
                  </a:cubicBezTo>
                  <a:close/>
                  <a:moveTo>
                    <a:pt x="193" y="2829"/>
                  </a:moveTo>
                  <a:cubicBezTo>
                    <a:pt x="97" y="2829"/>
                    <a:pt x="0" y="2926"/>
                    <a:pt x="0" y="3054"/>
                  </a:cubicBezTo>
                  <a:lnTo>
                    <a:pt x="0" y="4340"/>
                  </a:lnTo>
                  <a:cubicBezTo>
                    <a:pt x="0" y="4437"/>
                    <a:pt x="97" y="4533"/>
                    <a:pt x="193" y="4533"/>
                  </a:cubicBezTo>
                  <a:cubicBezTo>
                    <a:pt x="322" y="4533"/>
                    <a:pt x="418" y="4437"/>
                    <a:pt x="418" y="4340"/>
                  </a:cubicBezTo>
                  <a:lnTo>
                    <a:pt x="418" y="3054"/>
                  </a:lnTo>
                  <a:cubicBezTo>
                    <a:pt x="418" y="2926"/>
                    <a:pt x="322" y="2829"/>
                    <a:pt x="193" y="2829"/>
                  </a:cubicBezTo>
                  <a:close/>
                  <a:moveTo>
                    <a:pt x="87915" y="5080"/>
                  </a:moveTo>
                  <a:cubicBezTo>
                    <a:pt x="87819" y="5080"/>
                    <a:pt x="87722" y="5176"/>
                    <a:pt x="87722" y="5305"/>
                  </a:cubicBezTo>
                  <a:lnTo>
                    <a:pt x="87722" y="6590"/>
                  </a:lnTo>
                  <a:cubicBezTo>
                    <a:pt x="87722" y="6687"/>
                    <a:pt x="87819" y="6783"/>
                    <a:pt x="87915" y="6783"/>
                  </a:cubicBezTo>
                  <a:cubicBezTo>
                    <a:pt x="88044" y="6783"/>
                    <a:pt x="88140" y="6687"/>
                    <a:pt x="88140" y="6590"/>
                  </a:cubicBezTo>
                  <a:lnTo>
                    <a:pt x="88140" y="5305"/>
                  </a:lnTo>
                  <a:cubicBezTo>
                    <a:pt x="88140" y="5176"/>
                    <a:pt x="88044" y="5080"/>
                    <a:pt x="87915" y="5080"/>
                  </a:cubicBezTo>
                  <a:close/>
                  <a:moveTo>
                    <a:pt x="193" y="5401"/>
                  </a:moveTo>
                  <a:cubicBezTo>
                    <a:pt x="97" y="5401"/>
                    <a:pt x="0" y="5497"/>
                    <a:pt x="0" y="5594"/>
                  </a:cubicBezTo>
                  <a:lnTo>
                    <a:pt x="0" y="6880"/>
                  </a:lnTo>
                  <a:cubicBezTo>
                    <a:pt x="0" y="7008"/>
                    <a:pt x="97" y="7105"/>
                    <a:pt x="193" y="7105"/>
                  </a:cubicBezTo>
                  <a:cubicBezTo>
                    <a:pt x="322" y="7105"/>
                    <a:pt x="418" y="7008"/>
                    <a:pt x="418" y="6880"/>
                  </a:cubicBezTo>
                  <a:lnTo>
                    <a:pt x="418" y="5594"/>
                  </a:lnTo>
                  <a:cubicBezTo>
                    <a:pt x="418" y="5497"/>
                    <a:pt x="322" y="5401"/>
                    <a:pt x="193" y="5401"/>
                  </a:cubicBezTo>
                  <a:close/>
                  <a:moveTo>
                    <a:pt x="87915" y="7651"/>
                  </a:moveTo>
                  <a:cubicBezTo>
                    <a:pt x="87819" y="7651"/>
                    <a:pt x="87722" y="7748"/>
                    <a:pt x="87722" y="7844"/>
                  </a:cubicBezTo>
                  <a:lnTo>
                    <a:pt x="87722" y="9130"/>
                  </a:lnTo>
                  <a:cubicBezTo>
                    <a:pt x="87722" y="9258"/>
                    <a:pt x="87819" y="9355"/>
                    <a:pt x="87915" y="9355"/>
                  </a:cubicBezTo>
                  <a:cubicBezTo>
                    <a:pt x="88044" y="9355"/>
                    <a:pt x="88140" y="9258"/>
                    <a:pt x="88140" y="9130"/>
                  </a:cubicBezTo>
                  <a:lnTo>
                    <a:pt x="88140" y="7844"/>
                  </a:lnTo>
                  <a:cubicBezTo>
                    <a:pt x="88140" y="7748"/>
                    <a:pt x="88044" y="7651"/>
                    <a:pt x="87915" y="7651"/>
                  </a:cubicBezTo>
                  <a:close/>
                  <a:moveTo>
                    <a:pt x="193" y="7940"/>
                  </a:moveTo>
                  <a:cubicBezTo>
                    <a:pt x="97" y="7940"/>
                    <a:pt x="0" y="8037"/>
                    <a:pt x="0" y="8165"/>
                  </a:cubicBezTo>
                  <a:lnTo>
                    <a:pt x="0" y="9419"/>
                  </a:lnTo>
                  <a:cubicBezTo>
                    <a:pt x="0" y="9548"/>
                    <a:pt x="97" y="9644"/>
                    <a:pt x="193" y="9644"/>
                  </a:cubicBezTo>
                  <a:cubicBezTo>
                    <a:pt x="322" y="9644"/>
                    <a:pt x="418" y="9548"/>
                    <a:pt x="418" y="9419"/>
                  </a:cubicBezTo>
                  <a:lnTo>
                    <a:pt x="418" y="8165"/>
                  </a:lnTo>
                  <a:cubicBezTo>
                    <a:pt x="418" y="8037"/>
                    <a:pt x="322" y="7940"/>
                    <a:pt x="193" y="7940"/>
                  </a:cubicBezTo>
                  <a:close/>
                  <a:moveTo>
                    <a:pt x="87915" y="10191"/>
                  </a:moveTo>
                  <a:cubicBezTo>
                    <a:pt x="87819" y="10191"/>
                    <a:pt x="87722" y="10287"/>
                    <a:pt x="87722" y="10416"/>
                  </a:cubicBezTo>
                  <a:lnTo>
                    <a:pt x="87722" y="11669"/>
                  </a:lnTo>
                  <a:cubicBezTo>
                    <a:pt x="87722" y="11798"/>
                    <a:pt x="87819" y="11894"/>
                    <a:pt x="87915" y="11894"/>
                  </a:cubicBezTo>
                  <a:cubicBezTo>
                    <a:pt x="88044" y="11894"/>
                    <a:pt x="88140" y="11798"/>
                    <a:pt x="88140" y="11669"/>
                  </a:cubicBezTo>
                  <a:lnTo>
                    <a:pt x="88140" y="10416"/>
                  </a:lnTo>
                  <a:cubicBezTo>
                    <a:pt x="88140" y="10287"/>
                    <a:pt x="88044" y="10191"/>
                    <a:pt x="87915" y="10191"/>
                  </a:cubicBezTo>
                  <a:close/>
                  <a:moveTo>
                    <a:pt x="193" y="10480"/>
                  </a:moveTo>
                  <a:cubicBezTo>
                    <a:pt x="97" y="10480"/>
                    <a:pt x="0" y="10576"/>
                    <a:pt x="0" y="10705"/>
                  </a:cubicBezTo>
                  <a:lnTo>
                    <a:pt x="0" y="11991"/>
                  </a:lnTo>
                  <a:cubicBezTo>
                    <a:pt x="0" y="12087"/>
                    <a:pt x="97" y="12183"/>
                    <a:pt x="193" y="12183"/>
                  </a:cubicBezTo>
                  <a:cubicBezTo>
                    <a:pt x="322" y="12183"/>
                    <a:pt x="418" y="12087"/>
                    <a:pt x="418" y="11991"/>
                  </a:cubicBezTo>
                  <a:lnTo>
                    <a:pt x="418" y="10705"/>
                  </a:lnTo>
                  <a:cubicBezTo>
                    <a:pt x="418" y="10576"/>
                    <a:pt x="322" y="10480"/>
                    <a:pt x="193" y="10480"/>
                  </a:cubicBezTo>
                  <a:close/>
                  <a:moveTo>
                    <a:pt x="87915" y="12730"/>
                  </a:moveTo>
                  <a:cubicBezTo>
                    <a:pt x="87819" y="12730"/>
                    <a:pt x="87722" y="12826"/>
                    <a:pt x="87722" y="12955"/>
                  </a:cubicBezTo>
                  <a:lnTo>
                    <a:pt x="87722" y="14241"/>
                  </a:lnTo>
                  <a:cubicBezTo>
                    <a:pt x="87722" y="14337"/>
                    <a:pt x="87819" y="14434"/>
                    <a:pt x="87915" y="14434"/>
                  </a:cubicBezTo>
                  <a:cubicBezTo>
                    <a:pt x="88044" y="14434"/>
                    <a:pt x="88140" y="14337"/>
                    <a:pt x="88140" y="14241"/>
                  </a:cubicBezTo>
                  <a:lnTo>
                    <a:pt x="88140" y="12955"/>
                  </a:lnTo>
                  <a:cubicBezTo>
                    <a:pt x="88140" y="12826"/>
                    <a:pt x="88044" y="12730"/>
                    <a:pt x="87915" y="12730"/>
                  </a:cubicBezTo>
                  <a:close/>
                  <a:moveTo>
                    <a:pt x="193" y="13051"/>
                  </a:moveTo>
                  <a:cubicBezTo>
                    <a:pt x="97" y="13051"/>
                    <a:pt x="0" y="13148"/>
                    <a:pt x="0" y="13244"/>
                  </a:cubicBezTo>
                  <a:lnTo>
                    <a:pt x="0" y="14530"/>
                  </a:lnTo>
                  <a:cubicBezTo>
                    <a:pt x="0" y="14659"/>
                    <a:pt x="97" y="14755"/>
                    <a:pt x="193" y="14755"/>
                  </a:cubicBezTo>
                  <a:cubicBezTo>
                    <a:pt x="322" y="14755"/>
                    <a:pt x="418" y="14659"/>
                    <a:pt x="418" y="14530"/>
                  </a:cubicBezTo>
                  <a:lnTo>
                    <a:pt x="418" y="13244"/>
                  </a:lnTo>
                  <a:cubicBezTo>
                    <a:pt x="418" y="13148"/>
                    <a:pt x="322" y="13051"/>
                    <a:pt x="193" y="13051"/>
                  </a:cubicBezTo>
                  <a:close/>
                  <a:moveTo>
                    <a:pt x="87915" y="15302"/>
                  </a:moveTo>
                  <a:cubicBezTo>
                    <a:pt x="87819" y="15302"/>
                    <a:pt x="87722" y="15398"/>
                    <a:pt x="87722" y="15494"/>
                  </a:cubicBezTo>
                  <a:lnTo>
                    <a:pt x="87722" y="16780"/>
                  </a:lnTo>
                  <a:cubicBezTo>
                    <a:pt x="87722" y="16909"/>
                    <a:pt x="87819" y="17005"/>
                    <a:pt x="87915" y="17005"/>
                  </a:cubicBezTo>
                  <a:cubicBezTo>
                    <a:pt x="88044" y="17005"/>
                    <a:pt x="88140" y="16909"/>
                    <a:pt x="88140" y="16780"/>
                  </a:cubicBezTo>
                  <a:lnTo>
                    <a:pt x="88140" y="15494"/>
                  </a:lnTo>
                  <a:cubicBezTo>
                    <a:pt x="88140" y="15398"/>
                    <a:pt x="88044" y="15302"/>
                    <a:pt x="87915" y="15302"/>
                  </a:cubicBezTo>
                  <a:close/>
                  <a:moveTo>
                    <a:pt x="193" y="15591"/>
                  </a:moveTo>
                  <a:cubicBezTo>
                    <a:pt x="97" y="15591"/>
                    <a:pt x="0" y="15687"/>
                    <a:pt x="0" y="15816"/>
                  </a:cubicBezTo>
                  <a:lnTo>
                    <a:pt x="0" y="17069"/>
                  </a:lnTo>
                  <a:cubicBezTo>
                    <a:pt x="0" y="17198"/>
                    <a:pt x="97" y="17294"/>
                    <a:pt x="193" y="17294"/>
                  </a:cubicBezTo>
                  <a:cubicBezTo>
                    <a:pt x="322" y="17294"/>
                    <a:pt x="418" y="17198"/>
                    <a:pt x="418" y="17069"/>
                  </a:cubicBezTo>
                  <a:lnTo>
                    <a:pt x="418" y="15816"/>
                  </a:lnTo>
                  <a:cubicBezTo>
                    <a:pt x="418" y="15687"/>
                    <a:pt x="322" y="15591"/>
                    <a:pt x="193" y="15591"/>
                  </a:cubicBezTo>
                  <a:close/>
                  <a:moveTo>
                    <a:pt x="87915" y="17841"/>
                  </a:moveTo>
                  <a:cubicBezTo>
                    <a:pt x="87819" y="17841"/>
                    <a:pt x="87722" y="17937"/>
                    <a:pt x="87722" y="18066"/>
                  </a:cubicBezTo>
                  <a:lnTo>
                    <a:pt x="87722" y="19320"/>
                  </a:lnTo>
                  <a:cubicBezTo>
                    <a:pt x="87722" y="19448"/>
                    <a:pt x="87819" y="19545"/>
                    <a:pt x="87915" y="19545"/>
                  </a:cubicBezTo>
                  <a:cubicBezTo>
                    <a:pt x="88044" y="19545"/>
                    <a:pt x="88140" y="19448"/>
                    <a:pt x="88140" y="19320"/>
                  </a:cubicBezTo>
                  <a:lnTo>
                    <a:pt x="88140" y="18066"/>
                  </a:lnTo>
                  <a:cubicBezTo>
                    <a:pt x="88140" y="17937"/>
                    <a:pt x="88044" y="17841"/>
                    <a:pt x="87915" y="17841"/>
                  </a:cubicBezTo>
                  <a:close/>
                  <a:moveTo>
                    <a:pt x="193" y="18130"/>
                  </a:moveTo>
                  <a:cubicBezTo>
                    <a:pt x="97" y="18130"/>
                    <a:pt x="0" y="18227"/>
                    <a:pt x="0" y="18355"/>
                  </a:cubicBezTo>
                  <a:lnTo>
                    <a:pt x="0" y="19641"/>
                  </a:lnTo>
                  <a:cubicBezTo>
                    <a:pt x="0" y="19737"/>
                    <a:pt x="97" y="19834"/>
                    <a:pt x="193" y="19834"/>
                  </a:cubicBezTo>
                  <a:cubicBezTo>
                    <a:pt x="322" y="19834"/>
                    <a:pt x="418" y="19737"/>
                    <a:pt x="418" y="19641"/>
                  </a:cubicBezTo>
                  <a:lnTo>
                    <a:pt x="418" y="18355"/>
                  </a:lnTo>
                  <a:cubicBezTo>
                    <a:pt x="418" y="18227"/>
                    <a:pt x="322" y="18130"/>
                    <a:pt x="193" y="18130"/>
                  </a:cubicBezTo>
                  <a:close/>
                  <a:moveTo>
                    <a:pt x="87915" y="20380"/>
                  </a:moveTo>
                  <a:cubicBezTo>
                    <a:pt x="87819" y="20380"/>
                    <a:pt x="87722" y="20477"/>
                    <a:pt x="87722" y="20605"/>
                  </a:cubicBezTo>
                  <a:lnTo>
                    <a:pt x="87722" y="21891"/>
                  </a:lnTo>
                  <a:cubicBezTo>
                    <a:pt x="87722" y="21988"/>
                    <a:pt x="87819" y="22084"/>
                    <a:pt x="87915" y="22084"/>
                  </a:cubicBezTo>
                  <a:cubicBezTo>
                    <a:pt x="88044" y="22084"/>
                    <a:pt x="88140" y="21988"/>
                    <a:pt x="88140" y="21891"/>
                  </a:cubicBezTo>
                  <a:lnTo>
                    <a:pt x="88140" y="20605"/>
                  </a:lnTo>
                  <a:cubicBezTo>
                    <a:pt x="88140" y="20477"/>
                    <a:pt x="88044" y="20380"/>
                    <a:pt x="87915" y="20380"/>
                  </a:cubicBezTo>
                  <a:close/>
                  <a:moveTo>
                    <a:pt x="193" y="20702"/>
                  </a:moveTo>
                  <a:cubicBezTo>
                    <a:pt x="97" y="20702"/>
                    <a:pt x="0" y="20798"/>
                    <a:pt x="0" y="20895"/>
                  </a:cubicBezTo>
                  <a:lnTo>
                    <a:pt x="0" y="22180"/>
                  </a:lnTo>
                  <a:cubicBezTo>
                    <a:pt x="0" y="22309"/>
                    <a:pt x="97" y="22405"/>
                    <a:pt x="193" y="22405"/>
                  </a:cubicBezTo>
                  <a:cubicBezTo>
                    <a:pt x="322" y="22405"/>
                    <a:pt x="418" y="22309"/>
                    <a:pt x="418" y="22180"/>
                  </a:cubicBezTo>
                  <a:lnTo>
                    <a:pt x="418" y="20895"/>
                  </a:lnTo>
                  <a:cubicBezTo>
                    <a:pt x="418" y="20798"/>
                    <a:pt x="322" y="20702"/>
                    <a:pt x="193" y="20702"/>
                  </a:cubicBezTo>
                  <a:close/>
                  <a:moveTo>
                    <a:pt x="87915" y="22952"/>
                  </a:moveTo>
                  <a:cubicBezTo>
                    <a:pt x="87819" y="22952"/>
                    <a:pt x="87722" y="23048"/>
                    <a:pt x="87722" y="23145"/>
                  </a:cubicBezTo>
                  <a:lnTo>
                    <a:pt x="87722" y="24431"/>
                  </a:lnTo>
                  <a:cubicBezTo>
                    <a:pt x="87722" y="24559"/>
                    <a:pt x="87819" y="24656"/>
                    <a:pt x="87915" y="24656"/>
                  </a:cubicBezTo>
                  <a:cubicBezTo>
                    <a:pt x="88044" y="24656"/>
                    <a:pt x="88140" y="24559"/>
                    <a:pt x="88140" y="24431"/>
                  </a:cubicBezTo>
                  <a:lnTo>
                    <a:pt x="88140" y="23145"/>
                  </a:lnTo>
                  <a:cubicBezTo>
                    <a:pt x="88140" y="23048"/>
                    <a:pt x="88044" y="22952"/>
                    <a:pt x="87915" y="22952"/>
                  </a:cubicBezTo>
                  <a:close/>
                  <a:moveTo>
                    <a:pt x="193" y="23241"/>
                  </a:moveTo>
                  <a:cubicBezTo>
                    <a:pt x="97" y="23241"/>
                    <a:pt x="0" y="23338"/>
                    <a:pt x="0" y="23466"/>
                  </a:cubicBezTo>
                  <a:lnTo>
                    <a:pt x="0" y="24720"/>
                  </a:lnTo>
                  <a:cubicBezTo>
                    <a:pt x="0" y="24848"/>
                    <a:pt x="97" y="24945"/>
                    <a:pt x="193" y="24945"/>
                  </a:cubicBezTo>
                  <a:cubicBezTo>
                    <a:pt x="322" y="24945"/>
                    <a:pt x="418" y="24848"/>
                    <a:pt x="418" y="24720"/>
                  </a:cubicBezTo>
                  <a:lnTo>
                    <a:pt x="418" y="23466"/>
                  </a:lnTo>
                  <a:cubicBezTo>
                    <a:pt x="418" y="23338"/>
                    <a:pt x="322" y="23241"/>
                    <a:pt x="193" y="23241"/>
                  </a:cubicBezTo>
                  <a:close/>
                  <a:moveTo>
                    <a:pt x="87915" y="25491"/>
                  </a:moveTo>
                  <a:cubicBezTo>
                    <a:pt x="87819" y="25491"/>
                    <a:pt x="87722" y="25588"/>
                    <a:pt x="87722" y="25716"/>
                  </a:cubicBezTo>
                  <a:lnTo>
                    <a:pt x="87722" y="26970"/>
                  </a:lnTo>
                  <a:cubicBezTo>
                    <a:pt x="87722" y="27099"/>
                    <a:pt x="87819" y="27195"/>
                    <a:pt x="87915" y="27195"/>
                  </a:cubicBezTo>
                  <a:cubicBezTo>
                    <a:pt x="88044" y="27195"/>
                    <a:pt x="88140" y="27099"/>
                    <a:pt x="88140" y="26970"/>
                  </a:cubicBezTo>
                  <a:lnTo>
                    <a:pt x="88140" y="25716"/>
                  </a:lnTo>
                  <a:cubicBezTo>
                    <a:pt x="88140" y="25588"/>
                    <a:pt x="88044" y="25491"/>
                    <a:pt x="87915" y="25491"/>
                  </a:cubicBezTo>
                  <a:close/>
                  <a:moveTo>
                    <a:pt x="193" y="25813"/>
                  </a:moveTo>
                  <a:cubicBezTo>
                    <a:pt x="97" y="25813"/>
                    <a:pt x="0" y="25909"/>
                    <a:pt x="0" y="26006"/>
                  </a:cubicBezTo>
                  <a:lnTo>
                    <a:pt x="0" y="27291"/>
                  </a:lnTo>
                  <a:cubicBezTo>
                    <a:pt x="0" y="27388"/>
                    <a:pt x="97" y="27484"/>
                    <a:pt x="193" y="27484"/>
                  </a:cubicBezTo>
                  <a:cubicBezTo>
                    <a:pt x="322" y="27484"/>
                    <a:pt x="418" y="27388"/>
                    <a:pt x="418" y="27291"/>
                  </a:cubicBezTo>
                  <a:lnTo>
                    <a:pt x="418" y="26006"/>
                  </a:lnTo>
                  <a:cubicBezTo>
                    <a:pt x="418" y="25909"/>
                    <a:pt x="322" y="25813"/>
                    <a:pt x="193" y="25813"/>
                  </a:cubicBezTo>
                  <a:close/>
                  <a:moveTo>
                    <a:pt x="87915" y="28063"/>
                  </a:moveTo>
                  <a:cubicBezTo>
                    <a:pt x="87819" y="28063"/>
                    <a:pt x="87722" y="28127"/>
                    <a:pt x="87722" y="28256"/>
                  </a:cubicBezTo>
                  <a:lnTo>
                    <a:pt x="87722" y="29542"/>
                  </a:lnTo>
                  <a:cubicBezTo>
                    <a:pt x="87722" y="29638"/>
                    <a:pt x="87819" y="29734"/>
                    <a:pt x="87915" y="29734"/>
                  </a:cubicBezTo>
                  <a:cubicBezTo>
                    <a:pt x="88044" y="29734"/>
                    <a:pt x="88140" y="29638"/>
                    <a:pt x="88140" y="29542"/>
                  </a:cubicBezTo>
                  <a:lnTo>
                    <a:pt x="88140" y="28256"/>
                  </a:lnTo>
                  <a:cubicBezTo>
                    <a:pt x="88140" y="28127"/>
                    <a:pt x="88044" y="28063"/>
                    <a:pt x="87915" y="28063"/>
                  </a:cubicBezTo>
                  <a:close/>
                  <a:moveTo>
                    <a:pt x="193" y="28352"/>
                  </a:moveTo>
                  <a:cubicBezTo>
                    <a:pt x="97" y="28352"/>
                    <a:pt x="0" y="28449"/>
                    <a:pt x="0" y="28577"/>
                  </a:cubicBezTo>
                  <a:lnTo>
                    <a:pt x="0" y="29831"/>
                  </a:lnTo>
                  <a:cubicBezTo>
                    <a:pt x="0" y="29959"/>
                    <a:pt x="97" y="30056"/>
                    <a:pt x="193" y="30056"/>
                  </a:cubicBezTo>
                  <a:cubicBezTo>
                    <a:pt x="322" y="30056"/>
                    <a:pt x="418" y="29959"/>
                    <a:pt x="418" y="29831"/>
                  </a:cubicBezTo>
                  <a:lnTo>
                    <a:pt x="418" y="28577"/>
                  </a:lnTo>
                  <a:cubicBezTo>
                    <a:pt x="418" y="28449"/>
                    <a:pt x="322" y="28352"/>
                    <a:pt x="193" y="28352"/>
                  </a:cubicBezTo>
                  <a:close/>
                  <a:moveTo>
                    <a:pt x="87915" y="30602"/>
                  </a:moveTo>
                  <a:cubicBezTo>
                    <a:pt x="87819" y="30602"/>
                    <a:pt x="87722" y="30699"/>
                    <a:pt x="87722" y="30795"/>
                  </a:cubicBezTo>
                  <a:lnTo>
                    <a:pt x="87722" y="32081"/>
                  </a:lnTo>
                  <a:cubicBezTo>
                    <a:pt x="87722" y="32210"/>
                    <a:pt x="87819" y="32306"/>
                    <a:pt x="87915" y="32306"/>
                  </a:cubicBezTo>
                  <a:cubicBezTo>
                    <a:pt x="88044" y="32306"/>
                    <a:pt x="88140" y="32210"/>
                    <a:pt x="88140" y="32081"/>
                  </a:cubicBezTo>
                  <a:lnTo>
                    <a:pt x="88140" y="30795"/>
                  </a:lnTo>
                  <a:cubicBezTo>
                    <a:pt x="88140" y="30699"/>
                    <a:pt x="88044" y="30602"/>
                    <a:pt x="87915" y="30602"/>
                  </a:cubicBezTo>
                  <a:close/>
                  <a:moveTo>
                    <a:pt x="193" y="30892"/>
                  </a:moveTo>
                  <a:cubicBezTo>
                    <a:pt x="97" y="30892"/>
                    <a:pt x="0" y="30988"/>
                    <a:pt x="0" y="31117"/>
                  </a:cubicBezTo>
                  <a:lnTo>
                    <a:pt x="0" y="32402"/>
                  </a:lnTo>
                  <a:cubicBezTo>
                    <a:pt x="0" y="32499"/>
                    <a:pt x="97" y="32595"/>
                    <a:pt x="193" y="32595"/>
                  </a:cubicBezTo>
                  <a:cubicBezTo>
                    <a:pt x="322" y="32595"/>
                    <a:pt x="418" y="32499"/>
                    <a:pt x="418" y="32402"/>
                  </a:cubicBezTo>
                  <a:lnTo>
                    <a:pt x="418" y="31117"/>
                  </a:lnTo>
                  <a:cubicBezTo>
                    <a:pt x="418" y="30988"/>
                    <a:pt x="322" y="30892"/>
                    <a:pt x="193" y="30892"/>
                  </a:cubicBezTo>
                  <a:close/>
                  <a:moveTo>
                    <a:pt x="87915" y="33142"/>
                  </a:moveTo>
                  <a:cubicBezTo>
                    <a:pt x="87819" y="33142"/>
                    <a:pt x="87722" y="33238"/>
                    <a:pt x="87722" y="33367"/>
                  </a:cubicBezTo>
                  <a:lnTo>
                    <a:pt x="87722" y="33592"/>
                  </a:lnTo>
                  <a:cubicBezTo>
                    <a:pt x="87722" y="33656"/>
                    <a:pt x="87722" y="33720"/>
                    <a:pt x="87787" y="33752"/>
                  </a:cubicBezTo>
                  <a:cubicBezTo>
                    <a:pt x="87819" y="33785"/>
                    <a:pt x="87883" y="33817"/>
                    <a:pt x="87915" y="33817"/>
                  </a:cubicBezTo>
                  <a:lnTo>
                    <a:pt x="88944" y="33817"/>
                  </a:lnTo>
                  <a:cubicBezTo>
                    <a:pt x="89072" y="33817"/>
                    <a:pt x="89169" y="33720"/>
                    <a:pt x="89169" y="33592"/>
                  </a:cubicBezTo>
                  <a:cubicBezTo>
                    <a:pt x="89169" y="33495"/>
                    <a:pt x="89072" y="33399"/>
                    <a:pt x="88944" y="33399"/>
                  </a:cubicBezTo>
                  <a:lnTo>
                    <a:pt x="88140" y="33399"/>
                  </a:lnTo>
                  <a:lnTo>
                    <a:pt x="88140" y="33367"/>
                  </a:lnTo>
                  <a:cubicBezTo>
                    <a:pt x="88140" y="33238"/>
                    <a:pt x="88044" y="33142"/>
                    <a:pt x="87915" y="33142"/>
                  </a:cubicBezTo>
                  <a:close/>
                  <a:moveTo>
                    <a:pt x="90230" y="33399"/>
                  </a:moveTo>
                  <a:cubicBezTo>
                    <a:pt x="90101" y="33399"/>
                    <a:pt x="90005" y="33495"/>
                    <a:pt x="90005" y="33592"/>
                  </a:cubicBezTo>
                  <a:cubicBezTo>
                    <a:pt x="90005" y="33720"/>
                    <a:pt x="90101" y="33817"/>
                    <a:pt x="90230" y="33817"/>
                  </a:cubicBezTo>
                  <a:lnTo>
                    <a:pt x="91515" y="33817"/>
                  </a:lnTo>
                  <a:cubicBezTo>
                    <a:pt x="91612" y="33817"/>
                    <a:pt x="91708" y="33720"/>
                    <a:pt x="91708" y="33592"/>
                  </a:cubicBezTo>
                  <a:cubicBezTo>
                    <a:pt x="91708" y="33495"/>
                    <a:pt x="91612" y="33399"/>
                    <a:pt x="91515" y="33399"/>
                  </a:cubicBezTo>
                  <a:close/>
                  <a:moveTo>
                    <a:pt x="92769" y="33399"/>
                  </a:moveTo>
                  <a:cubicBezTo>
                    <a:pt x="92673" y="33399"/>
                    <a:pt x="92576" y="33495"/>
                    <a:pt x="92576" y="33592"/>
                  </a:cubicBezTo>
                  <a:cubicBezTo>
                    <a:pt x="92576" y="33720"/>
                    <a:pt x="92673" y="33817"/>
                    <a:pt x="92769" y="33817"/>
                  </a:cubicBezTo>
                  <a:lnTo>
                    <a:pt x="94055" y="33817"/>
                  </a:lnTo>
                  <a:cubicBezTo>
                    <a:pt x="94183" y="33817"/>
                    <a:pt x="94280" y="33720"/>
                    <a:pt x="94280" y="33592"/>
                  </a:cubicBezTo>
                  <a:cubicBezTo>
                    <a:pt x="94280" y="33495"/>
                    <a:pt x="94183" y="33399"/>
                    <a:pt x="94055" y="33399"/>
                  </a:cubicBezTo>
                  <a:close/>
                  <a:moveTo>
                    <a:pt x="95341" y="33399"/>
                  </a:moveTo>
                  <a:cubicBezTo>
                    <a:pt x="95212" y="33399"/>
                    <a:pt x="95115" y="33495"/>
                    <a:pt x="95115" y="33592"/>
                  </a:cubicBezTo>
                  <a:cubicBezTo>
                    <a:pt x="95115" y="33720"/>
                    <a:pt x="95212" y="33817"/>
                    <a:pt x="95341" y="33817"/>
                  </a:cubicBezTo>
                  <a:lnTo>
                    <a:pt x="96594" y="33817"/>
                  </a:lnTo>
                  <a:cubicBezTo>
                    <a:pt x="96723" y="33817"/>
                    <a:pt x="96819" y="33720"/>
                    <a:pt x="96819" y="33592"/>
                  </a:cubicBezTo>
                  <a:cubicBezTo>
                    <a:pt x="96819" y="33495"/>
                    <a:pt x="96723" y="33399"/>
                    <a:pt x="96594" y="33399"/>
                  </a:cubicBezTo>
                  <a:close/>
                  <a:moveTo>
                    <a:pt x="97880" y="33399"/>
                  </a:moveTo>
                  <a:cubicBezTo>
                    <a:pt x="97751" y="33399"/>
                    <a:pt x="97655" y="33495"/>
                    <a:pt x="97655" y="33592"/>
                  </a:cubicBezTo>
                  <a:cubicBezTo>
                    <a:pt x="97655" y="33720"/>
                    <a:pt x="97751" y="33817"/>
                    <a:pt x="97880" y="33817"/>
                  </a:cubicBezTo>
                  <a:lnTo>
                    <a:pt x="99166" y="33817"/>
                  </a:lnTo>
                  <a:cubicBezTo>
                    <a:pt x="99262" y="33817"/>
                    <a:pt x="99359" y="33720"/>
                    <a:pt x="99359" y="33592"/>
                  </a:cubicBezTo>
                  <a:cubicBezTo>
                    <a:pt x="99359" y="33495"/>
                    <a:pt x="99262" y="33399"/>
                    <a:pt x="99166" y="33399"/>
                  </a:cubicBezTo>
                  <a:close/>
                  <a:moveTo>
                    <a:pt x="100419" y="33399"/>
                  </a:moveTo>
                  <a:cubicBezTo>
                    <a:pt x="100323" y="33399"/>
                    <a:pt x="100226" y="33495"/>
                    <a:pt x="100226" y="33592"/>
                  </a:cubicBezTo>
                  <a:cubicBezTo>
                    <a:pt x="100226" y="33720"/>
                    <a:pt x="100323" y="33817"/>
                    <a:pt x="100419" y="33817"/>
                  </a:cubicBezTo>
                  <a:lnTo>
                    <a:pt x="101705" y="33817"/>
                  </a:lnTo>
                  <a:cubicBezTo>
                    <a:pt x="101834" y="33817"/>
                    <a:pt x="101930" y="33720"/>
                    <a:pt x="101930" y="33592"/>
                  </a:cubicBezTo>
                  <a:cubicBezTo>
                    <a:pt x="101930" y="33495"/>
                    <a:pt x="101834" y="33399"/>
                    <a:pt x="101705" y="33399"/>
                  </a:cubicBezTo>
                  <a:close/>
                  <a:moveTo>
                    <a:pt x="102991" y="33399"/>
                  </a:moveTo>
                  <a:cubicBezTo>
                    <a:pt x="102862" y="33399"/>
                    <a:pt x="102766" y="33495"/>
                    <a:pt x="102766" y="33592"/>
                  </a:cubicBezTo>
                  <a:cubicBezTo>
                    <a:pt x="102766" y="33720"/>
                    <a:pt x="102862" y="33817"/>
                    <a:pt x="102991" y="33817"/>
                  </a:cubicBezTo>
                  <a:lnTo>
                    <a:pt x="104245" y="33817"/>
                  </a:lnTo>
                  <a:cubicBezTo>
                    <a:pt x="104373" y="33817"/>
                    <a:pt x="104470" y="33720"/>
                    <a:pt x="104470" y="33592"/>
                  </a:cubicBezTo>
                  <a:cubicBezTo>
                    <a:pt x="104470" y="33495"/>
                    <a:pt x="104373" y="33399"/>
                    <a:pt x="104245" y="33399"/>
                  </a:cubicBezTo>
                  <a:close/>
                  <a:moveTo>
                    <a:pt x="105530" y="33399"/>
                  </a:moveTo>
                  <a:cubicBezTo>
                    <a:pt x="105434" y="33399"/>
                    <a:pt x="105337" y="33495"/>
                    <a:pt x="105337" y="33592"/>
                  </a:cubicBezTo>
                  <a:cubicBezTo>
                    <a:pt x="105337" y="33720"/>
                    <a:pt x="105434" y="33817"/>
                    <a:pt x="105530" y="33817"/>
                  </a:cubicBezTo>
                  <a:lnTo>
                    <a:pt x="106816" y="33817"/>
                  </a:lnTo>
                  <a:cubicBezTo>
                    <a:pt x="106912" y="33817"/>
                    <a:pt x="107009" y="33720"/>
                    <a:pt x="107009" y="33592"/>
                  </a:cubicBezTo>
                  <a:cubicBezTo>
                    <a:pt x="107009" y="33495"/>
                    <a:pt x="106912" y="33399"/>
                    <a:pt x="106816" y="33399"/>
                  </a:cubicBezTo>
                  <a:close/>
                  <a:moveTo>
                    <a:pt x="108102" y="33399"/>
                  </a:moveTo>
                  <a:cubicBezTo>
                    <a:pt x="107973" y="33399"/>
                    <a:pt x="107877" y="33495"/>
                    <a:pt x="107877" y="33592"/>
                  </a:cubicBezTo>
                  <a:cubicBezTo>
                    <a:pt x="107877" y="33720"/>
                    <a:pt x="107973" y="33817"/>
                    <a:pt x="108102" y="33817"/>
                  </a:cubicBezTo>
                  <a:lnTo>
                    <a:pt x="109355" y="33817"/>
                  </a:lnTo>
                  <a:cubicBezTo>
                    <a:pt x="109484" y="33817"/>
                    <a:pt x="109580" y="33720"/>
                    <a:pt x="109580" y="33592"/>
                  </a:cubicBezTo>
                  <a:cubicBezTo>
                    <a:pt x="109580" y="33495"/>
                    <a:pt x="109484" y="33399"/>
                    <a:pt x="109355" y="33399"/>
                  </a:cubicBezTo>
                  <a:close/>
                  <a:moveTo>
                    <a:pt x="110641" y="33399"/>
                  </a:moveTo>
                  <a:cubicBezTo>
                    <a:pt x="110513" y="33399"/>
                    <a:pt x="110416" y="33495"/>
                    <a:pt x="110416" y="33592"/>
                  </a:cubicBezTo>
                  <a:cubicBezTo>
                    <a:pt x="110416" y="33720"/>
                    <a:pt x="110513" y="33817"/>
                    <a:pt x="110641" y="33817"/>
                  </a:cubicBezTo>
                  <a:lnTo>
                    <a:pt x="111927" y="33817"/>
                  </a:lnTo>
                  <a:cubicBezTo>
                    <a:pt x="112023" y="33817"/>
                    <a:pt x="112120" y="33720"/>
                    <a:pt x="112120" y="33592"/>
                  </a:cubicBezTo>
                  <a:cubicBezTo>
                    <a:pt x="112120" y="33495"/>
                    <a:pt x="112023" y="33399"/>
                    <a:pt x="111927" y="33399"/>
                  </a:cubicBezTo>
                  <a:close/>
                  <a:moveTo>
                    <a:pt x="113181" y="33399"/>
                  </a:moveTo>
                  <a:cubicBezTo>
                    <a:pt x="113084" y="33399"/>
                    <a:pt x="112988" y="33495"/>
                    <a:pt x="112988" y="33592"/>
                  </a:cubicBezTo>
                  <a:cubicBezTo>
                    <a:pt x="112988" y="33720"/>
                    <a:pt x="113084" y="33817"/>
                    <a:pt x="113181" y="33817"/>
                  </a:cubicBezTo>
                  <a:lnTo>
                    <a:pt x="114466" y="33817"/>
                  </a:lnTo>
                  <a:cubicBezTo>
                    <a:pt x="114595" y="33817"/>
                    <a:pt x="114691" y="33720"/>
                    <a:pt x="114691" y="33592"/>
                  </a:cubicBezTo>
                  <a:cubicBezTo>
                    <a:pt x="114691" y="33495"/>
                    <a:pt x="114595" y="33399"/>
                    <a:pt x="114466" y="33399"/>
                  </a:cubicBezTo>
                  <a:close/>
                  <a:moveTo>
                    <a:pt x="115752" y="33399"/>
                  </a:moveTo>
                  <a:cubicBezTo>
                    <a:pt x="115624" y="33399"/>
                    <a:pt x="115527" y="33495"/>
                    <a:pt x="115527" y="33592"/>
                  </a:cubicBezTo>
                  <a:cubicBezTo>
                    <a:pt x="115527" y="33720"/>
                    <a:pt x="115624" y="33817"/>
                    <a:pt x="115752" y="33817"/>
                  </a:cubicBezTo>
                  <a:lnTo>
                    <a:pt x="117006" y="33817"/>
                  </a:lnTo>
                  <a:cubicBezTo>
                    <a:pt x="117134" y="33817"/>
                    <a:pt x="117231" y="33720"/>
                    <a:pt x="117231" y="33592"/>
                  </a:cubicBezTo>
                  <a:cubicBezTo>
                    <a:pt x="117231" y="33495"/>
                    <a:pt x="117134" y="33399"/>
                    <a:pt x="117006" y="33399"/>
                  </a:cubicBezTo>
                  <a:close/>
                  <a:moveTo>
                    <a:pt x="118292" y="33399"/>
                  </a:moveTo>
                  <a:cubicBezTo>
                    <a:pt x="118163" y="33399"/>
                    <a:pt x="118067" y="33495"/>
                    <a:pt x="118067" y="33592"/>
                  </a:cubicBezTo>
                  <a:cubicBezTo>
                    <a:pt x="118067" y="33720"/>
                    <a:pt x="118163" y="33817"/>
                    <a:pt x="118292" y="33817"/>
                  </a:cubicBezTo>
                  <a:lnTo>
                    <a:pt x="119577" y="33817"/>
                  </a:lnTo>
                  <a:cubicBezTo>
                    <a:pt x="119674" y="33817"/>
                    <a:pt x="119770" y="33720"/>
                    <a:pt x="119770" y="33592"/>
                  </a:cubicBezTo>
                  <a:cubicBezTo>
                    <a:pt x="119770" y="33495"/>
                    <a:pt x="119674" y="33399"/>
                    <a:pt x="119577" y="33399"/>
                  </a:cubicBezTo>
                  <a:close/>
                  <a:moveTo>
                    <a:pt x="193" y="33463"/>
                  </a:moveTo>
                  <a:cubicBezTo>
                    <a:pt x="97" y="33463"/>
                    <a:pt x="0" y="33560"/>
                    <a:pt x="0" y="33656"/>
                  </a:cubicBezTo>
                  <a:lnTo>
                    <a:pt x="0" y="34942"/>
                  </a:lnTo>
                  <a:cubicBezTo>
                    <a:pt x="0" y="35070"/>
                    <a:pt x="97" y="35167"/>
                    <a:pt x="193" y="35167"/>
                  </a:cubicBezTo>
                  <a:cubicBezTo>
                    <a:pt x="322" y="35167"/>
                    <a:pt x="418" y="35070"/>
                    <a:pt x="418" y="34942"/>
                  </a:cubicBezTo>
                  <a:lnTo>
                    <a:pt x="418" y="33656"/>
                  </a:lnTo>
                  <a:cubicBezTo>
                    <a:pt x="418" y="33560"/>
                    <a:pt x="322" y="33463"/>
                    <a:pt x="193" y="33463"/>
                  </a:cubicBezTo>
                  <a:close/>
                  <a:moveTo>
                    <a:pt x="120092" y="34138"/>
                  </a:moveTo>
                  <a:cubicBezTo>
                    <a:pt x="119995" y="34138"/>
                    <a:pt x="119899" y="34235"/>
                    <a:pt x="119899" y="34331"/>
                  </a:cubicBezTo>
                  <a:lnTo>
                    <a:pt x="119899" y="35617"/>
                  </a:lnTo>
                  <a:cubicBezTo>
                    <a:pt x="119899" y="35745"/>
                    <a:pt x="119995" y="35842"/>
                    <a:pt x="120092" y="35842"/>
                  </a:cubicBezTo>
                  <a:cubicBezTo>
                    <a:pt x="120220" y="35842"/>
                    <a:pt x="120317" y="35745"/>
                    <a:pt x="120317" y="35617"/>
                  </a:cubicBezTo>
                  <a:lnTo>
                    <a:pt x="120317" y="34331"/>
                  </a:lnTo>
                  <a:cubicBezTo>
                    <a:pt x="120317" y="34235"/>
                    <a:pt x="120220" y="34138"/>
                    <a:pt x="120092" y="34138"/>
                  </a:cubicBezTo>
                  <a:close/>
                  <a:moveTo>
                    <a:pt x="193" y="36003"/>
                  </a:moveTo>
                  <a:cubicBezTo>
                    <a:pt x="97" y="36003"/>
                    <a:pt x="0" y="36099"/>
                    <a:pt x="0" y="36228"/>
                  </a:cubicBezTo>
                  <a:lnTo>
                    <a:pt x="0" y="37481"/>
                  </a:lnTo>
                  <a:cubicBezTo>
                    <a:pt x="0" y="37610"/>
                    <a:pt x="97" y="37706"/>
                    <a:pt x="193" y="37706"/>
                  </a:cubicBezTo>
                  <a:cubicBezTo>
                    <a:pt x="322" y="37706"/>
                    <a:pt x="418" y="37610"/>
                    <a:pt x="418" y="37481"/>
                  </a:cubicBezTo>
                  <a:lnTo>
                    <a:pt x="418" y="36228"/>
                  </a:lnTo>
                  <a:cubicBezTo>
                    <a:pt x="418" y="36099"/>
                    <a:pt x="322" y="36003"/>
                    <a:pt x="193" y="36003"/>
                  </a:cubicBezTo>
                  <a:close/>
                  <a:moveTo>
                    <a:pt x="120092" y="36678"/>
                  </a:moveTo>
                  <a:cubicBezTo>
                    <a:pt x="119995" y="36678"/>
                    <a:pt x="119899" y="36774"/>
                    <a:pt x="119899" y="36903"/>
                  </a:cubicBezTo>
                  <a:lnTo>
                    <a:pt x="119899" y="38156"/>
                  </a:lnTo>
                  <a:cubicBezTo>
                    <a:pt x="119899" y="38285"/>
                    <a:pt x="119995" y="38381"/>
                    <a:pt x="120092" y="38381"/>
                  </a:cubicBezTo>
                  <a:cubicBezTo>
                    <a:pt x="120220" y="38381"/>
                    <a:pt x="120317" y="38285"/>
                    <a:pt x="120317" y="38156"/>
                  </a:cubicBezTo>
                  <a:lnTo>
                    <a:pt x="120317" y="36903"/>
                  </a:lnTo>
                  <a:cubicBezTo>
                    <a:pt x="120317" y="36774"/>
                    <a:pt x="120220" y="36678"/>
                    <a:pt x="120092" y="36678"/>
                  </a:cubicBezTo>
                  <a:close/>
                  <a:moveTo>
                    <a:pt x="193" y="38542"/>
                  </a:moveTo>
                  <a:cubicBezTo>
                    <a:pt x="97" y="38542"/>
                    <a:pt x="0" y="38638"/>
                    <a:pt x="0" y="38767"/>
                  </a:cubicBezTo>
                  <a:lnTo>
                    <a:pt x="0" y="40053"/>
                  </a:lnTo>
                  <a:cubicBezTo>
                    <a:pt x="0" y="40149"/>
                    <a:pt x="97" y="40246"/>
                    <a:pt x="193" y="40246"/>
                  </a:cubicBezTo>
                  <a:cubicBezTo>
                    <a:pt x="322" y="40246"/>
                    <a:pt x="418" y="40149"/>
                    <a:pt x="418" y="40053"/>
                  </a:cubicBezTo>
                  <a:lnTo>
                    <a:pt x="418" y="38767"/>
                  </a:lnTo>
                  <a:cubicBezTo>
                    <a:pt x="418" y="38638"/>
                    <a:pt x="322" y="38542"/>
                    <a:pt x="193" y="38542"/>
                  </a:cubicBezTo>
                  <a:close/>
                  <a:moveTo>
                    <a:pt x="120092" y="39249"/>
                  </a:moveTo>
                  <a:cubicBezTo>
                    <a:pt x="119995" y="39249"/>
                    <a:pt x="119899" y="39313"/>
                    <a:pt x="119899" y="39442"/>
                  </a:cubicBezTo>
                  <a:lnTo>
                    <a:pt x="119899" y="40728"/>
                  </a:lnTo>
                  <a:cubicBezTo>
                    <a:pt x="119899" y="40824"/>
                    <a:pt x="119995" y="40921"/>
                    <a:pt x="120092" y="40921"/>
                  </a:cubicBezTo>
                  <a:cubicBezTo>
                    <a:pt x="120220" y="40921"/>
                    <a:pt x="120317" y="40824"/>
                    <a:pt x="120317" y="40728"/>
                  </a:cubicBezTo>
                  <a:lnTo>
                    <a:pt x="120317" y="39442"/>
                  </a:lnTo>
                  <a:cubicBezTo>
                    <a:pt x="120317" y="39313"/>
                    <a:pt x="120220" y="39249"/>
                    <a:pt x="120092" y="39249"/>
                  </a:cubicBezTo>
                  <a:close/>
                  <a:moveTo>
                    <a:pt x="193" y="41114"/>
                  </a:moveTo>
                  <a:cubicBezTo>
                    <a:pt x="97" y="41114"/>
                    <a:pt x="0" y="41210"/>
                    <a:pt x="0" y="41306"/>
                  </a:cubicBezTo>
                  <a:lnTo>
                    <a:pt x="0" y="42592"/>
                  </a:lnTo>
                  <a:cubicBezTo>
                    <a:pt x="0" y="42721"/>
                    <a:pt x="97" y="42817"/>
                    <a:pt x="193" y="42817"/>
                  </a:cubicBezTo>
                  <a:cubicBezTo>
                    <a:pt x="322" y="42817"/>
                    <a:pt x="418" y="42721"/>
                    <a:pt x="418" y="42592"/>
                  </a:cubicBezTo>
                  <a:lnTo>
                    <a:pt x="418" y="41306"/>
                  </a:lnTo>
                  <a:cubicBezTo>
                    <a:pt x="418" y="41210"/>
                    <a:pt x="322" y="41114"/>
                    <a:pt x="193" y="41114"/>
                  </a:cubicBezTo>
                  <a:close/>
                  <a:moveTo>
                    <a:pt x="120092" y="41789"/>
                  </a:moveTo>
                  <a:cubicBezTo>
                    <a:pt x="119995" y="41789"/>
                    <a:pt x="119899" y="41885"/>
                    <a:pt x="119899" y="41981"/>
                  </a:cubicBezTo>
                  <a:lnTo>
                    <a:pt x="119899" y="43267"/>
                  </a:lnTo>
                  <a:cubicBezTo>
                    <a:pt x="119899" y="43396"/>
                    <a:pt x="119995" y="43492"/>
                    <a:pt x="120092" y="43492"/>
                  </a:cubicBezTo>
                  <a:cubicBezTo>
                    <a:pt x="120220" y="43492"/>
                    <a:pt x="120317" y="43396"/>
                    <a:pt x="120317" y="43267"/>
                  </a:cubicBezTo>
                  <a:lnTo>
                    <a:pt x="120317" y="41981"/>
                  </a:lnTo>
                  <a:cubicBezTo>
                    <a:pt x="120317" y="41885"/>
                    <a:pt x="120220" y="41789"/>
                    <a:pt x="120092" y="41789"/>
                  </a:cubicBezTo>
                  <a:close/>
                  <a:moveTo>
                    <a:pt x="193" y="43653"/>
                  </a:moveTo>
                  <a:cubicBezTo>
                    <a:pt x="97" y="43653"/>
                    <a:pt x="0" y="43749"/>
                    <a:pt x="0" y="43878"/>
                  </a:cubicBezTo>
                  <a:lnTo>
                    <a:pt x="0" y="45132"/>
                  </a:lnTo>
                  <a:cubicBezTo>
                    <a:pt x="0" y="45260"/>
                    <a:pt x="97" y="45357"/>
                    <a:pt x="193" y="45357"/>
                  </a:cubicBezTo>
                  <a:cubicBezTo>
                    <a:pt x="322" y="45357"/>
                    <a:pt x="418" y="45260"/>
                    <a:pt x="418" y="45132"/>
                  </a:cubicBezTo>
                  <a:lnTo>
                    <a:pt x="418" y="43878"/>
                  </a:lnTo>
                  <a:cubicBezTo>
                    <a:pt x="418" y="43749"/>
                    <a:pt x="322" y="43653"/>
                    <a:pt x="193" y="43653"/>
                  </a:cubicBezTo>
                  <a:close/>
                  <a:moveTo>
                    <a:pt x="120092" y="44328"/>
                  </a:moveTo>
                  <a:cubicBezTo>
                    <a:pt x="119995" y="44328"/>
                    <a:pt x="119899" y="44424"/>
                    <a:pt x="119899" y="44553"/>
                  </a:cubicBezTo>
                  <a:lnTo>
                    <a:pt x="119899" y="45839"/>
                  </a:lnTo>
                  <a:cubicBezTo>
                    <a:pt x="119899" y="45935"/>
                    <a:pt x="119995" y="46032"/>
                    <a:pt x="120092" y="46032"/>
                  </a:cubicBezTo>
                  <a:cubicBezTo>
                    <a:pt x="120220" y="46032"/>
                    <a:pt x="120317" y="45935"/>
                    <a:pt x="120317" y="45839"/>
                  </a:cubicBezTo>
                  <a:lnTo>
                    <a:pt x="120317" y="44553"/>
                  </a:lnTo>
                  <a:cubicBezTo>
                    <a:pt x="120317" y="44424"/>
                    <a:pt x="120220" y="44328"/>
                    <a:pt x="120092" y="44328"/>
                  </a:cubicBezTo>
                  <a:close/>
                  <a:moveTo>
                    <a:pt x="120092" y="46900"/>
                  </a:moveTo>
                  <a:cubicBezTo>
                    <a:pt x="119995" y="46900"/>
                    <a:pt x="119899" y="46996"/>
                    <a:pt x="119899" y="47092"/>
                  </a:cubicBezTo>
                  <a:lnTo>
                    <a:pt x="119899" y="48378"/>
                  </a:lnTo>
                  <a:cubicBezTo>
                    <a:pt x="119899" y="48507"/>
                    <a:pt x="119995" y="48571"/>
                    <a:pt x="120092" y="48571"/>
                  </a:cubicBezTo>
                  <a:cubicBezTo>
                    <a:pt x="120220" y="48571"/>
                    <a:pt x="120317" y="48507"/>
                    <a:pt x="120317" y="48378"/>
                  </a:cubicBezTo>
                  <a:lnTo>
                    <a:pt x="120317" y="47092"/>
                  </a:lnTo>
                  <a:cubicBezTo>
                    <a:pt x="120317" y="46996"/>
                    <a:pt x="120220" y="46900"/>
                    <a:pt x="120092" y="46900"/>
                  </a:cubicBezTo>
                  <a:close/>
                  <a:moveTo>
                    <a:pt x="120092" y="49439"/>
                  </a:moveTo>
                  <a:cubicBezTo>
                    <a:pt x="119995" y="49439"/>
                    <a:pt x="119899" y="49535"/>
                    <a:pt x="119899" y="49664"/>
                  </a:cubicBezTo>
                  <a:lnTo>
                    <a:pt x="119899" y="50918"/>
                  </a:lnTo>
                  <a:cubicBezTo>
                    <a:pt x="119899" y="51046"/>
                    <a:pt x="119995" y="51143"/>
                    <a:pt x="120092" y="51143"/>
                  </a:cubicBezTo>
                  <a:cubicBezTo>
                    <a:pt x="120220" y="51143"/>
                    <a:pt x="120317" y="51046"/>
                    <a:pt x="120317" y="50918"/>
                  </a:cubicBezTo>
                  <a:lnTo>
                    <a:pt x="120317" y="49664"/>
                  </a:lnTo>
                  <a:cubicBezTo>
                    <a:pt x="120317" y="49535"/>
                    <a:pt x="120220" y="49439"/>
                    <a:pt x="120092" y="49439"/>
                  </a:cubicBezTo>
                  <a:close/>
                  <a:moveTo>
                    <a:pt x="120092" y="51978"/>
                  </a:moveTo>
                  <a:cubicBezTo>
                    <a:pt x="119995" y="51978"/>
                    <a:pt x="119899" y="52075"/>
                    <a:pt x="119899" y="52203"/>
                  </a:cubicBezTo>
                  <a:lnTo>
                    <a:pt x="119899" y="53489"/>
                  </a:lnTo>
                  <a:cubicBezTo>
                    <a:pt x="119899" y="53586"/>
                    <a:pt x="119995" y="53682"/>
                    <a:pt x="120092" y="53682"/>
                  </a:cubicBezTo>
                  <a:cubicBezTo>
                    <a:pt x="120220" y="53682"/>
                    <a:pt x="120317" y="53586"/>
                    <a:pt x="120317" y="53489"/>
                  </a:cubicBezTo>
                  <a:lnTo>
                    <a:pt x="120317" y="52203"/>
                  </a:lnTo>
                  <a:cubicBezTo>
                    <a:pt x="120317" y="52075"/>
                    <a:pt x="120220" y="51978"/>
                    <a:pt x="120092" y="51978"/>
                  </a:cubicBezTo>
                  <a:close/>
                  <a:moveTo>
                    <a:pt x="120092" y="54550"/>
                  </a:moveTo>
                  <a:cubicBezTo>
                    <a:pt x="119995" y="54550"/>
                    <a:pt x="119899" y="54646"/>
                    <a:pt x="119899" y="54743"/>
                  </a:cubicBezTo>
                  <a:lnTo>
                    <a:pt x="119899" y="56029"/>
                  </a:lnTo>
                  <a:cubicBezTo>
                    <a:pt x="119899" y="56157"/>
                    <a:pt x="119995" y="56254"/>
                    <a:pt x="120092" y="56254"/>
                  </a:cubicBezTo>
                  <a:cubicBezTo>
                    <a:pt x="120220" y="56254"/>
                    <a:pt x="120317" y="56157"/>
                    <a:pt x="120317" y="56029"/>
                  </a:cubicBezTo>
                  <a:lnTo>
                    <a:pt x="120317" y="54743"/>
                  </a:lnTo>
                  <a:cubicBezTo>
                    <a:pt x="120317" y="54646"/>
                    <a:pt x="120220" y="54550"/>
                    <a:pt x="120092" y="54550"/>
                  </a:cubicBezTo>
                  <a:close/>
                  <a:moveTo>
                    <a:pt x="120092" y="57089"/>
                  </a:moveTo>
                  <a:cubicBezTo>
                    <a:pt x="119995" y="57089"/>
                    <a:pt x="119899" y="57186"/>
                    <a:pt x="119899" y="57314"/>
                  </a:cubicBezTo>
                  <a:lnTo>
                    <a:pt x="119899" y="58568"/>
                  </a:lnTo>
                  <a:cubicBezTo>
                    <a:pt x="119899" y="58697"/>
                    <a:pt x="119995" y="58793"/>
                    <a:pt x="120092" y="58793"/>
                  </a:cubicBezTo>
                  <a:cubicBezTo>
                    <a:pt x="120220" y="58793"/>
                    <a:pt x="120317" y="58697"/>
                    <a:pt x="120317" y="58568"/>
                  </a:cubicBezTo>
                  <a:lnTo>
                    <a:pt x="120317" y="57314"/>
                  </a:lnTo>
                  <a:cubicBezTo>
                    <a:pt x="120317" y="57186"/>
                    <a:pt x="120220" y="57089"/>
                    <a:pt x="120092" y="57089"/>
                  </a:cubicBezTo>
                  <a:close/>
                  <a:moveTo>
                    <a:pt x="120092" y="59629"/>
                  </a:moveTo>
                  <a:cubicBezTo>
                    <a:pt x="119995" y="59629"/>
                    <a:pt x="119899" y="59725"/>
                    <a:pt x="119899" y="59854"/>
                  </a:cubicBezTo>
                  <a:lnTo>
                    <a:pt x="119899" y="61140"/>
                  </a:lnTo>
                  <a:cubicBezTo>
                    <a:pt x="119899" y="61236"/>
                    <a:pt x="119995" y="61332"/>
                    <a:pt x="120092" y="61332"/>
                  </a:cubicBezTo>
                  <a:cubicBezTo>
                    <a:pt x="120220" y="61332"/>
                    <a:pt x="120317" y="61236"/>
                    <a:pt x="120317" y="61140"/>
                  </a:cubicBezTo>
                  <a:lnTo>
                    <a:pt x="120317" y="59854"/>
                  </a:lnTo>
                  <a:cubicBezTo>
                    <a:pt x="120317" y="59725"/>
                    <a:pt x="120220" y="59629"/>
                    <a:pt x="120092" y="59629"/>
                  </a:cubicBezTo>
                  <a:close/>
                  <a:moveTo>
                    <a:pt x="120092" y="62200"/>
                  </a:moveTo>
                  <a:cubicBezTo>
                    <a:pt x="119995" y="62200"/>
                    <a:pt x="119899" y="62297"/>
                    <a:pt x="119899" y="62393"/>
                  </a:cubicBezTo>
                  <a:lnTo>
                    <a:pt x="119899" y="63679"/>
                  </a:lnTo>
                  <a:cubicBezTo>
                    <a:pt x="119899" y="63808"/>
                    <a:pt x="119995" y="63904"/>
                    <a:pt x="120092" y="63904"/>
                  </a:cubicBezTo>
                  <a:cubicBezTo>
                    <a:pt x="120220" y="63904"/>
                    <a:pt x="120317" y="63808"/>
                    <a:pt x="120317" y="63679"/>
                  </a:cubicBezTo>
                  <a:lnTo>
                    <a:pt x="120317" y="62393"/>
                  </a:lnTo>
                  <a:cubicBezTo>
                    <a:pt x="120317" y="62297"/>
                    <a:pt x="120220" y="62200"/>
                    <a:pt x="120092" y="62200"/>
                  </a:cubicBezTo>
                  <a:close/>
                  <a:moveTo>
                    <a:pt x="120092" y="64740"/>
                  </a:moveTo>
                  <a:cubicBezTo>
                    <a:pt x="119995" y="64740"/>
                    <a:pt x="119899" y="64836"/>
                    <a:pt x="119899" y="64965"/>
                  </a:cubicBezTo>
                  <a:lnTo>
                    <a:pt x="119899" y="66218"/>
                  </a:lnTo>
                  <a:cubicBezTo>
                    <a:pt x="119899" y="66347"/>
                    <a:pt x="119995" y="66443"/>
                    <a:pt x="120092" y="66443"/>
                  </a:cubicBezTo>
                  <a:cubicBezTo>
                    <a:pt x="120220" y="66443"/>
                    <a:pt x="120317" y="66347"/>
                    <a:pt x="120317" y="66218"/>
                  </a:cubicBezTo>
                  <a:lnTo>
                    <a:pt x="120317" y="64965"/>
                  </a:lnTo>
                  <a:cubicBezTo>
                    <a:pt x="120317" y="64836"/>
                    <a:pt x="120220" y="64740"/>
                    <a:pt x="120092" y="64740"/>
                  </a:cubicBezTo>
                  <a:close/>
                  <a:moveTo>
                    <a:pt x="120092" y="67279"/>
                  </a:moveTo>
                  <a:cubicBezTo>
                    <a:pt x="119995" y="67279"/>
                    <a:pt x="119899" y="67376"/>
                    <a:pt x="119899" y="67504"/>
                  </a:cubicBezTo>
                  <a:lnTo>
                    <a:pt x="119899" y="68790"/>
                  </a:lnTo>
                  <a:cubicBezTo>
                    <a:pt x="119899" y="68886"/>
                    <a:pt x="119995" y="68983"/>
                    <a:pt x="120092" y="68983"/>
                  </a:cubicBezTo>
                  <a:cubicBezTo>
                    <a:pt x="120220" y="68983"/>
                    <a:pt x="120317" y="68886"/>
                    <a:pt x="120317" y="68790"/>
                  </a:cubicBezTo>
                  <a:lnTo>
                    <a:pt x="120317" y="67504"/>
                  </a:lnTo>
                  <a:cubicBezTo>
                    <a:pt x="120317" y="67376"/>
                    <a:pt x="120220" y="67279"/>
                    <a:pt x="120092" y="67279"/>
                  </a:cubicBezTo>
                  <a:close/>
                  <a:moveTo>
                    <a:pt x="120092" y="69851"/>
                  </a:moveTo>
                  <a:cubicBezTo>
                    <a:pt x="119995" y="69851"/>
                    <a:pt x="119899" y="69947"/>
                    <a:pt x="119899" y="70044"/>
                  </a:cubicBezTo>
                  <a:lnTo>
                    <a:pt x="119899" y="71329"/>
                  </a:lnTo>
                  <a:cubicBezTo>
                    <a:pt x="119899" y="71458"/>
                    <a:pt x="119995" y="71554"/>
                    <a:pt x="120092" y="71554"/>
                  </a:cubicBezTo>
                  <a:cubicBezTo>
                    <a:pt x="120220" y="71554"/>
                    <a:pt x="120317" y="71458"/>
                    <a:pt x="120317" y="71329"/>
                  </a:cubicBezTo>
                  <a:lnTo>
                    <a:pt x="120317" y="70044"/>
                  </a:lnTo>
                  <a:cubicBezTo>
                    <a:pt x="120317" y="69947"/>
                    <a:pt x="120220" y="69851"/>
                    <a:pt x="120092" y="69851"/>
                  </a:cubicBezTo>
                  <a:close/>
                  <a:moveTo>
                    <a:pt x="120092" y="72390"/>
                  </a:moveTo>
                  <a:cubicBezTo>
                    <a:pt x="119995" y="72390"/>
                    <a:pt x="119899" y="72487"/>
                    <a:pt x="119899" y="72615"/>
                  </a:cubicBezTo>
                  <a:lnTo>
                    <a:pt x="119899" y="73869"/>
                  </a:lnTo>
                  <a:cubicBezTo>
                    <a:pt x="119899" y="73997"/>
                    <a:pt x="119995" y="74094"/>
                    <a:pt x="120092" y="74094"/>
                  </a:cubicBezTo>
                  <a:cubicBezTo>
                    <a:pt x="120220" y="74094"/>
                    <a:pt x="120317" y="73997"/>
                    <a:pt x="120317" y="73869"/>
                  </a:cubicBezTo>
                  <a:lnTo>
                    <a:pt x="120317" y="72615"/>
                  </a:lnTo>
                  <a:cubicBezTo>
                    <a:pt x="120317" y="72487"/>
                    <a:pt x="120220" y="72390"/>
                    <a:pt x="120092" y="72390"/>
                  </a:cubicBezTo>
                  <a:close/>
                  <a:moveTo>
                    <a:pt x="120092" y="74930"/>
                  </a:moveTo>
                  <a:cubicBezTo>
                    <a:pt x="119995" y="74930"/>
                    <a:pt x="119899" y="75026"/>
                    <a:pt x="119899" y="75155"/>
                  </a:cubicBezTo>
                  <a:lnTo>
                    <a:pt x="119899" y="76408"/>
                  </a:lnTo>
                  <a:cubicBezTo>
                    <a:pt x="119899" y="76537"/>
                    <a:pt x="119995" y="76633"/>
                    <a:pt x="120092" y="76633"/>
                  </a:cubicBezTo>
                  <a:cubicBezTo>
                    <a:pt x="120220" y="76633"/>
                    <a:pt x="120317" y="76537"/>
                    <a:pt x="120317" y="76408"/>
                  </a:cubicBezTo>
                  <a:lnTo>
                    <a:pt x="120317" y="75155"/>
                  </a:lnTo>
                  <a:cubicBezTo>
                    <a:pt x="120317" y="75026"/>
                    <a:pt x="120220" y="74930"/>
                    <a:pt x="120092" y="749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3820;p64">
              <a:extLst>
                <a:ext uri="{FF2B5EF4-FFF2-40B4-BE49-F238E27FC236}">
                  <a16:creationId xmlns:a16="http://schemas.microsoft.com/office/drawing/2014/main" id="{974412F1-3BAC-D687-7B36-72EBF0DC499D}"/>
                </a:ext>
              </a:extLst>
            </p:cNvPr>
            <p:cNvSpPr/>
            <p:nvPr/>
          </p:nvSpPr>
          <p:spPr>
            <a:xfrm>
              <a:off x="4008475" y="962975"/>
              <a:ext cx="286100" cy="383350"/>
            </a:xfrm>
            <a:custGeom>
              <a:avLst/>
              <a:gdLst/>
              <a:ahLst/>
              <a:cxnLst/>
              <a:rect l="l" t="t" r="r" b="b"/>
              <a:pathLst>
                <a:path w="11444" h="15334" extrusionOk="0">
                  <a:moveTo>
                    <a:pt x="0" y="0"/>
                  </a:moveTo>
                  <a:lnTo>
                    <a:pt x="7683" y="15333"/>
                  </a:lnTo>
                  <a:lnTo>
                    <a:pt x="114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3821;p64">
              <a:extLst>
                <a:ext uri="{FF2B5EF4-FFF2-40B4-BE49-F238E27FC236}">
                  <a16:creationId xmlns:a16="http://schemas.microsoft.com/office/drawing/2014/main" id="{9A58CC66-F17E-5435-7007-4F99397E988B}"/>
                </a:ext>
              </a:extLst>
            </p:cNvPr>
            <p:cNvSpPr/>
            <p:nvPr/>
          </p:nvSpPr>
          <p:spPr>
            <a:xfrm>
              <a:off x="4002850" y="957350"/>
              <a:ext cx="297350" cy="394000"/>
            </a:xfrm>
            <a:custGeom>
              <a:avLst/>
              <a:gdLst/>
              <a:ahLst/>
              <a:cxnLst/>
              <a:rect l="l" t="t" r="r" b="b"/>
              <a:pathLst>
                <a:path w="11894" h="15760" extrusionOk="0">
                  <a:moveTo>
                    <a:pt x="11379" y="450"/>
                  </a:moveTo>
                  <a:lnTo>
                    <a:pt x="7815" y="14954"/>
                  </a:lnTo>
                  <a:lnTo>
                    <a:pt x="579" y="450"/>
                  </a:lnTo>
                  <a:close/>
                  <a:moveTo>
                    <a:pt x="225" y="0"/>
                  </a:moveTo>
                  <a:cubicBezTo>
                    <a:pt x="161" y="0"/>
                    <a:pt x="97" y="32"/>
                    <a:pt x="64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7715" y="15655"/>
                  </a:lnTo>
                  <a:cubicBezTo>
                    <a:pt x="7741" y="15707"/>
                    <a:pt x="7810" y="15760"/>
                    <a:pt x="7870" y="15760"/>
                  </a:cubicBezTo>
                  <a:cubicBezTo>
                    <a:pt x="7883" y="15760"/>
                    <a:pt x="7896" y="15757"/>
                    <a:pt x="7908" y="15751"/>
                  </a:cubicBezTo>
                  <a:cubicBezTo>
                    <a:pt x="8004" y="15751"/>
                    <a:pt x="8068" y="15687"/>
                    <a:pt x="8101" y="15590"/>
                  </a:cubicBezTo>
                  <a:lnTo>
                    <a:pt x="11861" y="257"/>
                  </a:lnTo>
                  <a:cubicBezTo>
                    <a:pt x="11894" y="225"/>
                    <a:pt x="11861" y="129"/>
                    <a:pt x="11829" y="97"/>
                  </a:cubicBezTo>
                  <a:cubicBezTo>
                    <a:pt x="11797" y="32"/>
                    <a:pt x="11733" y="0"/>
                    <a:pt x="11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3822;p64">
              <a:extLst>
                <a:ext uri="{FF2B5EF4-FFF2-40B4-BE49-F238E27FC236}">
                  <a16:creationId xmlns:a16="http://schemas.microsoft.com/office/drawing/2014/main" id="{B620CB00-7708-AFA1-CEB6-33A15656A1AC}"/>
                </a:ext>
              </a:extLst>
            </p:cNvPr>
            <p:cNvSpPr/>
            <p:nvPr/>
          </p:nvSpPr>
          <p:spPr>
            <a:xfrm>
              <a:off x="4039000" y="977425"/>
              <a:ext cx="182450" cy="368900"/>
            </a:xfrm>
            <a:custGeom>
              <a:avLst/>
              <a:gdLst/>
              <a:ahLst/>
              <a:cxnLst/>
              <a:rect l="l" t="t" r="r" b="b"/>
              <a:pathLst>
                <a:path w="7298" h="14756" extrusionOk="0">
                  <a:moveTo>
                    <a:pt x="1" y="1"/>
                  </a:moveTo>
                  <a:lnTo>
                    <a:pt x="6462" y="14755"/>
                  </a:lnTo>
                  <a:lnTo>
                    <a:pt x="72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3823;p64">
              <a:extLst>
                <a:ext uri="{FF2B5EF4-FFF2-40B4-BE49-F238E27FC236}">
                  <a16:creationId xmlns:a16="http://schemas.microsoft.com/office/drawing/2014/main" id="{614227F2-34EA-2554-1E22-017ED51A820F}"/>
                </a:ext>
              </a:extLst>
            </p:cNvPr>
            <p:cNvSpPr/>
            <p:nvPr/>
          </p:nvSpPr>
          <p:spPr>
            <a:xfrm>
              <a:off x="4033375" y="971800"/>
              <a:ext cx="192900" cy="379550"/>
            </a:xfrm>
            <a:custGeom>
              <a:avLst/>
              <a:gdLst/>
              <a:ahLst/>
              <a:cxnLst/>
              <a:rect l="l" t="t" r="r" b="b"/>
              <a:pathLst>
                <a:path w="7716" h="15182" extrusionOk="0">
                  <a:moveTo>
                    <a:pt x="7297" y="451"/>
                  </a:moveTo>
                  <a:lnTo>
                    <a:pt x="6513" y="14049"/>
                  </a:lnTo>
                  <a:lnTo>
                    <a:pt x="547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65"/>
                    <a:pt x="65" y="97"/>
                  </a:cubicBezTo>
                  <a:cubicBezTo>
                    <a:pt x="33" y="162"/>
                    <a:pt x="1" y="258"/>
                    <a:pt x="33" y="322"/>
                  </a:cubicBezTo>
                  <a:lnTo>
                    <a:pt x="6494" y="15045"/>
                  </a:lnTo>
                  <a:cubicBezTo>
                    <a:pt x="6520" y="15124"/>
                    <a:pt x="6590" y="15181"/>
                    <a:pt x="6668" y="15181"/>
                  </a:cubicBezTo>
                  <a:cubicBezTo>
                    <a:pt x="6685" y="15181"/>
                    <a:pt x="6702" y="15179"/>
                    <a:pt x="6719" y="15173"/>
                  </a:cubicBezTo>
                  <a:cubicBezTo>
                    <a:pt x="6815" y="15173"/>
                    <a:pt x="6880" y="15077"/>
                    <a:pt x="6880" y="14980"/>
                  </a:cubicBezTo>
                  <a:lnTo>
                    <a:pt x="7715" y="226"/>
                  </a:lnTo>
                  <a:cubicBezTo>
                    <a:pt x="7715" y="194"/>
                    <a:pt x="7715" y="130"/>
                    <a:pt x="7651" y="65"/>
                  </a:cubicBezTo>
                  <a:cubicBezTo>
                    <a:pt x="7619" y="33"/>
                    <a:pt x="7555" y="1"/>
                    <a:pt x="7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3824;p64">
              <a:extLst>
                <a:ext uri="{FF2B5EF4-FFF2-40B4-BE49-F238E27FC236}">
                  <a16:creationId xmlns:a16="http://schemas.microsoft.com/office/drawing/2014/main" id="{04466465-B941-5BFF-B1C0-17D69163EE97}"/>
                </a:ext>
              </a:extLst>
            </p:cNvPr>
            <p:cNvSpPr/>
            <p:nvPr/>
          </p:nvSpPr>
          <p:spPr>
            <a:xfrm>
              <a:off x="3998825" y="948500"/>
              <a:ext cx="201725" cy="397825"/>
            </a:xfrm>
            <a:custGeom>
              <a:avLst/>
              <a:gdLst/>
              <a:ahLst/>
              <a:cxnLst/>
              <a:rect l="l" t="t" r="r" b="b"/>
              <a:pathLst>
                <a:path w="8069" h="15913" extrusionOk="0">
                  <a:moveTo>
                    <a:pt x="0" y="1"/>
                  </a:moveTo>
                  <a:lnTo>
                    <a:pt x="8069" y="15912"/>
                  </a:lnTo>
                  <a:lnTo>
                    <a:pt x="72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3825;p64">
              <a:extLst>
                <a:ext uri="{FF2B5EF4-FFF2-40B4-BE49-F238E27FC236}">
                  <a16:creationId xmlns:a16="http://schemas.microsoft.com/office/drawing/2014/main" id="{F97953E2-CB32-C62B-084F-EC23FAFDF33A}"/>
                </a:ext>
              </a:extLst>
            </p:cNvPr>
            <p:cNvSpPr/>
            <p:nvPr/>
          </p:nvSpPr>
          <p:spPr>
            <a:xfrm>
              <a:off x="3993200" y="943675"/>
              <a:ext cx="212175" cy="407675"/>
            </a:xfrm>
            <a:custGeom>
              <a:avLst/>
              <a:gdLst/>
              <a:ahLst/>
              <a:cxnLst/>
              <a:rect l="l" t="t" r="r" b="b"/>
              <a:pathLst>
                <a:path w="8487" h="16307" extrusionOk="0">
                  <a:moveTo>
                    <a:pt x="7297" y="419"/>
                  </a:moveTo>
                  <a:lnTo>
                    <a:pt x="8022" y="15152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33" y="97"/>
                  </a:cubicBezTo>
                  <a:cubicBezTo>
                    <a:pt x="0" y="162"/>
                    <a:pt x="0" y="226"/>
                    <a:pt x="33" y="290"/>
                  </a:cubicBezTo>
                  <a:lnTo>
                    <a:pt x="8101" y="16202"/>
                  </a:lnTo>
                  <a:cubicBezTo>
                    <a:pt x="8127" y="16254"/>
                    <a:pt x="8196" y="16307"/>
                    <a:pt x="8273" y="16307"/>
                  </a:cubicBezTo>
                  <a:cubicBezTo>
                    <a:pt x="8290" y="16307"/>
                    <a:pt x="8308" y="16304"/>
                    <a:pt x="8326" y="16298"/>
                  </a:cubicBezTo>
                  <a:cubicBezTo>
                    <a:pt x="8422" y="16266"/>
                    <a:pt x="8487" y="16170"/>
                    <a:pt x="8487" y="16073"/>
                  </a:cubicBezTo>
                  <a:lnTo>
                    <a:pt x="7715" y="194"/>
                  </a:lnTo>
                  <a:cubicBezTo>
                    <a:pt x="7715" y="65"/>
                    <a:pt x="7619" y="1"/>
                    <a:pt x="7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3826;p64">
              <a:extLst>
                <a:ext uri="{FF2B5EF4-FFF2-40B4-BE49-F238E27FC236}">
                  <a16:creationId xmlns:a16="http://schemas.microsoft.com/office/drawing/2014/main" id="{DB2056C3-24C3-1908-A5D9-EF83EA1E68B2}"/>
                </a:ext>
              </a:extLst>
            </p:cNvPr>
            <p:cNvSpPr/>
            <p:nvPr/>
          </p:nvSpPr>
          <p:spPr>
            <a:xfrm>
              <a:off x="3567275" y="876975"/>
              <a:ext cx="633275" cy="469350"/>
            </a:xfrm>
            <a:custGeom>
              <a:avLst/>
              <a:gdLst/>
              <a:ahLst/>
              <a:cxnLst/>
              <a:rect l="l" t="t" r="r" b="b"/>
              <a:pathLst>
                <a:path w="25331" h="18774" extrusionOk="0">
                  <a:moveTo>
                    <a:pt x="1" y="1"/>
                  </a:moveTo>
                  <a:lnTo>
                    <a:pt x="4630" y="18773"/>
                  </a:lnTo>
                  <a:lnTo>
                    <a:pt x="25331" y="18773"/>
                  </a:lnTo>
                  <a:lnTo>
                    <a:pt x="22052" y="2155"/>
                  </a:lnTo>
                  <a:lnTo>
                    <a:pt x="11734" y="2155"/>
                  </a:lnTo>
                  <a:lnTo>
                    <a:pt x="98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3827;p64">
              <a:extLst>
                <a:ext uri="{FF2B5EF4-FFF2-40B4-BE49-F238E27FC236}">
                  <a16:creationId xmlns:a16="http://schemas.microsoft.com/office/drawing/2014/main" id="{5AE8BFEA-0DBD-E53D-BBCA-3B47DE4EA80B}"/>
                </a:ext>
              </a:extLst>
            </p:cNvPr>
            <p:cNvSpPr/>
            <p:nvPr/>
          </p:nvSpPr>
          <p:spPr>
            <a:xfrm>
              <a:off x="3561650" y="872175"/>
              <a:ext cx="643725" cy="478975"/>
            </a:xfrm>
            <a:custGeom>
              <a:avLst/>
              <a:gdLst/>
              <a:ahLst/>
              <a:cxnLst/>
              <a:rect l="l" t="t" r="r" b="b"/>
              <a:pathLst>
                <a:path w="25749" h="19159" extrusionOk="0">
                  <a:moveTo>
                    <a:pt x="9998" y="418"/>
                  </a:moveTo>
                  <a:lnTo>
                    <a:pt x="11798" y="2475"/>
                  </a:lnTo>
                  <a:cubicBezTo>
                    <a:pt x="11830" y="2507"/>
                    <a:pt x="11894" y="2539"/>
                    <a:pt x="11959" y="2539"/>
                  </a:cubicBezTo>
                  <a:lnTo>
                    <a:pt x="22084" y="2539"/>
                  </a:lnTo>
                  <a:lnTo>
                    <a:pt x="25299" y="18740"/>
                  </a:lnTo>
                  <a:lnTo>
                    <a:pt x="5015" y="18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33" y="64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4630" y="18997"/>
                  </a:lnTo>
                  <a:cubicBezTo>
                    <a:pt x="4662" y="19094"/>
                    <a:pt x="4758" y="19158"/>
                    <a:pt x="4855" y="19158"/>
                  </a:cubicBezTo>
                  <a:lnTo>
                    <a:pt x="25556" y="19158"/>
                  </a:lnTo>
                  <a:cubicBezTo>
                    <a:pt x="25620" y="19158"/>
                    <a:pt x="25652" y="19126"/>
                    <a:pt x="25716" y="19094"/>
                  </a:cubicBezTo>
                  <a:cubicBezTo>
                    <a:pt x="25749" y="19030"/>
                    <a:pt x="25749" y="18965"/>
                    <a:pt x="25749" y="18901"/>
                  </a:cubicBezTo>
                  <a:lnTo>
                    <a:pt x="22470" y="2282"/>
                  </a:lnTo>
                  <a:cubicBezTo>
                    <a:pt x="22438" y="2186"/>
                    <a:pt x="22373" y="2122"/>
                    <a:pt x="22277" y="2122"/>
                  </a:cubicBezTo>
                  <a:lnTo>
                    <a:pt x="12063" y="2122"/>
                  </a:lnTo>
                  <a:lnTo>
                    <a:pt x="10255" y="64"/>
                  </a:lnTo>
                  <a:cubicBezTo>
                    <a:pt x="10191" y="32"/>
                    <a:pt x="10159" y="0"/>
                    <a:pt x="10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3828;p64">
              <a:extLst>
                <a:ext uri="{FF2B5EF4-FFF2-40B4-BE49-F238E27FC236}">
                  <a16:creationId xmlns:a16="http://schemas.microsoft.com/office/drawing/2014/main" id="{B1095D23-0FC8-B820-4D51-5EE01558AB52}"/>
                </a:ext>
              </a:extLst>
            </p:cNvPr>
            <p:cNvSpPr/>
            <p:nvPr/>
          </p:nvSpPr>
          <p:spPr>
            <a:xfrm>
              <a:off x="4486625" y="1409775"/>
              <a:ext cx="694325" cy="411475"/>
            </a:xfrm>
            <a:custGeom>
              <a:avLst/>
              <a:gdLst/>
              <a:ahLst/>
              <a:cxnLst/>
              <a:rect l="l" t="t" r="r" b="b"/>
              <a:pathLst>
                <a:path w="27773" h="16459" extrusionOk="0">
                  <a:moveTo>
                    <a:pt x="1961" y="1"/>
                  </a:moveTo>
                  <a:cubicBezTo>
                    <a:pt x="868" y="1"/>
                    <a:pt x="0" y="901"/>
                    <a:pt x="0" y="1994"/>
                  </a:cubicBezTo>
                  <a:lnTo>
                    <a:pt x="0" y="14498"/>
                  </a:lnTo>
                  <a:cubicBezTo>
                    <a:pt x="0" y="15591"/>
                    <a:pt x="868" y="16459"/>
                    <a:pt x="1961" y="16459"/>
                  </a:cubicBezTo>
                  <a:lnTo>
                    <a:pt x="25812" y="16459"/>
                  </a:lnTo>
                  <a:cubicBezTo>
                    <a:pt x="26873" y="16459"/>
                    <a:pt x="27773" y="15591"/>
                    <a:pt x="27773" y="14498"/>
                  </a:cubicBezTo>
                  <a:lnTo>
                    <a:pt x="27773" y="1994"/>
                  </a:lnTo>
                  <a:cubicBezTo>
                    <a:pt x="27773" y="901"/>
                    <a:pt x="26873" y="1"/>
                    <a:pt x="258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3829;p64">
              <a:extLst>
                <a:ext uri="{FF2B5EF4-FFF2-40B4-BE49-F238E27FC236}">
                  <a16:creationId xmlns:a16="http://schemas.microsoft.com/office/drawing/2014/main" id="{04819C75-A623-BC35-2300-97A21DB04E45}"/>
                </a:ext>
              </a:extLst>
            </p:cNvPr>
            <p:cNvSpPr/>
            <p:nvPr/>
          </p:nvSpPr>
          <p:spPr>
            <a:xfrm>
              <a:off x="4481000" y="1404950"/>
              <a:ext cx="704775" cy="421125"/>
            </a:xfrm>
            <a:custGeom>
              <a:avLst/>
              <a:gdLst/>
              <a:ahLst/>
              <a:cxnLst/>
              <a:rect l="l" t="t" r="r" b="b"/>
              <a:pathLst>
                <a:path w="28191" h="16845" extrusionOk="0">
                  <a:moveTo>
                    <a:pt x="26037" y="419"/>
                  </a:moveTo>
                  <a:cubicBezTo>
                    <a:pt x="27001" y="419"/>
                    <a:pt x="27773" y="1190"/>
                    <a:pt x="27773" y="2187"/>
                  </a:cubicBezTo>
                  <a:lnTo>
                    <a:pt x="27773" y="14691"/>
                  </a:lnTo>
                  <a:cubicBezTo>
                    <a:pt x="27773" y="15655"/>
                    <a:pt x="27001" y="16427"/>
                    <a:pt x="26037" y="16427"/>
                  </a:cubicBezTo>
                  <a:lnTo>
                    <a:pt x="2186" y="16427"/>
                  </a:lnTo>
                  <a:cubicBezTo>
                    <a:pt x="1222" y="16427"/>
                    <a:pt x="418" y="15655"/>
                    <a:pt x="418" y="14691"/>
                  </a:cubicBezTo>
                  <a:lnTo>
                    <a:pt x="418" y="2187"/>
                  </a:lnTo>
                  <a:cubicBezTo>
                    <a:pt x="418" y="1190"/>
                    <a:pt x="1222" y="419"/>
                    <a:pt x="2186" y="419"/>
                  </a:cubicBezTo>
                  <a:close/>
                  <a:moveTo>
                    <a:pt x="2186" y="1"/>
                  </a:moveTo>
                  <a:cubicBezTo>
                    <a:pt x="964" y="1"/>
                    <a:pt x="0" y="965"/>
                    <a:pt x="0" y="2187"/>
                  </a:cubicBezTo>
                  <a:lnTo>
                    <a:pt x="0" y="14691"/>
                  </a:lnTo>
                  <a:cubicBezTo>
                    <a:pt x="0" y="15880"/>
                    <a:pt x="964" y="16845"/>
                    <a:pt x="2186" y="16845"/>
                  </a:cubicBezTo>
                  <a:lnTo>
                    <a:pt x="26037" y="16845"/>
                  </a:lnTo>
                  <a:cubicBezTo>
                    <a:pt x="27226" y="16845"/>
                    <a:pt x="28191" y="15880"/>
                    <a:pt x="28191" y="14691"/>
                  </a:cubicBezTo>
                  <a:lnTo>
                    <a:pt x="28191" y="2187"/>
                  </a:lnTo>
                  <a:cubicBezTo>
                    <a:pt x="28191" y="965"/>
                    <a:pt x="27226" y="1"/>
                    <a:pt x="26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3830;p64">
              <a:extLst>
                <a:ext uri="{FF2B5EF4-FFF2-40B4-BE49-F238E27FC236}">
                  <a16:creationId xmlns:a16="http://schemas.microsoft.com/office/drawing/2014/main" id="{6BAA1200-E097-FC83-1270-96C3F9502F86}"/>
                </a:ext>
              </a:extLst>
            </p:cNvPr>
            <p:cNvSpPr/>
            <p:nvPr/>
          </p:nvSpPr>
          <p:spPr>
            <a:xfrm>
              <a:off x="4486625" y="1487725"/>
              <a:ext cx="694325" cy="149500"/>
            </a:xfrm>
            <a:custGeom>
              <a:avLst/>
              <a:gdLst/>
              <a:ahLst/>
              <a:cxnLst/>
              <a:rect l="l" t="t" r="r" b="b"/>
              <a:pathLst>
                <a:path w="27773" h="5980" extrusionOk="0">
                  <a:moveTo>
                    <a:pt x="0" y="1"/>
                  </a:moveTo>
                  <a:lnTo>
                    <a:pt x="0" y="5980"/>
                  </a:lnTo>
                  <a:lnTo>
                    <a:pt x="27773" y="5980"/>
                  </a:lnTo>
                  <a:lnTo>
                    <a:pt x="27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3831;p64">
              <a:extLst>
                <a:ext uri="{FF2B5EF4-FFF2-40B4-BE49-F238E27FC236}">
                  <a16:creationId xmlns:a16="http://schemas.microsoft.com/office/drawing/2014/main" id="{E282FB94-54C3-B20E-6F55-8A5204B8AF01}"/>
                </a:ext>
              </a:extLst>
            </p:cNvPr>
            <p:cNvSpPr/>
            <p:nvPr/>
          </p:nvSpPr>
          <p:spPr>
            <a:xfrm>
              <a:off x="4481000" y="1482900"/>
              <a:ext cx="704775" cy="159150"/>
            </a:xfrm>
            <a:custGeom>
              <a:avLst/>
              <a:gdLst/>
              <a:ahLst/>
              <a:cxnLst/>
              <a:rect l="l" t="t" r="r" b="b"/>
              <a:pathLst>
                <a:path w="28191" h="6366" extrusionOk="0">
                  <a:moveTo>
                    <a:pt x="27773" y="419"/>
                  </a:moveTo>
                  <a:lnTo>
                    <a:pt x="27773" y="5948"/>
                  </a:lnTo>
                  <a:lnTo>
                    <a:pt x="418" y="5948"/>
                  </a:lnTo>
                  <a:lnTo>
                    <a:pt x="418" y="419"/>
                  </a:lnTo>
                  <a:close/>
                  <a:moveTo>
                    <a:pt x="225" y="1"/>
                  </a:moveTo>
                  <a:cubicBezTo>
                    <a:pt x="161" y="1"/>
                    <a:pt x="96" y="33"/>
                    <a:pt x="64" y="65"/>
                  </a:cubicBezTo>
                  <a:cubicBezTo>
                    <a:pt x="32" y="97"/>
                    <a:pt x="0" y="162"/>
                    <a:pt x="0" y="194"/>
                  </a:cubicBezTo>
                  <a:lnTo>
                    <a:pt x="0" y="6173"/>
                  </a:lnTo>
                  <a:cubicBezTo>
                    <a:pt x="0" y="6205"/>
                    <a:pt x="32" y="6269"/>
                    <a:pt x="64" y="6301"/>
                  </a:cubicBezTo>
                  <a:cubicBezTo>
                    <a:pt x="96" y="6365"/>
                    <a:pt x="161" y="6365"/>
                    <a:pt x="225" y="6365"/>
                  </a:cubicBezTo>
                  <a:lnTo>
                    <a:pt x="27998" y="6365"/>
                  </a:lnTo>
                  <a:cubicBezTo>
                    <a:pt x="28030" y="6365"/>
                    <a:pt x="28094" y="6365"/>
                    <a:pt x="28126" y="6301"/>
                  </a:cubicBezTo>
                  <a:cubicBezTo>
                    <a:pt x="28191" y="6269"/>
                    <a:pt x="28191" y="6205"/>
                    <a:pt x="28191" y="6173"/>
                  </a:cubicBezTo>
                  <a:lnTo>
                    <a:pt x="28191" y="194"/>
                  </a:lnTo>
                  <a:cubicBezTo>
                    <a:pt x="28191" y="162"/>
                    <a:pt x="28191" y="97"/>
                    <a:pt x="28126" y="65"/>
                  </a:cubicBezTo>
                  <a:cubicBezTo>
                    <a:pt x="28094" y="33"/>
                    <a:pt x="28030" y="1"/>
                    <a:pt x="27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3832;p64">
              <a:extLst>
                <a:ext uri="{FF2B5EF4-FFF2-40B4-BE49-F238E27FC236}">
                  <a16:creationId xmlns:a16="http://schemas.microsoft.com/office/drawing/2014/main" id="{787FE217-C97E-C534-CE97-019762BE997D}"/>
                </a:ext>
              </a:extLst>
            </p:cNvPr>
            <p:cNvSpPr/>
            <p:nvPr/>
          </p:nvSpPr>
          <p:spPr>
            <a:xfrm>
              <a:off x="4976025" y="1726400"/>
              <a:ext cx="57875" cy="57900"/>
            </a:xfrm>
            <a:custGeom>
              <a:avLst/>
              <a:gdLst/>
              <a:ahLst/>
              <a:cxnLst/>
              <a:rect l="l" t="t" r="r" b="b"/>
              <a:pathLst>
                <a:path w="2315" h="2316" extrusionOk="0">
                  <a:moveTo>
                    <a:pt x="1157" y="1"/>
                  </a:moveTo>
                  <a:cubicBezTo>
                    <a:pt x="514" y="1"/>
                    <a:pt x="0" y="515"/>
                    <a:pt x="0" y="1158"/>
                  </a:cubicBezTo>
                  <a:cubicBezTo>
                    <a:pt x="0" y="1801"/>
                    <a:pt x="514" y="2315"/>
                    <a:pt x="1157" y="2315"/>
                  </a:cubicBezTo>
                  <a:cubicBezTo>
                    <a:pt x="1800" y="2315"/>
                    <a:pt x="2314" y="1801"/>
                    <a:pt x="2314" y="1158"/>
                  </a:cubicBezTo>
                  <a:cubicBezTo>
                    <a:pt x="2314" y="515"/>
                    <a:pt x="1800" y="1"/>
                    <a:pt x="1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3833;p64">
              <a:extLst>
                <a:ext uri="{FF2B5EF4-FFF2-40B4-BE49-F238E27FC236}">
                  <a16:creationId xmlns:a16="http://schemas.microsoft.com/office/drawing/2014/main" id="{E600BD1D-9BE2-06A0-704B-DFE2C1BC6C35}"/>
                </a:ext>
              </a:extLst>
            </p:cNvPr>
            <p:cNvSpPr/>
            <p:nvPr/>
          </p:nvSpPr>
          <p:spPr>
            <a:xfrm>
              <a:off x="4970375" y="1720775"/>
              <a:ext cx="69150" cy="69150"/>
            </a:xfrm>
            <a:custGeom>
              <a:avLst/>
              <a:gdLst/>
              <a:ahLst/>
              <a:cxnLst/>
              <a:rect l="l" t="t" r="r" b="b"/>
              <a:pathLst>
                <a:path w="2766" h="2766" extrusionOk="0">
                  <a:moveTo>
                    <a:pt x="1383" y="451"/>
                  </a:moveTo>
                  <a:cubicBezTo>
                    <a:pt x="1898" y="451"/>
                    <a:pt x="2348" y="869"/>
                    <a:pt x="2348" y="1383"/>
                  </a:cubicBezTo>
                  <a:cubicBezTo>
                    <a:pt x="2348" y="1929"/>
                    <a:pt x="1898" y="2347"/>
                    <a:pt x="1383" y="2347"/>
                  </a:cubicBezTo>
                  <a:cubicBezTo>
                    <a:pt x="869" y="2347"/>
                    <a:pt x="451" y="1929"/>
                    <a:pt x="451" y="1383"/>
                  </a:cubicBezTo>
                  <a:cubicBezTo>
                    <a:pt x="451" y="869"/>
                    <a:pt x="869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44" y="1"/>
                    <a:pt x="1" y="643"/>
                    <a:pt x="1" y="1383"/>
                  </a:cubicBezTo>
                  <a:cubicBezTo>
                    <a:pt x="1" y="2154"/>
                    <a:pt x="644" y="2765"/>
                    <a:pt x="1383" y="2765"/>
                  </a:cubicBezTo>
                  <a:cubicBezTo>
                    <a:pt x="2155" y="2765"/>
                    <a:pt x="2765" y="2154"/>
                    <a:pt x="2765" y="1383"/>
                  </a:cubicBezTo>
                  <a:cubicBezTo>
                    <a:pt x="2765" y="643"/>
                    <a:pt x="2155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3834;p64">
              <a:extLst>
                <a:ext uri="{FF2B5EF4-FFF2-40B4-BE49-F238E27FC236}">
                  <a16:creationId xmlns:a16="http://schemas.microsoft.com/office/drawing/2014/main" id="{C7275C74-E364-993A-07D7-B7837B404A3F}"/>
                </a:ext>
              </a:extLst>
            </p:cNvPr>
            <p:cNvSpPr/>
            <p:nvPr/>
          </p:nvSpPr>
          <p:spPr>
            <a:xfrm>
              <a:off x="5056375" y="1726400"/>
              <a:ext cx="58675" cy="57900"/>
            </a:xfrm>
            <a:custGeom>
              <a:avLst/>
              <a:gdLst/>
              <a:ahLst/>
              <a:cxnLst/>
              <a:rect l="l" t="t" r="r" b="b"/>
              <a:pathLst>
                <a:path w="2347" h="2316" extrusionOk="0">
                  <a:moveTo>
                    <a:pt x="1190" y="1"/>
                  </a:moveTo>
                  <a:cubicBezTo>
                    <a:pt x="547" y="1"/>
                    <a:pt x="0" y="515"/>
                    <a:pt x="0" y="1158"/>
                  </a:cubicBezTo>
                  <a:cubicBezTo>
                    <a:pt x="0" y="1801"/>
                    <a:pt x="547" y="2315"/>
                    <a:pt x="1190" y="2315"/>
                  </a:cubicBezTo>
                  <a:cubicBezTo>
                    <a:pt x="1801" y="2315"/>
                    <a:pt x="2347" y="1801"/>
                    <a:pt x="2347" y="1158"/>
                  </a:cubicBezTo>
                  <a:cubicBezTo>
                    <a:pt x="2347" y="515"/>
                    <a:pt x="1801" y="1"/>
                    <a:pt x="1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3835;p64">
              <a:extLst>
                <a:ext uri="{FF2B5EF4-FFF2-40B4-BE49-F238E27FC236}">
                  <a16:creationId xmlns:a16="http://schemas.microsoft.com/office/drawing/2014/main" id="{CB58CEB1-3283-49D5-1CEB-03F55B8F59BD}"/>
                </a:ext>
              </a:extLst>
            </p:cNvPr>
            <p:cNvSpPr/>
            <p:nvPr/>
          </p:nvSpPr>
          <p:spPr>
            <a:xfrm>
              <a:off x="5051550" y="1720775"/>
              <a:ext cx="68325" cy="69150"/>
            </a:xfrm>
            <a:custGeom>
              <a:avLst/>
              <a:gdLst/>
              <a:ahLst/>
              <a:cxnLst/>
              <a:rect l="l" t="t" r="r" b="b"/>
              <a:pathLst>
                <a:path w="2733" h="2766" extrusionOk="0">
                  <a:moveTo>
                    <a:pt x="1383" y="451"/>
                  </a:moveTo>
                  <a:cubicBezTo>
                    <a:pt x="1897" y="451"/>
                    <a:pt x="2315" y="869"/>
                    <a:pt x="2315" y="1383"/>
                  </a:cubicBezTo>
                  <a:cubicBezTo>
                    <a:pt x="2315" y="1929"/>
                    <a:pt x="1897" y="2347"/>
                    <a:pt x="1383" y="2347"/>
                  </a:cubicBezTo>
                  <a:cubicBezTo>
                    <a:pt x="836" y="2347"/>
                    <a:pt x="418" y="1929"/>
                    <a:pt x="418" y="1383"/>
                  </a:cubicBezTo>
                  <a:cubicBezTo>
                    <a:pt x="418" y="869"/>
                    <a:pt x="836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11" y="1"/>
                    <a:pt x="1" y="643"/>
                    <a:pt x="1" y="1383"/>
                  </a:cubicBezTo>
                  <a:cubicBezTo>
                    <a:pt x="1" y="2154"/>
                    <a:pt x="611" y="2765"/>
                    <a:pt x="1383" y="2765"/>
                  </a:cubicBezTo>
                  <a:cubicBezTo>
                    <a:pt x="2122" y="2765"/>
                    <a:pt x="2733" y="2154"/>
                    <a:pt x="2733" y="1383"/>
                  </a:cubicBezTo>
                  <a:cubicBezTo>
                    <a:pt x="2733" y="643"/>
                    <a:pt x="2122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3836;p64">
              <a:extLst>
                <a:ext uri="{FF2B5EF4-FFF2-40B4-BE49-F238E27FC236}">
                  <a16:creationId xmlns:a16="http://schemas.microsoft.com/office/drawing/2014/main" id="{7AE8F9C3-32A6-5FB0-C1E9-B566BBDE3D61}"/>
                </a:ext>
              </a:extLst>
            </p:cNvPr>
            <p:cNvSpPr/>
            <p:nvPr/>
          </p:nvSpPr>
          <p:spPr>
            <a:xfrm>
              <a:off x="2203550" y="1434700"/>
              <a:ext cx="830975" cy="432350"/>
            </a:xfrm>
            <a:custGeom>
              <a:avLst/>
              <a:gdLst/>
              <a:ahLst/>
              <a:cxnLst/>
              <a:rect l="l" t="t" r="r" b="b"/>
              <a:pathLst>
                <a:path w="33239" h="17294" extrusionOk="0">
                  <a:moveTo>
                    <a:pt x="1" y="0"/>
                  </a:moveTo>
                  <a:lnTo>
                    <a:pt x="1" y="17294"/>
                  </a:lnTo>
                  <a:lnTo>
                    <a:pt x="33238" y="1729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3837;p64">
              <a:extLst>
                <a:ext uri="{FF2B5EF4-FFF2-40B4-BE49-F238E27FC236}">
                  <a16:creationId xmlns:a16="http://schemas.microsoft.com/office/drawing/2014/main" id="{43C596E1-713B-944C-8788-EFF47E30F4D3}"/>
                </a:ext>
              </a:extLst>
            </p:cNvPr>
            <p:cNvSpPr/>
            <p:nvPr/>
          </p:nvSpPr>
          <p:spPr>
            <a:xfrm>
              <a:off x="2198750" y="1429075"/>
              <a:ext cx="841400" cy="443600"/>
            </a:xfrm>
            <a:custGeom>
              <a:avLst/>
              <a:gdLst/>
              <a:ahLst/>
              <a:cxnLst/>
              <a:rect l="l" t="t" r="r" b="b"/>
              <a:pathLst>
                <a:path w="33656" h="17744" extrusionOk="0">
                  <a:moveTo>
                    <a:pt x="33205" y="418"/>
                  </a:moveTo>
                  <a:lnTo>
                    <a:pt x="33205" y="17326"/>
                  </a:lnTo>
                  <a:lnTo>
                    <a:pt x="418" y="17326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17519"/>
                  </a:lnTo>
                  <a:cubicBezTo>
                    <a:pt x="0" y="17583"/>
                    <a:pt x="0" y="17647"/>
                    <a:pt x="64" y="17680"/>
                  </a:cubicBezTo>
                  <a:cubicBezTo>
                    <a:pt x="96" y="17712"/>
                    <a:pt x="161" y="17744"/>
                    <a:pt x="193" y="17744"/>
                  </a:cubicBezTo>
                  <a:lnTo>
                    <a:pt x="33430" y="17744"/>
                  </a:lnTo>
                  <a:cubicBezTo>
                    <a:pt x="33494" y="17744"/>
                    <a:pt x="33527" y="17712"/>
                    <a:pt x="33591" y="17680"/>
                  </a:cubicBezTo>
                  <a:cubicBezTo>
                    <a:pt x="33623" y="17647"/>
                    <a:pt x="33655" y="17583"/>
                    <a:pt x="33655" y="1751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3838;p64">
              <a:extLst>
                <a:ext uri="{FF2B5EF4-FFF2-40B4-BE49-F238E27FC236}">
                  <a16:creationId xmlns:a16="http://schemas.microsoft.com/office/drawing/2014/main" id="{3835A762-D225-DA2E-9694-9FB99FA3FF42}"/>
                </a:ext>
              </a:extLst>
            </p:cNvPr>
            <p:cNvSpPr/>
            <p:nvPr/>
          </p:nvSpPr>
          <p:spPr>
            <a:xfrm>
              <a:off x="2203550" y="1434700"/>
              <a:ext cx="830975" cy="76350"/>
            </a:xfrm>
            <a:custGeom>
              <a:avLst/>
              <a:gdLst/>
              <a:ahLst/>
              <a:cxnLst/>
              <a:rect l="l" t="t" r="r" b="b"/>
              <a:pathLst>
                <a:path w="33239" h="3054" extrusionOk="0">
                  <a:moveTo>
                    <a:pt x="1" y="0"/>
                  </a:moveTo>
                  <a:lnTo>
                    <a:pt x="1" y="3054"/>
                  </a:lnTo>
                  <a:lnTo>
                    <a:pt x="33238" y="305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3839;p64">
              <a:extLst>
                <a:ext uri="{FF2B5EF4-FFF2-40B4-BE49-F238E27FC236}">
                  <a16:creationId xmlns:a16="http://schemas.microsoft.com/office/drawing/2014/main" id="{7FEB046E-A7A8-D46C-1B6F-38279C3C355E}"/>
                </a:ext>
              </a:extLst>
            </p:cNvPr>
            <p:cNvSpPr/>
            <p:nvPr/>
          </p:nvSpPr>
          <p:spPr>
            <a:xfrm>
              <a:off x="2198750" y="1429075"/>
              <a:ext cx="841400" cy="87600"/>
            </a:xfrm>
            <a:custGeom>
              <a:avLst/>
              <a:gdLst/>
              <a:ahLst/>
              <a:cxnLst/>
              <a:rect l="l" t="t" r="r" b="b"/>
              <a:pathLst>
                <a:path w="33656" h="3504" extrusionOk="0">
                  <a:moveTo>
                    <a:pt x="33205" y="418"/>
                  </a:moveTo>
                  <a:lnTo>
                    <a:pt x="33205" y="3054"/>
                  </a:lnTo>
                  <a:lnTo>
                    <a:pt x="418" y="3054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3279"/>
                  </a:lnTo>
                  <a:cubicBezTo>
                    <a:pt x="0" y="3343"/>
                    <a:pt x="0" y="3407"/>
                    <a:pt x="64" y="3440"/>
                  </a:cubicBezTo>
                  <a:cubicBezTo>
                    <a:pt x="96" y="3472"/>
                    <a:pt x="161" y="3504"/>
                    <a:pt x="193" y="3504"/>
                  </a:cubicBezTo>
                  <a:lnTo>
                    <a:pt x="33430" y="3504"/>
                  </a:lnTo>
                  <a:cubicBezTo>
                    <a:pt x="33494" y="3504"/>
                    <a:pt x="33527" y="3472"/>
                    <a:pt x="33591" y="3440"/>
                  </a:cubicBezTo>
                  <a:cubicBezTo>
                    <a:pt x="33623" y="3407"/>
                    <a:pt x="33655" y="3343"/>
                    <a:pt x="33655" y="327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3840;p64">
              <a:extLst>
                <a:ext uri="{FF2B5EF4-FFF2-40B4-BE49-F238E27FC236}">
                  <a16:creationId xmlns:a16="http://schemas.microsoft.com/office/drawing/2014/main" id="{A0B728D0-89EF-ACA9-CED7-4D5B50C0A562}"/>
                </a:ext>
              </a:extLst>
            </p:cNvPr>
            <p:cNvSpPr/>
            <p:nvPr/>
          </p:nvSpPr>
          <p:spPr>
            <a:xfrm>
              <a:off x="2328925" y="1603450"/>
              <a:ext cx="580225" cy="123775"/>
            </a:xfrm>
            <a:custGeom>
              <a:avLst/>
              <a:gdLst/>
              <a:ahLst/>
              <a:cxnLst/>
              <a:rect l="l" t="t" r="r" b="b"/>
              <a:pathLst>
                <a:path w="23209" h="4951" extrusionOk="0">
                  <a:moveTo>
                    <a:pt x="0" y="1"/>
                  </a:moveTo>
                  <a:lnTo>
                    <a:pt x="0" y="4951"/>
                  </a:lnTo>
                  <a:lnTo>
                    <a:pt x="23209" y="4951"/>
                  </a:lnTo>
                  <a:lnTo>
                    <a:pt x="232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3841;p64">
              <a:extLst>
                <a:ext uri="{FF2B5EF4-FFF2-40B4-BE49-F238E27FC236}">
                  <a16:creationId xmlns:a16="http://schemas.microsoft.com/office/drawing/2014/main" id="{F56074B9-F474-0140-1898-18AB2F7CEEF2}"/>
                </a:ext>
              </a:extLst>
            </p:cNvPr>
            <p:cNvSpPr/>
            <p:nvPr/>
          </p:nvSpPr>
          <p:spPr>
            <a:xfrm>
              <a:off x="2323300" y="1597825"/>
              <a:ext cx="591475" cy="135025"/>
            </a:xfrm>
            <a:custGeom>
              <a:avLst/>
              <a:gdLst/>
              <a:ahLst/>
              <a:cxnLst/>
              <a:rect l="l" t="t" r="r" b="b"/>
              <a:pathLst>
                <a:path w="23659" h="5401" extrusionOk="0">
                  <a:moveTo>
                    <a:pt x="23241" y="418"/>
                  </a:moveTo>
                  <a:lnTo>
                    <a:pt x="23241" y="4983"/>
                  </a:lnTo>
                  <a:lnTo>
                    <a:pt x="418" y="4983"/>
                  </a:lnTo>
                  <a:lnTo>
                    <a:pt x="418" y="418"/>
                  </a:lnTo>
                  <a:close/>
                  <a:moveTo>
                    <a:pt x="225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33" y="97"/>
                    <a:pt x="0" y="161"/>
                    <a:pt x="0" y="226"/>
                  </a:cubicBezTo>
                  <a:lnTo>
                    <a:pt x="0" y="5176"/>
                  </a:lnTo>
                  <a:cubicBezTo>
                    <a:pt x="0" y="5240"/>
                    <a:pt x="33" y="5304"/>
                    <a:pt x="65" y="5336"/>
                  </a:cubicBezTo>
                  <a:cubicBezTo>
                    <a:pt x="97" y="5369"/>
                    <a:pt x="161" y="5401"/>
                    <a:pt x="225" y="5401"/>
                  </a:cubicBezTo>
                  <a:lnTo>
                    <a:pt x="23434" y="5401"/>
                  </a:lnTo>
                  <a:cubicBezTo>
                    <a:pt x="23498" y="5401"/>
                    <a:pt x="23562" y="5369"/>
                    <a:pt x="23594" y="5336"/>
                  </a:cubicBezTo>
                  <a:cubicBezTo>
                    <a:pt x="23627" y="5304"/>
                    <a:pt x="23659" y="5240"/>
                    <a:pt x="23659" y="5176"/>
                  </a:cubicBezTo>
                  <a:lnTo>
                    <a:pt x="23659" y="226"/>
                  </a:lnTo>
                  <a:cubicBezTo>
                    <a:pt x="23659" y="161"/>
                    <a:pt x="23627" y="97"/>
                    <a:pt x="23594" y="65"/>
                  </a:cubicBezTo>
                  <a:cubicBezTo>
                    <a:pt x="23562" y="33"/>
                    <a:pt x="23498" y="0"/>
                    <a:pt x="23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3842;p64">
              <a:extLst>
                <a:ext uri="{FF2B5EF4-FFF2-40B4-BE49-F238E27FC236}">
                  <a16:creationId xmlns:a16="http://schemas.microsoft.com/office/drawing/2014/main" id="{08D56CC5-0794-F43A-C3E8-EFA94FA6F3BD}"/>
                </a:ext>
              </a:extLst>
            </p:cNvPr>
            <p:cNvSpPr/>
            <p:nvPr/>
          </p:nvSpPr>
          <p:spPr>
            <a:xfrm>
              <a:off x="2357050" y="1644425"/>
              <a:ext cx="45825" cy="46650"/>
            </a:xfrm>
            <a:custGeom>
              <a:avLst/>
              <a:gdLst/>
              <a:ahLst/>
              <a:cxnLst/>
              <a:rect l="l" t="t" r="r" b="b"/>
              <a:pathLst>
                <a:path w="1833" h="1866" extrusionOk="0">
                  <a:moveTo>
                    <a:pt x="708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3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33" y="1255"/>
                  </a:lnTo>
                  <a:lnTo>
                    <a:pt x="1190" y="933"/>
                  </a:lnTo>
                  <a:lnTo>
                    <a:pt x="1833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3843;p64">
              <a:extLst>
                <a:ext uri="{FF2B5EF4-FFF2-40B4-BE49-F238E27FC236}">
                  <a16:creationId xmlns:a16="http://schemas.microsoft.com/office/drawing/2014/main" id="{A22024E7-632D-A507-3EAB-00664387490B}"/>
                </a:ext>
              </a:extLst>
            </p:cNvPr>
            <p:cNvSpPr/>
            <p:nvPr/>
          </p:nvSpPr>
          <p:spPr>
            <a:xfrm>
              <a:off x="24173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7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3844;p64">
              <a:extLst>
                <a:ext uri="{FF2B5EF4-FFF2-40B4-BE49-F238E27FC236}">
                  <a16:creationId xmlns:a16="http://schemas.microsoft.com/office/drawing/2014/main" id="{1835EE3E-6589-985A-3310-3DE519F00624}"/>
                </a:ext>
              </a:extLst>
            </p:cNvPr>
            <p:cNvSpPr/>
            <p:nvPr/>
          </p:nvSpPr>
          <p:spPr>
            <a:xfrm>
              <a:off x="2476775" y="1644425"/>
              <a:ext cx="45050" cy="46650"/>
            </a:xfrm>
            <a:custGeom>
              <a:avLst/>
              <a:gdLst/>
              <a:ahLst/>
              <a:cxnLst/>
              <a:rect l="l" t="t" r="r" b="b"/>
              <a:pathLst>
                <a:path w="1802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2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2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3845;p64">
              <a:extLst>
                <a:ext uri="{FF2B5EF4-FFF2-40B4-BE49-F238E27FC236}">
                  <a16:creationId xmlns:a16="http://schemas.microsoft.com/office/drawing/2014/main" id="{BB190588-6B42-9D2A-B7D0-6670C90A0645}"/>
                </a:ext>
              </a:extLst>
            </p:cNvPr>
            <p:cNvSpPr/>
            <p:nvPr/>
          </p:nvSpPr>
          <p:spPr>
            <a:xfrm>
              <a:off x="2537050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12" y="933"/>
                  </a:lnTo>
                  <a:lnTo>
                    <a:pt x="1" y="1222"/>
                  </a:lnTo>
                  <a:lnTo>
                    <a:pt x="194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4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3846;p64">
              <a:extLst>
                <a:ext uri="{FF2B5EF4-FFF2-40B4-BE49-F238E27FC236}">
                  <a16:creationId xmlns:a16="http://schemas.microsoft.com/office/drawing/2014/main" id="{3BFF2504-975D-4580-1B46-A8E459338B21}"/>
                </a:ext>
              </a:extLst>
            </p:cNvPr>
            <p:cNvSpPr/>
            <p:nvPr/>
          </p:nvSpPr>
          <p:spPr>
            <a:xfrm>
              <a:off x="25965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3847;p64">
              <a:extLst>
                <a:ext uri="{FF2B5EF4-FFF2-40B4-BE49-F238E27FC236}">
                  <a16:creationId xmlns:a16="http://schemas.microsoft.com/office/drawing/2014/main" id="{B5A8A277-7AB5-1465-3FFA-EFC2ABB06552}"/>
                </a:ext>
              </a:extLst>
            </p:cNvPr>
            <p:cNvSpPr/>
            <p:nvPr/>
          </p:nvSpPr>
          <p:spPr>
            <a:xfrm>
              <a:off x="2656000" y="1644425"/>
              <a:ext cx="45825" cy="46650"/>
            </a:xfrm>
            <a:custGeom>
              <a:avLst/>
              <a:gdLst/>
              <a:ahLst/>
              <a:cxnLst/>
              <a:rect l="l" t="t" r="r" b="b"/>
              <a:pathLst>
                <a:path w="1833" h="1866" extrusionOk="0">
                  <a:moveTo>
                    <a:pt x="707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2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7" y="1865"/>
                  </a:lnTo>
                  <a:lnTo>
                    <a:pt x="1125" y="1865"/>
                  </a:lnTo>
                  <a:lnTo>
                    <a:pt x="1061" y="1158"/>
                  </a:lnTo>
                  <a:lnTo>
                    <a:pt x="1607" y="1608"/>
                  </a:lnTo>
                  <a:lnTo>
                    <a:pt x="1832" y="1255"/>
                  </a:lnTo>
                  <a:lnTo>
                    <a:pt x="1190" y="933"/>
                  </a:lnTo>
                  <a:lnTo>
                    <a:pt x="1832" y="612"/>
                  </a:lnTo>
                  <a:lnTo>
                    <a:pt x="1607" y="258"/>
                  </a:lnTo>
                  <a:lnTo>
                    <a:pt x="1061" y="676"/>
                  </a:lnTo>
                  <a:lnTo>
                    <a:pt x="11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3848;p64">
              <a:extLst>
                <a:ext uri="{FF2B5EF4-FFF2-40B4-BE49-F238E27FC236}">
                  <a16:creationId xmlns:a16="http://schemas.microsoft.com/office/drawing/2014/main" id="{FC770376-8D14-E5C5-902C-3FBD1F415E77}"/>
                </a:ext>
              </a:extLst>
            </p:cNvPr>
            <p:cNvSpPr/>
            <p:nvPr/>
          </p:nvSpPr>
          <p:spPr>
            <a:xfrm>
              <a:off x="271627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7" y="1"/>
                  </a:moveTo>
                  <a:lnTo>
                    <a:pt x="771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1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7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7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3849;p64">
              <a:extLst>
                <a:ext uri="{FF2B5EF4-FFF2-40B4-BE49-F238E27FC236}">
                  <a16:creationId xmlns:a16="http://schemas.microsoft.com/office/drawing/2014/main" id="{FC7752F6-8FF4-1F63-61EB-1EE02B845022}"/>
                </a:ext>
              </a:extLst>
            </p:cNvPr>
            <p:cNvSpPr/>
            <p:nvPr/>
          </p:nvSpPr>
          <p:spPr>
            <a:xfrm>
              <a:off x="27757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3850;p64">
              <a:extLst>
                <a:ext uri="{FF2B5EF4-FFF2-40B4-BE49-F238E27FC236}">
                  <a16:creationId xmlns:a16="http://schemas.microsoft.com/office/drawing/2014/main" id="{B2834C76-D6B7-5C22-1CFF-95007E2282DE}"/>
                </a:ext>
              </a:extLst>
            </p:cNvPr>
            <p:cNvSpPr/>
            <p:nvPr/>
          </p:nvSpPr>
          <p:spPr>
            <a:xfrm>
              <a:off x="2836000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676" y="1"/>
                  </a:moveTo>
                  <a:lnTo>
                    <a:pt x="772" y="708"/>
                  </a:lnTo>
                  <a:lnTo>
                    <a:pt x="193" y="290"/>
                  </a:lnTo>
                  <a:lnTo>
                    <a:pt x="1" y="612"/>
                  </a:lnTo>
                  <a:lnTo>
                    <a:pt x="611" y="933"/>
                  </a:lnTo>
                  <a:lnTo>
                    <a:pt x="1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676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3851;p64">
              <a:extLst>
                <a:ext uri="{FF2B5EF4-FFF2-40B4-BE49-F238E27FC236}">
                  <a16:creationId xmlns:a16="http://schemas.microsoft.com/office/drawing/2014/main" id="{9AA0AA09-6319-9D4C-9AAC-C05FFFE06A85}"/>
                </a:ext>
              </a:extLst>
            </p:cNvPr>
            <p:cNvSpPr/>
            <p:nvPr/>
          </p:nvSpPr>
          <p:spPr>
            <a:xfrm>
              <a:off x="3166275" y="1069850"/>
              <a:ext cx="190500" cy="167175"/>
            </a:xfrm>
            <a:custGeom>
              <a:avLst/>
              <a:gdLst/>
              <a:ahLst/>
              <a:cxnLst/>
              <a:rect l="l" t="t" r="r" b="b"/>
              <a:pathLst>
                <a:path w="7620" h="6687" extrusionOk="0">
                  <a:moveTo>
                    <a:pt x="1" y="1"/>
                  </a:moveTo>
                  <a:lnTo>
                    <a:pt x="1" y="6687"/>
                  </a:lnTo>
                  <a:lnTo>
                    <a:pt x="7619" y="33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3852;p64">
              <a:extLst>
                <a:ext uri="{FF2B5EF4-FFF2-40B4-BE49-F238E27FC236}">
                  <a16:creationId xmlns:a16="http://schemas.microsoft.com/office/drawing/2014/main" id="{49E7DFDE-F585-622A-7ABA-D12F2A8F3616}"/>
                </a:ext>
              </a:extLst>
            </p:cNvPr>
            <p:cNvSpPr/>
            <p:nvPr/>
          </p:nvSpPr>
          <p:spPr>
            <a:xfrm>
              <a:off x="5470225" y="2407075"/>
              <a:ext cx="341575" cy="341550"/>
            </a:xfrm>
            <a:custGeom>
              <a:avLst/>
              <a:gdLst/>
              <a:ahLst/>
              <a:cxnLst/>
              <a:rect l="l" t="t" r="r" b="b"/>
              <a:pathLst>
                <a:path w="13663" h="13662" extrusionOk="0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608"/>
                    <a:pt x="3055" y="13661"/>
                    <a:pt x="6815" y="13661"/>
                  </a:cubicBezTo>
                  <a:cubicBezTo>
                    <a:pt x="10608" y="13661"/>
                    <a:pt x="13662" y="10608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3853;p64">
              <a:extLst>
                <a:ext uri="{FF2B5EF4-FFF2-40B4-BE49-F238E27FC236}">
                  <a16:creationId xmlns:a16="http://schemas.microsoft.com/office/drawing/2014/main" id="{F16A6A2F-08AF-7E00-7450-0630AA09F40A}"/>
                </a:ext>
              </a:extLst>
            </p:cNvPr>
            <p:cNvSpPr/>
            <p:nvPr/>
          </p:nvSpPr>
          <p:spPr>
            <a:xfrm>
              <a:off x="5464600" y="2401425"/>
              <a:ext cx="352025" cy="352025"/>
            </a:xfrm>
            <a:custGeom>
              <a:avLst/>
              <a:gdLst/>
              <a:ahLst/>
              <a:cxnLst/>
              <a:rect l="l" t="t" r="r" b="b"/>
              <a:pathLst>
                <a:path w="14081" h="14081" extrusionOk="0">
                  <a:moveTo>
                    <a:pt x="7040" y="451"/>
                  </a:moveTo>
                  <a:cubicBezTo>
                    <a:pt x="8873" y="451"/>
                    <a:pt x="10544" y="1190"/>
                    <a:pt x="11733" y="2380"/>
                  </a:cubicBezTo>
                  <a:cubicBezTo>
                    <a:pt x="12923" y="3569"/>
                    <a:pt x="13662" y="5241"/>
                    <a:pt x="13662" y="7041"/>
                  </a:cubicBezTo>
                  <a:cubicBezTo>
                    <a:pt x="13662" y="8873"/>
                    <a:pt x="12923" y="10544"/>
                    <a:pt x="11733" y="11734"/>
                  </a:cubicBezTo>
                  <a:cubicBezTo>
                    <a:pt x="10544" y="12923"/>
                    <a:pt x="8873" y="13662"/>
                    <a:pt x="7040" y="13662"/>
                  </a:cubicBezTo>
                  <a:cubicBezTo>
                    <a:pt x="5240" y="13662"/>
                    <a:pt x="3569" y="12923"/>
                    <a:pt x="2379" y="11734"/>
                  </a:cubicBezTo>
                  <a:cubicBezTo>
                    <a:pt x="1190" y="10544"/>
                    <a:pt x="451" y="8873"/>
                    <a:pt x="451" y="7041"/>
                  </a:cubicBezTo>
                  <a:cubicBezTo>
                    <a:pt x="451" y="5241"/>
                    <a:pt x="1190" y="3569"/>
                    <a:pt x="2379" y="2380"/>
                  </a:cubicBezTo>
                  <a:cubicBezTo>
                    <a:pt x="3569" y="1190"/>
                    <a:pt x="5240" y="451"/>
                    <a:pt x="7040" y="451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41"/>
                  </a:cubicBezTo>
                  <a:cubicBezTo>
                    <a:pt x="1" y="10930"/>
                    <a:pt x="3183" y="14080"/>
                    <a:pt x="7040" y="14080"/>
                  </a:cubicBezTo>
                  <a:cubicBezTo>
                    <a:pt x="10930" y="14080"/>
                    <a:pt x="14080" y="10930"/>
                    <a:pt x="14080" y="7041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3854;p64">
              <a:extLst>
                <a:ext uri="{FF2B5EF4-FFF2-40B4-BE49-F238E27FC236}">
                  <a16:creationId xmlns:a16="http://schemas.microsoft.com/office/drawing/2014/main" id="{05A9CBD1-37B3-39E3-5B03-F65AAFF70F42}"/>
                </a:ext>
              </a:extLst>
            </p:cNvPr>
            <p:cNvSpPr/>
            <p:nvPr/>
          </p:nvSpPr>
          <p:spPr>
            <a:xfrm>
              <a:off x="5514425" y="2451250"/>
              <a:ext cx="253175" cy="253175"/>
            </a:xfrm>
            <a:custGeom>
              <a:avLst/>
              <a:gdLst/>
              <a:ahLst/>
              <a:cxnLst/>
              <a:rect l="l" t="t" r="r" b="b"/>
              <a:pathLst>
                <a:path w="10127" h="10127" extrusionOk="0">
                  <a:moveTo>
                    <a:pt x="5047" y="1"/>
                  </a:moveTo>
                  <a:cubicBezTo>
                    <a:pt x="2251" y="1"/>
                    <a:pt x="1" y="2251"/>
                    <a:pt x="1" y="5048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8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3855;p64">
              <a:extLst>
                <a:ext uri="{FF2B5EF4-FFF2-40B4-BE49-F238E27FC236}">
                  <a16:creationId xmlns:a16="http://schemas.microsoft.com/office/drawing/2014/main" id="{290145A9-0F96-7A99-DFA5-70DA64C8E91C}"/>
                </a:ext>
              </a:extLst>
            </p:cNvPr>
            <p:cNvSpPr/>
            <p:nvPr/>
          </p:nvSpPr>
          <p:spPr>
            <a:xfrm>
              <a:off x="5508800" y="2445625"/>
              <a:ext cx="264425" cy="264425"/>
            </a:xfrm>
            <a:custGeom>
              <a:avLst/>
              <a:gdLst/>
              <a:ahLst/>
              <a:cxnLst/>
              <a:rect l="l" t="t" r="r" b="b"/>
              <a:pathLst>
                <a:path w="10577" h="10577" extrusionOk="0">
                  <a:moveTo>
                    <a:pt x="5272" y="419"/>
                  </a:moveTo>
                  <a:cubicBezTo>
                    <a:pt x="6622" y="419"/>
                    <a:pt x="7844" y="965"/>
                    <a:pt x="8712" y="1865"/>
                  </a:cubicBezTo>
                  <a:cubicBezTo>
                    <a:pt x="9612" y="2733"/>
                    <a:pt x="10158" y="3955"/>
                    <a:pt x="10158" y="5273"/>
                  </a:cubicBezTo>
                  <a:cubicBezTo>
                    <a:pt x="10158" y="6623"/>
                    <a:pt x="9612" y="7844"/>
                    <a:pt x="8712" y="8712"/>
                  </a:cubicBezTo>
                  <a:cubicBezTo>
                    <a:pt x="7844" y="9612"/>
                    <a:pt x="6622" y="10159"/>
                    <a:pt x="5272" y="10159"/>
                  </a:cubicBezTo>
                  <a:cubicBezTo>
                    <a:pt x="3954" y="10159"/>
                    <a:pt x="2733" y="9612"/>
                    <a:pt x="1865" y="8712"/>
                  </a:cubicBezTo>
                  <a:cubicBezTo>
                    <a:pt x="965" y="7844"/>
                    <a:pt x="419" y="6623"/>
                    <a:pt x="419" y="5273"/>
                  </a:cubicBezTo>
                  <a:cubicBezTo>
                    <a:pt x="419" y="3955"/>
                    <a:pt x="965" y="2733"/>
                    <a:pt x="1865" y="1865"/>
                  </a:cubicBezTo>
                  <a:cubicBezTo>
                    <a:pt x="2733" y="965"/>
                    <a:pt x="3954" y="419"/>
                    <a:pt x="5272" y="419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80"/>
                    <a:pt x="1" y="5273"/>
                  </a:cubicBezTo>
                  <a:cubicBezTo>
                    <a:pt x="1" y="8198"/>
                    <a:pt x="2379" y="10576"/>
                    <a:pt x="5272" y="10576"/>
                  </a:cubicBezTo>
                  <a:cubicBezTo>
                    <a:pt x="8198" y="10576"/>
                    <a:pt x="10576" y="8198"/>
                    <a:pt x="10576" y="5273"/>
                  </a:cubicBezTo>
                  <a:cubicBezTo>
                    <a:pt x="10576" y="2380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3856;p64">
              <a:extLst>
                <a:ext uri="{FF2B5EF4-FFF2-40B4-BE49-F238E27FC236}">
                  <a16:creationId xmlns:a16="http://schemas.microsoft.com/office/drawing/2014/main" id="{4A166860-9DDD-6F64-7333-27CC66D536A2}"/>
                </a:ext>
              </a:extLst>
            </p:cNvPr>
            <p:cNvSpPr/>
            <p:nvPr/>
          </p:nvSpPr>
          <p:spPr>
            <a:xfrm>
              <a:off x="5589175" y="2480200"/>
              <a:ext cx="103675" cy="189475"/>
            </a:xfrm>
            <a:custGeom>
              <a:avLst/>
              <a:gdLst/>
              <a:ahLst/>
              <a:cxnLst/>
              <a:rect l="l" t="t" r="r" b="b"/>
              <a:pathLst>
                <a:path w="4147" h="7579" extrusionOk="0">
                  <a:moveTo>
                    <a:pt x="2057" y="0"/>
                  </a:moveTo>
                  <a:cubicBezTo>
                    <a:pt x="1993" y="0"/>
                    <a:pt x="1897" y="32"/>
                    <a:pt x="1832" y="97"/>
                  </a:cubicBezTo>
                  <a:cubicBezTo>
                    <a:pt x="1768" y="161"/>
                    <a:pt x="1736" y="225"/>
                    <a:pt x="1736" y="354"/>
                  </a:cubicBezTo>
                  <a:lnTo>
                    <a:pt x="1736" y="1351"/>
                  </a:lnTo>
                  <a:lnTo>
                    <a:pt x="1736" y="1351"/>
                  </a:lnTo>
                  <a:cubicBezTo>
                    <a:pt x="1278" y="1376"/>
                    <a:pt x="892" y="1479"/>
                    <a:pt x="579" y="1672"/>
                  </a:cubicBezTo>
                  <a:cubicBezTo>
                    <a:pt x="193" y="1929"/>
                    <a:pt x="0" y="2282"/>
                    <a:pt x="0" y="2765"/>
                  </a:cubicBezTo>
                  <a:cubicBezTo>
                    <a:pt x="0" y="2957"/>
                    <a:pt x="0" y="3118"/>
                    <a:pt x="64" y="3247"/>
                  </a:cubicBezTo>
                  <a:cubicBezTo>
                    <a:pt x="97" y="3407"/>
                    <a:pt x="161" y="3504"/>
                    <a:pt x="257" y="3600"/>
                  </a:cubicBezTo>
                  <a:cubicBezTo>
                    <a:pt x="322" y="3697"/>
                    <a:pt x="450" y="3793"/>
                    <a:pt x="611" y="3890"/>
                  </a:cubicBezTo>
                  <a:cubicBezTo>
                    <a:pt x="772" y="3954"/>
                    <a:pt x="900" y="4018"/>
                    <a:pt x="1061" y="4083"/>
                  </a:cubicBezTo>
                  <a:cubicBezTo>
                    <a:pt x="1222" y="4147"/>
                    <a:pt x="1415" y="4211"/>
                    <a:pt x="1672" y="4275"/>
                  </a:cubicBezTo>
                  <a:lnTo>
                    <a:pt x="2315" y="4436"/>
                  </a:lnTo>
                  <a:cubicBezTo>
                    <a:pt x="2507" y="4500"/>
                    <a:pt x="2636" y="4565"/>
                    <a:pt x="2732" y="4629"/>
                  </a:cubicBezTo>
                  <a:cubicBezTo>
                    <a:pt x="2861" y="4693"/>
                    <a:pt x="2893" y="4790"/>
                    <a:pt x="2893" y="4886"/>
                  </a:cubicBezTo>
                  <a:cubicBezTo>
                    <a:pt x="2893" y="4983"/>
                    <a:pt x="2861" y="5079"/>
                    <a:pt x="2797" y="5143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lnTo>
                    <a:pt x="1897" y="5336"/>
                  </a:lnTo>
                  <a:cubicBezTo>
                    <a:pt x="1768" y="5336"/>
                    <a:pt x="1607" y="5304"/>
                    <a:pt x="1479" y="5272"/>
                  </a:cubicBezTo>
                  <a:cubicBezTo>
                    <a:pt x="1350" y="5240"/>
                    <a:pt x="1254" y="5208"/>
                    <a:pt x="1190" y="5175"/>
                  </a:cubicBezTo>
                  <a:cubicBezTo>
                    <a:pt x="1093" y="5143"/>
                    <a:pt x="1029" y="5079"/>
                    <a:pt x="932" y="5047"/>
                  </a:cubicBezTo>
                  <a:cubicBezTo>
                    <a:pt x="836" y="4983"/>
                    <a:pt x="772" y="4950"/>
                    <a:pt x="739" y="4950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86"/>
                    <a:pt x="225" y="4918"/>
                    <a:pt x="161" y="4983"/>
                  </a:cubicBezTo>
                  <a:cubicBezTo>
                    <a:pt x="97" y="5047"/>
                    <a:pt x="64" y="5143"/>
                    <a:pt x="32" y="5240"/>
                  </a:cubicBezTo>
                  <a:cubicBezTo>
                    <a:pt x="0" y="5304"/>
                    <a:pt x="0" y="5400"/>
                    <a:pt x="32" y="5497"/>
                  </a:cubicBezTo>
                  <a:cubicBezTo>
                    <a:pt x="64" y="5593"/>
                    <a:pt x="97" y="5690"/>
                    <a:pt x="193" y="5754"/>
                  </a:cubicBezTo>
                  <a:cubicBezTo>
                    <a:pt x="660" y="6075"/>
                    <a:pt x="1206" y="6264"/>
                    <a:pt x="1832" y="6320"/>
                  </a:cubicBezTo>
                  <a:lnTo>
                    <a:pt x="1832" y="6320"/>
                  </a:lnTo>
                  <a:lnTo>
                    <a:pt x="1832" y="7233"/>
                  </a:lnTo>
                  <a:cubicBezTo>
                    <a:pt x="1832" y="7393"/>
                    <a:pt x="1865" y="7490"/>
                    <a:pt x="1993" y="7554"/>
                  </a:cubicBezTo>
                  <a:cubicBezTo>
                    <a:pt x="2041" y="7570"/>
                    <a:pt x="2098" y="7578"/>
                    <a:pt x="2154" y="7578"/>
                  </a:cubicBezTo>
                  <a:cubicBezTo>
                    <a:pt x="2210" y="7578"/>
                    <a:pt x="2266" y="7570"/>
                    <a:pt x="2315" y="7554"/>
                  </a:cubicBezTo>
                  <a:cubicBezTo>
                    <a:pt x="2443" y="7490"/>
                    <a:pt x="2475" y="7393"/>
                    <a:pt x="2475" y="7233"/>
                  </a:cubicBezTo>
                  <a:lnTo>
                    <a:pt x="2475" y="6315"/>
                  </a:lnTo>
                  <a:lnTo>
                    <a:pt x="2475" y="6315"/>
                  </a:lnTo>
                  <a:cubicBezTo>
                    <a:pt x="2707" y="6294"/>
                    <a:pt x="2919" y="6252"/>
                    <a:pt x="3118" y="6172"/>
                  </a:cubicBezTo>
                  <a:cubicBezTo>
                    <a:pt x="3440" y="6075"/>
                    <a:pt x="3697" y="5883"/>
                    <a:pt x="3890" y="5625"/>
                  </a:cubicBezTo>
                  <a:cubicBezTo>
                    <a:pt x="4083" y="5400"/>
                    <a:pt x="4147" y="5079"/>
                    <a:pt x="4147" y="4725"/>
                  </a:cubicBezTo>
                  <a:cubicBezTo>
                    <a:pt x="4147" y="4500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61"/>
                  </a:cubicBezTo>
                  <a:cubicBezTo>
                    <a:pt x="3568" y="3632"/>
                    <a:pt x="3407" y="3536"/>
                    <a:pt x="3215" y="3472"/>
                  </a:cubicBezTo>
                  <a:cubicBezTo>
                    <a:pt x="3022" y="3407"/>
                    <a:pt x="2797" y="3343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5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507"/>
                    <a:pt x="1511" y="2443"/>
                  </a:cubicBezTo>
                  <a:cubicBezTo>
                    <a:pt x="1607" y="2379"/>
                    <a:pt x="1704" y="2347"/>
                    <a:pt x="1832" y="2347"/>
                  </a:cubicBezTo>
                  <a:lnTo>
                    <a:pt x="2218" y="2347"/>
                  </a:lnTo>
                  <a:cubicBezTo>
                    <a:pt x="2540" y="2379"/>
                    <a:pt x="2893" y="2443"/>
                    <a:pt x="3182" y="2572"/>
                  </a:cubicBezTo>
                  <a:cubicBezTo>
                    <a:pt x="3273" y="2594"/>
                    <a:pt x="3364" y="2617"/>
                    <a:pt x="3444" y="2617"/>
                  </a:cubicBezTo>
                  <a:cubicBezTo>
                    <a:pt x="3477" y="2617"/>
                    <a:pt x="3508" y="2613"/>
                    <a:pt x="3536" y="2604"/>
                  </a:cubicBezTo>
                  <a:cubicBezTo>
                    <a:pt x="3632" y="2572"/>
                    <a:pt x="3697" y="2540"/>
                    <a:pt x="3761" y="2443"/>
                  </a:cubicBezTo>
                  <a:cubicBezTo>
                    <a:pt x="3793" y="2379"/>
                    <a:pt x="3825" y="2282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0"/>
                    <a:pt x="3632" y="1736"/>
                    <a:pt x="3536" y="1672"/>
                  </a:cubicBezTo>
                  <a:cubicBezTo>
                    <a:pt x="3375" y="1607"/>
                    <a:pt x="3247" y="1575"/>
                    <a:pt x="3150" y="1543"/>
                  </a:cubicBezTo>
                  <a:cubicBezTo>
                    <a:pt x="3086" y="1511"/>
                    <a:pt x="2925" y="1447"/>
                    <a:pt x="2765" y="1415"/>
                  </a:cubicBezTo>
                  <a:cubicBezTo>
                    <a:pt x="2649" y="1391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54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2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3857;p64">
              <a:extLst>
                <a:ext uri="{FF2B5EF4-FFF2-40B4-BE49-F238E27FC236}">
                  <a16:creationId xmlns:a16="http://schemas.microsoft.com/office/drawing/2014/main" id="{7B72D6A1-F753-96A2-3937-65F530F8F680}"/>
                </a:ext>
              </a:extLst>
            </p:cNvPr>
            <p:cNvSpPr/>
            <p:nvPr/>
          </p:nvSpPr>
          <p:spPr>
            <a:xfrm>
              <a:off x="5470225" y="2280900"/>
              <a:ext cx="341575" cy="340750"/>
            </a:xfrm>
            <a:custGeom>
              <a:avLst/>
              <a:gdLst/>
              <a:ahLst/>
              <a:cxnLst/>
              <a:rect l="l" t="t" r="r" b="b"/>
              <a:pathLst>
                <a:path w="13663" h="13630" extrusionOk="0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576"/>
                    <a:pt x="3055" y="13630"/>
                    <a:pt x="6815" y="13630"/>
                  </a:cubicBezTo>
                  <a:cubicBezTo>
                    <a:pt x="10608" y="13630"/>
                    <a:pt x="13662" y="10576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3858;p64">
              <a:extLst>
                <a:ext uri="{FF2B5EF4-FFF2-40B4-BE49-F238E27FC236}">
                  <a16:creationId xmlns:a16="http://schemas.microsoft.com/office/drawing/2014/main" id="{21FDC815-CEA1-F5DC-8DC5-CB02214BFF61}"/>
                </a:ext>
              </a:extLst>
            </p:cNvPr>
            <p:cNvSpPr/>
            <p:nvPr/>
          </p:nvSpPr>
          <p:spPr>
            <a:xfrm>
              <a:off x="5464600" y="2275275"/>
              <a:ext cx="352025" cy="352000"/>
            </a:xfrm>
            <a:custGeom>
              <a:avLst/>
              <a:gdLst/>
              <a:ahLst/>
              <a:cxnLst/>
              <a:rect l="l" t="t" r="r" b="b"/>
              <a:pathLst>
                <a:path w="14081" h="14080" extrusionOk="0">
                  <a:moveTo>
                    <a:pt x="7040" y="418"/>
                  </a:moveTo>
                  <a:cubicBezTo>
                    <a:pt x="8873" y="418"/>
                    <a:pt x="10544" y="1158"/>
                    <a:pt x="11733" y="2379"/>
                  </a:cubicBezTo>
                  <a:cubicBezTo>
                    <a:pt x="12923" y="3568"/>
                    <a:pt x="13662" y="5208"/>
                    <a:pt x="13662" y="7040"/>
                  </a:cubicBezTo>
                  <a:cubicBezTo>
                    <a:pt x="13662" y="8872"/>
                    <a:pt x="12923" y="10512"/>
                    <a:pt x="11733" y="11733"/>
                  </a:cubicBezTo>
                  <a:cubicBezTo>
                    <a:pt x="10544" y="12922"/>
                    <a:pt x="8873" y="13662"/>
                    <a:pt x="7040" y="13662"/>
                  </a:cubicBezTo>
                  <a:cubicBezTo>
                    <a:pt x="5240" y="13662"/>
                    <a:pt x="3569" y="12922"/>
                    <a:pt x="2379" y="11733"/>
                  </a:cubicBezTo>
                  <a:cubicBezTo>
                    <a:pt x="1190" y="10512"/>
                    <a:pt x="451" y="8872"/>
                    <a:pt x="451" y="7040"/>
                  </a:cubicBezTo>
                  <a:cubicBezTo>
                    <a:pt x="451" y="5208"/>
                    <a:pt x="1190" y="3568"/>
                    <a:pt x="2379" y="2379"/>
                  </a:cubicBezTo>
                  <a:cubicBezTo>
                    <a:pt x="3569" y="1158"/>
                    <a:pt x="5240" y="418"/>
                    <a:pt x="7040" y="418"/>
                  </a:cubicBezTo>
                  <a:close/>
                  <a:moveTo>
                    <a:pt x="7040" y="0"/>
                  </a:moveTo>
                  <a:cubicBezTo>
                    <a:pt x="3183" y="0"/>
                    <a:pt x="1" y="3150"/>
                    <a:pt x="1" y="7040"/>
                  </a:cubicBezTo>
                  <a:cubicBezTo>
                    <a:pt x="1" y="10929"/>
                    <a:pt x="3183" y="14080"/>
                    <a:pt x="7040" y="14080"/>
                  </a:cubicBezTo>
                  <a:cubicBezTo>
                    <a:pt x="10930" y="14080"/>
                    <a:pt x="14080" y="10929"/>
                    <a:pt x="14080" y="7040"/>
                  </a:cubicBezTo>
                  <a:cubicBezTo>
                    <a:pt x="14080" y="3150"/>
                    <a:pt x="10930" y="0"/>
                    <a:pt x="7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3859;p64">
              <a:extLst>
                <a:ext uri="{FF2B5EF4-FFF2-40B4-BE49-F238E27FC236}">
                  <a16:creationId xmlns:a16="http://schemas.microsoft.com/office/drawing/2014/main" id="{64D017B9-3FFA-1771-4E40-453141441C0C}"/>
                </a:ext>
              </a:extLst>
            </p:cNvPr>
            <p:cNvSpPr/>
            <p:nvPr/>
          </p:nvSpPr>
          <p:spPr>
            <a:xfrm>
              <a:off x="5514425" y="2324300"/>
              <a:ext cx="253175" cy="253950"/>
            </a:xfrm>
            <a:custGeom>
              <a:avLst/>
              <a:gdLst/>
              <a:ahLst/>
              <a:cxnLst/>
              <a:rect l="l" t="t" r="r" b="b"/>
              <a:pathLst>
                <a:path w="10127" h="10158" extrusionOk="0">
                  <a:moveTo>
                    <a:pt x="5047" y="0"/>
                  </a:moveTo>
                  <a:cubicBezTo>
                    <a:pt x="2251" y="0"/>
                    <a:pt x="1" y="2282"/>
                    <a:pt x="1" y="5079"/>
                  </a:cubicBezTo>
                  <a:cubicBezTo>
                    <a:pt x="1" y="7876"/>
                    <a:pt x="2251" y="10158"/>
                    <a:pt x="5047" y="10158"/>
                  </a:cubicBezTo>
                  <a:cubicBezTo>
                    <a:pt x="7876" y="10158"/>
                    <a:pt x="10126" y="7876"/>
                    <a:pt x="10126" y="5079"/>
                  </a:cubicBezTo>
                  <a:cubicBezTo>
                    <a:pt x="10126" y="2282"/>
                    <a:pt x="7876" y="0"/>
                    <a:pt x="50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3860;p64">
              <a:extLst>
                <a:ext uri="{FF2B5EF4-FFF2-40B4-BE49-F238E27FC236}">
                  <a16:creationId xmlns:a16="http://schemas.microsoft.com/office/drawing/2014/main" id="{180F45BF-AA9C-38B1-B20A-D6C35ABBA660}"/>
                </a:ext>
              </a:extLst>
            </p:cNvPr>
            <p:cNvSpPr/>
            <p:nvPr/>
          </p:nvSpPr>
          <p:spPr>
            <a:xfrm>
              <a:off x="5508800" y="2319475"/>
              <a:ext cx="264425" cy="263600"/>
            </a:xfrm>
            <a:custGeom>
              <a:avLst/>
              <a:gdLst/>
              <a:ahLst/>
              <a:cxnLst/>
              <a:rect l="l" t="t" r="r" b="b"/>
              <a:pathLst>
                <a:path w="10577" h="10544" extrusionOk="0">
                  <a:moveTo>
                    <a:pt x="5272" y="418"/>
                  </a:moveTo>
                  <a:cubicBezTo>
                    <a:pt x="6622" y="418"/>
                    <a:pt x="7844" y="965"/>
                    <a:pt x="8712" y="1832"/>
                  </a:cubicBezTo>
                  <a:cubicBezTo>
                    <a:pt x="9612" y="2733"/>
                    <a:pt x="10158" y="3922"/>
                    <a:pt x="10158" y="5272"/>
                  </a:cubicBezTo>
                  <a:cubicBezTo>
                    <a:pt x="10158" y="6622"/>
                    <a:pt x="9612" y="7844"/>
                    <a:pt x="8712" y="8711"/>
                  </a:cubicBezTo>
                  <a:cubicBezTo>
                    <a:pt x="7844" y="9579"/>
                    <a:pt x="6622" y="10126"/>
                    <a:pt x="5272" y="10126"/>
                  </a:cubicBezTo>
                  <a:cubicBezTo>
                    <a:pt x="3954" y="10126"/>
                    <a:pt x="2733" y="9579"/>
                    <a:pt x="1865" y="8711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22"/>
                    <a:pt x="965" y="2733"/>
                    <a:pt x="1865" y="1832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0"/>
                  </a:moveTo>
                  <a:cubicBezTo>
                    <a:pt x="2379" y="0"/>
                    <a:pt x="1" y="2347"/>
                    <a:pt x="1" y="5272"/>
                  </a:cubicBezTo>
                  <a:cubicBezTo>
                    <a:pt x="1" y="8197"/>
                    <a:pt x="2379" y="10544"/>
                    <a:pt x="5272" y="10544"/>
                  </a:cubicBezTo>
                  <a:cubicBezTo>
                    <a:pt x="8198" y="10544"/>
                    <a:pt x="10576" y="8197"/>
                    <a:pt x="10576" y="5272"/>
                  </a:cubicBezTo>
                  <a:cubicBezTo>
                    <a:pt x="10576" y="2347"/>
                    <a:pt x="8198" y="0"/>
                    <a:pt x="5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3861;p64">
              <a:extLst>
                <a:ext uri="{FF2B5EF4-FFF2-40B4-BE49-F238E27FC236}">
                  <a16:creationId xmlns:a16="http://schemas.microsoft.com/office/drawing/2014/main" id="{260CA155-D71B-23BD-6D88-AA7F47E0EE0C}"/>
                </a:ext>
              </a:extLst>
            </p:cNvPr>
            <p:cNvSpPr/>
            <p:nvPr/>
          </p:nvSpPr>
          <p:spPr>
            <a:xfrm>
              <a:off x="5589175" y="2354025"/>
              <a:ext cx="103675" cy="189275"/>
            </a:xfrm>
            <a:custGeom>
              <a:avLst/>
              <a:gdLst/>
              <a:ahLst/>
              <a:cxnLst/>
              <a:rect l="l" t="t" r="r" b="b"/>
              <a:pathLst>
                <a:path w="4147" h="7571" extrusionOk="0">
                  <a:moveTo>
                    <a:pt x="2057" y="0"/>
                  </a:moveTo>
                  <a:cubicBezTo>
                    <a:pt x="1993" y="0"/>
                    <a:pt x="1897" y="33"/>
                    <a:pt x="1832" y="97"/>
                  </a:cubicBezTo>
                  <a:cubicBezTo>
                    <a:pt x="1768" y="129"/>
                    <a:pt x="1736" y="225"/>
                    <a:pt x="1736" y="322"/>
                  </a:cubicBezTo>
                  <a:lnTo>
                    <a:pt x="1736" y="1337"/>
                  </a:lnTo>
                  <a:lnTo>
                    <a:pt x="1736" y="1337"/>
                  </a:lnTo>
                  <a:cubicBezTo>
                    <a:pt x="1278" y="1359"/>
                    <a:pt x="892" y="1479"/>
                    <a:pt x="579" y="1672"/>
                  </a:cubicBezTo>
                  <a:cubicBezTo>
                    <a:pt x="193" y="1929"/>
                    <a:pt x="0" y="2283"/>
                    <a:pt x="0" y="2733"/>
                  </a:cubicBezTo>
                  <a:cubicBezTo>
                    <a:pt x="0" y="2926"/>
                    <a:pt x="0" y="3086"/>
                    <a:pt x="64" y="3247"/>
                  </a:cubicBezTo>
                  <a:cubicBezTo>
                    <a:pt x="97" y="3376"/>
                    <a:pt x="161" y="3504"/>
                    <a:pt x="257" y="3601"/>
                  </a:cubicBezTo>
                  <a:cubicBezTo>
                    <a:pt x="322" y="3697"/>
                    <a:pt x="450" y="3794"/>
                    <a:pt x="611" y="3858"/>
                  </a:cubicBezTo>
                  <a:cubicBezTo>
                    <a:pt x="772" y="3954"/>
                    <a:pt x="900" y="4019"/>
                    <a:pt x="1061" y="4083"/>
                  </a:cubicBezTo>
                  <a:cubicBezTo>
                    <a:pt x="1222" y="4115"/>
                    <a:pt x="1415" y="4179"/>
                    <a:pt x="1672" y="4276"/>
                  </a:cubicBezTo>
                  <a:lnTo>
                    <a:pt x="2315" y="4436"/>
                  </a:lnTo>
                  <a:cubicBezTo>
                    <a:pt x="2507" y="4469"/>
                    <a:pt x="2636" y="4533"/>
                    <a:pt x="2732" y="4629"/>
                  </a:cubicBezTo>
                  <a:cubicBezTo>
                    <a:pt x="2861" y="4694"/>
                    <a:pt x="2893" y="4790"/>
                    <a:pt x="2893" y="4854"/>
                  </a:cubicBezTo>
                  <a:cubicBezTo>
                    <a:pt x="2893" y="4983"/>
                    <a:pt x="2861" y="5047"/>
                    <a:pt x="2797" y="5111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cubicBezTo>
                    <a:pt x="2122" y="5336"/>
                    <a:pt x="1993" y="5336"/>
                    <a:pt x="1897" y="5304"/>
                  </a:cubicBezTo>
                  <a:cubicBezTo>
                    <a:pt x="1768" y="5304"/>
                    <a:pt x="1607" y="5304"/>
                    <a:pt x="1479" y="5272"/>
                  </a:cubicBezTo>
                  <a:cubicBezTo>
                    <a:pt x="1350" y="5208"/>
                    <a:pt x="1254" y="5176"/>
                    <a:pt x="1190" y="5144"/>
                  </a:cubicBezTo>
                  <a:cubicBezTo>
                    <a:pt x="1093" y="5111"/>
                    <a:pt x="1029" y="5079"/>
                    <a:pt x="932" y="5015"/>
                  </a:cubicBezTo>
                  <a:cubicBezTo>
                    <a:pt x="836" y="4983"/>
                    <a:pt x="772" y="4951"/>
                    <a:pt x="739" y="4919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54"/>
                    <a:pt x="225" y="4919"/>
                    <a:pt x="161" y="4983"/>
                  </a:cubicBezTo>
                  <a:cubicBezTo>
                    <a:pt x="97" y="5047"/>
                    <a:pt x="64" y="5144"/>
                    <a:pt x="32" y="5208"/>
                  </a:cubicBezTo>
                  <a:cubicBezTo>
                    <a:pt x="0" y="5304"/>
                    <a:pt x="0" y="5401"/>
                    <a:pt x="32" y="5497"/>
                  </a:cubicBezTo>
                  <a:cubicBezTo>
                    <a:pt x="64" y="5594"/>
                    <a:pt x="97" y="5658"/>
                    <a:pt x="193" y="5722"/>
                  </a:cubicBezTo>
                  <a:cubicBezTo>
                    <a:pt x="660" y="6072"/>
                    <a:pt x="1206" y="6264"/>
                    <a:pt x="1832" y="6296"/>
                  </a:cubicBezTo>
                  <a:lnTo>
                    <a:pt x="1832" y="6296"/>
                  </a:lnTo>
                  <a:lnTo>
                    <a:pt x="1832" y="7233"/>
                  </a:lnTo>
                  <a:cubicBezTo>
                    <a:pt x="1832" y="7394"/>
                    <a:pt x="1865" y="7490"/>
                    <a:pt x="1993" y="7522"/>
                  </a:cubicBezTo>
                  <a:cubicBezTo>
                    <a:pt x="2041" y="7554"/>
                    <a:pt x="2098" y="7571"/>
                    <a:pt x="2154" y="7571"/>
                  </a:cubicBezTo>
                  <a:cubicBezTo>
                    <a:pt x="2210" y="7571"/>
                    <a:pt x="2266" y="7554"/>
                    <a:pt x="2315" y="7522"/>
                  </a:cubicBezTo>
                  <a:cubicBezTo>
                    <a:pt x="2443" y="7458"/>
                    <a:pt x="2475" y="7362"/>
                    <a:pt x="2475" y="7233"/>
                  </a:cubicBezTo>
                  <a:lnTo>
                    <a:pt x="2475" y="6308"/>
                  </a:lnTo>
                  <a:lnTo>
                    <a:pt x="2475" y="6308"/>
                  </a:lnTo>
                  <a:cubicBezTo>
                    <a:pt x="2707" y="6295"/>
                    <a:pt x="2919" y="6252"/>
                    <a:pt x="3118" y="6172"/>
                  </a:cubicBezTo>
                  <a:cubicBezTo>
                    <a:pt x="3440" y="6076"/>
                    <a:pt x="3697" y="5883"/>
                    <a:pt x="3890" y="5626"/>
                  </a:cubicBezTo>
                  <a:cubicBezTo>
                    <a:pt x="4083" y="5369"/>
                    <a:pt x="4147" y="5079"/>
                    <a:pt x="4147" y="4726"/>
                  </a:cubicBezTo>
                  <a:cubicBezTo>
                    <a:pt x="4147" y="4501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29"/>
                  </a:cubicBezTo>
                  <a:cubicBezTo>
                    <a:pt x="3568" y="3633"/>
                    <a:pt x="3407" y="3536"/>
                    <a:pt x="3215" y="3472"/>
                  </a:cubicBezTo>
                  <a:cubicBezTo>
                    <a:pt x="3022" y="3408"/>
                    <a:pt x="2797" y="3311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6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476"/>
                    <a:pt x="1511" y="2411"/>
                  </a:cubicBezTo>
                  <a:cubicBezTo>
                    <a:pt x="1607" y="2379"/>
                    <a:pt x="1704" y="2347"/>
                    <a:pt x="1832" y="2347"/>
                  </a:cubicBezTo>
                  <a:cubicBezTo>
                    <a:pt x="1913" y="2331"/>
                    <a:pt x="1977" y="2323"/>
                    <a:pt x="2037" y="2323"/>
                  </a:cubicBezTo>
                  <a:cubicBezTo>
                    <a:pt x="2098" y="2323"/>
                    <a:pt x="2154" y="2331"/>
                    <a:pt x="2218" y="2347"/>
                  </a:cubicBezTo>
                  <a:cubicBezTo>
                    <a:pt x="2540" y="2379"/>
                    <a:pt x="2893" y="2443"/>
                    <a:pt x="3182" y="2572"/>
                  </a:cubicBezTo>
                  <a:cubicBezTo>
                    <a:pt x="3311" y="2604"/>
                    <a:pt x="3440" y="2604"/>
                    <a:pt x="3536" y="2604"/>
                  </a:cubicBezTo>
                  <a:cubicBezTo>
                    <a:pt x="3632" y="2572"/>
                    <a:pt x="3697" y="2508"/>
                    <a:pt x="3761" y="2443"/>
                  </a:cubicBezTo>
                  <a:cubicBezTo>
                    <a:pt x="3793" y="2347"/>
                    <a:pt x="3825" y="2283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1"/>
                    <a:pt x="3632" y="1736"/>
                    <a:pt x="3536" y="1672"/>
                  </a:cubicBezTo>
                  <a:cubicBezTo>
                    <a:pt x="3375" y="1608"/>
                    <a:pt x="3247" y="1543"/>
                    <a:pt x="3150" y="1511"/>
                  </a:cubicBezTo>
                  <a:cubicBezTo>
                    <a:pt x="3086" y="1479"/>
                    <a:pt x="2925" y="1447"/>
                    <a:pt x="2765" y="1415"/>
                  </a:cubicBezTo>
                  <a:cubicBezTo>
                    <a:pt x="2649" y="1392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22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3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3862;p64">
              <a:extLst>
                <a:ext uri="{FF2B5EF4-FFF2-40B4-BE49-F238E27FC236}">
                  <a16:creationId xmlns:a16="http://schemas.microsoft.com/office/drawing/2014/main" id="{4F7B5201-7470-5E7D-606B-C39338426FFF}"/>
                </a:ext>
              </a:extLst>
            </p:cNvPr>
            <p:cNvSpPr/>
            <p:nvPr/>
          </p:nvSpPr>
          <p:spPr>
            <a:xfrm>
              <a:off x="5470225" y="2054275"/>
              <a:ext cx="341575" cy="341550"/>
            </a:xfrm>
            <a:custGeom>
              <a:avLst/>
              <a:gdLst/>
              <a:ahLst/>
              <a:cxnLst/>
              <a:rect l="l" t="t" r="r" b="b"/>
              <a:pathLst>
                <a:path w="13663" h="13662" extrusionOk="0">
                  <a:moveTo>
                    <a:pt x="6815" y="1"/>
                  </a:moveTo>
                  <a:cubicBezTo>
                    <a:pt x="3055" y="1"/>
                    <a:pt x="1" y="3054"/>
                    <a:pt x="1" y="6815"/>
                  </a:cubicBezTo>
                  <a:cubicBezTo>
                    <a:pt x="1" y="10608"/>
                    <a:pt x="3055" y="13662"/>
                    <a:pt x="6815" y="13662"/>
                  </a:cubicBezTo>
                  <a:cubicBezTo>
                    <a:pt x="10608" y="13662"/>
                    <a:pt x="13662" y="10608"/>
                    <a:pt x="13662" y="6815"/>
                  </a:cubicBezTo>
                  <a:cubicBezTo>
                    <a:pt x="13662" y="3054"/>
                    <a:pt x="10608" y="1"/>
                    <a:pt x="68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3863;p64">
              <a:extLst>
                <a:ext uri="{FF2B5EF4-FFF2-40B4-BE49-F238E27FC236}">
                  <a16:creationId xmlns:a16="http://schemas.microsoft.com/office/drawing/2014/main" id="{7C037578-E7CC-2878-F86E-52A5052A499B}"/>
                </a:ext>
              </a:extLst>
            </p:cNvPr>
            <p:cNvSpPr/>
            <p:nvPr/>
          </p:nvSpPr>
          <p:spPr>
            <a:xfrm>
              <a:off x="5464600" y="2049450"/>
              <a:ext cx="352025" cy="351200"/>
            </a:xfrm>
            <a:custGeom>
              <a:avLst/>
              <a:gdLst/>
              <a:ahLst/>
              <a:cxnLst/>
              <a:rect l="l" t="t" r="r" b="b"/>
              <a:pathLst>
                <a:path w="14081" h="14048" extrusionOk="0">
                  <a:moveTo>
                    <a:pt x="7040" y="419"/>
                  </a:moveTo>
                  <a:cubicBezTo>
                    <a:pt x="8873" y="419"/>
                    <a:pt x="10544" y="1158"/>
                    <a:pt x="11733" y="2347"/>
                  </a:cubicBezTo>
                  <a:cubicBezTo>
                    <a:pt x="12923" y="3537"/>
                    <a:pt x="13662" y="5208"/>
                    <a:pt x="13662" y="7008"/>
                  </a:cubicBezTo>
                  <a:cubicBezTo>
                    <a:pt x="13662" y="8840"/>
                    <a:pt x="12923" y="10512"/>
                    <a:pt x="11733" y="11701"/>
                  </a:cubicBezTo>
                  <a:cubicBezTo>
                    <a:pt x="10544" y="12891"/>
                    <a:pt x="8873" y="13630"/>
                    <a:pt x="7040" y="13630"/>
                  </a:cubicBezTo>
                  <a:cubicBezTo>
                    <a:pt x="5240" y="13630"/>
                    <a:pt x="3569" y="12891"/>
                    <a:pt x="2379" y="11701"/>
                  </a:cubicBezTo>
                  <a:cubicBezTo>
                    <a:pt x="1190" y="10512"/>
                    <a:pt x="451" y="8840"/>
                    <a:pt x="451" y="7008"/>
                  </a:cubicBezTo>
                  <a:cubicBezTo>
                    <a:pt x="451" y="5208"/>
                    <a:pt x="1190" y="3537"/>
                    <a:pt x="2379" y="2347"/>
                  </a:cubicBezTo>
                  <a:cubicBezTo>
                    <a:pt x="3569" y="1158"/>
                    <a:pt x="5240" y="419"/>
                    <a:pt x="7040" y="419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08"/>
                  </a:cubicBezTo>
                  <a:cubicBezTo>
                    <a:pt x="1" y="10898"/>
                    <a:pt x="3183" y="14048"/>
                    <a:pt x="7040" y="14048"/>
                  </a:cubicBezTo>
                  <a:cubicBezTo>
                    <a:pt x="10930" y="14048"/>
                    <a:pt x="14080" y="10898"/>
                    <a:pt x="14080" y="7008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3864;p64">
              <a:extLst>
                <a:ext uri="{FF2B5EF4-FFF2-40B4-BE49-F238E27FC236}">
                  <a16:creationId xmlns:a16="http://schemas.microsoft.com/office/drawing/2014/main" id="{F871148F-FBE1-4D3A-CA29-54A5E8CC2C8B}"/>
                </a:ext>
              </a:extLst>
            </p:cNvPr>
            <p:cNvSpPr/>
            <p:nvPr/>
          </p:nvSpPr>
          <p:spPr>
            <a:xfrm>
              <a:off x="5514425" y="2098475"/>
              <a:ext cx="253175" cy="253175"/>
            </a:xfrm>
            <a:custGeom>
              <a:avLst/>
              <a:gdLst/>
              <a:ahLst/>
              <a:cxnLst/>
              <a:rect l="l" t="t" r="r" b="b"/>
              <a:pathLst>
                <a:path w="10127" h="10127" extrusionOk="0">
                  <a:moveTo>
                    <a:pt x="5047" y="1"/>
                  </a:moveTo>
                  <a:cubicBezTo>
                    <a:pt x="2251" y="1"/>
                    <a:pt x="1" y="2251"/>
                    <a:pt x="1" y="5047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7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3865;p64">
              <a:extLst>
                <a:ext uri="{FF2B5EF4-FFF2-40B4-BE49-F238E27FC236}">
                  <a16:creationId xmlns:a16="http://schemas.microsoft.com/office/drawing/2014/main" id="{CEA3CE13-BE14-4F54-AA29-FA74B32743CB}"/>
                </a:ext>
              </a:extLst>
            </p:cNvPr>
            <p:cNvSpPr/>
            <p:nvPr/>
          </p:nvSpPr>
          <p:spPr>
            <a:xfrm>
              <a:off x="5508800" y="2092850"/>
              <a:ext cx="264425" cy="264425"/>
            </a:xfrm>
            <a:custGeom>
              <a:avLst/>
              <a:gdLst/>
              <a:ahLst/>
              <a:cxnLst/>
              <a:rect l="l" t="t" r="r" b="b"/>
              <a:pathLst>
                <a:path w="10577" h="10577" extrusionOk="0">
                  <a:moveTo>
                    <a:pt x="5272" y="418"/>
                  </a:moveTo>
                  <a:cubicBezTo>
                    <a:pt x="6622" y="418"/>
                    <a:pt x="7844" y="965"/>
                    <a:pt x="8712" y="1865"/>
                  </a:cubicBezTo>
                  <a:cubicBezTo>
                    <a:pt x="9612" y="2733"/>
                    <a:pt x="10158" y="3954"/>
                    <a:pt x="10158" y="5272"/>
                  </a:cubicBezTo>
                  <a:cubicBezTo>
                    <a:pt x="10158" y="6622"/>
                    <a:pt x="9612" y="7844"/>
                    <a:pt x="8712" y="8712"/>
                  </a:cubicBezTo>
                  <a:cubicBezTo>
                    <a:pt x="7844" y="9612"/>
                    <a:pt x="6622" y="10158"/>
                    <a:pt x="5272" y="10158"/>
                  </a:cubicBezTo>
                  <a:cubicBezTo>
                    <a:pt x="3954" y="10158"/>
                    <a:pt x="2733" y="9612"/>
                    <a:pt x="1865" y="8712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54"/>
                    <a:pt x="965" y="2733"/>
                    <a:pt x="1865" y="1865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79"/>
                    <a:pt x="1" y="5272"/>
                  </a:cubicBezTo>
                  <a:cubicBezTo>
                    <a:pt x="1" y="8197"/>
                    <a:pt x="2379" y="10576"/>
                    <a:pt x="5272" y="10576"/>
                  </a:cubicBezTo>
                  <a:cubicBezTo>
                    <a:pt x="8198" y="10576"/>
                    <a:pt x="10576" y="8197"/>
                    <a:pt x="10576" y="5272"/>
                  </a:cubicBezTo>
                  <a:cubicBezTo>
                    <a:pt x="10576" y="2379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3866;p64">
              <a:extLst>
                <a:ext uri="{FF2B5EF4-FFF2-40B4-BE49-F238E27FC236}">
                  <a16:creationId xmlns:a16="http://schemas.microsoft.com/office/drawing/2014/main" id="{8976D7C0-8EAB-3A31-C3B6-DF7CF351F4F8}"/>
                </a:ext>
              </a:extLst>
            </p:cNvPr>
            <p:cNvSpPr/>
            <p:nvPr/>
          </p:nvSpPr>
          <p:spPr>
            <a:xfrm>
              <a:off x="5589175" y="2127400"/>
              <a:ext cx="103675" cy="189475"/>
            </a:xfrm>
            <a:custGeom>
              <a:avLst/>
              <a:gdLst/>
              <a:ahLst/>
              <a:cxnLst/>
              <a:rect l="l" t="t" r="r" b="b"/>
              <a:pathLst>
                <a:path w="4147" h="7579" extrusionOk="0">
                  <a:moveTo>
                    <a:pt x="2057" y="1"/>
                  </a:moveTo>
                  <a:cubicBezTo>
                    <a:pt x="1993" y="1"/>
                    <a:pt x="1897" y="33"/>
                    <a:pt x="1832" y="97"/>
                  </a:cubicBezTo>
                  <a:cubicBezTo>
                    <a:pt x="1768" y="161"/>
                    <a:pt x="1736" y="226"/>
                    <a:pt x="1736" y="354"/>
                  </a:cubicBezTo>
                  <a:lnTo>
                    <a:pt x="1736" y="1351"/>
                  </a:lnTo>
                  <a:lnTo>
                    <a:pt x="1736" y="1351"/>
                  </a:lnTo>
                  <a:cubicBezTo>
                    <a:pt x="1278" y="1377"/>
                    <a:pt x="892" y="1479"/>
                    <a:pt x="579" y="1672"/>
                  </a:cubicBezTo>
                  <a:cubicBezTo>
                    <a:pt x="193" y="1929"/>
                    <a:pt x="0" y="2283"/>
                    <a:pt x="0" y="2765"/>
                  </a:cubicBezTo>
                  <a:cubicBezTo>
                    <a:pt x="0" y="2958"/>
                    <a:pt x="0" y="3119"/>
                    <a:pt x="64" y="3247"/>
                  </a:cubicBezTo>
                  <a:cubicBezTo>
                    <a:pt x="97" y="3408"/>
                    <a:pt x="161" y="3504"/>
                    <a:pt x="257" y="3601"/>
                  </a:cubicBezTo>
                  <a:cubicBezTo>
                    <a:pt x="322" y="3697"/>
                    <a:pt x="450" y="3794"/>
                    <a:pt x="611" y="3890"/>
                  </a:cubicBezTo>
                  <a:cubicBezTo>
                    <a:pt x="772" y="3954"/>
                    <a:pt x="900" y="4019"/>
                    <a:pt x="1061" y="4083"/>
                  </a:cubicBezTo>
                  <a:cubicBezTo>
                    <a:pt x="1222" y="4147"/>
                    <a:pt x="1415" y="4212"/>
                    <a:pt x="1672" y="4276"/>
                  </a:cubicBezTo>
                  <a:lnTo>
                    <a:pt x="2315" y="4437"/>
                  </a:lnTo>
                  <a:cubicBezTo>
                    <a:pt x="2507" y="4501"/>
                    <a:pt x="2636" y="4565"/>
                    <a:pt x="2732" y="4630"/>
                  </a:cubicBezTo>
                  <a:cubicBezTo>
                    <a:pt x="2861" y="4726"/>
                    <a:pt x="2893" y="4790"/>
                    <a:pt x="2893" y="4887"/>
                  </a:cubicBezTo>
                  <a:cubicBezTo>
                    <a:pt x="2893" y="4983"/>
                    <a:pt x="2861" y="5080"/>
                    <a:pt x="2797" y="5144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5"/>
                    <a:pt x="2347" y="5337"/>
                    <a:pt x="2218" y="5337"/>
                  </a:cubicBezTo>
                  <a:lnTo>
                    <a:pt x="1897" y="5337"/>
                  </a:lnTo>
                  <a:cubicBezTo>
                    <a:pt x="1768" y="5337"/>
                    <a:pt x="1607" y="5305"/>
                    <a:pt x="1479" y="5272"/>
                  </a:cubicBezTo>
                  <a:cubicBezTo>
                    <a:pt x="1350" y="5240"/>
                    <a:pt x="1254" y="5208"/>
                    <a:pt x="1190" y="5176"/>
                  </a:cubicBezTo>
                  <a:cubicBezTo>
                    <a:pt x="1093" y="5144"/>
                    <a:pt x="1029" y="5080"/>
                    <a:pt x="932" y="5047"/>
                  </a:cubicBezTo>
                  <a:cubicBezTo>
                    <a:pt x="836" y="4983"/>
                    <a:pt x="772" y="4951"/>
                    <a:pt x="739" y="4951"/>
                  </a:cubicBezTo>
                  <a:cubicBezTo>
                    <a:pt x="611" y="4887"/>
                    <a:pt x="514" y="4855"/>
                    <a:pt x="418" y="4855"/>
                  </a:cubicBezTo>
                  <a:cubicBezTo>
                    <a:pt x="322" y="4887"/>
                    <a:pt x="225" y="4919"/>
                    <a:pt x="161" y="4983"/>
                  </a:cubicBezTo>
                  <a:cubicBezTo>
                    <a:pt x="97" y="5047"/>
                    <a:pt x="64" y="5144"/>
                    <a:pt x="32" y="5240"/>
                  </a:cubicBezTo>
                  <a:cubicBezTo>
                    <a:pt x="0" y="5305"/>
                    <a:pt x="0" y="5401"/>
                    <a:pt x="32" y="5497"/>
                  </a:cubicBezTo>
                  <a:cubicBezTo>
                    <a:pt x="64" y="5594"/>
                    <a:pt x="97" y="5690"/>
                    <a:pt x="193" y="5755"/>
                  </a:cubicBezTo>
                  <a:cubicBezTo>
                    <a:pt x="660" y="6076"/>
                    <a:pt x="1206" y="6264"/>
                    <a:pt x="1832" y="6320"/>
                  </a:cubicBezTo>
                  <a:lnTo>
                    <a:pt x="1832" y="6320"/>
                  </a:lnTo>
                  <a:lnTo>
                    <a:pt x="1832" y="7233"/>
                  </a:lnTo>
                  <a:cubicBezTo>
                    <a:pt x="1832" y="7394"/>
                    <a:pt x="1865" y="7490"/>
                    <a:pt x="1993" y="7555"/>
                  </a:cubicBezTo>
                  <a:cubicBezTo>
                    <a:pt x="2041" y="7571"/>
                    <a:pt x="2098" y="7579"/>
                    <a:pt x="2154" y="7579"/>
                  </a:cubicBezTo>
                  <a:cubicBezTo>
                    <a:pt x="2210" y="7579"/>
                    <a:pt x="2266" y="7571"/>
                    <a:pt x="2315" y="7555"/>
                  </a:cubicBezTo>
                  <a:cubicBezTo>
                    <a:pt x="2443" y="7490"/>
                    <a:pt x="2475" y="7394"/>
                    <a:pt x="2475" y="7233"/>
                  </a:cubicBezTo>
                  <a:lnTo>
                    <a:pt x="2475" y="6316"/>
                  </a:lnTo>
                  <a:lnTo>
                    <a:pt x="2475" y="6316"/>
                  </a:lnTo>
                  <a:cubicBezTo>
                    <a:pt x="2707" y="6295"/>
                    <a:pt x="2919" y="6252"/>
                    <a:pt x="3118" y="6172"/>
                  </a:cubicBezTo>
                  <a:cubicBezTo>
                    <a:pt x="3440" y="6076"/>
                    <a:pt x="3697" y="5883"/>
                    <a:pt x="3890" y="5658"/>
                  </a:cubicBezTo>
                  <a:cubicBezTo>
                    <a:pt x="4083" y="5401"/>
                    <a:pt x="4147" y="5080"/>
                    <a:pt x="4147" y="4726"/>
                  </a:cubicBezTo>
                  <a:cubicBezTo>
                    <a:pt x="4147" y="4501"/>
                    <a:pt x="4115" y="4308"/>
                    <a:pt x="4050" y="4147"/>
                  </a:cubicBezTo>
                  <a:cubicBezTo>
                    <a:pt x="3954" y="3987"/>
                    <a:pt x="3857" y="3858"/>
                    <a:pt x="3697" y="3762"/>
                  </a:cubicBezTo>
                  <a:cubicBezTo>
                    <a:pt x="3568" y="3633"/>
                    <a:pt x="3407" y="3537"/>
                    <a:pt x="3215" y="3472"/>
                  </a:cubicBezTo>
                  <a:cubicBezTo>
                    <a:pt x="3022" y="3408"/>
                    <a:pt x="2797" y="3344"/>
                    <a:pt x="2540" y="3247"/>
                  </a:cubicBezTo>
                  <a:lnTo>
                    <a:pt x="1897" y="3087"/>
                  </a:lnTo>
                  <a:cubicBezTo>
                    <a:pt x="1704" y="3054"/>
                    <a:pt x="1543" y="2990"/>
                    <a:pt x="1479" y="2926"/>
                  </a:cubicBezTo>
                  <a:cubicBezTo>
                    <a:pt x="1382" y="2862"/>
                    <a:pt x="1350" y="2797"/>
                    <a:pt x="1350" y="2669"/>
                  </a:cubicBezTo>
                  <a:cubicBezTo>
                    <a:pt x="1350" y="2572"/>
                    <a:pt x="1382" y="2508"/>
                    <a:pt x="1511" y="2444"/>
                  </a:cubicBezTo>
                  <a:cubicBezTo>
                    <a:pt x="1607" y="2379"/>
                    <a:pt x="1704" y="2347"/>
                    <a:pt x="1832" y="2347"/>
                  </a:cubicBezTo>
                  <a:lnTo>
                    <a:pt x="2218" y="2347"/>
                  </a:lnTo>
                  <a:cubicBezTo>
                    <a:pt x="2540" y="2379"/>
                    <a:pt x="2893" y="2476"/>
                    <a:pt x="3182" y="2572"/>
                  </a:cubicBezTo>
                  <a:cubicBezTo>
                    <a:pt x="3273" y="2595"/>
                    <a:pt x="3364" y="2618"/>
                    <a:pt x="3444" y="2618"/>
                  </a:cubicBezTo>
                  <a:cubicBezTo>
                    <a:pt x="3477" y="2618"/>
                    <a:pt x="3508" y="2614"/>
                    <a:pt x="3536" y="2604"/>
                  </a:cubicBezTo>
                  <a:cubicBezTo>
                    <a:pt x="3632" y="2572"/>
                    <a:pt x="3697" y="2540"/>
                    <a:pt x="3761" y="2444"/>
                  </a:cubicBezTo>
                  <a:cubicBezTo>
                    <a:pt x="3793" y="2379"/>
                    <a:pt x="3825" y="2283"/>
                    <a:pt x="3857" y="2187"/>
                  </a:cubicBezTo>
                  <a:cubicBezTo>
                    <a:pt x="3857" y="2090"/>
                    <a:pt x="3825" y="1994"/>
                    <a:pt x="3761" y="1897"/>
                  </a:cubicBezTo>
                  <a:cubicBezTo>
                    <a:pt x="3729" y="1801"/>
                    <a:pt x="3632" y="1737"/>
                    <a:pt x="3536" y="1672"/>
                  </a:cubicBezTo>
                  <a:cubicBezTo>
                    <a:pt x="3375" y="1608"/>
                    <a:pt x="3247" y="1576"/>
                    <a:pt x="3150" y="1544"/>
                  </a:cubicBezTo>
                  <a:cubicBezTo>
                    <a:pt x="3086" y="1512"/>
                    <a:pt x="2925" y="1447"/>
                    <a:pt x="2765" y="1415"/>
                  </a:cubicBezTo>
                  <a:cubicBezTo>
                    <a:pt x="2649" y="1392"/>
                    <a:pt x="2516" y="1369"/>
                    <a:pt x="2379" y="1358"/>
                  </a:cubicBezTo>
                  <a:lnTo>
                    <a:pt x="2379" y="1358"/>
                  </a:lnTo>
                  <a:lnTo>
                    <a:pt x="2379" y="354"/>
                  </a:lnTo>
                  <a:cubicBezTo>
                    <a:pt x="2379" y="226"/>
                    <a:pt x="2347" y="161"/>
                    <a:pt x="2282" y="97"/>
                  </a:cubicBezTo>
                  <a:cubicBezTo>
                    <a:pt x="2218" y="33"/>
                    <a:pt x="2154" y="1"/>
                    <a:pt x="2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3867;p64">
              <a:extLst>
                <a:ext uri="{FF2B5EF4-FFF2-40B4-BE49-F238E27FC236}">
                  <a16:creationId xmlns:a16="http://schemas.microsoft.com/office/drawing/2014/main" id="{8EDED24D-54C7-8FC3-885F-40590BF89F69}"/>
                </a:ext>
              </a:extLst>
            </p:cNvPr>
            <p:cNvSpPr/>
            <p:nvPr/>
          </p:nvSpPr>
          <p:spPr>
            <a:xfrm>
              <a:off x="5070850" y="2818525"/>
              <a:ext cx="197700" cy="144500"/>
            </a:xfrm>
            <a:custGeom>
              <a:avLst/>
              <a:gdLst/>
              <a:ahLst/>
              <a:cxnLst/>
              <a:rect l="l" t="t" r="r" b="b"/>
              <a:pathLst>
                <a:path w="7908" h="5780" extrusionOk="0">
                  <a:moveTo>
                    <a:pt x="7467" y="0"/>
                  </a:moveTo>
                  <a:cubicBezTo>
                    <a:pt x="5221" y="0"/>
                    <a:pt x="0" y="3825"/>
                    <a:pt x="0" y="3825"/>
                  </a:cubicBezTo>
                  <a:cubicBezTo>
                    <a:pt x="0" y="3825"/>
                    <a:pt x="579" y="4597"/>
                    <a:pt x="1286" y="5143"/>
                  </a:cubicBezTo>
                  <a:cubicBezTo>
                    <a:pt x="1752" y="5468"/>
                    <a:pt x="2475" y="5780"/>
                    <a:pt x="3187" y="5780"/>
                  </a:cubicBezTo>
                  <a:cubicBezTo>
                    <a:pt x="3603" y="5780"/>
                    <a:pt x="4016" y="5673"/>
                    <a:pt x="4372" y="5400"/>
                  </a:cubicBezTo>
                  <a:cubicBezTo>
                    <a:pt x="5336" y="4693"/>
                    <a:pt x="5818" y="3054"/>
                    <a:pt x="5818" y="3054"/>
                  </a:cubicBezTo>
                  <a:cubicBezTo>
                    <a:pt x="5818" y="3054"/>
                    <a:pt x="6911" y="3054"/>
                    <a:pt x="7200" y="3022"/>
                  </a:cubicBezTo>
                  <a:cubicBezTo>
                    <a:pt x="7490" y="3022"/>
                    <a:pt x="7908" y="64"/>
                    <a:pt x="7908" y="64"/>
                  </a:cubicBezTo>
                  <a:cubicBezTo>
                    <a:pt x="7779" y="21"/>
                    <a:pt x="7630" y="0"/>
                    <a:pt x="74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3868;p64">
              <a:extLst>
                <a:ext uri="{FF2B5EF4-FFF2-40B4-BE49-F238E27FC236}">
                  <a16:creationId xmlns:a16="http://schemas.microsoft.com/office/drawing/2014/main" id="{8AFB7813-649A-F687-E0C5-7CCB45AEB57B}"/>
                </a:ext>
              </a:extLst>
            </p:cNvPr>
            <p:cNvSpPr/>
            <p:nvPr/>
          </p:nvSpPr>
          <p:spPr>
            <a:xfrm>
              <a:off x="5063600" y="2813700"/>
              <a:ext cx="210575" cy="154300"/>
            </a:xfrm>
            <a:custGeom>
              <a:avLst/>
              <a:gdLst/>
              <a:ahLst/>
              <a:cxnLst/>
              <a:rect l="l" t="t" r="r" b="b"/>
              <a:pathLst>
                <a:path w="8423" h="6172" extrusionOk="0">
                  <a:moveTo>
                    <a:pt x="7748" y="418"/>
                  </a:moveTo>
                  <a:cubicBezTo>
                    <a:pt x="7828" y="418"/>
                    <a:pt x="7901" y="426"/>
                    <a:pt x="7965" y="438"/>
                  </a:cubicBezTo>
                  <a:lnTo>
                    <a:pt x="7965" y="438"/>
                  </a:lnTo>
                  <a:cubicBezTo>
                    <a:pt x="7950" y="513"/>
                    <a:pt x="7931" y="604"/>
                    <a:pt x="7908" y="707"/>
                  </a:cubicBezTo>
                  <a:cubicBezTo>
                    <a:pt x="7844" y="1125"/>
                    <a:pt x="7748" y="1736"/>
                    <a:pt x="7619" y="2250"/>
                  </a:cubicBezTo>
                  <a:cubicBezTo>
                    <a:pt x="7587" y="2507"/>
                    <a:pt x="7523" y="2732"/>
                    <a:pt x="7458" y="2893"/>
                  </a:cubicBezTo>
                  <a:cubicBezTo>
                    <a:pt x="7435" y="2940"/>
                    <a:pt x="7428" y="2988"/>
                    <a:pt x="7414" y="3022"/>
                  </a:cubicBezTo>
                  <a:lnTo>
                    <a:pt x="7414" y="3022"/>
                  </a:lnTo>
                  <a:cubicBezTo>
                    <a:pt x="7042" y="3026"/>
                    <a:pt x="6076" y="3054"/>
                    <a:pt x="6076" y="3054"/>
                  </a:cubicBezTo>
                  <a:lnTo>
                    <a:pt x="5947" y="3054"/>
                  </a:lnTo>
                  <a:lnTo>
                    <a:pt x="5883" y="3215"/>
                  </a:lnTo>
                  <a:lnTo>
                    <a:pt x="5883" y="3279"/>
                  </a:lnTo>
                  <a:cubicBezTo>
                    <a:pt x="5787" y="3568"/>
                    <a:pt x="5305" y="4854"/>
                    <a:pt x="4533" y="5433"/>
                  </a:cubicBezTo>
                  <a:cubicBezTo>
                    <a:pt x="4244" y="5658"/>
                    <a:pt x="3858" y="5754"/>
                    <a:pt x="3472" y="5754"/>
                  </a:cubicBezTo>
                  <a:cubicBezTo>
                    <a:pt x="2829" y="5754"/>
                    <a:pt x="2122" y="5465"/>
                    <a:pt x="1704" y="5143"/>
                  </a:cubicBezTo>
                  <a:cubicBezTo>
                    <a:pt x="1383" y="4886"/>
                    <a:pt x="1062" y="4565"/>
                    <a:pt x="836" y="4307"/>
                  </a:cubicBezTo>
                  <a:cubicBezTo>
                    <a:pt x="727" y="4226"/>
                    <a:pt x="665" y="4121"/>
                    <a:pt x="609" y="4051"/>
                  </a:cubicBezTo>
                  <a:lnTo>
                    <a:pt x="609" y="4051"/>
                  </a:lnTo>
                  <a:cubicBezTo>
                    <a:pt x="620" y="4041"/>
                    <a:pt x="632" y="4030"/>
                    <a:pt x="644" y="4018"/>
                  </a:cubicBezTo>
                  <a:cubicBezTo>
                    <a:pt x="1158" y="3665"/>
                    <a:pt x="2476" y="2765"/>
                    <a:pt x="3890" y="1929"/>
                  </a:cubicBezTo>
                  <a:cubicBezTo>
                    <a:pt x="4597" y="1543"/>
                    <a:pt x="5337" y="1157"/>
                    <a:pt x="6012" y="868"/>
                  </a:cubicBezTo>
                  <a:cubicBezTo>
                    <a:pt x="6687" y="579"/>
                    <a:pt x="7298" y="418"/>
                    <a:pt x="7748" y="418"/>
                  </a:cubicBezTo>
                  <a:close/>
                  <a:moveTo>
                    <a:pt x="7748" y="0"/>
                  </a:moveTo>
                  <a:cubicBezTo>
                    <a:pt x="7137" y="0"/>
                    <a:pt x="6365" y="257"/>
                    <a:pt x="5530" y="611"/>
                  </a:cubicBezTo>
                  <a:cubicBezTo>
                    <a:pt x="3087" y="1704"/>
                    <a:pt x="194" y="3857"/>
                    <a:pt x="161" y="3857"/>
                  </a:cubicBezTo>
                  <a:lnTo>
                    <a:pt x="1" y="3986"/>
                  </a:lnTo>
                  <a:lnTo>
                    <a:pt x="129" y="4147"/>
                  </a:lnTo>
                  <a:cubicBezTo>
                    <a:pt x="129" y="4147"/>
                    <a:pt x="708" y="4918"/>
                    <a:pt x="1447" y="5497"/>
                  </a:cubicBezTo>
                  <a:cubicBezTo>
                    <a:pt x="1962" y="5850"/>
                    <a:pt x="2701" y="6172"/>
                    <a:pt x="3472" y="6172"/>
                  </a:cubicBezTo>
                  <a:cubicBezTo>
                    <a:pt x="3954" y="6172"/>
                    <a:pt x="4405" y="6075"/>
                    <a:pt x="4790" y="5786"/>
                  </a:cubicBezTo>
                  <a:cubicBezTo>
                    <a:pt x="5337" y="5368"/>
                    <a:pt x="5690" y="4758"/>
                    <a:pt x="5947" y="4243"/>
                  </a:cubicBezTo>
                  <a:cubicBezTo>
                    <a:pt x="6089" y="3920"/>
                    <a:pt x="6192" y="3635"/>
                    <a:pt x="6249" y="3468"/>
                  </a:cubicBezTo>
                  <a:lnTo>
                    <a:pt x="6249" y="3468"/>
                  </a:lnTo>
                  <a:cubicBezTo>
                    <a:pt x="6560" y="3459"/>
                    <a:pt x="7290" y="3440"/>
                    <a:pt x="7490" y="3440"/>
                  </a:cubicBezTo>
                  <a:cubicBezTo>
                    <a:pt x="7619" y="3440"/>
                    <a:pt x="7683" y="3375"/>
                    <a:pt x="7715" y="3343"/>
                  </a:cubicBezTo>
                  <a:cubicBezTo>
                    <a:pt x="7780" y="3247"/>
                    <a:pt x="7812" y="3150"/>
                    <a:pt x="7844" y="3054"/>
                  </a:cubicBezTo>
                  <a:cubicBezTo>
                    <a:pt x="8005" y="2668"/>
                    <a:pt x="8133" y="1993"/>
                    <a:pt x="8230" y="1382"/>
                  </a:cubicBezTo>
                  <a:cubicBezTo>
                    <a:pt x="8326" y="804"/>
                    <a:pt x="8423" y="289"/>
                    <a:pt x="8423" y="289"/>
                  </a:cubicBezTo>
                  <a:lnTo>
                    <a:pt x="8423" y="129"/>
                  </a:lnTo>
                  <a:lnTo>
                    <a:pt x="8262" y="64"/>
                  </a:lnTo>
                  <a:cubicBezTo>
                    <a:pt x="8101" y="0"/>
                    <a:pt x="7940" y="0"/>
                    <a:pt x="7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3869;p64">
              <a:extLst>
                <a:ext uri="{FF2B5EF4-FFF2-40B4-BE49-F238E27FC236}">
                  <a16:creationId xmlns:a16="http://schemas.microsoft.com/office/drawing/2014/main" id="{6ECEA9C8-ED7A-155A-EB22-3CA57D197216}"/>
                </a:ext>
              </a:extLst>
            </p:cNvPr>
            <p:cNvSpPr/>
            <p:nvPr/>
          </p:nvSpPr>
          <p:spPr>
            <a:xfrm>
              <a:off x="5134325" y="3466225"/>
              <a:ext cx="366475" cy="166375"/>
            </a:xfrm>
            <a:custGeom>
              <a:avLst/>
              <a:gdLst/>
              <a:ahLst/>
              <a:cxnLst/>
              <a:rect l="l" t="t" r="r" b="b"/>
              <a:pathLst>
                <a:path w="14659" h="6655" extrusionOk="0">
                  <a:moveTo>
                    <a:pt x="0" y="0"/>
                  </a:moveTo>
                  <a:lnTo>
                    <a:pt x="193" y="5465"/>
                  </a:lnTo>
                  <a:cubicBezTo>
                    <a:pt x="193" y="5465"/>
                    <a:pt x="7991" y="6655"/>
                    <a:pt x="8719" y="6655"/>
                  </a:cubicBezTo>
                  <a:cubicBezTo>
                    <a:pt x="8728" y="6655"/>
                    <a:pt x="8737" y="6655"/>
                    <a:pt x="8744" y="6654"/>
                  </a:cubicBezTo>
                  <a:cubicBezTo>
                    <a:pt x="9322" y="6654"/>
                    <a:pt x="11669" y="5690"/>
                    <a:pt x="12376" y="5529"/>
                  </a:cubicBezTo>
                  <a:cubicBezTo>
                    <a:pt x="13083" y="5369"/>
                    <a:pt x="14658" y="4083"/>
                    <a:pt x="14658" y="4083"/>
                  </a:cubicBezTo>
                  <a:lnTo>
                    <a:pt x="14658" y="4083"/>
                  </a:lnTo>
                  <a:lnTo>
                    <a:pt x="7715" y="4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3870;p64">
              <a:extLst>
                <a:ext uri="{FF2B5EF4-FFF2-40B4-BE49-F238E27FC236}">
                  <a16:creationId xmlns:a16="http://schemas.microsoft.com/office/drawing/2014/main" id="{7D5DE0F1-0032-A45B-565A-A63C0A84C7D2}"/>
                </a:ext>
              </a:extLst>
            </p:cNvPr>
            <p:cNvSpPr/>
            <p:nvPr/>
          </p:nvSpPr>
          <p:spPr>
            <a:xfrm>
              <a:off x="5128700" y="3457375"/>
              <a:ext cx="387375" cy="180850"/>
            </a:xfrm>
            <a:custGeom>
              <a:avLst/>
              <a:gdLst/>
              <a:ahLst/>
              <a:cxnLst/>
              <a:rect l="l" t="t" r="r" b="b"/>
              <a:pathLst>
                <a:path w="15495" h="7234" extrusionOk="0">
                  <a:moveTo>
                    <a:pt x="450" y="708"/>
                  </a:moveTo>
                  <a:lnTo>
                    <a:pt x="7908" y="4726"/>
                  </a:lnTo>
                  <a:lnTo>
                    <a:pt x="14229" y="4668"/>
                  </a:lnTo>
                  <a:lnTo>
                    <a:pt x="14229" y="4668"/>
                  </a:lnTo>
                  <a:cubicBezTo>
                    <a:pt x="14015" y="4823"/>
                    <a:pt x="13766" y="5000"/>
                    <a:pt x="13501" y="5176"/>
                  </a:cubicBezTo>
                  <a:cubicBezTo>
                    <a:pt x="13147" y="5433"/>
                    <a:pt x="12762" y="5626"/>
                    <a:pt x="12569" y="5690"/>
                  </a:cubicBezTo>
                  <a:cubicBezTo>
                    <a:pt x="12183" y="5755"/>
                    <a:pt x="11412" y="6044"/>
                    <a:pt x="10672" y="6301"/>
                  </a:cubicBezTo>
                  <a:cubicBezTo>
                    <a:pt x="10287" y="6430"/>
                    <a:pt x="9933" y="6558"/>
                    <a:pt x="9612" y="6655"/>
                  </a:cubicBezTo>
                  <a:cubicBezTo>
                    <a:pt x="9322" y="6751"/>
                    <a:pt x="9065" y="6816"/>
                    <a:pt x="8969" y="6816"/>
                  </a:cubicBezTo>
                  <a:cubicBezTo>
                    <a:pt x="8937" y="6816"/>
                    <a:pt x="8744" y="6783"/>
                    <a:pt x="8454" y="6751"/>
                  </a:cubicBezTo>
                  <a:cubicBezTo>
                    <a:pt x="7490" y="6655"/>
                    <a:pt x="5497" y="6333"/>
                    <a:pt x="3729" y="6076"/>
                  </a:cubicBezTo>
                  <a:cubicBezTo>
                    <a:pt x="2829" y="5948"/>
                    <a:pt x="2026" y="5851"/>
                    <a:pt x="1415" y="5755"/>
                  </a:cubicBezTo>
                  <a:cubicBezTo>
                    <a:pt x="1055" y="5695"/>
                    <a:pt x="770" y="5647"/>
                    <a:pt x="606" y="5620"/>
                  </a:cubicBezTo>
                  <a:lnTo>
                    <a:pt x="606" y="5620"/>
                  </a:lnTo>
                  <a:lnTo>
                    <a:pt x="450" y="708"/>
                  </a:lnTo>
                  <a:close/>
                  <a:moveTo>
                    <a:pt x="0" y="1"/>
                  </a:moveTo>
                  <a:lnTo>
                    <a:pt x="193" y="5980"/>
                  </a:lnTo>
                  <a:lnTo>
                    <a:pt x="386" y="6012"/>
                  </a:lnTo>
                  <a:cubicBezTo>
                    <a:pt x="386" y="6012"/>
                    <a:pt x="2347" y="6333"/>
                    <a:pt x="4436" y="6623"/>
                  </a:cubicBezTo>
                  <a:cubicBezTo>
                    <a:pt x="5465" y="6783"/>
                    <a:pt x="6494" y="6912"/>
                    <a:pt x="7329" y="7041"/>
                  </a:cubicBezTo>
                  <a:cubicBezTo>
                    <a:pt x="7747" y="7105"/>
                    <a:pt x="8133" y="7137"/>
                    <a:pt x="8390" y="7169"/>
                  </a:cubicBezTo>
                  <a:cubicBezTo>
                    <a:pt x="8679" y="7201"/>
                    <a:pt x="8872" y="7233"/>
                    <a:pt x="8969" y="7233"/>
                  </a:cubicBezTo>
                  <a:lnTo>
                    <a:pt x="9001" y="7233"/>
                  </a:lnTo>
                  <a:cubicBezTo>
                    <a:pt x="9162" y="7233"/>
                    <a:pt x="9419" y="7169"/>
                    <a:pt x="9740" y="7073"/>
                  </a:cubicBezTo>
                  <a:cubicBezTo>
                    <a:pt x="10222" y="6912"/>
                    <a:pt x="10833" y="6687"/>
                    <a:pt x="11380" y="6494"/>
                  </a:cubicBezTo>
                  <a:cubicBezTo>
                    <a:pt x="11926" y="6301"/>
                    <a:pt x="12408" y="6140"/>
                    <a:pt x="12633" y="6108"/>
                  </a:cubicBezTo>
                  <a:cubicBezTo>
                    <a:pt x="12858" y="6044"/>
                    <a:pt x="13115" y="5915"/>
                    <a:pt x="13340" y="5787"/>
                  </a:cubicBezTo>
                  <a:cubicBezTo>
                    <a:pt x="14112" y="5337"/>
                    <a:pt x="15012" y="4598"/>
                    <a:pt x="15012" y="4598"/>
                  </a:cubicBezTo>
                  <a:lnTo>
                    <a:pt x="15494" y="4212"/>
                  </a:lnTo>
                  <a:lnTo>
                    <a:pt x="8004" y="43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3871;p64">
              <a:extLst>
                <a:ext uri="{FF2B5EF4-FFF2-40B4-BE49-F238E27FC236}">
                  <a16:creationId xmlns:a16="http://schemas.microsoft.com/office/drawing/2014/main" id="{79F2FFC0-8C3C-8DF8-1083-D21B8A4AA334}"/>
                </a:ext>
              </a:extLst>
            </p:cNvPr>
            <p:cNvSpPr/>
            <p:nvPr/>
          </p:nvSpPr>
          <p:spPr>
            <a:xfrm>
              <a:off x="5301475" y="3568275"/>
              <a:ext cx="199325" cy="64325"/>
            </a:xfrm>
            <a:custGeom>
              <a:avLst/>
              <a:gdLst/>
              <a:ahLst/>
              <a:cxnLst/>
              <a:rect l="l" t="t" r="r" b="b"/>
              <a:pathLst>
                <a:path w="7973" h="2573" extrusionOk="0">
                  <a:moveTo>
                    <a:pt x="7972" y="1"/>
                  </a:moveTo>
                  <a:lnTo>
                    <a:pt x="1029" y="97"/>
                  </a:lnTo>
                  <a:cubicBezTo>
                    <a:pt x="1029" y="97"/>
                    <a:pt x="0" y="451"/>
                    <a:pt x="97" y="1512"/>
                  </a:cubicBezTo>
                  <a:cubicBezTo>
                    <a:pt x="129" y="1865"/>
                    <a:pt x="386" y="2187"/>
                    <a:pt x="708" y="2412"/>
                  </a:cubicBezTo>
                  <a:cubicBezTo>
                    <a:pt x="1415" y="2508"/>
                    <a:pt x="1929" y="2572"/>
                    <a:pt x="2058" y="2572"/>
                  </a:cubicBezTo>
                  <a:cubicBezTo>
                    <a:pt x="2636" y="2572"/>
                    <a:pt x="4983" y="1608"/>
                    <a:pt x="5690" y="1447"/>
                  </a:cubicBezTo>
                  <a:cubicBezTo>
                    <a:pt x="6397" y="1287"/>
                    <a:pt x="7972" y="1"/>
                    <a:pt x="79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3872;p64">
              <a:extLst>
                <a:ext uri="{FF2B5EF4-FFF2-40B4-BE49-F238E27FC236}">
                  <a16:creationId xmlns:a16="http://schemas.microsoft.com/office/drawing/2014/main" id="{C0368D5F-06AF-8790-0C02-33531199C1AA}"/>
                </a:ext>
              </a:extLst>
            </p:cNvPr>
            <p:cNvSpPr/>
            <p:nvPr/>
          </p:nvSpPr>
          <p:spPr>
            <a:xfrm>
              <a:off x="5298250" y="3562650"/>
              <a:ext cx="217825" cy="75575"/>
            </a:xfrm>
            <a:custGeom>
              <a:avLst/>
              <a:gdLst/>
              <a:ahLst/>
              <a:cxnLst/>
              <a:rect l="l" t="t" r="r" b="b"/>
              <a:pathLst>
                <a:path w="8713" h="3023" extrusionOk="0">
                  <a:moveTo>
                    <a:pt x="7446" y="457"/>
                  </a:moveTo>
                  <a:cubicBezTo>
                    <a:pt x="7233" y="612"/>
                    <a:pt x="6984" y="789"/>
                    <a:pt x="6719" y="965"/>
                  </a:cubicBezTo>
                  <a:cubicBezTo>
                    <a:pt x="6365" y="1222"/>
                    <a:pt x="5980" y="1415"/>
                    <a:pt x="5787" y="1479"/>
                  </a:cubicBezTo>
                  <a:cubicBezTo>
                    <a:pt x="5401" y="1544"/>
                    <a:pt x="4630" y="1833"/>
                    <a:pt x="3890" y="2090"/>
                  </a:cubicBezTo>
                  <a:cubicBezTo>
                    <a:pt x="3505" y="2219"/>
                    <a:pt x="3151" y="2347"/>
                    <a:pt x="2830" y="2444"/>
                  </a:cubicBezTo>
                  <a:cubicBezTo>
                    <a:pt x="2540" y="2540"/>
                    <a:pt x="2283" y="2605"/>
                    <a:pt x="2187" y="2605"/>
                  </a:cubicBezTo>
                  <a:cubicBezTo>
                    <a:pt x="2155" y="2605"/>
                    <a:pt x="1994" y="2572"/>
                    <a:pt x="1737" y="2540"/>
                  </a:cubicBezTo>
                  <a:cubicBezTo>
                    <a:pt x="1525" y="2540"/>
                    <a:pt x="1257" y="2483"/>
                    <a:pt x="932" y="2450"/>
                  </a:cubicBezTo>
                  <a:lnTo>
                    <a:pt x="932" y="2450"/>
                  </a:lnTo>
                  <a:cubicBezTo>
                    <a:pt x="659" y="2231"/>
                    <a:pt x="450" y="1983"/>
                    <a:pt x="419" y="1704"/>
                  </a:cubicBezTo>
                  <a:lnTo>
                    <a:pt x="419" y="1608"/>
                  </a:lnTo>
                  <a:cubicBezTo>
                    <a:pt x="419" y="1190"/>
                    <a:pt x="612" y="933"/>
                    <a:pt x="837" y="772"/>
                  </a:cubicBezTo>
                  <a:cubicBezTo>
                    <a:pt x="933" y="676"/>
                    <a:pt x="1030" y="612"/>
                    <a:pt x="1126" y="579"/>
                  </a:cubicBezTo>
                  <a:lnTo>
                    <a:pt x="1222" y="515"/>
                  </a:lnTo>
                  <a:lnTo>
                    <a:pt x="1222" y="515"/>
                  </a:lnTo>
                  <a:lnTo>
                    <a:pt x="1222" y="515"/>
                  </a:lnTo>
                  <a:lnTo>
                    <a:pt x="7446" y="457"/>
                  </a:lnTo>
                  <a:close/>
                  <a:moveTo>
                    <a:pt x="8712" y="1"/>
                  </a:moveTo>
                  <a:lnTo>
                    <a:pt x="1126" y="97"/>
                  </a:lnTo>
                  <a:lnTo>
                    <a:pt x="1094" y="97"/>
                  </a:lnTo>
                  <a:cubicBezTo>
                    <a:pt x="1094" y="97"/>
                    <a:pt x="805" y="194"/>
                    <a:pt x="547" y="451"/>
                  </a:cubicBezTo>
                  <a:cubicBezTo>
                    <a:pt x="290" y="676"/>
                    <a:pt x="1" y="1062"/>
                    <a:pt x="1" y="1608"/>
                  </a:cubicBezTo>
                  <a:cubicBezTo>
                    <a:pt x="1" y="1640"/>
                    <a:pt x="1" y="1704"/>
                    <a:pt x="1" y="1737"/>
                  </a:cubicBezTo>
                  <a:cubicBezTo>
                    <a:pt x="33" y="2219"/>
                    <a:pt x="354" y="2572"/>
                    <a:pt x="708" y="2830"/>
                  </a:cubicBezTo>
                  <a:lnTo>
                    <a:pt x="772" y="2862"/>
                  </a:lnTo>
                  <a:lnTo>
                    <a:pt x="805" y="2862"/>
                  </a:lnTo>
                  <a:cubicBezTo>
                    <a:pt x="1158" y="2894"/>
                    <a:pt x="1480" y="2958"/>
                    <a:pt x="1705" y="2990"/>
                  </a:cubicBezTo>
                  <a:cubicBezTo>
                    <a:pt x="1930" y="2990"/>
                    <a:pt x="2090" y="3022"/>
                    <a:pt x="2187" y="3022"/>
                  </a:cubicBezTo>
                  <a:lnTo>
                    <a:pt x="2219" y="3022"/>
                  </a:lnTo>
                  <a:cubicBezTo>
                    <a:pt x="2380" y="3022"/>
                    <a:pt x="2637" y="2958"/>
                    <a:pt x="2958" y="2862"/>
                  </a:cubicBezTo>
                  <a:cubicBezTo>
                    <a:pt x="3440" y="2701"/>
                    <a:pt x="4051" y="2476"/>
                    <a:pt x="4598" y="2283"/>
                  </a:cubicBezTo>
                  <a:cubicBezTo>
                    <a:pt x="5144" y="2090"/>
                    <a:pt x="5626" y="1929"/>
                    <a:pt x="5851" y="1897"/>
                  </a:cubicBezTo>
                  <a:cubicBezTo>
                    <a:pt x="6076" y="1833"/>
                    <a:pt x="6333" y="1704"/>
                    <a:pt x="6558" y="1576"/>
                  </a:cubicBezTo>
                  <a:cubicBezTo>
                    <a:pt x="7330" y="1126"/>
                    <a:pt x="8230" y="387"/>
                    <a:pt x="8230" y="387"/>
                  </a:cubicBezTo>
                  <a:lnTo>
                    <a:pt x="8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3873;p64">
              <a:extLst>
                <a:ext uri="{FF2B5EF4-FFF2-40B4-BE49-F238E27FC236}">
                  <a16:creationId xmlns:a16="http://schemas.microsoft.com/office/drawing/2014/main" id="{FCF2FE42-E541-C1F9-F222-97CE460AB613}"/>
                </a:ext>
              </a:extLst>
            </p:cNvPr>
            <p:cNvSpPr/>
            <p:nvPr/>
          </p:nvSpPr>
          <p:spPr>
            <a:xfrm>
              <a:off x="4830550" y="3803825"/>
              <a:ext cx="219425" cy="1071950"/>
            </a:xfrm>
            <a:custGeom>
              <a:avLst/>
              <a:gdLst/>
              <a:ahLst/>
              <a:cxnLst/>
              <a:rect l="l" t="t" r="r" b="b"/>
              <a:pathLst>
                <a:path w="8777" h="42878" extrusionOk="0">
                  <a:moveTo>
                    <a:pt x="3190" y="0"/>
                  </a:moveTo>
                  <a:cubicBezTo>
                    <a:pt x="3112" y="0"/>
                    <a:pt x="3034" y="10"/>
                    <a:pt x="2958" y="29"/>
                  </a:cubicBezTo>
                  <a:cubicBezTo>
                    <a:pt x="1544" y="383"/>
                    <a:pt x="1930" y="2215"/>
                    <a:pt x="1930" y="2215"/>
                  </a:cubicBezTo>
                  <a:cubicBezTo>
                    <a:pt x="1930" y="2215"/>
                    <a:pt x="2476" y="16873"/>
                    <a:pt x="2508" y="19220"/>
                  </a:cubicBezTo>
                  <a:cubicBezTo>
                    <a:pt x="2572" y="21598"/>
                    <a:pt x="1" y="26934"/>
                    <a:pt x="290" y="30727"/>
                  </a:cubicBezTo>
                  <a:cubicBezTo>
                    <a:pt x="579" y="34488"/>
                    <a:pt x="997" y="42878"/>
                    <a:pt x="997" y="42878"/>
                  </a:cubicBezTo>
                  <a:lnTo>
                    <a:pt x="3890" y="42814"/>
                  </a:lnTo>
                  <a:cubicBezTo>
                    <a:pt x="3890" y="42814"/>
                    <a:pt x="4276" y="40660"/>
                    <a:pt x="5080" y="38056"/>
                  </a:cubicBezTo>
                  <a:cubicBezTo>
                    <a:pt x="5883" y="35453"/>
                    <a:pt x="6880" y="31306"/>
                    <a:pt x="7137" y="27770"/>
                  </a:cubicBezTo>
                  <a:cubicBezTo>
                    <a:pt x="7362" y="24202"/>
                    <a:pt x="8776" y="14141"/>
                    <a:pt x="7458" y="8323"/>
                  </a:cubicBezTo>
                  <a:cubicBezTo>
                    <a:pt x="6213" y="2856"/>
                    <a:pt x="4537" y="0"/>
                    <a:pt x="3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3874;p64">
              <a:extLst>
                <a:ext uri="{FF2B5EF4-FFF2-40B4-BE49-F238E27FC236}">
                  <a16:creationId xmlns:a16="http://schemas.microsoft.com/office/drawing/2014/main" id="{369EE920-CB6A-AC53-B654-828E11CF4271}"/>
                </a:ext>
              </a:extLst>
            </p:cNvPr>
            <p:cNvSpPr/>
            <p:nvPr/>
          </p:nvSpPr>
          <p:spPr>
            <a:xfrm>
              <a:off x="4832175" y="3798125"/>
              <a:ext cx="204125" cy="1083275"/>
            </a:xfrm>
            <a:custGeom>
              <a:avLst/>
              <a:gdLst/>
              <a:ahLst/>
              <a:cxnLst/>
              <a:rect l="l" t="t" r="r" b="b"/>
              <a:pathLst>
                <a:path w="8165" h="43331" extrusionOk="0">
                  <a:moveTo>
                    <a:pt x="3118" y="418"/>
                  </a:moveTo>
                  <a:cubicBezTo>
                    <a:pt x="3375" y="418"/>
                    <a:pt x="3697" y="579"/>
                    <a:pt x="4050" y="900"/>
                  </a:cubicBezTo>
                  <a:cubicBezTo>
                    <a:pt x="4565" y="1415"/>
                    <a:pt x="5111" y="2315"/>
                    <a:pt x="5658" y="3600"/>
                  </a:cubicBezTo>
                  <a:cubicBezTo>
                    <a:pt x="6204" y="4886"/>
                    <a:pt x="6718" y="6558"/>
                    <a:pt x="7168" y="8615"/>
                  </a:cubicBezTo>
                  <a:cubicBezTo>
                    <a:pt x="7586" y="10383"/>
                    <a:pt x="7715" y="12601"/>
                    <a:pt x="7715" y="14915"/>
                  </a:cubicBezTo>
                  <a:cubicBezTo>
                    <a:pt x="7715" y="19994"/>
                    <a:pt x="7008" y="25491"/>
                    <a:pt x="6847" y="27966"/>
                  </a:cubicBezTo>
                  <a:cubicBezTo>
                    <a:pt x="6622" y="31502"/>
                    <a:pt x="5625" y="35616"/>
                    <a:pt x="4822" y="38220"/>
                  </a:cubicBezTo>
                  <a:cubicBezTo>
                    <a:pt x="4145" y="40412"/>
                    <a:pt x="3765" y="42308"/>
                    <a:pt x="3662" y="42852"/>
                  </a:cubicBezTo>
                  <a:lnTo>
                    <a:pt x="3662" y="42852"/>
                  </a:lnTo>
                  <a:lnTo>
                    <a:pt x="1147" y="42908"/>
                  </a:lnTo>
                  <a:lnTo>
                    <a:pt x="1147" y="42908"/>
                  </a:lnTo>
                  <a:cubicBezTo>
                    <a:pt x="1083" y="41618"/>
                    <a:pt x="713" y="34343"/>
                    <a:pt x="450" y="30923"/>
                  </a:cubicBezTo>
                  <a:cubicBezTo>
                    <a:pt x="418" y="30730"/>
                    <a:pt x="418" y="30505"/>
                    <a:pt x="418" y="30312"/>
                  </a:cubicBezTo>
                  <a:cubicBezTo>
                    <a:pt x="418" y="28512"/>
                    <a:pt x="964" y="26391"/>
                    <a:pt x="1543" y="24462"/>
                  </a:cubicBezTo>
                  <a:cubicBezTo>
                    <a:pt x="2090" y="22501"/>
                    <a:pt x="2668" y="20733"/>
                    <a:pt x="2668" y="19544"/>
                  </a:cubicBezTo>
                  <a:lnTo>
                    <a:pt x="2668" y="19448"/>
                  </a:lnTo>
                  <a:cubicBezTo>
                    <a:pt x="2604" y="17069"/>
                    <a:pt x="2057" y="2411"/>
                    <a:pt x="2057" y="2411"/>
                  </a:cubicBezTo>
                  <a:lnTo>
                    <a:pt x="2057" y="2379"/>
                  </a:lnTo>
                  <a:lnTo>
                    <a:pt x="2057" y="2347"/>
                  </a:lnTo>
                  <a:cubicBezTo>
                    <a:pt x="2057" y="2282"/>
                    <a:pt x="2025" y="2122"/>
                    <a:pt x="2025" y="1929"/>
                  </a:cubicBezTo>
                  <a:cubicBezTo>
                    <a:pt x="2025" y="1640"/>
                    <a:pt x="2057" y="1318"/>
                    <a:pt x="2186" y="1061"/>
                  </a:cubicBezTo>
                  <a:cubicBezTo>
                    <a:pt x="2347" y="772"/>
                    <a:pt x="2540" y="547"/>
                    <a:pt x="2925" y="450"/>
                  </a:cubicBezTo>
                  <a:cubicBezTo>
                    <a:pt x="2990" y="450"/>
                    <a:pt x="3054" y="418"/>
                    <a:pt x="3118" y="418"/>
                  </a:cubicBezTo>
                  <a:close/>
                  <a:moveTo>
                    <a:pt x="3118" y="0"/>
                  </a:moveTo>
                  <a:cubicBezTo>
                    <a:pt x="3022" y="0"/>
                    <a:pt x="2925" y="32"/>
                    <a:pt x="2829" y="32"/>
                  </a:cubicBezTo>
                  <a:cubicBezTo>
                    <a:pt x="2315" y="161"/>
                    <a:pt x="1993" y="514"/>
                    <a:pt x="1800" y="868"/>
                  </a:cubicBezTo>
                  <a:cubicBezTo>
                    <a:pt x="1640" y="1222"/>
                    <a:pt x="1607" y="1607"/>
                    <a:pt x="1607" y="1929"/>
                  </a:cubicBezTo>
                  <a:cubicBezTo>
                    <a:pt x="1607" y="2250"/>
                    <a:pt x="1640" y="2475"/>
                    <a:pt x="1640" y="2475"/>
                  </a:cubicBezTo>
                  <a:lnTo>
                    <a:pt x="1641" y="2475"/>
                  </a:lnTo>
                  <a:lnTo>
                    <a:pt x="1641" y="2475"/>
                  </a:lnTo>
                  <a:cubicBezTo>
                    <a:pt x="1647" y="2647"/>
                    <a:pt x="1679" y="3498"/>
                    <a:pt x="1736" y="4758"/>
                  </a:cubicBezTo>
                  <a:cubicBezTo>
                    <a:pt x="1897" y="9001"/>
                    <a:pt x="2186" y="17680"/>
                    <a:pt x="2250" y="19448"/>
                  </a:cubicBezTo>
                  <a:lnTo>
                    <a:pt x="2250" y="19544"/>
                  </a:lnTo>
                  <a:cubicBezTo>
                    <a:pt x="2250" y="20605"/>
                    <a:pt x="1704" y="22373"/>
                    <a:pt x="1125" y="24334"/>
                  </a:cubicBezTo>
                  <a:cubicBezTo>
                    <a:pt x="547" y="26294"/>
                    <a:pt x="0" y="28416"/>
                    <a:pt x="0" y="30312"/>
                  </a:cubicBezTo>
                  <a:cubicBezTo>
                    <a:pt x="0" y="30537"/>
                    <a:pt x="0" y="30730"/>
                    <a:pt x="0" y="30955"/>
                  </a:cubicBezTo>
                  <a:cubicBezTo>
                    <a:pt x="161" y="32852"/>
                    <a:pt x="354" y="35873"/>
                    <a:pt x="482" y="38445"/>
                  </a:cubicBezTo>
                  <a:cubicBezTo>
                    <a:pt x="547" y="39731"/>
                    <a:pt x="611" y="40920"/>
                    <a:pt x="643" y="41756"/>
                  </a:cubicBezTo>
                  <a:cubicBezTo>
                    <a:pt x="707" y="42592"/>
                    <a:pt x="707" y="43138"/>
                    <a:pt x="707" y="43138"/>
                  </a:cubicBezTo>
                  <a:lnTo>
                    <a:pt x="739" y="43331"/>
                  </a:lnTo>
                  <a:lnTo>
                    <a:pt x="4018" y="43267"/>
                  </a:lnTo>
                  <a:lnTo>
                    <a:pt x="4050" y="43074"/>
                  </a:lnTo>
                  <a:cubicBezTo>
                    <a:pt x="4050" y="43074"/>
                    <a:pt x="4082" y="42945"/>
                    <a:pt x="4115" y="42720"/>
                  </a:cubicBezTo>
                  <a:cubicBezTo>
                    <a:pt x="4275" y="41981"/>
                    <a:pt x="4629" y="40277"/>
                    <a:pt x="5240" y="38349"/>
                  </a:cubicBezTo>
                  <a:cubicBezTo>
                    <a:pt x="6043" y="35713"/>
                    <a:pt x="7040" y="31598"/>
                    <a:pt x="7265" y="27998"/>
                  </a:cubicBezTo>
                  <a:cubicBezTo>
                    <a:pt x="7458" y="25555"/>
                    <a:pt x="8165" y="20026"/>
                    <a:pt x="8165" y="14915"/>
                  </a:cubicBezTo>
                  <a:cubicBezTo>
                    <a:pt x="8165" y="12601"/>
                    <a:pt x="8004" y="10351"/>
                    <a:pt x="7586" y="8518"/>
                  </a:cubicBezTo>
                  <a:cubicBezTo>
                    <a:pt x="6975" y="5754"/>
                    <a:pt x="6236" y="3665"/>
                    <a:pt x="5497" y="2250"/>
                  </a:cubicBezTo>
                  <a:cubicBezTo>
                    <a:pt x="5111" y="1511"/>
                    <a:pt x="4725" y="964"/>
                    <a:pt x="4340" y="611"/>
                  </a:cubicBezTo>
                  <a:cubicBezTo>
                    <a:pt x="3954" y="225"/>
                    <a:pt x="3536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3875;p64">
              <a:extLst>
                <a:ext uri="{FF2B5EF4-FFF2-40B4-BE49-F238E27FC236}">
                  <a16:creationId xmlns:a16="http://schemas.microsoft.com/office/drawing/2014/main" id="{CD9D035D-3C49-D9D7-13D6-FEB16F0AE0C8}"/>
                </a:ext>
              </a:extLst>
            </p:cNvPr>
            <p:cNvSpPr/>
            <p:nvPr/>
          </p:nvSpPr>
          <p:spPr>
            <a:xfrm>
              <a:off x="4814475" y="3655075"/>
              <a:ext cx="331925" cy="1231150"/>
            </a:xfrm>
            <a:custGeom>
              <a:avLst/>
              <a:gdLst/>
              <a:ahLst/>
              <a:cxnLst/>
              <a:rect l="l" t="t" r="r" b="b"/>
              <a:pathLst>
                <a:path w="13277" h="49246" extrusionOk="0">
                  <a:moveTo>
                    <a:pt x="772" y="0"/>
                  </a:moveTo>
                  <a:cubicBezTo>
                    <a:pt x="772" y="1"/>
                    <a:pt x="1" y="4340"/>
                    <a:pt x="1030" y="6558"/>
                  </a:cubicBezTo>
                  <a:cubicBezTo>
                    <a:pt x="2026" y="8808"/>
                    <a:pt x="3665" y="14690"/>
                    <a:pt x="4630" y="18130"/>
                  </a:cubicBezTo>
                  <a:cubicBezTo>
                    <a:pt x="5562" y="21569"/>
                    <a:pt x="5755" y="25234"/>
                    <a:pt x="4855" y="28384"/>
                  </a:cubicBezTo>
                  <a:cubicBezTo>
                    <a:pt x="3955" y="31534"/>
                    <a:pt x="4565" y="35617"/>
                    <a:pt x="5305" y="38927"/>
                  </a:cubicBezTo>
                  <a:cubicBezTo>
                    <a:pt x="6012" y="42270"/>
                    <a:pt x="7137" y="49246"/>
                    <a:pt x="7137" y="49246"/>
                  </a:cubicBezTo>
                  <a:lnTo>
                    <a:pt x="9837" y="49182"/>
                  </a:lnTo>
                  <a:cubicBezTo>
                    <a:pt x="9837" y="49182"/>
                    <a:pt x="11059" y="35584"/>
                    <a:pt x="11734" y="32338"/>
                  </a:cubicBezTo>
                  <a:cubicBezTo>
                    <a:pt x="12409" y="29059"/>
                    <a:pt x="13052" y="23980"/>
                    <a:pt x="13180" y="19448"/>
                  </a:cubicBezTo>
                  <a:cubicBezTo>
                    <a:pt x="13277" y="14915"/>
                    <a:pt x="12955" y="4565"/>
                    <a:pt x="12955" y="4565"/>
                  </a:cubicBezTo>
                  <a:lnTo>
                    <a:pt x="13084" y="1029"/>
                  </a:lnTo>
                  <a:lnTo>
                    <a:pt x="7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3876;p64">
              <a:extLst>
                <a:ext uri="{FF2B5EF4-FFF2-40B4-BE49-F238E27FC236}">
                  <a16:creationId xmlns:a16="http://schemas.microsoft.com/office/drawing/2014/main" id="{ED4D970C-8C46-A080-3AB8-CC1F7F145E53}"/>
                </a:ext>
              </a:extLst>
            </p:cNvPr>
            <p:cNvSpPr/>
            <p:nvPr/>
          </p:nvSpPr>
          <p:spPr>
            <a:xfrm>
              <a:off x="4821725" y="3649450"/>
              <a:ext cx="327900" cy="1242400"/>
            </a:xfrm>
            <a:custGeom>
              <a:avLst/>
              <a:gdLst/>
              <a:ahLst/>
              <a:cxnLst/>
              <a:rect l="l" t="t" r="r" b="b"/>
              <a:pathLst>
                <a:path w="13116" h="49696" extrusionOk="0">
                  <a:moveTo>
                    <a:pt x="657" y="436"/>
                  </a:moveTo>
                  <a:lnTo>
                    <a:pt x="12569" y="1447"/>
                  </a:lnTo>
                  <a:lnTo>
                    <a:pt x="12440" y="4790"/>
                  </a:lnTo>
                  <a:lnTo>
                    <a:pt x="12440" y="4822"/>
                  </a:lnTo>
                  <a:cubicBezTo>
                    <a:pt x="12440" y="4822"/>
                    <a:pt x="12472" y="5272"/>
                    <a:pt x="12472" y="6076"/>
                  </a:cubicBezTo>
                  <a:cubicBezTo>
                    <a:pt x="12569" y="8422"/>
                    <a:pt x="12697" y="13630"/>
                    <a:pt x="12697" y="17391"/>
                  </a:cubicBezTo>
                  <a:cubicBezTo>
                    <a:pt x="12697" y="18258"/>
                    <a:pt x="12697" y="19030"/>
                    <a:pt x="12665" y="19673"/>
                  </a:cubicBezTo>
                  <a:cubicBezTo>
                    <a:pt x="12569" y="24205"/>
                    <a:pt x="11926" y="29284"/>
                    <a:pt x="11219" y="32499"/>
                  </a:cubicBezTo>
                  <a:cubicBezTo>
                    <a:pt x="10897" y="34170"/>
                    <a:pt x="10415" y="38349"/>
                    <a:pt x="10029" y="42174"/>
                  </a:cubicBezTo>
                  <a:cubicBezTo>
                    <a:pt x="9697" y="45469"/>
                    <a:pt x="9436" y="48453"/>
                    <a:pt x="9370" y="49218"/>
                  </a:cubicBezTo>
                  <a:lnTo>
                    <a:pt x="9370" y="49218"/>
                  </a:lnTo>
                  <a:lnTo>
                    <a:pt x="7045" y="49273"/>
                  </a:lnTo>
                  <a:lnTo>
                    <a:pt x="7045" y="49273"/>
                  </a:lnTo>
                  <a:cubicBezTo>
                    <a:pt x="6870" y="48199"/>
                    <a:pt x="5880" y="42159"/>
                    <a:pt x="5208" y="39120"/>
                  </a:cubicBezTo>
                  <a:cubicBezTo>
                    <a:pt x="4758" y="36967"/>
                    <a:pt x="4340" y="34524"/>
                    <a:pt x="4340" y="32209"/>
                  </a:cubicBezTo>
                  <a:cubicBezTo>
                    <a:pt x="4340" y="30956"/>
                    <a:pt x="4468" y="29734"/>
                    <a:pt x="4758" y="28673"/>
                  </a:cubicBezTo>
                  <a:cubicBezTo>
                    <a:pt x="5176" y="27227"/>
                    <a:pt x="5368" y="25716"/>
                    <a:pt x="5368" y="24173"/>
                  </a:cubicBezTo>
                  <a:cubicBezTo>
                    <a:pt x="5368" y="22244"/>
                    <a:pt x="5047" y="20219"/>
                    <a:pt x="4533" y="18291"/>
                  </a:cubicBezTo>
                  <a:cubicBezTo>
                    <a:pt x="4050" y="16587"/>
                    <a:pt x="3408" y="14273"/>
                    <a:pt x="2765" y="12055"/>
                  </a:cubicBezTo>
                  <a:cubicBezTo>
                    <a:pt x="2122" y="9869"/>
                    <a:pt x="1447" y="7844"/>
                    <a:pt x="932" y="6719"/>
                  </a:cubicBezTo>
                  <a:cubicBezTo>
                    <a:pt x="547" y="5851"/>
                    <a:pt x="418" y="4661"/>
                    <a:pt x="418" y="3504"/>
                  </a:cubicBezTo>
                  <a:cubicBezTo>
                    <a:pt x="418" y="2668"/>
                    <a:pt x="482" y="1833"/>
                    <a:pt x="547" y="1254"/>
                  </a:cubicBezTo>
                  <a:cubicBezTo>
                    <a:pt x="579" y="933"/>
                    <a:pt x="611" y="708"/>
                    <a:pt x="643" y="515"/>
                  </a:cubicBezTo>
                  <a:cubicBezTo>
                    <a:pt x="649" y="486"/>
                    <a:pt x="654" y="460"/>
                    <a:pt x="657" y="436"/>
                  </a:cubicBezTo>
                  <a:close/>
                  <a:moveTo>
                    <a:pt x="290" y="0"/>
                  </a:moveTo>
                  <a:lnTo>
                    <a:pt x="257" y="193"/>
                  </a:lnTo>
                  <a:cubicBezTo>
                    <a:pt x="257" y="193"/>
                    <a:pt x="0" y="1768"/>
                    <a:pt x="0" y="3504"/>
                  </a:cubicBezTo>
                  <a:cubicBezTo>
                    <a:pt x="0" y="4694"/>
                    <a:pt x="97" y="5947"/>
                    <a:pt x="547" y="6879"/>
                  </a:cubicBezTo>
                  <a:cubicBezTo>
                    <a:pt x="1029" y="7972"/>
                    <a:pt x="1704" y="10029"/>
                    <a:pt x="2347" y="12183"/>
                  </a:cubicBezTo>
                  <a:cubicBezTo>
                    <a:pt x="3022" y="14369"/>
                    <a:pt x="3665" y="16716"/>
                    <a:pt x="4115" y="18419"/>
                  </a:cubicBezTo>
                  <a:cubicBezTo>
                    <a:pt x="4629" y="20316"/>
                    <a:pt x="4918" y="22277"/>
                    <a:pt x="4918" y="24173"/>
                  </a:cubicBezTo>
                  <a:cubicBezTo>
                    <a:pt x="4918" y="25684"/>
                    <a:pt x="4758" y="27163"/>
                    <a:pt x="4340" y="28545"/>
                  </a:cubicBezTo>
                  <a:cubicBezTo>
                    <a:pt x="4018" y="29670"/>
                    <a:pt x="3890" y="30923"/>
                    <a:pt x="3890" y="32209"/>
                  </a:cubicBezTo>
                  <a:cubicBezTo>
                    <a:pt x="3890" y="34556"/>
                    <a:pt x="4340" y="37031"/>
                    <a:pt x="4790" y="39217"/>
                  </a:cubicBezTo>
                  <a:cubicBezTo>
                    <a:pt x="5176" y="40856"/>
                    <a:pt x="5626" y="43428"/>
                    <a:pt x="6011" y="45613"/>
                  </a:cubicBezTo>
                  <a:cubicBezTo>
                    <a:pt x="6172" y="46674"/>
                    <a:pt x="6333" y="47671"/>
                    <a:pt x="6461" y="48378"/>
                  </a:cubicBezTo>
                  <a:cubicBezTo>
                    <a:pt x="6590" y="49085"/>
                    <a:pt x="6654" y="49503"/>
                    <a:pt x="6654" y="49503"/>
                  </a:cubicBezTo>
                  <a:lnTo>
                    <a:pt x="6686" y="49696"/>
                  </a:lnTo>
                  <a:lnTo>
                    <a:pt x="9740" y="49632"/>
                  </a:lnTo>
                  <a:lnTo>
                    <a:pt x="9772" y="49439"/>
                  </a:lnTo>
                  <a:cubicBezTo>
                    <a:pt x="9772" y="49439"/>
                    <a:pt x="9836" y="48571"/>
                    <a:pt x="9965" y="47253"/>
                  </a:cubicBezTo>
                  <a:cubicBezTo>
                    <a:pt x="10158" y="45260"/>
                    <a:pt x="10447" y="42206"/>
                    <a:pt x="10769" y="39345"/>
                  </a:cubicBezTo>
                  <a:cubicBezTo>
                    <a:pt x="11058" y="36484"/>
                    <a:pt x="11412" y="33784"/>
                    <a:pt x="11637" y="32595"/>
                  </a:cubicBezTo>
                  <a:cubicBezTo>
                    <a:pt x="12344" y="29316"/>
                    <a:pt x="12987" y="24237"/>
                    <a:pt x="13083" y="19673"/>
                  </a:cubicBezTo>
                  <a:cubicBezTo>
                    <a:pt x="13115" y="19030"/>
                    <a:pt x="13115" y="18258"/>
                    <a:pt x="13115" y="17391"/>
                  </a:cubicBezTo>
                  <a:cubicBezTo>
                    <a:pt x="13115" y="12518"/>
                    <a:pt x="12872" y="5216"/>
                    <a:pt x="12859" y="4808"/>
                  </a:cubicBezTo>
                  <a:lnTo>
                    <a:pt x="12859" y="4808"/>
                  </a:lnTo>
                  <a:lnTo>
                    <a:pt x="13019" y="102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3877;p64">
              <a:extLst>
                <a:ext uri="{FF2B5EF4-FFF2-40B4-BE49-F238E27FC236}">
                  <a16:creationId xmlns:a16="http://schemas.microsoft.com/office/drawing/2014/main" id="{EF9E4167-3E29-AA11-7456-94F9EF6572C0}"/>
                </a:ext>
              </a:extLst>
            </p:cNvPr>
            <p:cNvSpPr/>
            <p:nvPr/>
          </p:nvSpPr>
          <p:spPr>
            <a:xfrm>
              <a:off x="4835375" y="4872550"/>
              <a:ext cx="217000" cy="65925"/>
            </a:xfrm>
            <a:custGeom>
              <a:avLst/>
              <a:gdLst/>
              <a:ahLst/>
              <a:cxnLst/>
              <a:rect l="l" t="t" r="r" b="b"/>
              <a:pathLst>
                <a:path w="8680" h="2637" extrusionOk="0">
                  <a:moveTo>
                    <a:pt x="804" y="0"/>
                  </a:moveTo>
                  <a:lnTo>
                    <a:pt x="772" y="65"/>
                  </a:lnTo>
                  <a:cubicBezTo>
                    <a:pt x="1" y="965"/>
                    <a:pt x="258" y="2636"/>
                    <a:pt x="258" y="2636"/>
                  </a:cubicBezTo>
                  <a:lnTo>
                    <a:pt x="8680" y="2636"/>
                  </a:lnTo>
                  <a:lnTo>
                    <a:pt x="8680" y="2379"/>
                  </a:lnTo>
                  <a:cubicBezTo>
                    <a:pt x="8680" y="2379"/>
                    <a:pt x="8390" y="2025"/>
                    <a:pt x="8230" y="1929"/>
                  </a:cubicBezTo>
                  <a:cubicBezTo>
                    <a:pt x="8069" y="1833"/>
                    <a:pt x="5594" y="1415"/>
                    <a:pt x="5047" y="997"/>
                  </a:cubicBezTo>
                  <a:cubicBezTo>
                    <a:pt x="4469" y="579"/>
                    <a:pt x="3729" y="0"/>
                    <a:pt x="3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3878;p64">
              <a:extLst>
                <a:ext uri="{FF2B5EF4-FFF2-40B4-BE49-F238E27FC236}">
                  <a16:creationId xmlns:a16="http://schemas.microsoft.com/office/drawing/2014/main" id="{EDA21B15-F5BF-CCDA-2898-F136FFF897D4}"/>
                </a:ext>
              </a:extLst>
            </p:cNvPr>
            <p:cNvSpPr/>
            <p:nvPr/>
          </p:nvSpPr>
          <p:spPr>
            <a:xfrm>
              <a:off x="4835375" y="4867725"/>
              <a:ext cx="222625" cy="76375"/>
            </a:xfrm>
            <a:custGeom>
              <a:avLst/>
              <a:gdLst/>
              <a:ahLst/>
              <a:cxnLst/>
              <a:rect l="l" t="t" r="r" b="b"/>
              <a:pathLst>
                <a:path w="8905" h="3055" extrusionOk="0">
                  <a:moveTo>
                    <a:pt x="3644" y="418"/>
                  </a:moveTo>
                  <a:cubicBezTo>
                    <a:pt x="3811" y="541"/>
                    <a:pt x="4424" y="993"/>
                    <a:pt x="4919" y="1351"/>
                  </a:cubicBezTo>
                  <a:cubicBezTo>
                    <a:pt x="5112" y="1479"/>
                    <a:pt x="5369" y="1608"/>
                    <a:pt x="5690" y="1704"/>
                  </a:cubicBezTo>
                  <a:cubicBezTo>
                    <a:pt x="6172" y="1833"/>
                    <a:pt x="6751" y="1993"/>
                    <a:pt x="7265" y="2090"/>
                  </a:cubicBezTo>
                  <a:cubicBezTo>
                    <a:pt x="7490" y="2154"/>
                    <a:pt x="7715" y="2186"/>
                    <a:pt x="7876" y="2218"/>
                  </a:cubicBezTo>
                  <a:cubicBezTo>
                    <a:pt x="7940" y="2251"/>
                    <a:pt x="8037" y="2283"/>
                    <a:pt x="8069" y="2283"/>
                  </a:cubicBezTo>
                  <a:lnTo>
                    <a:pt x="8101" y="2283"/>
                  </a:lnTo>
                  <a:cubicBezTo>
                    <a:pt x="8101" y="2283"/>
                    <a:pt x="8101" y="2283"/>
                    <a:pt x="8101" y="2283"/>
                  </a:cubicBezTo>
                  <a:lnTo>
                    <a:pt x="8101" y="2283"/>
                  </a:lnTo>
                  <a:lnTo>
                    <a:pt x="8133" y="2315"/>
                  </a:lnTo>
                  <a:lnTo>
                    <a:pt x="8135" y="2306"/>
                  </a:lnTo>
                  <a:lnTo>
                    <a:pt x="8135" y="2306"/>
                  </a:lnTo>
                  <a:cubicBezTo>
                    <a:pt x="8197" y="2357"/>
                    <a:pt x="8278" y="2459"/>
                    <a:pt x="8358" y="2540"/>
                  </a:cubicBezTo>
                  <a:cubicBezTo>
                    <a:pt x="8382" y="2563"/>
                    <a:pt x="8403" y="2585"/>
                    <a:pt x="8423" y="2604"/>
                  </a:cubicBezTo>
                  <a:lnTo>
                    <a:pt x="440" y="2604"/>
                  </a:lnTo>
                  <a:cubicBezTo>
                    <a:pt x="431" y="2489"/>
                    <a:pt x="419" y="2334"/>
                    <a:pt x="419" y="2154"/>
                  </a:cubicBezTo>
                  <a:cubicBezTo>
                    <a:pt x="419" y="1608"/>
                    <a:pt x="515" y="836"/>
                    <a:pt x="933" y="418"/>
                  </a:cubicBezTo>
                  <a:close/>
                  <a:moveTo>
                    <a:pt x="708" y="0"/>
                  </a:moveTo>
                  <a:lnTo>
                    <a:pt x="611" y="129"/>
                  </a:lnTo>
                  <a:cubicBezTo>
                    <a:pt x="97" y="708"/>
                    <a:pt x="1" y="1543"/>
                    <a:pt x="1" y="2154"/>
                  </a:cubicBezTo>
                  <a:cubicBezTo>
                    <a:pt x="1" y="2572"/>
                    <a:pt x="65" y="2861"/>
                    <a:pt x="65" y="2861"/>
                  </a:cubicBezTo>
                  <a:lnTo>
                    <a:pt x="65" y="3054"/>
                  </a:lnTo>
                  <a:lnTo>
                    <a:pt x="8905" y="3054"/>
                  </a:lnTo>
                  <a:lnTo>
                    <a:pt x="8905" y="2572"/>
                  </a:lnTo>
                  <a:lnTo>
                    <a:pt x="8905" y="2508"/>
                  </a:lnTo>
                  <a:lnTo>
                    <a:pt x="8840" y="2443"/>
                  </a:lnTo>
                  <a:cubicBezTo>
                    <a:pt x="8840" y="2443"/>
                    <a:pt x="8776" y="2347"/>
                    <a:pt x="8680" y="2251"/>
                  </a:cubicBezTo>
                  <a:cubicBezTo>
                    <a:pt x="8583" y="2122"/>
                    <a:pt x="8455" y="2026"/>
                    <a:pt x="8358" y="1929"/>
                  </a:cubicBezTo>
                  <a:lnTo>
                    <a:pt x="8230" y="1897"/>
                  </a:lnTo>
                  <a:cubicBezTo>
                    <a:pt x="8133" y="1865"/>
                    <a:pt x="7908" y="1801"/>
                    <a:pt x="7651" y="1736"/>
                  </a:cubicBezTo>
                  <a:cubicBezTo>
                    <a:pt x="7233" y="1640"/>
                    <a:pt x="6687" y="1543"/>
                    <a:pt x="6205" y="1415"/>
                  </a:cubicBezTo>
                  <a:cubicBezTo>
                    <a:pt x="5980" y="1351"/>
                    <a:pt x="5755" y="1286"/>
                    <a:pt x="5562" y="1190"/>
                  </a:cubicBezTo>
                  <a:cubicBezTo>
                    <a:pt x="5369" y="1126"/>
                    <a:pt x="5240" y="1061"/>
                    <a:pt x="5176" y="1029"/>
                  </a:cubicBezTo>
                  <a:cubicBezTo>
                    <a:pt x="4597" y="611"/>
                    <a:pt x="3858" y="33"/>
                    <a:pt x="3858" y="33"/>
                  </a:cubicBezTo>
                  <a:lnTo>
                    <a:pt x="37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3879;p64">
              <a:extLst>
                <a:ext uri="{FF2B5EF4-FFF2-40B4-BE49-F238E27FC236}">
                  <a16:creationId xmlns:a16="http://schemas.microsoft.com/office/drawing/2014/main" id="{288EF30E-1254-611B-C182-8EA2F5C74F8D}"/>
                </a:ext>
              </a:extLst>
            </p:cNvPr>
            <p:cNvSpPr/>
            <p:nvPr/>
          </p:nvSpPr>
          <p:spPr>
            <a:xfrm>
              <a:off x="4841000" y="4927200"/>
              <a:ext cx="211375" cy="11275"/>
            </a:xfrm>
            <a:custGeom>
              <a:avLst/>
              <a:gdLst/>
              <a:ahLst/>
              <a:cxnLst/>
              <a:rect l="l" t="t" r="r" b="b"/>
              <a:pathLst>
                <a:path w="8455" h="451" extrusionOk="0">
                  <a:moveTo>
                    <a:pt x="1" y="0"/>
                  </a:moveTo>
                  <a:cubicBezTo>
                    <a:pt x="1" y="289"/>
                    <a:pt x="33" y="450"/>
                    <a:pt x="33" y="450"/>
                  </a:cubicBezTo>
                  <a:lnTo>
                    <a:pt x="8455" y="450"/>
                  </a:lnTo>
                  <a:lnTo>
                    <a:pt x="8455" y="193"/>
                  </a:lnTo>
                  <a:cubicBezTo>
                    <a:pt x="8455" y="193"/>
                    <a:pt x="8390" y="97"/>
                    <a:pt x="8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3880;p64">
              <a:extLst>
                <a:ext uri="{FF2B5EF4-FFF2-40B4-BE49-F238E27FC236}">
                  <a16:creationId xmlns:a16="http://schemas.microsoft.com/office/drawing/2014/main" id="{DF753E8D-9A4E-8226-E1B4-10064EB1CD86}"/>
                </a:ext>
              </a:extLst>
            </p:cNvPr>
            <p:cNvSpPr/>
            <p:nvPr/>
          </p:nvSpPr>
          <p:spPr>
            <a:xfrm>
              <a:off x="4835375" y="4921575"/>
              <a:ext cx="222625" cy="22525"/>
            </a:xfrm>
            <a:custGeom>
              <a:avLst/>
              <a:gdLst/>
              <a:ahLst/>
              <a:cxnLst/>
              <a:rect l="l" t="t" r="r" b="b"/>
              <a:pathLst>
                <a:path w="8905" h="901" extrusionOk="0">
                  <a:moveTo>
                    <a:pt x="1" y="0"/>
                  </a:moveTo>
                  <a:lnTo>
                    <a:pt x="1" y="225"/>
                  </a:lnTo>
                  <a:cubicBezTo>
                    <a:pt x="33" y="514"/>
                    <a:pt x="65" y="707"/>
                    <a:pt x="65" y="707"/>
                  </a:cubicBezTo>
                  <a:lnTo>
                    <a:pt x="65" y="900"/>
                  </a:lnTo>
                  <a:lnTo>
                    <a:pt x="8905" y="900"/>
                  </a:lnTo>
                  <a:lnTo>
                    <a:pt x="8905" y="418"/>
                  </a:lnTo>
                  <a:lnTo>
                    <a:pt x="8905" y="354"/>
                  </a:lnTo>
                  <a:lnTo>
                    <a:pt x="8840" y="289"/>
                  </a:lnTo>
                  <a:cubicBezTo>
                    <a:pt x="8840" y="289"/>
                    <a:pt x="8776" y="193"/>
                    <a:pt x="8680" y="97"/>
                  </a:cubicBezTo>
                  <a:lnTo>
                    <a:pt x="86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3881;p64">
              <a:extLst>
                <a:ext uri="{FF2B5EF4-FFF2-40B4-BE49-F238E27FC236}">
                  <a16:creationId xmlns:a16="http://schemas.microsoft.com/office/drawing/2014/main" id="{CD75278B-8E3A-9CCF-6D89-9A1167B4D702}"/>
                </a:ext>
              </a:extLst>
            </p:cNvPr>
            <p:cNvSpPr/>
            <p:nvPr/>
          </p:nvSpPr>
          <p:spPr>
            <a:xfrm>
              <a:off x="4983250" y="4884600"/>
              <a:ext cx="230400" cy="70475"/>
            </a:xfrm>
            <a:custGeom>
              <a:avLst/>
              <a:gdLst/>
              <a:ahLst/>
              <a:cxnLst/>
              <a:rect l="l" t="t" r="r" b="b"/>
              <a:pathLst>
                <a:path w="9216" h="2819" extrusionOk="0">
                  <a:moveTo>
                    <a:pt x="3086" y="1"/>
                  </a:moveTo>
                  <a:lnTo>
                    <a:pt x="386" y="65"/>
                  </a:lnTo>
                  <a:cubicBezTo>
                    <a:pt x="386" y="65"/>
                    <a:pt x="0" y="676"/>
                    <a:pt x="0" y="1704"/>
                  </a:cubicBezTo>
                  <a:cubicBezTo>
                    <a:pt x="0" y="2733"/>
                    <a:pt x="322" y="2733"/>
                    <a:pt x="322" y="2733"/>
                  </a:cubicBezTo>
                  <a:cubicBezTo>
                    <a:pt x="322" y="2733"/>
                    <a:pt x="4293" y="2819"/>
                    <a:pt x="6922" y="2819"/>
                  </a:cubicBezTo>
                  <a:cubicBezTo>
                    <a:pt x="8236" y="2819"/>
                    <a:pt x="9215" y="2797"/>
                    <a:pt x="9194" y="2733"/>
                  </a:cubicBezTo>
                  <a:cubicBezTo>
                    <a:pt x="9161" y="2508"/>
                    <a:pt x="8165" y="2058"/>
                    <a:pt x="6847" y="1801"/>
                  </a:cubicBezTo>
                  <a:cubicBezTo>
                    <a:pt x="5497" y="1543"/>
                    <a:pt x="3086" y="1"/>
                    <a:pt x="3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3882;p64">
              <a:extLst>
                <a:ext uri="{FF2B5EF4-FFF2-40B4-BE49-F238E27FC236}">
                  <a16:creationId xmlns:a16="http://schemas.microsoft.com/office/drawing/2014/main" id="{E546278D-0190-3D6E-3E6F-13F82A23097F}"/>
                </a:ext>
              </a:extLst>
            </p:cNvPr>
            <p:cNvSpPr/>
            <p:nvPr/>
          </p:nvSpPr>
          <p:spPr>
            <a:xfrm>
              <a:off x="4977625" y="4879775"/>
              <a:ext cx="241100" cy="80400"/>
            </a:xfrm>
            <a:custGeom>
              <a:avLst/>
              <a:gdLst/>
              <a:ahLst/>
              <a:cxnLst/>
              <a:rect l="l" t="t" r="r" b="b"/>
              <a:pathLst>
                <a:path w="9644" h="3216" extrusionOk="0">
                  <a:moveTo>
                    <a:pt x="3268" y="420"/>
                  </a:moveTo>
                  <a:cubicBezTo>
                    <a:pt x="3432" y="522"/>
                    <a:pt x="3960" y="845"/>
                    <a:pt x="4597" y="1190"/>
                  </a:cubicBezTo>
                  <a:cubicBezTo>
                    <a:pt x="5368" y="1608"/>
                    <a:pt x="6301" y="2058"/>
                    <a:pt x="7008" y="2186"/>
                  </a:cubicBezTo>
                  <a:cubicBezTo>
                    <a:pt x="7683" y="2315"/>
                    <a:pt x="8229" y="2508"/>
                    <a:pt x="8647" y="2669"/>
                  </a:cubicBezTo>
                  <a:cubicBezTo>
                    <a:pt x="8731" y="2710"/>
                    <a:pt x="8808" y="2746"/>
                    <a:pt x="8877" y="2779"/>
                  </a:cubicBezTo>
                  <a:lnTo>
                    <a:pt x="8877" y="2779"/>
                  </a:lnTo>
                  <a:cubicBezTo>
                    <a:pt x="8470" y="2797"/>
                    <a:pt x="7859" y="2797"/>
                    <a:pt x="7136" y="2797"/>
                  </a:cubicBezTo>
                  <a:cubicBezTo>
                    <a:pt x="5818" y="2797"/>
                    <a:pt x="4179" y="2765"/>
                    <a:pt x="2861" y="2765"/>
                  </a:cubicBezTo>
                  <a:cubicBezTo>
                    <a:pt x="1681" y="2736"/>
                    <a:pt x="759" y="2708"/>
                    <a:pt x="579" y="2702"/>
                  </a:cubicBezTo>
                  <a:lnTo>
                    <a:pt x="579" y="2702"/>
                  </a:lnTo>
                  <a:lnTo>
                    <a:pt x="579" y="2701"/>
                  </a:lnTo>
                  <a:cubicBezTo>
                    <a:pt x="579" y="2701"/>
                    <a:pt x="450" y="2540"/>
                    <a:pt x="450" y="1897"/>
                  </a:cubicBezTo>
                  <a:cubicBezTo>
                    <a:pt x="450" y="1415"/>
                    <a:pt x="547" y="1029"/>
                    <a:pt x="611" y="772"/>
                  </a:cubicBezTo>
                  <a:cubicBezTo>
                    <a:pt x="675" y="644"/>
                    <a:pt x="707" y="547"/>
                    <a:pt x="740" y="483"/>
                  </a:cubicBezTo>
                  <a:lnTo>
                    <a:pt x="741" y="480"/>
                  </a:lnTo>
                  <a:lnTo>
                    <a:pt x="741" y="480"/>
                  </a:lnTo>
                  <a:lnTo>
                    <a:pt x="3268" y="420"/>
                  </a:lnTo>
                  <a:close/>
                  <a:moveTo>
                    <a:pt x="3311" y="1"/>
                  </a:moveTo>
                  <a:lnTo>
                    <a:pt x="515" y="65"/>
                  </a:lnTo>
                  <a:lnTo>
                    <a:pt x="450" y="161"/>
                  </a:lnTo>
                  <a:cubicBezTo>
                    <a:pt x="418" y="161"/>
                    <a:pt x="0" y="804"/>
                    <a:pt x="0" y="1897"/>
                  </a:cubicBezTo>
                  <a:cubicBezTo>
                    <a:pt x="0" y="2411"/>
                    <a:pt x="97" y="2701"/>
                    <a:pt x="193" y="2894"/>
                  </a:cubicBezTo>
                  <a:cubicBezTo>
                    <a:pt x="274" y="3055"/>
                    <a:pt x="422" y="3127"/>
                    <a:pt x="506" y="3127"/>
                  </a:cubicBezTo>
                  <a:cubicBezTo>
                    <a:pt x="522" y="3127"/>
                    <a:pt x="535" y="3124"/>
                    <a:pt x="545" y="3119"/>
                  </a:cubicBezTo>
                  <a:lnTo>
                    <a:pt x="545" y="3119"/>
                  </a:lnTo>
                  <a:cubicBezTo>
                    <a:pt x="919" y="3128"/>
                    <a:pt x="4635" y="3215"/>
                    <a:pt x="7136" y="3215"/>
                  </a:cubicBezTo>
                  <a:lnTo>
                    <a:pt x="8776" y="3215"/>
                  </a:lnTo>
                  <a:cubicBezTo>
                    <a:pt x="9001" y="3183"/>
                    <a:pt x="9161" y="3183"/>
                    <a:pt x="9258" y="3183"/>
                  </a:cubicBezTo>
                  <a:cubicBezTo>
                    <a:pt x="9322" y="3151"/>
                    <a:pt x="9386" y="3151"/>
                    <a:pt x="9419" y="3151"/>
                  </a:cubicBezTo>
                  <a:lnTo>
                    <a:pt x="9515" y="3119"/>
                  </a:lnTo>
                  <a:lnTo>
                    <a:pt x="9579" y="3054"/>
                  </a:lnTo>
                  <a:cubicBezTo>
                    <a:pt x="9611" y="3054"/>
                    <a:pt x="9644" y="2990"/>
                    <a:pt x="9644" y="2926"/>
                  </a:cubicBezTo>
                  <a:lnTo>
                    <a:pt x="9644" y="2894"/>
                  </a:lnTo>
                  <a:lnTo>
                    <a:pt x="9644" y="2862"/>
                  </a:lnTo>
                  <a:cubicBezTo>
                    <a:pt x="9611" y="2765"/>
                    <a:pt x="9547" y="2733"/>
                    <a:pt x="9515" y="2669"/>
                  </a:cubicBezTo>
                  <a:cubicBezTo>
                    <a:pt x="9354" y="2508"/>
                    <a:pt x="9065" y="2379"/>
                    <a:pt x="8647" y="2219"/>
                  </a:cubicBezTo>
                  <a:cubicBezTo>
                    <a:pt x="8229" y="2058"/>
                    <a:pt x="7683" y="1897"/>
                    <a:pt x="7104" y="1769"/>
                  </a:cubicBezTo>
                  <a:cubicBezTo>
                    <a:pt x="6493" y="1672"/>
                    <a:pt x="5561" y="1222"/>
                    <a:pt x="4790" y="804"/>
                  </a:cubicBezTo>
                  <a:cubicBezTo>
                    <a:pt x="4404" y="611"/>
                    <a:pt x="4083" y="419"/>
                    <a:pt x="3825" y="258"/>
                  </a:cubicBezTo>
                  <a:cubicBezTo>
                    <a:pt x="3568" y="129"/>
                    <a:pt x="3440" y="33"/>
                    <a:pt x="3440" y="33"/>
                  </a:cubicBezTo>
                  <a:lnTo>
                    <a:pt x="33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3883;p64">
              <a:extLst>
                <a:ext uri="{FF2B5EF4-FFF2-40B4-BE49-F238E27FC236}">
                  <a16:creationId xmlns:a16="http://schemas.microsoft.com/office/drawing/2014/main" id="{FDAC2722-AF7F-1FA5-4F99-BAF17345C282}"/>
                </a:ext>
              </a:extLst>
            </p:cNvPr>
            <p:cNvSpPr/>
            <p:nvPr/>
          </p:nvSpPr>
          <p:spPr>
            <a:xfrm>
              <a:off x="4984050" y="4940850"/>
              <a:ext cx="229600" cy="14225"/>
            </a:xfrm>
            <a:custGeom>
              <a:avLst/>
              <a:gdLst/>
              <a:ahLst/>
              <a:cxnLst/>
              <a:rect l="l" t="t" r="r" b="b"/>
              <a:pathLst>
                <a:path w="9184" h="569" extrusionOk="0">
                  <a:moveTo>
                    <a:pt x="0" y="1"/>
                  </a:moveTo>
                  <a:cubicBezTo>
                    <a:pt x="97" y="483"/>
                    <a:pt x="290" y="483"/>
                    <a:pt x="290" y="483"/>
                  </a:cubicBezTo>
                  <a:cubicBezTo>
                    <a:pt x="290" y="483"/>
                    <a:pt x="4261" y="569"/>
                    <a:pt x="6890" y="569"/>
                  </a:cubicBezTo>
                  <a:cubicBezTo>
                    <a:pt x="8204" y="569"/>
                    <a:pt x="9183" y="547"/>
                    <a:pt x="9162" y="483"/>
                  </a:cubicBezTo>
                  <a:cubicBezTo>
                    <a:pt x="9129" y="354"/>
                    <a:pt x="8840" y="193"/>
                    <a:pt x="8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3884;p64">
              <a:extLst>
                <a:ext uri="{FF2B5EF4-FFF2-40B4-BE49-F238E27FC236}">
                  <a16:creationId xmlns:a16="http://schemas.microsoft.com/office/drawing/2014/main" id="{6E1C1494-166B-A645-1BA7-244E7D1FA1A9}"/>
                </a:ext>
              </a:extLst>
            </p:cNvPr>
            <p:cNvSpPr/>
            <p:nvPr/>
          </p:nvSpPr>
          <p:spPr>
            <a:xfrm>
              <a:off x="4977625" y="4935225"/>
              <a:ext cx="241100" cy="24950"/>
            </a:xfrm>
            <a:custGeom>
              <a:avLst/>
              <a:gdLst/>
              <a:ahLst/>
              <a:cxnLst/>
              <a:rect l="l" t="t" r="r" b="b"/>
              <a:pathLst>
                <a:path w="9644" h="998" extrusionOk="0">
                  <a:moveTo>
                    <a:pt x="8551" y="418"/>
                  </a:moveTo>
                  <a:cubicBezTo>
                    <a:pt x="8676" y="472"/>
                    <a:pt x="8791" y="516"/>
                    <a:pt x="8885" y="560"/>
                  </a:cubicBezTo>
                  <a:lnTo>
                    <a:pt x="8885" y="560"/>
                  </a:lnTo>
                  <a:cubicBezTo>
                    <a:pt x="8478" y="579"/>
                    <a:pt x="7863" y="579"/>
                    <a:pt x="7136" y="579"/>
                  </a:cubicBezTo>
                  <a:cubicBezTo>
                    <a:pt x="5818" y="579"/>
                    <a:pt x="4179" y="547"/>
                    <a:pt x="2861" y="547"/>
                  </a:cubicBezTo>
                  <a:cubicBezTo>
                    <a:pt x="1681" y="518"/>
                    <a:pt x="759" y="490"/>
                    <a:pt x="579" y="484"/>
                  </a:cubicBezTo>
                  <a:lnTo>
                    <a:pt x="579" y="484"/>
                  </a:lnTo>
                  <a:lnTo>
                    <a:pt x="579" y="483"/>
                  </a:lnTo>
                  <a:cubicBezTo>
                    <a:pt x="579" y="483"/>
                    <a:pt x="565" y="461"/>
                    <a:pt x="546" y="418"/>
                  </a:cubicBezTo>
                  <a:close/>
                  <a:moveTo>
                    <a:pt x="0" y="1"/>
                  </a:moveTo>
                  <a:lnTo>
                    <a:pt x="65" y="258"/>
                  </a:lnTo>
                  <a:cubicBezTo>
                    <a:pt x="97" y="515"/>
                    <a:pt x="193" y="676"/>
                    <a:pt x="290" y="772"/>
                  </a:cubicBezTo>
                  <a:cubicBezTo>
                    <a:pt x="354" y="869"/>
                    <a:pt x="482" y="901"/>
                    <a:pt x="515" y="901"/>
                  </a:cubicBezTo>
                  <a:cubicBezTo>
                    <a:pt x="515" y="901"/>
                    <a:pt x="4501" y="997"/>
                    <a:pt x="7136" y="997"/>
                  </a:cubicBezTo>
                  <a:lnTo>
                    <a:pt x="8776" y="997"/>
                  </a:lnTo>
                  <a:cubicBezTo>
                    <a:pt x="9001" y="965"/>
                    <a:pt x="9161" y="965"/>
                    <a:pt x="9258" y="965"/>
                  </a:cubicBezTo>
                  <a:cubicBezTo>
                    <a:pt x="9322" y="933"/>
                    <a:pt x="9386" y="933"/>
                    <a:pt x="9419" y="933"/>
                  </a:cubicBezTo>
                  <a:lnTo>
                    <a:pt x="9515" y="901"/>
                  </a:lnTo>
                  <a:lnTo>
                    <a:pt x="9579" y="836"/>
                  </a:lnTo>
                  <a:cubicBezTo>
                    <a:pt x="9611" y="836"/>
                    <a:pt x="9644" y="772"/>
                    <a:pt x="9644" y="708"/>
                  </a:cubicBezTo>
                  <a:lnTo>
                    <a:pt x="9644" y="676"/>
                  </a:lnTo>
                  <a:lnTo>
                    <a:pt x="9644" y="644"/>
                  </a:lnTo>
                  <a:cubicBezTo>
                    <a:pt x="9611" y="547"/>
                    <a:pt x="9547" y="483"/>
                    <a:pt x="9483" y="451"/>
                  </a:cubicBezTo>
                  <a:cubicBezTo>
                    <a:pt x="9322" y="290"/>
                    <a:pt x="9065" y="161"/>
                    <a:pt x="8711" y="33"/>
                  </a:cubicBezTo>
                  <a:lnTo>
                    <a:pt x="8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3885;p64">
              <a:extLst>
                <a:ext uri="{FF2B5EF4-FFF2-40B4-BE49-F238E27FC236}">
                  <a16:creationId xmlns:a16="http://schemas.microsoft.com/office/drawing/2014/main" id="{174FC5DA-B25D-C0DA-AF22-A8C98639C893}"/>
                </a:ext>
              </a:extLst>
            </p:cNvPr>
            <p:cNvSpPr/>
            <p:nvPr/>
          </p:nvSpPr>
          <p:spPr>
            <a:xfrm>
              <a:off x="4779925" y="2559250"/>
              <a:ext cx="598725" cy="1158975"/>
            </a:xfrm>
            <a:custGeom>
              <a:avLst/>
              <a:gdLst/>
              <a:ahLst/>
              <a:cxnLst/>
              <a:rect l="l" t="t" r="r" b="b"/>
              <a:pathLst>
                <a:path w="23949" h="46359" extrusionOk="0">
                  <a:moveTo>
                    <a:pt x="12715" y="0"/>
                  </a:moveTo>
                  <a:cubicBezTo>
                    <a:pt x="12193" y="0"/>
                    <a:pt x="11622" y="44"/>
                    <a:pt x="10994" y="149"/>
                  </a:cubicBezTo>
                  <a:cubicBezTo>
                    <a:pt x="8069" y="631"/>
                    <a:pt x="6044" y="4039"/>
                    <a:pt x="5594" y="7607"/>
                  </a:cubicBezTo>
                  <a:cubicBezTo>
                    <a:pt x="5144" y="11175"/>
                    <a:pt x="5562" y="15128"/>
                    <a:pt x="5562" y="15128"/>
                  </a:cubicBezTo>
                  <a:cubicBezTo>
                    <a:pt x="5626" y="15675"/>
                    <a:pt x="4437" y="17025"/>
                    <a:pt x="4115" y="17411"/>
                  </a:cubicBezTo>
                  <a:cubicBezTo>
                    <a:pt x="3440" y="18311"/>
                    <a:pt x="2604" y="19018"/>
                    <a:pt x="1994" y="19982"/>
                  </a:cubicBezTo>
                  <a:cubicBezTo>
                    <a:pt x="740" y="21911"/>
                    <a:pt x="1" y="24354"/>
                    <a:pt x="258" y="26668"/>
                  </a:cubicBezTo>
                  <a:cubicBezTo>
                    <a:pt x="515" y="29079"/>
                    <a:pt x="1704" y="39815"/>
                    <a:pt x="1737" y="40780"/>
                  </a:cubicBezTo>
                  <a:cubicBezTo>
                    <a:pt x="1737" y="41712"/>
                    <a:pt x="1062" y="43191"/>
                    <a:pt x="1190" y="44348"/>
                  </a:cubicBezTo>
                  <a:cubicBezTo>
                    <a:pt x="1319" y="45473"/>
                    <a:pt x="1704" y="44958"/>
                    <a:pt x="4147" y="45312"/>
                  </a:cubicBezTo>
                  <a:cubicBezTo>
                    <a:pt x="6129" y="45629"/>
                    <a:pt x="11150" y="46359"/>
                    <a:pt x="13340" y="46359"/>
                  </a:cubicBezTo>
                  <a:cubicBezTo>
                    <a:pt x="13815" y="46359"/>
                    <a:pt x="14156" y="46324"/>
                    <a:pt x="14305" y="46244"/>
                  </a:cubicBezTo>
                  <a:cubicBezTo>
                    <a:pt x="15141" y="45794"/>
                    <a:pt x="15752" y="44541"/>
                    <a:pt x="15719" y="43898"/>
                  </a:cubicBezTo>
                  <a:cubicBezTo>
                    <a:pt x="15719" y="43287"/>
                    <a:pt x="15623" y="38690"/>
                    <a:pt x="15141" y="36279"/>
                  </a:cubicBezTo>
                  <a:cubicBezTo>
                    <a:pt x="14659" y="33869"/>
                    <a:pt x="15076" y="28951"/>
                    <a:pt x="14916" y="26443"/>
                  </a:cubicBezTo>
                  <a:cubicBezTo>
                    <a:pt x="14755" y="23936"/>
                    <a:pt x="13823" y="19886"/>
                    <a:pt x="12955" y="18536"/>
                  </a:cubicBezTo>
                  <a:cubicBezTo>
                    <a:pt x="12087" y="17186"/>
                    <a:pt x="11123" y="16157"/>
                    <a:pt x="11444" y="15643"/>
                  </a:cubicBezTo>
                  <a:cubicBezTo>
                    <a:pt x="11733" y="15096"/>
                    <a:pt x="15462" y="12814"/>
                    <a:pt x="17327" y="12043"/>
                  </a:cubicBezTo>
                  <a:cubicBezTo>
                    <a:pt x="19191" y="11271"/>
                    <a:pt x="23948" y="9278"/>
                    <a:pt x="23209" y="8571"/>
                  </a:cubicBezTo>
                  <a:cubicBezTo>
                    <a:pt x="22470" y="7864"/>
                    <a:pt x="19641" y="3621"/>
                    <a:pt x="19641" y="3621"/>
                  </a:cubicBezTo>
                  <a:cubicBezTo>
                    <a:pt x="19641" y="3621"/>
                    <a:pt x="17905" y="1467"/>
                    <a:pt x="16748" y="953"/>
                  </a:cubicBezTo>
                  <a:cubicBezTo>
                    <a:pt x="15842" y="575"/>
                    <a:pt x="14600" y="0"/>
                    <a:pt x="12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3886;p64">
              <a:extLst>
                <a:ext uri="{FF2B5EF4-FFF2-40B4-BE49-F238E27FC236}">
                  <a16:creationId xmlns:a16="http://schemas.microsoft.com/office/drawing/2014/main" id="{455A1B02-3DC7-B1A1-8B34-68D2AF6055D5}"/>
                </a:ext>
              </a:extLst>
            </p:cNvPr>
            <p:cNvSpPr/>
            <p:nvPr/>
          </p:nvSpPr>
          <p:spPr>
            <a:xfrm>
              <a:off x="4779925" y="2554125"/>
              <a:ext cx="587475" cy="1169275"/>
            </a:xfrm>
            <a:custGeom>
              <a:avLst/>
              <a:gdLst/>
              <a:ahLst/>
              <a:cxnLst/>
              <a:rect l="l" t="t" r="r" b="b"/>
              <a:pathLst>
                <a:path w="23499" h="46771" extrusionOk="0">
                  <a:moveTo>
                    <a:pt x="12730" y="418"/>
                  </a:moveTo>
                  <a:cubicBezTo>
                    <a:pt x="14562" y="418"/>
                    <a:pt x="15752" y="965"/>
                    <a:pt x="16684" y="1351"/>
                  </a:cubicBezTo>
                  <a:cubicBezTo>
                    <a:pt x="17198" y="1576"/>
                    <a:pt x="17905" y="2218"/>
                    <a:pt x="18484" y="2829"/>
                  </a:cubicBezTo>
                  <a:cubicBezTo>
                    <a:pt x="18773" y="3118"/>
                    <a:pt x="19030" y="3408"/>
                    <a:pt x="19191" y="3633"/>
                  </a:cubicBezTo>
                  <a:cubicBezTo>
                    <a:pt x="19384" y="3826"/>
                    <a:pt x="19480" y="3954"/>
                    <a:pt x="19480" y="3954"/>
                  </a:cubicBezTo>
                  <a:cubicBezTo>
                    <a:pt x="19480" y="3954"/>
                    <a:pt x="20155" y="5015"/>
                    <a:pt x="20959" y="6140"/>
                  </a:cubicBezTo>
                  <a:cubicBezTo>
                    <a:pt x="21377" y="6719"/>
                    <a:pt x="21795" y="7329"/>
                    <a:pt x="22180" y="7812"/>
                  </a:cubicBezTo>
                  <a:cubicBezTo>
                    <a:pt x="22534" y="8326"/>
                    <a:pt x="22855" y="8712"/>
                    <a:pt x="23048" y="8937"/>
                  </a:cubicBezTo>
                  <a:lnTo>
                    <a:pt x="23080" y="8937"/>
                  </a:lnTo>
                  <a:cubicBezTo>
                    <a:pt x="23080" y="8937"/>
                    <a:pt x="23048" y="9033"/>
                    <a:pt x="22952" y="9162"/>
                  </a:cubicBezTo>
                  <a:cubicBezTo>
                    <a:pt x="22759" y="9355"/>
                    <a:pt x="22405" y="9612"/>
                    <a:pt x="21955" y="9869"/>
                  </a:cubicBezTo>
                  <a:cubicBezTo>
                    <a:pt x="20573" y="10672"/>
                    <a:pt x="18387" y="11572"/>
                    <a:pt x="17230" y="12055"/>
                  </a:cubicBezTo>
                  <a:cubicBezTo>
                    <a:pt x="16298" y="12440"/>
                    <a:pt x="14884" y="13212"/>
                    <a:pt x="13662" y="13951"/>
                  </a:cubicBezTo>
                  <a:cubicBezTo>
                    <a:pt x="13084" y="14337"/>
                    <a:pt x="12505" y="14690"/>
                    <a:pt x="12087" y="14980"/>
                  </a:cubicBezTo>
                  <a:cubicBezTo>
                    <a:pt x="11894" y="15141"/>
                    <a:pt x="11701" y="15269"/>
                    <a:pt x="11541" y="15398"/>
                  </a:cubicBezTo>
                  <a:cubicBezTo>
                    <a:pt x="11412" y="15526"/>
                    <a:pt x="11316" y="15623"/>
                    <a:pt x="11251" y="15719"/>
                  </a:cubicBezTo>
                  <a:cubicBezTo>
                    <a:pt x="11187" y="15848"/>
                    <a:pt x="11155" y="15944"/>
                    <a:pt x="11155" y="16073"/>
                  </a:cubicBezTo>
                  <a:cubicBezTo>
                    <a:pt x="11155" y="16266"/>
                    <a:pt x="11219" y="16458"/>
                    <a:pt x="11316" y="16651"/>
                  </a:cubicBezTo>
                  <a:cubicBezTo>
                    <a:pt x="11605" y="17262"/>
                    <a:pt x="12216" y="17969"/>
                    <a:pt x="12794" y="18837"/>
                  </a:cubicBezTo>
                  <a:cubicBezTo>
                    <a:pt x="13180" y="19480"/>
                    <a:pt x="13630" y="20830"/>
                    <a:pt x="13984" y="22309"/>
                  </a:cubicBezTo>
                  <a:cubicBezTo>
                    <a:pt x="14369" y="23787"/>
                    <a:pt x="14626" y="25427"/>
                    <a:pt x="14691" y="26648"/>
                  </a:cubicBezTo>
                  <a:cubicBezTo>
                    <a:pt x="14723" y="27098"/>
                    <a:pt x="14755" y="27645"/>
                    <a:pt x="14755" y="28223"/>
                  </a:cubicBezTo>
                  <a:cubicBezTo>
                    <a:pt x="14755" y="29573"/>
                    <a:pt x="14691" y="31213"/>
                    <a:pt x="14691" y="32756"/>
                  </a:cubicBezTo>
                  <a:cubicBezTo>
                    <a:pt x="14691" y="34202"/>
                    <a:pt x="14723" y="35552"/>
                    <a:pt x="14916" y="36517"/>
                  </a:cubicBezTo>
                  <a:cubicBezTo>
                    <a:pt x="15398" y="38895"/>
                    <a:pt x="15494" y="43492"/>
                    <a:pt x="15527" y="44135"/>
                  </a:cubicBezTo>
                  <a:cubicBezTo>
                    <a:pt x="15527" y="44392"/>
                    <a:pt x="15366" y="44842"/>
                    <a:pt x="15141" y="45260"/>
                  </a:cubicBezTo>
                  <a:cubicBezTo>
                    <a:pt x="14916" y="45678"/>
                    <a:pt x="14562" y="46064"/>
                    <a:pt x="14209" y="46256"/>
                  </a:cubicBezTo>
                  <a:cubicBezTo>
                    <a:pt x="14176" y="46289"/>
                    <a:pt x="14080" y="46321"/>
                    <a:pt x="13951" y="46321"/>
                  </a:cubicBezTo>
                  <a:cubicBezTo>
                    <a:pt x="13791" y="46353"/>
                    <a:pt x="13598" y="46353"/>
                    <a:pt x="13373" y="46353"/>
                  </a:cubicBezTo>
                  <a:cubicBezTo>
                    <a:pt x="11251" y="46353"/>
                    <a:pt x="6140" y="45614"/>
                    <a:pt x="4180" y="45324"/>
                  </a:cubicBezTo>
                  <a:cubicBezTo>
                    <a:pt x="2958" y="45131"/>
                    <a:pt x="2219" y="45163"/>
                    <a:pt x="1833" y="45131"/>
                  </a:cubicBezTo>
                  <a:cubicBezTo>
                    <a:pt x="1737" y="45099"/>
                    <a:pt x="1672" y="45099"/>
                    <a:pt x="1608" y="45067"/>
                  </a:cubicBezTo>
                  <a:cubicBezTo>
                    <a:pt x="1544" y="45035"/>
                    <a:pt x="1544" y="45003"/>
                    <a:pt x="1479" y="44938"/>
                  </a:cubicBezTo>
                  <a:cubicBezTo>
                    <a:pt x="1447" y="44874"/>
                    <a:pt x="1415" y="44713"/>
                    <a:pt x="1383" y="44521"/>
                  </a:cubicBezTo>
                  <a:cubicBezTo>
                    <a:pt x="1383" y="44424"/>
                    <a:pt x="1383" y="44328"/>
                    <a:pt x="1383" y="44231"/>
                  </a:cubicBezTo>
                  <a:cubicBezTo>
                    <a:pt x="1383" y="43749"/>
                    <a:pt x="1512" y="43171"/>
                    <a:pt x="1640" y="42592"/>
                  </a:cubicBezTo>
                  <a:cubicBezTo>
                    <a:pt x="1801" y="42045"/>
                    <a:pt x="1929" y="41499"/>
                    <a:pt x="1929" y="41017"/>
                  </a:cubicBezTo>
                  <a:lnTo>
                    <a:pt x="1929" y="40985"/>
                  </a:lnTo>
                  <a:lnTo>
                    <a:pt x="1929" y="40953"/>
                  </a:lnTo>
                  <a:cubicBezTo>
                    <a:pt x="1929" y="40695"/>
                    <a:pt x="1865" y="39860"/>
                    <a:pt x="1737" y="38702"/>
                  </a:cubicBezTo>
                  <a:cubicBezTo>
                    <a:pt x="1383" y="35167"/>
                    <a:pt x="676" y="28641"/>
                    <a:pt x="483" y="26841"/>
                  </a:cubicBezTo>
                  <a:cubicBezTo>
                    <a:pt x="451" y="26552"/>
                    <a:pt x="419" y="26230"/>
                    <a:pt x="419" y="25941"/>
                  </a:cubicBezTo>
                  <a:cubicBezTo>
                    <a:pt x="419" y="23948"/>
                    <a:pt x="1094" y="21955"/>
                    <a:pt x="2154" y="20284"/>
                  </a:cubicBezTo>
                  <a:cubicBezTo>
                    <a:pt x="2765" y="19384"/>
                    <a:pt x="3601" y="18676"/>
                    <a:pt x="4276" y="17744"/>
                  </a:cubicBezTo>
                  <a:cubicBezTo>
                    <a:pt x="4437" y="17551"/>
                    <a:pt x="4790" y="17133"/>
                    <a:pt x="5112" y="16683"/>
                  </a:cubicBezTo>
                  <a:cubicBezTo>
                    <a:pt x="5272" y="16458"/>
                    <a:pt x="5433" y="16233"/>
                    <a:pt x="5562" y="16008"/>
                  </a:cubicBezTo>
                  <a:cubicBezTo>
                    <a:pt x="5690" y="15783"/>
                    <a:pt x="5755" y="15591"/>
                    <a:pt x="5755" y="15366"/>
                  </a:cubicBezTo>
                  <a:lnTo>
                    <a:pt x="5755" y="15333"/>
                  </a:lnTo>
                  <a:cubicBezTo>
                    <a:pt x="5755" y="15333"/>
                    <a:pt x="5755" y="15205"/>
                    <a:pt x="5755" y="15044"/>
                  </a:cubicBezTo>
                  <a:cubicBezTo>
                    <a:pt x="5690" y="14465"/>
                    <a:pt x="5594" y="13148"/>
                    <a:pt x="5594" y="11572"/>
                  </a:cubicBezTo>
                  <a:cubicBezTo>
                    <a:pt x="5594" y="10383"/>
                    <a:pt x="5658" y="9097"/>
                    <a:pt x="5819" y="7844"/>
                  </a:cubicBezTo>
                  <a:cubicBezTo>
                    <a:pt x="6012" y="6076"/>
                    <a:pt x="6623" y="4372"/>
                    <a:pt x="7523" y="3054"/>
                  </a:cubicBezTo>
                  <a:cubicBezTo>
                    <a:pt x="8455" y="1704"/>
                    <a:pt x="9644" y="804"/>
                    <a:pt x="11026" y="547"/>
                  </a:cubicBezTo>
                  <a:cubicBezTo>
                    <a:pt x="11637" y="450"/>
                    <a:pt x="12216" y="418"/>
                    <a:pt x="12730" y="418"/>
                  </a:cubicBezTo>
                  <a:close/>
                  <a:moveTo>
                    <a:pt x="12730" y="0"/>
                  </a:moveTo>
                  <a:cubicBezTo>
                    <a:pt x="12183" y="0"/>
                    <a:pt x="11605" y="33"/>
                    <a:pt x="10930" y="129"/>
                  </a:cubicBezTo>
                  <a:cubicBezTo>
                    <a:pt x="9419" y="386"/>
                    <a:pt x="8133" y="1415"/>
                    <a:pt x="7169" y="2797"/>
                  </a:cubicBezTo>
                  <a:cubicBezTo>
                    <a:pt x="6237" y="4179"/>
                    <a:pt x="5626" y="5947"/>
                    <a:pt x="5401" y="7779"/>
                  </a:cubicBezTo>
                  <a:cubicBezTo>
                    <a:pt x="5240" y="9065"/>
                    <a:pt x="5176" y="10383"/>
                    <a:pt x="5176" y="11572"/>
                  </a:cubicBezTo>
                  <a:cubicBezTo>
                    <a:pt x="5176" y="13694"/>
                    <a:pt x="5337" y="15366"/>
                    <a:pt x="5337" y="15366"/>
                  </a:cubicBezTo>
                  <a:cubicBezTo>
                    <a:pt x="5337" y="15462"/>
                    <a:pt x="5305" y="15623"/>
                    <a:pt x="5176" y="15816"/>
                  </a:cubicBezTo>
                  <a:cubicBezTo>
                    <a:pt x="5047" y="16105"/>
                    <a:pt x="4790" y="16458"/>
                    <a:pt x="4533" y="16748"/>
                  </a:cubicBezTo>
                  <a:cubicBezTo>
                    <a:pt x="4308" y="17069"/>
                    <a:pt x="4083" y="17326"/>
                    <a:pt x="3955" y="17487"/>
                  </a:cubicBezTo>
                  <a:cubicBezTo>
                    <a:pt x="3312" y="18355"/>
                    <a:pt x="2444" y="19062"/>
                    <a:pt x="1801" y="20059"/>
                  </a:cubicBezTo>
                  <a:cubicBezTo>
                    <a:pt x="708" y="21762"/>
                    <a:pt x="1" y="23852"/>
                    <a:pt x="1" y="25941"/>
                  </a:cubicBezTo>
                  <a:cubicBezTo>
                    <a:pt x="1" y="26263"/>
                    <a:pt x="33" y="26584"/>
                    <a:pt x="65" y="26905"/>
                  </a:cubicBezTo>
                  <a:cubicBezTo>
                    <a:pt x="194" y="28095"/>
                    <a:pt x="547" y="31373"/>
                    <a:pt x="869" y="34492"/>
                  </a:cubicBezTo>
                  <a:cubicBezTo>
                    <a:pt x="1029" y="36034"/>
                    <a:pt x="1190" y="37545"/>
                    <a:pt x="1319" y="38735"/>
                  </a:cubicBezTo>
                  <a:cubicBezTo>
                    <a:pt x="1447" y="39892"/>
                    <a:pt x="1512" y="40760"/>
                    <a:pt x="1512" y="40985"/>
                  </a:cubicBezTo>
                  <a:lnTo>
                    <a:pt x="1512" y="41017"/>
                  </a:lnTo>
                  <a:cubicBezTo>
                    <a:pt x="1512" y="41403"/>
                    <a:pt x="1383" y="41917"/>
                    <a:pt x="1254" y="42495"/>
                  </a:cubicBezTo>
                  <a:cubicBezTo>
                    <a:pt x="1094" y="43074"/>
                    <a:pt x="965" y="43653"/>
                    <a:pt x="965" y="44231"/>
                  </a:cubicBezTo>
                  <a:cubicBezTo>
                    <a:pt x="965" y="44360"/>
                    <a:pt x="965" y="44456"/>
                    <a:pt x="965" y="44585"/>
                  </a:cubicBezTo>
                  <a:cubicBezTo>
                    <a:pt x="997" y="44874"/>
                    <a:pt x="1062" y="45099"/>
                    <a:pt x="1190" y="45260"/>
                  </a:cubicBezTo>
                  <a:cubicBezTo>
                    <a:pt x="1287" y="45388"/>
                    <a:pt x="1447" y="45485"/>
                    <a:pt x="1608" y="45517"/>
                  </a:cubicBezTo>
                  <a:cubicBezTo>
                    <a:pt x="1833" y="45581"/>
                    <a:pt x="2122" y="45581"/>
                    <a:pt x="2540" y="45581"/>
                  </a:cubicBezTo>
                  <a:cubicBezTo>
                    <a:pt x="2926" y="45614"/>
                    <a:pt x="3440" y="45646"/>
                    <a:pt x="4115" y="45742"/>
                  </a:cubicBezTo>
                  <a:cubicBezTo>
                    <a:pt x="6108" y="46031"/>
                    <a:pt x="11155" y="46771"/>
                    <a:pt x="13373" y="46771"/>
                  </a:cubicBezTo>
                  <a:cubicBezTo>
                    <a:pt x="13630" y="46771"/>
                    <a:pt x="13823" y="46771"/>
                    <a:pt x="13984" y="46739"/>
                  </a:cubicBezTo>
                  <a:cubicBezTo>
                    <a:pt x="14144" y="46739"/>
                    <a:pt x="14305" y="46706"/>
                    <a:pt x="14401" y="46642"/>
                  </a:cubicBezTo>
                  <a:cubicBezTo>
                    <a:pt x="14884" y="46385"/>
                    <a:pt x="15237" y="45935"/>
                    <a:pt x="15527" y="45485"/>
                  </a:cubicBezTo>
                  <a:cubicBezTo>
                    <a:pt x="15784" y="45003"/>
                    <a:pt x="15944" y="44521"/>
                    <a:pt x="15944" y="44135"/>
                  </a:cubicBezTo>
                  <a:lnTo>
                    <a:pt x="15944" y="44103"/>
                  </a:lnTo>
                  <a:cubicBezTo>
                    <a:pt x="15912" y="43492"/>
                    <a:pt x="15816" y="38863"/>
                    <a:pt x="15334" y="36452"/>
                  </a:cubicBezTo>
                  <a:cubicBezTo>
                    <a:pt x="15173" y="35520"/>
                    <a:pt x="15109" y="34170"/>
                    <a:pt x="15109" y="32756"/>
                  </a:cubicBezTo>
                  <a:cubicBezTo>
                    <a:pt x="15109" y="31245"/>
                    <a:pt x="15173" y="29606"/>
                    <a:pt x="15173" y="28223"/>
                  </a:cubicBezTo>
                  <a:cubicBezTo>
                    <a:pt x="15173" y="27645"/>
                    <a:pt x="15173" y="27098"/>
                    <a:pt x="15141" y="26648"/>
                  </a:cubicBezTo>
                  <a:cubicBezTo>
                    <a:pt x="15044" y="25362"/>
                    <a:pt x="14787" y="23723"/>
                    <a:pt x="14401" y="22212"/>
                  </a:cubicBezTo>
                  <a:cubicBezTo>
                    <a:pt x="14048" y="20702"/>
                    <a:pt x="13598" y="19351"/>
                    <a:pt x="13148" y="18612"/>
                  </a:cubicBezTo>
                  <a:cubicBezTo>
                    <a:pt x="12762" y="18034"/>
                    <a:pt x="12344" y="17487"/>
                    <a:pt x="12055" y="17069"/>
                  </a:cubicBezTo>
                  <a:cubicBezTo>
                    <a:pt x="11926" y="16844"/>
                    <a:pt x="11798" y="16651"/>
                    <a:pt x="11701" y="16458"/>
                  </a:cubicBezTo>
                  <a:cubicBezTo>
                    <a:pt x="11637" y="16298"/>
                    <a:pt x="11573" y="16169"/>
                    <a:pt x="11573" y="16073"/>
                  </a:cubicBezTo>
                  <a:cubicBezTo>
                    <a:pt x="11573" y="16008"/>
                    <a:pt x="11605" y="15976"/>
                    <a:pt x="11605" y="15944"/>
                  </a:cubicBezTo>
                  <a:cubicBezTo>
                    <a:pt x="11637" y="15912"/>
                    <a:pt x="11701" y="15816"/>
                    <a:pt x="11830" y="15719"/>
                  </a:cubicBezTo>
                  <a:cubicBezTo>
                    <a:pt x="12280" y="15333"/>
                    <a:pt x="13276" y="14690"/>
                    <a:pt x="14369" y="14048"/>
                  </a:cubicBezTo>
                  <a:cubicBezTo>
                    <a:pt x="15430" y="13405"/>
                    <a:pt x="16587" y="12794"/>
                    <a:pt x="17391" y="12440"/>
                  </a:cubicBezTo>
                  <a:cubicBezTo>
                    <a:pt x="18259" y="12087"/>
                    <a:pt x="19770" y="11476"/>
                    <a:pt x="21055" y="10833"/>
                  </a:cubicBezTo>
                  <a:cubicBezTo>
                    <a:pt x="21698" y="10512"/>
                    <a:pt x="22277" y="10190"/>
                    <a:pt x="22727" y="9869"/>
                  </a:cubicBezTo>
                  <a:cubicBezTo>
                    <a:pt x="22952" y="9740"/>
                    <a:pt x="23113" y="9580"/>
                    <a:pt x="23241" y="9451"/>
                  </a:cubicBezTo>
                  <a:cubicBezTo>
                    <a:pt x="23402" y="9290"/>
                    <a:pt x="23498" y="9129"/>
                    <a:pt x="23498" y="8937"/>
                  </a:cubicBezTo>
                  <a:cubicBezTo>
                    <a:pt x="23498" y="8808"/>
                    <a:pt x="23434" y="8712"/>
                    <a:pt x="23370" y="8615"/>
                  </a:cubicBezTo>
                  <a:cubicBezTo>
                    <a:pt x="23177" y="8454"/>
                    <a:pt x="22855" y="8069"/>
                    <a:pt x="22502" y="7554"/>
                  </a:cubicBezTo>
                  <a:cubicBezTo>
                    <a:pt x="21955" y="6815"/>
                    <a:pt x="21280" y="5851"/>
                    <a:pt x="20734" y="5079"/>
                  </a:cubicBezTo>
                  <a:cubicBezTo>
                    <a:pt x="20220" y="4308"/>
                    <a:pt x="19834" y="3697"/>
                    <a:pt x="19834" y="3697"/>
                  </a:cubicBezTo>
                  <a:lnTo>
                    <a:pt x="19802" y="3697"/>
                  </a:lnTo>
                  <a:cubicBezTo>
                    <a:pt x="19802" y="3697"/>
                    <a:pt x="19384" y="3151"/>
                    <a:pt x="18805" y="2540"/>
                  </a:cubicBezTo>
                  <a:cubicBezTo>
                    <a:pt x="18194" y="1929"/>
                    <a:pt x="17487" y="1254"/>
                    <a:pt x="16844" y="965"/>
                  </a:cubicBezTo>
                  <a:cubicBezTo>
                    <a:pt x="15944" y="579"/>
                    <a:pt x="14659" y="0"/>
                    <a:pt x="1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3887;p64">
              <a:extLst>
                <a:ext uri="{FF2B5EF4-FFF2-40B4-BE49-F238E27FC236}">
                  <a16:creationId xmlns:a16="http://schemas.microsoft.com/office/drawing/2014/main" id="{F70952AE-4DDD-7B4E-6D0D-14AD52FBE19D}"/>
                </a:ext>
              </a:extLst>
            </p:cNvPr>
            <p:cNvSpPr/>
            <p:nvPr/>
          </p:nvSpPr>
          <p:spPr>
            <a:xfrm>
              <a:off x="4852250" y="3131925"/>
              <a:ext cx="629250" cy="449325"/>
            </a:xfrm>
            <a:custGeom>
              <a:avLst/>
              <a:gdLst/>
              <a:ahLst/>
              <a:cxnLst/>
              <a:rect l="l" t="t" r="r" b="b"/>
              <a:pathLst>
                <a:path w="25170" h="17973" extrusionOk="0">
                  <a:moveTo>
                    <a:pt x="1737" y="0"/>
                  </a:moveTo>
                  <a:cubicBezTo>
                    <a:pt x="1737" y="0"/>
                    <a:pt x="1" y="1286"/>
                    <a:pt x="65" y="3311"/>
                  </a:cubicBezTo>
                  <a:cubicBezTo>
                    <a:pt x="97" y="5336"/>
                    <a:pt x="2508" y="15655"/>
                    <a:pt x="2862" y="16715"/>
                  </a:cubicBezTo>
                  <a:cubicBezTo>
                    <a:pt x="3247" y="17744"/>
                    <a:pt x="4855" y="17841"/>
                    <a:pt x="5208" y="17969"/>
                  </a:cubicBezTo>
                  <a:cubicBezTo>
                    <a:pt x="5213" y="17972"/>
                    <a:pt x="5222" y="17973"/>
                    <a:pt x="5233" y="17973"/>
                  </a:cubicBezTo>
                  <a:cubicBezTo>
                    <a:pt x="5966" y="17973"/>
                    <a:pt x="19384" y="12762"/>
                    <a:pt x="19384" y="12762"/>
                  </a:cubicBezTo>
                  <a:cubicBezTo>
                    <a:pt x="19384" y="12762"/>
                    <a:pt x="21023" y="13919"/>
                    <a:pt x="21666" y="13919"/>
                  </a:cubicBezTo>
                  <a:cubicBezTo>
                    <a:pt x="22277" y="13887"/>
                    <a:pt x="24045" y="13855"/>
                    <a:pt x="24045" y="13855"/>
                  </a:cubicBezTo>
                  <a:cubicBezTo>
                    <a:pt x="24045" y="13855"/>
                    <a:pt x="24752" y="15012"/>
                    <a:pt x="24977" y="15012"/>
                  </a:cubicBezTo>
                  <a:cubicBezTo>
                    <a:pt x="25170" y="15012"/>
                    <a:pt x="25106" y="14465"/>
                    <a:pt x="25009" y="14048"/>
                  </a:cubicBezTo>
                  <a:cubicBezTo>
                    <a:pt x="24945" y="13630"/>
                    <a:pt x="24559" y="12569"/>
                    <a:pt x="24559" y="12569"/>
                  </a:cubicBezTo>
                  <a:cubicBezTo>
                    <a:pt x="24559" y="12569"/>
                    <a:pt x="22663" y="11444"/>
                    <a:pt x="21730" y="11251"/>
                  </a:cubicBezTo>
                  <a:cubicBezTo>
                    <a:pt x="20974" y="11089"/>
                    <a:pt x="20149" y="10836"/>
                    <a:pt x="19580" y="10836"/>
                  </a:cubicBezTo>
                  <a:cubicBezTo>
                    <a:pt x="19473" y="10836"/>
                    <a:pt x="19374" y="10845"/>
                    <a:pt x="19287" y="10865"/>
                  </a:cubicBezTo>
                  <a:cubicBezTo>
                    <a:pt x="18709" y="11026"/>
                    <a:pt x="7555" y="12826"/>
                    <a:pt x="7555" y="12826"/>
                  </a:cubicBezTo>
                  <a:cubicBezTo>
                    <a:pt x="7555" y="12826"/>
                    <a:pt x="7812" y="5304"/>
                    <a:pt x="7619" y="3697"/>
                  </a:cubicBezTo>
                  <a:cubicBezTo>
                    <a:pt x="7458" y="2090"/>
                    <a:pt x="6783" y="450"/>
                    <a:pt x="5530" y="193"/>
                  </a:cubicBezTo>
                  <a:lnTo>
                    <a:pt x="1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3888;p64">
              <a:extLst>
                <a:ext uri="{FF2B5EF4-FFF2-40B4-BE49-F238E27FC236}">
                  <a16:creationId xmlns:a16="http://schemas.microsoft.com/office/drawing/2014/main" id="{D8D797DD-B7B3-BF35-7F68-95975A54837E}"/>
                </a:ext>
              </a:extLst>
            </p:cNvPr>
            <p:cNvSpPr/>
            <p:nvPr/>
          </p:nvSpPr>
          <p:spPr>
            <a:xfrm>
              <a:off x="4848250" y="3127100"/>
              <a:ext cx="637275" cy="459700"/>
            </a:xfrm>
            <a:custGeom>
              <a:avLst/>
              <a:gdLst/>
              <a:ahLst/>
              <a:cxnLst/>
              <a:rect l="l" t="t" r="r" b="b"/>
              <a:pathLst>
                <a:path w="25491" h="18388" extrusionOk="0">
                  <a:moveTo>
                    <a:pt x="1768" y="0"/>
                  </a:moveTo>
                  <a:cubicBezTo>
                    <a:pt x="1768" y="33"/>
                    <a:pt x="1318" y="354"/>
                    <a:pt x="868" y="933"/>
                  </a:cubicBezTo>
                  <a:cubicBezTo>
                    <a:pt x="450" y="1511"/>
                    <a:pt x="0" y="2379"/>
                    <a:pt x="0" y="3440"/>
                  </a:cubicBezTo>
                  <a:lnTo>
                    <a:pt x="0" y="3536"/>
                  </a:lnTo>
                  <a:lnTo>
                    <a:pt x="2" y="3536"/>
                  </a:lnTo>
                  <a:lnTo>
                    <a:pt x="2" y="3536"/>
                  </a:lnTo>
                  <a:cubicBezTo>
                    <a:pt x="37" y="4090"/>
                    <a:pt x="166" y="5104"/>
                    <a:pt x="418" y="6365"/>
                  </a:cubicBezTo>
                  <a:cubicBezTo>
                    <a:pt x="772" y="8262"/>
                    <a:pt x="1318" y="10705"/>
                    <a:pt x="1800" y="12794"/>
                  </a:cubicBezTo>
                  <a:cubicBezTo>
                    <a:pt x="2025" y="13823"/>
                    <a:pt x="2250" y="14755"/>
                    <a:pt x="2443" y="15494"/>
                  </a:cubicBezTo>
                  <a:cubicBezTo>
                    <a:pt x="2636" y="16233"/>
                    <a:pt x="2764" y="16748"/>
                    <a:pt x="2829" y="16973"/>
                  </a:cubicBezTo>
                  <a:cubicBezTo>
                    <a:pt x="2957" y="17262"/>
                    <a:pt x="3150" y="17519"/>
                    <a:pt x="3375" y="17680"/>
                  </a:cubicBezTo>
                  <a:cubicBezTo>
                    <a:pt x="3729" y="17969"/>
                    <a:pt x="4147" y="18098"/>
                    <a:pt x="4532" y="18194"/>
                  </a:cubicBezTo>
                  <a:cubicBezTo>
                    <a:pt x="4725" y="18259"/>
                    <a:pt x="4886" y="18291"/>
                    <a:pt x="5015" y="18323"/>
                  </a:cubicBezTo>
                  <a:cubicBezTo>
                    <a:pt x="5143" y="18323"/>
                    <a:pt x="5272" y="18355"/>
                    <a:pt x="5304" y="18387"/>
                  </a:cubicBezTo>
                  <a:lnTo>
                    <a:pt x="5529" y="18387"/>
                  </a:lnTo>
                  <a:cubicBezTo>
                    <a:pt x="5722" y="18323"/>
                    <a:pt x="6075" y="18226"/>
                    <a:pt x="6557" y="18066"/>
                  </a:cubicBezTo>
                  <a:cubicBezTo>
                    <a:pt x="9694" y="16990"/>
                    <a:pt x="18272" y="13666"/>
                    <a:pt x="19495" y="13202"/>
                  </a:cubicBezTo>
                  <a:lnTo>
                    <a:pt x="19495" y="13202"/>
                  </a:lnTo>
                  <a:cubicBezTo>
                    <a:pt x="19638" y="13299"/>
                    <a:pt x="19959" y="13512"/>
                    <a:pt x="20315" y="13726"/>
                  </a:cubicBezTo>
                  <a:cubicBezTo>
                    <a:pt x="20572" y="13855"/>
                    <a:pt x="20830" y="14015"/>
                    <a:pt x="21087" y="14112"/>
                  </a:cubicBezTo>
                  <a:cubicBezTo>
                    <a:pt x="21344" y="14241"/>
                    <a:pt x="21601" y="14305"/>
                    <a:pt x="21826" y="14305"/>
                  </a:cubicBezTo>
                  <a:cubicBezTo>
                    <a:pt x="22344" y="14305"/>
                    <a:pt x="23692" y="14282"/>
                    <a:pt x="24091" y="14275"/>
                  </a:cubicBezTo>
                  <a:lnTo>
                    <a:pt x="24091" y="14275"/>
                  </a:lnTo>
                  <a:cubicBezTo>
                    <a:pt x="24166" y="14395"/>
                    <a:pt x="24282" y="14581"/>
                    <a:pt x="24398" y="14755"/>
                  </a:cubicBezTo>
                  <a:cubicBezTo>
                    <a:pt x="24526" y="14916"/>
                    <a:pt x="24623" y="15044"/>
                    <a:pt x="24751" y="15173"/>
                  </a:cubicBezTo>
                  <a:cubicBezTo>
                    <a:pt x="24783" y="15237"/>
                    <a:pt x="24848" y="15301"/>
                    <a:pt x="24912" y="15333"/>
                  </a:cubicBezTo>
                  <a:cubicBezTo>
                    <a:pt x="24944" y="15366"/>
                    <a:pt x="25008" y="15430"/>
                    <a:pt x="25137" y="15430"/>
                  </a:cubicBezTo>
                  <a:cubicBezTo>
                    <a:pt x="25201" y="15430"/>
                    <a:pt x="25266" y="15398"/>
                    <a:pt x="25330" y="15366"/>
                  </a:cubicBezTo>
                  <a:cubicBezTo>
                    <a:pt x="25426" y="15269"/>
                    <a:pt x="25426" y="15205"/>
                    <a:pt x="25458" y="15141"/>
                  </a:cubicBezTo>
                  <a:cubicBezTo>
                    <a:pt x="25458" y="15076"/>
                    <a:pt x="25491" y="14980"/>
                    <a:pt x="25491" y="14916"/>
                  </a:cubicBezTo>
                  <a:cubicBezTo>
                    <a:pt x="25491" y="14691"/>
                    <a:pt x="25426" y="14433"/>
                    <a:pt x="25394" y="14208"/>
                  </a:cubicBezTo>
                  <a:cubicBezTo>
                    <a:pt x="25330" y="13951"/>
                    <a:pt x="25233" y="13598"/>
                    <a:pt x="25137" y="13276"/>
                  </a:cubicBezTo>
                  <a:cubicBezTo>
                    <a:pt x="25008" y="12955"/>
                    <a:pt x="24912" y="12698"/>
                    <a:pt x="24912" y="12698"/>
                  </a:cubicBezTo>
                  <a:lnTo>
                    <a:pt x="24912" y="12633"/>
                  </a:lnTo>
                  <a:lnTo>
                    <a:pt x="24848" y="12601"/>
                  </a:lnTo>
                  <a:cubicBezTo>
                    <a:pt x="24848" y="12601"/>
                    <a:pt x="24365" y="12312"/>
                    <a:pt x="23755" y="11990"/>
                  </a:cubicBezTo>
                  <a:cubicBezTo>
                    <a:pt x="23144" y="11669"/>
                    <a:pt x="22437" y="11347"/>
                    <a:pt x="21923" y="11219"/>
                  </a:cubicBezTo>
                  <a:cubicBezTo>
                    <a:pt x="21183" y="11090"/>
                    <a:pt x="20412" y="10833"/>
                    <a:pt x="19769" y="10833"/>
                  </a:cubicBezTo>
                  <a:cubicBezTo>
                    <a:pt x="19640" y="10833"/>
                    <a:pt x="19512" y="10833"/>
                    <a:pt x="19383" y="10865"/>
                  </a:cubicBezTo>
                  <a:cubicBezTo>
                    <a:pt x="19319" y="10865"/>
                    <a:pt x="19094" y="10930"/>
                    <a:pt x="18740" y="10994"/>
                  </a:cubicBezTo>
                  <a:cubicBezTo>
                    <a:pt x="17487" y="11219"/>
                    <a:pt x="14722" y="11669"/>
                    <a:pt x="12279" y="12055"/>
                  </a:cubicBezTo>
                  <a:cubicBezTo>
                    <a:pt x="11026" y="12248"/>
                    <a:pt x="9901" y="12440"/>
                    <a:pt x="9065" y="12569"/>
                  </a:cubicBezTo>
                  <a:cubicBezTo>
                    <a:pt x="8565" y="12662"/>
                    <a:pt x="8182" y="12722"/>
                    <a:pt x="7948" y="12757"/>
                  </a:cubicBezTo>
                  <a:lnTo>
                    <a:pt x="7948" y="12757"/>
                  </a:lnTo>
                  <a:cubicBezTo>
                    <a:pt x="7976" y="11808"/>
                    <a:pt x="8068" y="8483"/>
                    <a:pt x="8068" y="6108"/>
                  </a:cubicBezTo>
                  <a:cubicBezTo>
                    <a:pt x="8068" y="5111"/>
                    <a:pt x="8036" y="4308"/>
                    <a:pt x="8004" y="3890"/>
                  </a:cubicBezTo>
                  <a:cubicBezTo>
                    <a:pt x="7908" y="3054"/>
                    <a:pt x="7683" y="2218"/>
                    <a:pt x="7329" y="1543"/>
                  </a:cubicBezTo>
                  <a:cubicBezTo>
                    <a:pt x="6975" y="868"/>
                    <a:pt x="6429" y="322"/>
                    <a:pt x="5722" y="161"/>
                  </a:cubicBezTo>
                  <a:lnTo>
                    <a:pt x="5625" y="579"/>
                  </a:lnTo>
                  <a:cubicBezTo>
                    <a:pt x="6172" y="708"/>
                    <a:pt x="6622" y="1126"/>
                    <a:pt x="6943" y="1736"/>
                  </a:cubicBezTo>
                  <a:cubicBezTo>
                    <a:pt x="7297" y="2347"/>
                    <a:pt x="7490" y="3151"/>
                    <a:pt x="7586" y="3922"/>
                  </a:cubicBezTo>
                  <a:cubicBezTo>
                    <a:pt x="7618" y="4308"/>
                    <a:pt x="7650" y="5144"/>
                    <a:pt x="7650" y="6108"/>
                  </a:cubicBezTo>
                  <a:cubicBezTo>
                    <a:pt x="7650" y="7490"/>
                    <a:pt x="7618" y="9226"/>
                    <a:pt x="7554" y="10608"/>
                  </a:cubicBezTo>
                  <a:cubicBezTo>
                    <a:pt x="7522" y="11958"/>
                    <a:pt x="7490" y="12987"/>
                    <a:pt x="7490" y="13019"/>
                  </a:cubicBezTo>
                  <a:lnTo>
                    <a:pt x="7490" y="13276"/>
                  </a:lnTo>
                  <a:lnTo>
                    <a:pt x="7747" y="13212"/>
                  </a:lnTo>
                  <a:cubicBezTo>
                    <a:pt x="7747" y="13212"/>
                    <a:pt x="10543" y="12762"/>
                    <a:pt x="13404" y="12312"/>
                  </a:cubicBezTo>
                  <a:cubicBezTo>
                    <a:pt x="14819" y="12087"/>
                    <a:pt x="16265" y="11830"/>
                    <a:pt x="17390" y="11637"/>
                  </a:cubicBezTo>
                  <a:cubicBezTo>
                    <a:pt x="17969" y="11540"/>
                    <a:pt x="18451" y="11476"/>
                    <a:pt x="18805" y="11412"/>
                  </a:cubicBezTo>
                  <a:cubicBezTo>
                    <a:pt x="19158" y="11347"/>
                    <a:pt x="19383" y="11315"/>
                    <a:pt x="19480" y="11283"/>
                  </a:cubicBezTo>
                  <a:cubicBezTo>
                    <a:pt x="19576" y="11251"/>
                    <a:pt x="19672" y="11251"/>
                    <a:pt x="19769" y="11251"/>
                  </a:cubicBezTo>
                  <a:cubicBezTo>
                    <a:pt x="20283" y="11251"/>
                    <a:pt x="21087" y="11476"/>
                    <a:pt x="21858" y="11637"/>
                  </a:cubicBezTo>
                  <a:cubicBezTo>
                    <a:pt x="22276" y="11733"/>
                    <a:pt x="22983" y="12055"/>
                    <a:pt x="23562" y="12376"/>
                  </a:cubicBezTo>
                  <a:cubicBezTo>
                    <a:pt x="23851" y="12505"/>
                    <a:pt x="24108" y="12665"/>
                    <a:pt x="24301" y="12762"/>
                  </a:cubicBezTo>
                  <a:cubicBezTo>
                    <a:pt x="24405" y="12831"/>
                    <a:pt x="24490" y="12882"/>
                    <a:pt x="24547" y="12914"/>
                  </a:cubicBezTo>
                  <a:lnTo>
                    <a:pt x="24547" y="12914"/>
                  </a:lnTo>
                  <a:cubicBezTo>
                    <a:pt x="24580" y="13004"/>
                    <a:pt x="24650" y="13196"/>
                    <a:pt x="24719" y="13405"/>
                  </a:cubicBezTo>
                  <a:cubicBezTo>
                    <a:pt x="24816" y="13726"/>
                    <a:pt x="24944" y="14080"/>
                    <a:pt x="24976" y="14273"/>
                  </a:cubicBezTo>
                  <a:cubicBezTo>
                    <a:pt x="25006" y="14479"/>
                    <a:pt x="25035" y="14712"/>
                    <a:pt x="25040" y="14873"/>
                  </a:cubicBezTo>
                  <a:lnTo>
                    <a:pt x="25040" y="14873"/>
                  </a:lnTo>
                  <a:cubicBezTo>
                    <a:pt x="25010" y="14838"/>
                    <a:pt x="24977" y="14799"/>
                    <a:pt x="24944" y="14755"/>
                  </a:cubicBezTo>
                  <a:cubicBezTo>
                    <a:pt x="24816" y="14594"/>
                    <a:pt x="24687" y="14401"/>
                    <a:pt x="24558" y="14241"/>
                  </a:cubicBezTo>
                  <a:cubicBezTo>
                    <a:pt x="24462" y="14048"/>
                    <a:pt x="24365" y="13919"/>
                    <a:pt x="24365" y="13919"/>
                  </a:cubicBezTo>
                  <a:lnTo>
                    <a:pt x="24301" y="13823"/>
                  </a:lnTo>
                  <a:lnTo>
                    <a:pt x="24205" y="13823"/>
                  </a:lnTo>
                  <a:cubicBezTo>
                    <a:pt x="24205" y="13823"/>
                    <a:pt x="22485" y="13885"/>
                    <a:pt x="21821" y="13887"/>
                  </a:cubicBezTo>
                  <a:lnTo>
                    <a:pt x="21821" y="13887"/>
                  </a:lnTo>
                  <a:cubicBezTo>
                    <a:pt x="21692" y="13885"/>
                    <a:pt x="21502" y="13821"/>
                    <a:pt x="21280" y="13726"/>
                  </a:cubicBezTo>
                  <a:cubicBezTo>
                    <a:pt x="20926" y="13565"/>
                    <a:pt x="20508" y="13340"/>
                    <a:pt x="20219" y="13148"/>
                  </a:cubicBezTo>
                  <a:cubicBezTo>
                    <a:pt x="20058" y="13051"/>
                    <a:pt x="19930" y="12955"/>
                    <a:pt x="19833" y="12890"/>
                  </a:cubicBezTo>
                  <a:cubicBezTo>
                    <a:pt x="19737" y="12826"/>
                    <a:pt x="19672" y="12794"/>
                    <a:pt x="19672" y="12794"/>
                  </a:cubicBezTo>
                  <a:lnTo>
                    <a:pt x="19576" y="12730"/>
                  </a:lnTo>
                  <a:lnTo>
                    <a:pt x="19480" y="12762"/>
                  </a:lnTo>
                  <a:cubicBezTo>
                    <a:pt x="19480" y="12762"/>
                    <a:pt x="18644" y="13083"/>
                    <a:pt x="17358" y="13565"/>
                  </a:cubicBezTo>
                  <a:cubicBezTo>
                    <a:pt x="15429" y="14305"/>
                    <a:pt x="12568" y="15398"/>
                    <a:pt x="10093" y="16330"/>
                  </a:cubicBezTo>
                  <a:cubicBezTo>
                    <a:pt x="8872" y="16780"/>
                    <a:pt x="7715" y="17198"/>
                    <a:pt x="6879" y="17487"/>
                  </a:cubicBezTo>
                  <a:cubicBezTo>
                    <a:pt x="6461" y="17648"/>
                    <a:pt x="6107" y="17776"/>
                    <a:pt x="5850" y="17841"/>
                  </a:cubicBezTo>
                  <a:cubicBezTo>
                    <a:pt x="5690" y="17873"/>
                    <a:pt x="5593" y="17905"/>
                    <a:pt x="5529" y="17937"/>
                  </a:cubicBezTo>
                  <a:lnTo>
                    <a:pt x="5446" y="17965"/>
                  </a:lnTo>
                  <a:lnTo>
                    <a:pt x="5446" y="17965"/>
                  </a:lnTo>
                  <a:cubicBezTo>
                    <a:pt x="5321" y="17934"/>
                    <a:pt x="5165" y="17903"/>
                    <a:pt x="4950" y="17873"/>
                  </a:cubicBezTo>
                  <a:cubicBezTo>
                    <a:pt x="4661" y="17809"/>
                    <a:pt x="4275" y="17712"/>
                    <a:pt x="3954" y="17551"/>
                  </a:cubicBezTo>
                  <a:cubicBezTo>
                    <a:pt x="3600" y="17359"/>
                    <a:pt x="3343" y="17134"/>
                    <a:pt x="3247" y="16812"/>
                  </a:cubicBezTo>
                  <a:cubicBezTo>
                    <a:pt x="3150" y="16587"/>
                    <a:pt x="2925" y="15751"/>
                    <a:pt x="2636" y="14594"/>
                  </a:cubicBezTo>
                  <a:cubicBezTo>
                    <a:pt x="2218" y="12890"/>
                    <a:pt x="1672" y="10480"/>
                    <a:pt x="1254" y="8326"/>
                  </a:cubicBezTo>
                  <a:cubicBezTo>
                    <a:pt x="804" y="6172"/>
                    <a:pt x="450" y="4244"/>
                    <a:pt x="418" y="3504"/>
                  </a:cubicBezTo>
                  <a:lnTo>
                    <a:pt x="418" y="3440"/>
                  </a:lnTo>
                  <a:cubicBezTo>
                    <a:pt x="418" y="2508"/>
                    <a:pt x="836" y="1736"/>
                    <a:pt x="1222" y="1190"/>
                  </a:cubicBezTo>
                  <a:cubicBezTo>
                    <a:pt x="1414" y="933"/>
                    <a:pt x="1639" y="708"/>
                    <a:pt x="1768" y="579"/>
                  </a:cubicBezTo>
                  <a:cubicBezTo>
                    <a:pt x="1864" y="483"/>
                    <a:pt x="1929" y="451"/>
                    <a:pt x="1961" y="418"/>
                  </a:cubicBezTo>
                  <a:lnTo>
                    <a:pt x="1993" y="354"/>
                  </a:lnTo>
                  <a:lnTo>
                    <a:pt x="2025" y="354"/>
                  </a:ln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3889;p64">
              <a:extLst>
                <a:ext uri="{FF2B5EF4-FFF2-40B4-BE49-F238E27FC236}">
                  <a16:creationId xmlns:a16="http://schemas.microsoft.com/office/drawing/2014/main" id="{731BB72C-E71E-6C27-38E9-F02903A292D2}"/>
                </a:ext>
              </a:extLst>
            </p:cNvPr>
            <p:cNvSpPr/>
            <p:nvPr/>
          </p:nvSpPr>
          <p:spPr>
            <a:xfrm>
              <a:off x="4853050" y="3111825"/>
              <a:ext cx="245950" cy="480600"/>
            </a:xfrm>
            <a:custGeom>
              <a:avLst/>
              <a:gdLst/>
              <a:ahLst/>
              <a:cxnLst/>
              <a:rect l="l" t="t" r="r" b="b"/>
              <a:pathLst>
                <a:path w="9838" h="19224" extrusionOk="0">
                  <a:moveTo>
                    <a:pt x="1962" y="1"/>
                  </a:moveTo>
                  <a:cubicBezTo>
                    <a:pt x="1962" y="1"/>
                    <a:pt x="1480" y="354"/>
                    <a:pt x="965" y="965"/>
                  </a:cubicBezTo>
                  <a:cubicBezTo>
                    <a:pt x="483" y="1576"/>
                    <a:pt x="1" y="2508"/>
                    <a:pt x="1" y="3633"/>
                  </a:cubicBezTo>
                  <a:cubicBezTo>
                    <a:pt x="1" y="4758"/>
                    <a:pt x="322" y="6944"/>
                    <a:pt x="644" y="9098"/>
                  </a:cubicBezTo>
                  <a:cubicBezTo>
                    <a:pt x="965" y="11251"/>
                    <a:pt x="1287" y="13405"/>
                    <a:pt x="1287" y="14369"/>
                  </a:cubicBezTo>
                  <a:cubicBezTo>
                    <a:pt x="1287" y="15430"/>
                    <a:pt x="1544" y="16587"/>
                    <a:pt x="1994" y="17552"/>
                  </a:cubicBezTo>
                  <a:cubicBezTo>
                    <a:pt x="2187" y="18002"/>
                    <a:pt x="2444" y="18420"/>
                    <a:pt x="2765" y="18709"/>
                  </a:cubicBezTo>
                  <a:cubicBezTo>
                    <a:pt x="3055" y="19030"/>
                    <a:pt x="3440" y="19223"/>
                    <a:pt x="3826" y="19223"/>
                  </a:cubicBezTo>
                  <a:cubicBezTo>
                    <a:pt x="4180" y="19223"/>
                    <a:pt x="4726" y="19127"/>
                    <a:pt x="5337" y="18966"/>
                  </a:cubicBezTo>
                  <a:cubicBezTo>
                    <a:pt x="7233" y="18516"/>
                    <a:pt x="9837" y="17616"/>
                    <a:pt x="9837" y="17616"/>
                  </a:cubicBezTo>
                  <a:lnTo>
                    <a:pt x="9709" y="17198"/>
                  </a:lnTo>
                  <a:cubicBezTo>
                    <a:pt x="9709" y="17198"/>
                    <a:pt x="9419" y="17294"/>
                    <a:pt x="8969" y="17455"/>
                  </a:cubicBezTo>
                  <a:cubicBezTo>
                    <a:pt x="8262" y="17680"/>
                    <a:pt x="7233" y="18002"/>
                    <a:pt x="6205" y="18291"/>
                  </a:cubicBezTo>
                  <a:cubicBezTo>
                    <a:pt x="5208" y="18580"/>
                    <a:pt x="4244" y="18805"/>
                    <a:pt x="3826" y="18805"/>
                  </a:cubicBezTo>
                  <a:cubicBezTo>
                    <a:pt x="3569" y="18805"/>
                    <a:pt x="3312" y="18677"/>
                    <a:pt x="3055" y="18420"/>
                  </a:cubicBezTo>
                  <a:cubicBezTo>
                    <a:pt x="2669" y="18034"/>
                    <a:pt x="2347" y="17391"/>
                    <a:pt x="2090" y="16652"/>
                  </a:cubicBezTo>
                  <a:cubicBezTo>
                    <a:pt x="1865" y="15912"/>
                    <a:pt x="1705" y="15109"/>
                    <a:pt x="1705" y="14369"/>
                  </a:cubicBezTo>
                  <a:cubicBezTo>
                    <a:pt x="1705" y="13309"/>
                    <a:pt x="1383" y="11187"/>
                    <a:pt x="1062" y="9033"/>
                  </a:cubicBezTo>
                  <a:cubicBezTo>
                    <a:pt x="740" y="6880"/>
                    <a:pt x="419" y="4694"/>
                    <a:pt x="419" y="3633"/>
                  </a:cubicBezTo>
                  <a:cubicBezTo>
                    <a:pt x="419" y="2637"/>
                    <a:pt x="869" y="1801"/>
                    <a:pt x="1319" y="1222"/>
                  </a:cubicBezTo>
                  <a:cubicBezTo>
                    <a:pt x="1544" y="933"/>
                    <a:pt x="1769" y="708"/>
                    <a:pt x="1930" y="579"/>
                  </a:cubicBezTo>
                  <a:cubicBezTo>
                    <a:pt x="2026" y="483"/>
                    <a:pt x="2090" y="419"/>
                    <a:pt x="2122" y="386"/>
                  </a:cubicBezTo>
                  <a:lnTo>
                    <a:pt x="2187" y="354"/>
                  </a:lnTo>
                  <a:lnTo>
                    <a:pt x="2219" y="354"/>
                  </a:lnTo>
                  <a:lnTo>
                    <a:pt x="19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3890;p64">
              <a:extLst>
                <a:ext uri="{FF2B5EF4-FFF2-40B4-BE49-F238E27FC236}">
                  <a16:creationId xmlns:a16="http://schemas.microsoft.com/office/drawing/2014/main" id="{501E9AF6-3ADA-36F4-7DEA-BD1D18245361}"/>
                </a:ext>
              </a:extLst>
            </p:cNvPr>
            <p:cNvSpPr/>
            <p:nvPr/>
          </p:nvSpPr>
          <p:spPr>
            <a:xfrm>
              <a:off x="5006550" y="3155225"/>
              <a:ext cx="124575" cy="303800"/>
            </a:xfrm>
            <a:custGeom>
              <a:avLst/>
              <a:gdLst/>
              <a:ahLst/>
              <a:cxnLst/>
              <a:rect l="l" t="t" r="r" b="b"/>
              <a:pathLst>
                <a:path w="4983" h="12152" extrusionOk="0">
                  <a:moveTo>
                    <a:pt x="290" y="1"/>
                  </a:moveTo>
                  <a:lnTo>
                    <a:pt x="0" y="322"/>
                  </a:lnTo>
                  <a:cubicBezTo>
                    <a:pt x="33" y="354"/>
                    <a:pt x="1126" y="1383"/>
                    <a:pt x="1126" y="3954"/>
                  </a:cubicBezTo>
                  <a:cubicBezTo>
                    <a:pt x="1126" y="4211"/>
                    <a:pt x="1126" y="4501"/>
                    <a:pt x="1093" y="4790"/>
                  </a:cubicBezTo>
                  <a:cubicBezTo>
                    <a:pt x="1061" y="5208"/>
                    <a:pt x="1061" y="5851"/>
                    <a:pt x="1061" y="6590"/>
                  </a:cubicBezTo>
                  <a:cubicBezTo>
                    <a:pt x="1061" y="8840"/>
                    <a:pt x="1158" y="11894"/>
                    <a:pt x="1158" y="11894"/>
                  </a:cubicBezTo>
                  <a:lnTo>
                    <a:pt x="1190" y="12151"/>
                  </a:lnTo>
                  <a:lnTo>
                    <a:pt x="4983" y="11251"/>
                  </a:lnTo>
                  <a:lnTo>
                    <a:pt x="4886" y="10833"/>
                  </a:lnTo>
                  <a:lnTo>
                    <a:pt x="1597" y="11604"/>
                  </a:lnTo>
                  <a:lnTo>
                    <a:pt x="1597" y="11604"/>
                  </a:lnTo>
                  <a:cubicBezTo>
                    <a:pt x="1585" y="11290"/>
                    <a:pt x="1564" y="10742"/>
                    <a:pt x="1543" y="10062"/>
                  </a:cubicBezTo>
                  <a:cubicBezTo>
                    <a:pt x="1511" y="9033"/>
                    <a:pt x="1479" y="7715"/>
                    <a:pt x="1479" y="6590"/>
                  </a:cubicBezTo>
                  <a:cubicBezTo>
                    <a:pt x="1479" y="5851"/>
                    <a:pt x="1479" y="5208"/>
                    <a:pt x="1511" y="4822"/>
                  </a:cubicBezTo>
                  <a:cubicBezTo>
                    <a:pt x="1543" y="4533"/>
                    <a:pt x="1543" y="4211"/>
                    <a:pt x="1543" y="3954"/>
                  </a:cubicBezTo>
                  <a:cubicBezTo>
                    <a:pt x="1543" y="1190"/>
                    <a:pt x="322" y="33"/>
                    <a:pt x="2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3891;p64">
              <a:extLst>
                <a:ext uri="{FF2B5EF4-FFF2-40B4-BE49-F238E27FC236}">
                  <a16:creationId xmlns:a16="http://schemas.microsoft.com/office/drawing/2014/main" id="{2CAE6B90-2B9A-4E07-01F3-4380829874CE}"/>
                </a:ext>
              </a:extLst>
            </p:cNvPr>
            <p:cNvSpPr/>
            <p:nvPr/>
          </p:nvSpPr>
          <p:spPr>
            <a:xfrm>
              <a:off x="5276575" y="3402800"/>
              <a:ext cx="204925" cy="104425"/>
            </a:xfrm>
            <a:custGeom>
              <a:avLst/>
              <a:gdLst/>
              <a:ahLst/>
              <a:cxnLst/>
              <a:rect l="l" t="t" r="r" b="b"/>
              <a:pathLst>
                <a:path w="8197" h="4177" extrusionOk="0">
                  <a:moveTo>
                    <a:pt x="2607" y="1"/>
                  </a:moveTo>
                  <a:cubicBezTo>
                    <a:pt x="2500" y="1"/>
                    <a:pt x="2401" y="10"/>
                    <a:pt x="2314" y="30"/>
                  </a:cubicBezTo>
                  <a:cubicBezTo>
                    <a:pt x="2154" y="94"/>
                    <a:pt x="1254" y="255"/>
                    <a:pt x="0" y="448"/>
                  </a:cubicBezTo>
                  <a:lnTo>
                    <a:pt x="482" y="2666"/>
                  </a:lnTo>
                  <a:cubicBezTo>
                    <a:pt x="1672" y="2216"/>
                    <a:pt x="2411" y="1927"/>
                    <a:pt x="2411" y="1927"/>
                  </a:cubicBezTo>
                  <a:cubicBezTo>
                    <a:pt x="2411" y="1927"/>
                    <a:pt x="4050" y="3084"/>
                    <a:pt x="4693" y="3084"/>
                  </a:cubicBezTo>
                  <a:cubicBezTo>
                    <a:pt x="5304" y="3052"/>
                    <a:pt x="7072" y="3020"/>
                    <a:pt x="7072" y="3020"/>
                  </a:cubicBezTo>
                  <a:cubicBezTo>
                    <a:pt x="7072" y="3020"/>
                    <a:pt x="7779" y="4177"/>
                    <a:pt x="8004" y="4177"/>
                  </a:cubicBezTo>
                  <a:cubicBezTo>
                    <a:pt x="8197" y="4177"/>
                    <a:pt x="8133" y="3630"/>
                    <a:pt x="8036" y="3213"/>
                  </a:cubicBezTo>
                  <a:cubicBezTo>
                    <a:pt x="7972" y="2795"/>
                    <a:pt x="7586" y="1734"/>
                    <a:pt x="7586" y="1734"/>
                  </a:cubicBezTo>
                  <a:cubicBezTo>
                    <a:pt x="7586" y="1734"/>
                    <a:pt x="5690" y="609"/>
                    <a:pt x="4757" y="416"/>
                  </a:cubicBezTo>
                  <a:cubicBezTo>
                    <a:pt x="4001" y="254"/>
                    <a:pt x="3176" y="1"/>
                    <a:pt x="26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3892;p64">
              <a:extLst>
                <a:ext uri="{FF2B5EF4-FFF2-40B4-BE49-F238E27FC236}">
                  <a16:creationId xmlns:a16="http://schemas.microsoft.com/office/drawing/2014/main" id="{C5D4C5A0-6698-F50A-D470-5C4F0972DD44}"/>
                </a:ext>
              </a:extLst>
            </p:cNvPr>
            <p:cNvSpPr/>
            <p:nvPr/>
          </p:nvSpPr>
          <p:spPr>
            <a:xfrm>
              <a:off x="5270125" y="3397925"/>
              <a:ext cx="215400" cy="114925"/>
            </a:xfrm>
            <a:custGeom>
              <a:avLst/>
              <a:gdLst/>
              <a:ahLst/>
              <a:cxnLst/>
              <a:rect l="l" t="t" r="r" b="b"/>
              <a:pathLst>
                <a:path w="8616" h="4597" extrusionOk="0">
                  <a:moveTo>
                    <a:pt x="2894" y="418"/>
                  </a:moveTo>
                  <a:cubicBezTo>
                    <a:pt x="3408" y="418"/>
                    <a:pt x="4212" y="643"/>
                    <a:pt x="4983" y="804"/>
                  </a:cubicBezTo>
                  <a:cubicBezTo>
                    <a:pt x="5401" y="900"/>
                    <a:pt x="6108" y="1222"/>
                    <a:pt x="6687" y="1543"/>
                  </a:cubicBezTo>
                  <a:cubicBezTo>
                    <a:pt x="6976" y="1672"/>
                    <a:pt x="7233" y="1832"/>
                    <a:pt x="7426" y="1929"/>
                  </a:cubicBezTo>
                  <a:cubicBezTo>
                    <a:pt x="7530" y="1998"/>
                    <a:pt x="7615" y="2049"/>
                    <a:pt x="7672" y="2081"/>
                  </a:cubicBezTo>
                  <a:lnTo>
                    <a:pt x="7672" y="2081"/>
                  </a:lnTo>
                  <a:cubicBezTo>
                    <a:pt x="7705" y="2171"/>
                    <a:pt x="7775" y="2363"/>
                    <a:pt x="7844" y="2572"/>
                  </a:cubicBezTo>
                  <a:cubicBezTo>
                    <a:pt x="7941" y="2893"/>
                    <a:pt x="8069" y="3247"/>
                    <a:pt x="8101" y="3440"/>
                  </a:cubicBezTo>
                  <a:cubicBezTo>
                    <a:pt x="8131" y="3646"/>
                    <a:pt x="8160" y="3879"/>
                    <a:pt x="8165" y="4040"/>
                  </a:cubicBezTo>
                  <a:lnTo>
                    <a:pt x="8165" y="4040"/>
                  </a:lnTo>
                  <a:cubicBezTo>
                    <a:pt x="8135" y="4005"/>
                    <a:pt x="8102" y="3966"/>
                    <a:pt x="8069" y="3922"/>
                  </a:cubicBezTo>
                  <a:cubicBezTo>
                    <a:pt x="7941" y="3761"/>
                    <a:pt x="7812" y="3568"/>
                    <a:pt x="7683" y="3408"/>
                  </a:cubicBezTo>
                  <a:cubicBezTo>
                    <a:pt x="7587" y="3215"/>
                    <a:pt x="7490" y="3086"/>
                    <a:pt x="7490" y="3086"/>
                  </a:cubicBezTo>
                  <a:lnTo>
                    <a:pt x="7426" y="2990"/>
                  </a:lnTo>
                  <a:lnTo>
                    <a:pt x="7330" y="2990"/>
                  </a:lnTo>
                  <a:cubicBezTo>
                    <a:pt x="7330" y="2990"/>
                    <a:pt x="5610" y="3052"/>
                    <a:pt x="4946" y="3054"/>
                  </a:cubicBezTo>
                  <a:lnTo>
                    <a:pt x="4946" y="3054"/>
                  </a:lnTo>
                  <a:cubicBezTo>
                    <a:pt x="4817" y="3052"/>
                    <a:pt x="4627" y="2988"/>
                    <a:pt x="4405" y="2893"/>
                  </a:cubicBezTo>
                  <a:cubicBezTo>
                    <a:pt x="4051" y="2732"/>
                    <a:pt x="3633" y="2507"/>
                    <a:pt x="3344" y="2315"/>
                  </a:cubicBezTo>
                  <a:cubicBezTo>
                    <a:pt x="3183" y="2218"/>
                    <a:pt x="3055" y="2122"/>
                    <a:pt x="2958" y="2057"/>
                  </a:cubicBezTo>
                  <a:cubicBezTo>
                    <a:pt x="2862" y="1993"/>
                    <a:pt x="2797" y="1961"/>
                    <a:pt x="2797" y="1961"/>
                  </a:cubicBezTo>
                  <a:lnTo>
                    <a:pt x="2701" y="1897"/>
                  </a:lnTo>
                  <a:lnTo>
                    <a:pt x="2605" y="1929"/>
                  </a:lnTo>
                  <a:cubicBezTo>
                    <a:pt x="2605" y="1929"/>
                    <a:pt x="1936" y="2180"/>
                    <a:pt x="910" y="2577"/>
                  </a:cubicBezTo>
                  <a:lnTo>
                    <a:pt x="910" y="2577"/>
                  </a:lnTo>
                  <a:lnTo>
                    <a:pt x="529" y="821"/>
                  </a:lnTo>
                  <a:lnTo>
                    <a:pt x="529" y="821"/>
                  </a:lnTo>
                  <a:cubicBezTo>
                    <a:pt x="1062" y="716"/>
                    <a:pt x="1500" y="635"/>
                    <a:pt x="1865" y="579"/>
                  </a:cubicBezTo>
                  <a:cubicBezTo>
                    <a:pt x="2251" y="514"/>
                    <a:pt x="2508" y="482"/>
                    <a:pt x="2605" y="450"/>
                  </a:cubicBezTo>
                  <a:cubicBezTo>
                    <a:pt x="2701" y="418"/>
                    <a:pt x="2797" y="418"/>
                    <a:pt x="2894" y="418"/>
                  </a:cubicBezTo>
                  <a:close/>
                  <a:moveTo>
                    <a:pt x="2894" y="0"/>
                  </a:moveTo>
                  <a:cubicBezTo>
                    <a:pt x="2765" y="0"/>
                    <a:pt x="2637" y="0"/>
                    <a:pt x="2508" y="32"/>
                  </a:cubicBezTo>
                  <a:cubicBezTo>
                    <a:pt x="2444" y="32"/>
                    <a:pt x="2187" y="97"/>
                    <a:pt x="1801" y="161"/>
                  </a:cubicBezTo>
                  <a:cubicBezTo>
                    <a:pt x="1383" y="225"/>
                    <a:pt x="837" y="322"/>
                    <a:pt x="226" y="418"/>
                  </a:cubicBezTo>
                  <a:lnTo>
                    <a:pt x="1" y="482"/>
                  </a:lnTo>
                  <a:lnTo>
                    <a:pt x="612" y="3150"/>
                  </a:lnTo>
                  <a:lnTo>
                    <a:pt x="837" y="3054"/>
                  </a:lnTo>
                  <a:cubicBezTo>
                    <a:pt x="1707" y="2715"/>
                    <a:pt x="2341" y="2468"/>
                    <a:pt x="2615" y="2366"/>
                  </a:cubicBezTo>
                  <a:lnTo>
                    <a:pt x="2615" y="2366"/>
                  </a:lnTo>
                  <a:cubicBezTo>
                    <a:pt x="2757" y="2462"/>
                    <a:pt x="3081" y="2677"/>
                    <a:pt x="3440" y="2893"/>
                  </a:cubicBezTo>
                  <a:cubicBezTo>
                    <a:pt x="3697" y="3022"/>
                    <a:pt x="3955" y="3182"/>
                    <a:pt x="4212" y="3279"/>
                  </a:cubicBezTo>
                  <a:cubicBezTo>
                    <a:pt x="4469" y="3408"/>
                    <a:pt x="4726" y="3472"/>
                    <a:pt x="4951" y="3472"/>
                  </a:cubicBezTo>
                  <a:cubicBezTo>
                    <a:pt x="5469" y="3472"/>
                    <a:pt x="6817" y="3449"/>
                    <a:pt x="7216" y="3442"/>
                  </a:cubicBezTo>
                  <a:lnTo>
                    <a:pt x="7216" y="3442"/>
                  </a:lnTo>
                  <a:cubicBezTo>
                    <a:pt x="7291" y="3562"/>
                    <a:pt x="7407" y="3748"/>
                    <a:pt x="7523" y="3922"/>
                  </a:cubicBezTo>
                  <a:cubicBezTo>
                    <a:pt x="7651" y="4083"/>
                    <a:pt x="7748" y="4211"/>
                    <a:pt x="7876" y="4340"/>
                  </a:cubicBezTo>
                  <a:cubicBezTo>
                    <a:pt x="7908" y="4404"/>
                    <a:pt x="7973" y="4468"/>
                    <a:pt x="8037" y="4500"/>
                  </a:cubicBezTo>
                  <a:cubicBezTo>
                    <a:pt x="8069" y="4533"/>
                    <a:pt x="8133" y="4597"/>
                    <a:pt x="8262" y="4597"/>
                  </a:cubicBezTo>
                  <a:cubicBezTo>
                    <a:pt x="8326" y="4597"/>
                    <a:pt x="8391" y="4565"/>
                    <a:pt x="8455" y="4533"/>
                  </a:cubicBezTo>
                  <a:cubicBezTo>
                    <a:pt x="8551" y="4436"/>
                    <a:pt x="8551" y="4372"/>
                    <a:pt x="8583" y="4308"/>
                  </a:cubicBezTo>
                  <a:cubicBezTo>
                    <a:pt x="8583" y="4243"/>
                    <a:pt x="8616" y="4147"/>
                    <a:pt x="8616" y="4083"/>
                  </a:cubicBezTo>
                  <a:cubicBezTo>
                    <a:pt x="8616" y="3858"/>
                    <a:pt x="8551" y="3600"/>
                    <a:pt x="8519" y="3375"/>
                  </a:cubicBezTo>
                  <a:cubicBezTo>
                    <a:pt x="8455" y="3118"/>
                    <a:pt x="8358" y="2765"/>
                    <a:pt x="8262" y="2443"/>
                  </a:cubicBezTo>
                  <a:cubicBezTo>
                    <a:pt x="8133" y="2122"/>
                    <a:pt x="8037" y="1865"/>
                    <a:pt x="8037" y="1865"/>
                  </a:cubicBezTo>
                  <a:lnTo>
                    <a:pt x="8037" y="1800"/>
                  </a:lnTo>
                  <a:lnTo>
                    <a:pt x="7973" y="1768"/>
                  </a:lnTo>
                  <a:cubicBezTo>
                    <a:pt x="7973" y="1768"/>
                    <a:pt x="7490" y="1479"/>
                    <a:pt x="6880" y="1157"/>
                  </a:cubicBezTo>
                  <a:cubicBezTo>
                    <a:pt x="6269" y="836"/>
                    <a:pt x="5562" y="514"/>
                    <a:pt x="5048" y="386"/>
                  </a:cubicBezTo>
                  <a:cubicBezTo>
                    <a:pt x="4308" y="257"/>
                    <a:pt x="3537" y="0"/>
                    <a:pt x="2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3893;p64">
              <a:extLst>
                <a:ext uri="{FF2B5EF4-FFF2-40B4-BE49-F238E27FC236}">
                  <a16:creationId xmlns:a16="http://schemas.microsoft.com/office/drawing/2014/main" id="{702491CF-FC8E-0324-4034-B8566747449F}"/>
                </a:ext>
              </a:extLst>
            </p:cNvPr>
            <p:cNvSpPr/>
            <p:nvPr/>
          </p:nvSpPr>
          <p:spPr>
            <a:xfrm>
              <a:off x="5526475" y="3239600"/>
              <a:ext cx="90850" cy="322275"/>
            </a:xfrm>
            <a:custGeom>
              <a:avLst/>
              <a:gdLst/>
              <a:ahLst/>
              <a:cxnLst/>
              <a:rect l="l" t="t" r="r" b="b"/>
              <a:pathLst>
                <a:path w="3634" h="12891" extrusionOk="0">
                  <a:moveTo>
                    <a:pt x="2894" y="1"/>
                  </a:moveTo>
                  <a:lnTo>
                    <a:pt x="1" y="12698"/>
                  </a:lnTo>
                  <a:lnTo>
                    <a:pt x="740" y="12891"/>
                  </a:lnTo>
                  <a:lnTo>
                    <a:pt x="3633" y="194"/>
                  </a:lnTo>
                  <a:lnTo>
                    <a:pt x="28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3894;p64">
              <a:extLst>
                <a:ext uri="{FF2B5EF4-FFF2-40B4-BE49-F238E27FC236}">
                  <a16:creationId xmlns:a16="http://schemas.microsoft.com/office/drawing/2014/main" id="{07686B48-A3ED-506C-3A1F-A76A5B0BAEBB}"/>
                </a:ext>
              </a:extLst>
            </p:cNvPr>
            <p:cNvSpPr/>
            <p:nvPr/>
          </p:nvSpPr>
          <p:spPr>
            <a:xfrm>
              <a:off x="5520050" y="3233175"/>
              <a:ext cx="103700" cy="335125"/>
            </a:xfrm>
            <a:custGeom>
              <a:avLst/>
              <a:gdLst/>
              <a:ahLst/>
              <a:cxnLst/>
              <a:rect l="l" t="t" r="r" b="b"/>
              <a:pathLst>
                <a:path w="4148" h="13405" extrusionOk="0">
                  <a:moveTo>
                    <a:pt x="3312" y="515"/>
                  </a:moveTo>
                  <a:lnTo>
                    <a:pt x="3633" y="611"/>
                  </a:lnTo>
                  <a:lnTo>
                    <a:pt x="852" y="12873"/>
                  </a:lnTo>
                  <a:lnTo>
                    <a:pt x="852" y="12873"/>
                  </a:lnTo>
                  <a:lnTo>
                    <a:pt x="515" y="12794"/>
                  </a:lnTo>
                  <a:lnTo>
                    <a:pt x="3312" y="515"/>
                  </a:lnTo>
                  <a:close/>
                  <a:moveTo>
                    <a:pt x="2990" y="1"/>
                  </a:moveTo>
                  <a:lnTo>
                    <a:pt x="1" y="13116"/>
                  </a:lnTo>
                  <a:lnTo>
                    <a:pt x="1158" y="13405"/>
                  </a:lnTo>
                  <a:lnTo>
                    <a:pt x="1222" y="13180"/>
                  </a:lnTo>
                  <a:lnTo>
                    <a:pt x="4147" y="290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3895;p64">
              <a:extLst>
                <a:ext uri="{FF2B5EF4-FFF2-40B4-BE49-F238E27FC236}">
                  <a16:creationId xmlns:a16="http://schemas.microsoft.com/office/drawing/2014/main" id="{2ECB2DB2-A5B8-6380-B4F6-7F7015927041}"/>
                </a:ext>
              </a:extLst>
            </p:cNvPr>
            <p:cNvSpPr/>
            <p:nvPr/>
          </p:nvSpPr>
          <p:spPr>
            <a:xfrm>
              <a:off x="5156825" y="3548200"/>
              <a:ext cx="391375" cy="27350"/>
            </a:xfrm>
            <a:custGeom>
              <a:avLst/>
              <a:gdLst/>
              <a:ahLst/>
              <a:cxnLst/>
              <a:rect l="l" t="t" r="r" b="b"/>
              <a:pathLst>
                <a:path w="15655" h="1094" extrusionOk="0">
                  <a:moveTo>
                    <a:pt x="15623" y="0"/>
                  </a:moveTo>
                  <a:lnTo>
                    <a:pt x="0" y="322"/>
                  </a:lnTo>
                  <a:lnTo>
                    <a:pt x="33" y="1093"/>
                  </a:lnTo>
                  <a:lnTo>
                    <a:pt x="15655" y="772"/>
                  </a:lnTo>
                  <a:lnTo>
                    <a:pt x="156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3896;p64">
              <a:extLst>
                <a:ext uri="{FF2B5EF4-FFF2-40B4-BE49-F238E27FC236}">
                  <a16:creationId xmlns:a16="http://schemas.microsoft.com/office/drawing/2014/main" id="{1098FFD1-E956-492E-33AA-261A1C961370}"/>
                </a:ext>
              </a:extLst>
            </p:cNvPr>
            <p:cNvSpPr/>
            <p:nvPr/>
          </p:nvSpPr>
          <p:spPr>
            <a:xfrm>
              <a:off x="5152000" y="3542575"/>
              <a:ext cx="401025" cy="38600"/>
            </a:xfrm>
            <a:custGeom>
              <a:avLst/>
              <a:gdLst/>
              <a:ahLst/>
              <a:cxnLst/>
              <a:rect l="l" t="t" r="r" b="b"/>
              <a:pathLst>
                <a:path w="16041" h="1544" extrusionOk="0">
                  <a:moveTo>
                    <a:pt x="15623" y="418"/>
                  </a:moveTo>
                  <a:lnTo>
                    <a:pt x="15623" y="776"/>
                  </a:lnTo>
                  <a:lnTo>
                    <a:pt x="15623" y="776"/>
                  </a:lnTo>
                  <a:lnTo>
                    <a:pt x="418" y="1125"/>
                  </a:lnTo>
                  <a:lnTo>
                    <a:pt x="418" y="772"/>
                  </a:lnTo>
                  <a:lnTo>
                    <a:pt x="15623" y="418"/>
                  </a:lnTo>
                  <a:close/>
                  <a:moveTo>
                    <a:pt x="16041" y="0"/>
                  </a:moveTo>
                  <a:lnTo>
                    <a:pt x="1" y="354"/>
                  </a:lnTo>
                  <a:lnTo>
                    <a:pt x="1" y="1543"/>
                  </a:lnTo>
                  <a:lnTo>
                    <a:pt x="16041" y="1190"/>
                  </a:lnTo>
                  <a:lnTo>
                    <a:pt x="16041" y="965"/>
                  </a:lnTo>
                  <a:lnTo>
                    <a:pt x="16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3897;p64">
              <a:extLst>
                <a:ext uri="{FF2B5EF4-FFF2-40B4-BE49-F238E27FC236}">
                  <a16:creationId xmlns:a16="http://schemas.microsoft.com/office/drawing/2014/main" id="{468FFA2F-2E52-B6CC-2EB1-95E6E84B5AD9}"/>
                </a:ext>
              </a:extLst>
            </p:cNvPr>
            <p:cNvSpPr/>
            <p:nvPr/>
          </p:nvSpPr>
          <p:spPr>
            <a:xfrm>
              <a:off x="5553000" y="2925400"/>
              <a:ext cx="167175" cy="190475"/>
            </a:xfrm>
            <a:custGeom>
              <a:avLst/>
              <a:gdLst/>
              <a:ahLst/>
              <a:cxnLst/>
              <a:rect l="l" t="t" r="r" b="b"/>
              <a:pathLst>
                <a:path w="6687" h="7619" extrusionOk="0">
                  <a:moveTo>
                    <a:pt x="1" y="0"/>
                  </a:moveTo>
                  <a:lnTo>
                    <a:pt x="3344" y="7618"/>
                  </a:lnTo>
                  <a:lnTo>
                    <a:pt x="66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3898;p64">
              <a:extLst>
                <a:ext uri="{FF2B5EF4-FFF2-40B4-BE49-F238E27FC236}">
                  <a16:creationId xmlns:a16="http://schemas.microsoft.com/office/drawing/2014/main" id="{B7C90F0E-271C-B111-5F47-53025E90E349}"/>
                </a:ext>
              </a:extLst>
            </p:cNvPr>
            <p:cNvSpPr/>
            <p:nvPr/>
          </p:nvSpPr>
          <p:spPr>
            <a:xfrm>
              <a:off x="2940475" y="4391175"/>
              <a:ext cx="989275" cy="520775"/>
            </a:xfrm>
            <a:custGeom>
              <a:avLst/>
              <a:gdLst/>
              <a:ahLst/>
              <a:cxnLst/>
              <a:rect l="l" t="t" r="r" b="b"/>
              <a:pathLst>
                <a:path w="39571" h="20831" extrusionOk="0">
                  <a:moveTo>
                    <a:pt x="4565" y="1"/>
                  </a:moveTo>
                  <a:lnTo>
                    <a:pt x="4565" y="10094"/>
                  </a:lnTo>
                  <a:cubicBezTo>
                    <a:pt x="4565" y="13405"/>
                    <a:pt x="3440" y="16619"/>
                    <a:pt x="1350" y="19191"/>
                  </a:cubicBezTo>
                  <a:lnTo>
                    <a:pt x="0" y="20830"/>
                  </a:lnTo>
                  <a:lnTo>
                    <a:pt x="39570" y="20830"/>
                  </a:lnTo>
                  <a:lnTo>
                    <a:pt x="38220" y="19191"/>
                  </a:lnTo>
                  <a:cubicBezTo>
                    <a:pt x="36131" y="16619"/>
                    <a:pt x="35006" y="13405"/>
                    <a:pt x="35006" y="10094"/>
                  </a:cubicBezTo>
                  <a:lnTo>
                    <a:pt x="350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3899;p64">
              <a:extLst>
                <a:ext uri="{FF2B5EF4-FFF2-40B4-BE49-F238E27FC236}">
                  <a16:creationId xmlns:a16="http://schemas.microsoft.com/office/drawing/2014/main" id="{3D5A2EFD-8317-FF69-4270-07AA0C6F2759}"/>
                </a:ext>
              </a:extLst>
            </p:cNvPr>
            <p:cNvSpPr/>
            <p:nvPr/>
          </p:nvSpPr>
          <p:spPr>
            <a:xfrm>
              <a:off x="3007975" y="4124375"/>
              <a:ext cx="854250" cy="429975"/>
            </a:xfrm>
            <a:custGeom>
              <a:avLst/>
              <a:gdLst/>
              <a:ahLst/>
              <a:cxnLst/>
              <a:rect l="l" t="t" r="r" b="b"/>
              <a:pathLst>
                <a:path w="34170" h="17199" extrusionOk="0">
                  <a:moveTo>
                    <a:pt x="1865" y="1"/>
                  </a:moveTo>
                  <a:lnTo>
                    <a:pt x="1865" y="8294"/>
                  </a:lnTo>
                  <a:lnTo>
                    <a:pt x="1865" y="10126"/>
                  </a:lnTo>
                  <a:cubicBezTo>
                    <a:pt x="1865" y="12601"/>
                    <a:pt x="1222" y="15044"/>
                    <a:pt x="0" y="17198"/>
                  </a:cubicBezTo>
                  <a:lnTo>
                    <a:pt x="34170" y="17198"/>
                  </a:lnTo>
                  <a:cubicBezTo>
                    <a:pt x="32948" y="15044"/>
                    <a:pt x="32306" y="12601"/>
                    <a:pt x="32306" y="10126"/>
                  </a:cubicBezTo>
                  <a:lnTo>
                    <a:pt x="32306" y="8294"/>
                  </a:lnTo>
                  <a:lnTo>
                    <a:pt x="32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3900;p64">
              <a:extLst>
                <a:ext uri="{FF2B5EF4-FFF2-40B4-BE49-F238E27FC236}">
                  <a16:creationId xmlns:a16="http://schemas.microsoft.com/office/drawing/2014/main" id="{34A82FBF-11B1-2A61-60C3-A18DBD721637}"/>
                </a:ext>
              </a:extLst>
            </p:cNvPr>
            <p:cNvSpPr/>
            <p:nvPr/>
          </p:nvSpPr>
          <p:spPr>
            <a:xfrm>
              <a:off x="2934850" y="4385550"/>
              <a:ext cx="1000525" cy="532025"/>
            </a:xfrm>
            <a:custGeom>
              <a:avLst/>
              <a:gdLst/>
              <a:ahLst/>
              <a:cxnLst/>
              <a:rect l="l" t="t" r="r" b="b"/>
              <a:pathLst>
                <a:path w="40021" h="21281" extrusionOk="0">
                  <a:moveTo>
                    <a:pt x="35006" y="419"/>
                  </a:moveTo>
                  <a:lnTo>
                    <a:pt x="35006" y="10319"/>
                  </a:lnTo>
                  <a:cubicBezTo>
                    <a:pt x="35006" y="13662"/>
                    <a:pt x="36163" y="16941"/>
                    <a:pt x="38284" y="19545"/>
                  </a:cubicBezTo>
                  <a:lnTo>
                    <a:pt x="39345" y="20863"/>
                  </a:lnTo>
                  <a:lnTo>
                    <a:pt x="675" y="20863"/>
                  </a:lnTo>
                  <a:lnTo>
                    <a:pt x="1736" y="19545"/>
                  </a:lnTo>
                  <a:cubicBezTo>
                    <a:pt x="3858" y="16941"/>
                    <a:pt x="5015" y="13662"/>
                    <a:pt x="5015" y="10319"/>
                  </a:cubicBezTo>
                  <a:lnTo>
                    <a:pt x="5015" y="419"/>
                  </a:lnTo>
                  <a:close/>
                  <a:moveTo>
                    <a:pt x="4790" y="1"/>
                  </a:moveTo>
                  <a:cubicBezTo>
                    <a:pt x="4725" y="1"/>
                    <a:pt x="4693" y="33"/>
                    <a:pt x="4661" y="65"/>
                  </a:cubicBezTo>
                  <a:cubicBezTo>
                    <a:pt x="4597" y="97"/>
                    <a:pt x="4597" y="161"/>
                    <a:pt x="4597" y="226"/>
                  </a:cubicBezTo>
                  <a:lnTo>
                    <a:pt x="4597" y="10319"/>
                  </a:lnTo>
                  <a:cubicBezTo>
                    <a:pt x="4597" y="13566"/>
                    <a:pt x="3472" y="16748"/>
                    <a:pt x="1415" y="19287"/>
                  </a:cubicBezTo>
                  <a:lnTo>
                    <a:pt x="65" y="20927"/>
                  </a:lnTo>
                  <a:cubicBezTo>
                    <a:pt x="0" y="20991"/>
                    <a:pt x="0" y="21088"/>
                    <a:pt x="32" y="21152"/>
                  </a:cubicBezTo>
                  <a:cubicBezTo>
                    <a:pt x="65" y="21216"/>
                    <a:pt x="161" y="21280"/>
                    <a:pt x="225" y="21280"/>
                  </a:cubicBezTo>
                  <a:lnTo>
                    <a:pt x="39795" y="21280"/>
                  </a:lnTo>
                  <a:cubicBezTo>
                    <a:pt x="39859" y="21280"/>
                    <a:pt x="39956" y="21216"/>
                    <a:pt x="39988" y="21152"/>
                  </a:cubicBezTo>
                  <a:cubicBezTo>
                    <a:pt x="40020" y="21088"/>
                    <a:pt x="39988" y="20991"/>
                    <a:pt x="39956" y="20927"/>
                  </a:cubicBezTo>
                  <a:lnTo>
                    <a:pt x="38606" y="19287"/>
                  </a:lnTo>
                  <a:cubicBezTo>
                    <a:pt x="36548" y="16748"/>
                    <a:pt x="35423" y="13566"/>
                    <a:pt x="35423" y="10319"/>
                  </a:cubicBezTo>
                  <a:lnTo>
                    <a:pt x="35423" y="226"/>
                  </a:lnTo>
                  <a:cubicBezTo>
                    <a:pt x="35423" y="161"/>
                    <a:pt x="35423" y="97"/>
                    <a:pt x="35359" y="65"/>
                  </a:cubicBezTo>
                  <a:cubicBezTo>
                    <a:pt x="35327" y="33"/>
                    <a:pt x="35263" y="1"/>
                    <a:pt x="35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3901;p64">
              <a:extLst>
                <a:ext uri="{FF2B5EF4-FFF2-40B4-BE49-F238E27FC236}">
                  <a16:creationId xmlns:a16="http://schemas.microsoft.com/office/drawing/2014/main" id="{FD726D5D-563D-4690-2200-9CB5B1C8F4DB}"/>
                </a:ext>
              </a:extLst>
            </p:cNvPr>
            <p:cNvSpPr/>
            <p:nvPr/>
          </p:nvSpPr>
          <p:spPr>
            <a:xfrm>
              <a:off x="1906225" y="2226250"/>
              <a:ext cx="3057750" cy="2244525"/>
            </a:xfrm>
            <a:custGeom>
              <a:avLst/>
              <a:gdLst/>
              <a:ahLst/>
              <a:cxnLst/>
              <a:rect l="l" t="t" r="r" b="b"/>
              <a:pathLst>
                <a:path w="122310" h="89781" extrusionOk="0">
                  <a:moveTo>
                    <a:pt x="4565" y="0"/>
                  </a:moveTo>
                  <a:cubicBezTo>
                    <a:pt x="2058" y="0"/>
                    <a:pt x="0" y="2026"/>
                    <a:pt x="0" y="4533"/>
                  </a:cubicBezTo>
                  <a:lnTo>
                    <a:pt x="0" y="85216"/>
                  </a:lnTo>
                  <a:cubicBezTo>
                    <a:pt x="0" y="87755"/>
                    <a:pt x="2058" y="89780"/>
                    <a:pt x="4565" y="89780"/>
                  </a:cubicBezTo>
                  <a:lnTo>
                    <a:pt x="117745" y="89780"/>
                  </a:lnTo>
                  <a:cubicBezTo>
                    <a:pt x="120253" y="89780"/>
                    <a:pt x="122310" y="87755"/>
                    <a:pt x="122310" y="85216"/>
                  </a:cubicBezTo>
                  <a:lnTo>
                    <a:pt x="122310" y="4533"/>
                  </a:lnTo>
                  <a:cubicBezTo>
                    <a:pt x="122310" y="2026"/>
                    <a:pt x="120253" y="0"/>
                    <a:pt x="117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3902;p64">
              <a:extLst>
                <a:ext uri="{FF2B5EF4-FFF2-40B4-BE49-F238E27FC236}">
                  <a16:creationId xmlns:a16="http://schemas.microsoft.com/office/drawing/2014/main" id="{E1765476-C959-6AB2-88BD-68E6A6C35A9A}"/>
                </a:ext>
              </a:extLst>
            </p:cNvPr>
            <p:cNvSpPr/>
            <p:nvPr/>
          </p:nvSpPr>
          <p:spPr>
            <a:xfrm>
              <a:off x="1901400" y="2220625"/>
              <a:ext cx="3067400" cy="2254950"/>
            </a:xfrm>
            <a:custGeom>
              <a:avLst/>
              <a:gdLst/>
              <a:ahLst/>
              <a:cxnLst/>
              <a:rect l="l" t="t" r="r" b="b"/>
              <a:pathLst>
                <a:path w="122696" h="90198" extrusionOk="0">
                  <a:moveTo>
                    <a:pt x="117938" y="418"/>
                  </a:moveTo>
                  <a:cubicBezTo>
                    <a:pt x="119128" y="418"/>
                    <a:pt x="120221" y="901"/>
                    <a:pt x="120992" y="1704"/>
                  </a:cubicBezTo>
                  <a:cubicBezTo>
                    <a:pt x="121796" y="2476"/>
                    <a:pt x="122278" y="3569"/>
                    <a:pt x="122278" y="4758"/>
                  </a:cubicBezTo>
                  <a:lnTo>
                    <a:pt x="122278" y="85441"/>
                  </a:lnTo>
                  <a:cubicBezTo>
                    <a:pt x="122278" y="86662"/>
                    <a:pt x="121796" y="87723"/>
                    <a:pt x="120992" y="88526"/>
                  </a:cubicBezTo>
                  <a:cubicBezTo>
                    <a:pt x="120221" y="89298"/>
                    <a:pt x="119128" y="89780"/>
                    <a:pt x="117938" y="89780"/>
                  </a:cubicBezTo>
                  <a:lnTo>
                    <a:pt x="4758" y="89780"/>
                  </a:lnTo>
                  <a:cubicBezTo>
                    <a:pt x="3569" y="89780"/>
                    <a:pt x="2476" y="89298"/>
                    <a:pt x="1672" y="88526"/>
                  </a:cubicBezTo>
                  <a:cubicBezTo>
                    <a:pt x="901" y="87723"/>
                    <a:pt x="418" y="86662"/>
                    <a:pt x="418" y="85441"/>
                  </a:cubicBezTo>
                  <a:lnTo>
                    <a:pt x="418" y="4758"/>
                  </a:lnTo>
                  <a:cubicBezTo>
                    <a:pt x="418" y="3569"/>
                    <a:pt x="901" y="2476"/>
                    <a:pt x="1672" y="1704"/>
                  </a:cubicBezTo>
                  <a:cubicBezTo>
                    <a:pt x="2476" y="901"/>
                    <a:pt x="3569" y="418"/>
                    <a:pt x="4758" y="418"/>
                  </a:cubicBezTo>
                  <a:close/>
                  <a:moveTo>
                    <a:pt x="4758" y="0"/>
                  </a:moveTo>
                  <a:cubicBezTo>
                    <a:pt x="2122" y="0"/>
                    <a:pt x="1" y="2122"/>
                    <a:pt x="1" y="4758"/>
                  </a:cubicBezTo>
                  <a:lnTo>
                    <a:pt x="1" y="85441"/>
                  </a:lnTo>
                  <a:cubicBezTo>
                    <a:pt x="1" y="88076"/>
                    <a:pt x="2122" y="90198"/>
                    <a:pt x="4758" y="90198"/>
                  </a:cubicBezTo>
                  <a:lnTo>
                    <a:pt x="117938" y="90198"/>
                  </a:lnTo>
                  <a:cubicBezTo>
                    <a:pt x="120574" y="90198"/>
                    <a:pt x="122696" y="88076"/>
                    <a:pt x="122696" y="85441"/>
                  </a:cubicBezTo>
                  <a:lnTo>
                    <a:pt x="122696" y="4758"/>
                  </a:lnTo>
                  <a:cubicBezTo>
                    <a:pt x="122696" y="2122"/>
                    <a:pt x="120574" y="0"/>
                    <a:pt x="117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3903;p64">
              <a:extLst>
                <a:ext uri="{FF2B5EF4-FFF2-40B4-BE49-F238E27FC236}">
                  <a16:creationId xmlns:a16="http://schemas.microsoft.com/office/drawing/2014/main" id="{145ECEFB-1FFF-F679-A882-8E1BBF058CD5}"/>
                </a:ext>
              </a:extLst>
            </p:cNvPr>
            <p:cNvSpPr/>
            <p:nvPr/>
          </p:nvSpPr>
          <p:spPr>
            <a:xfrm>
              <a:off x="1906225" y="4121975"/>
              <a:ext cx="3057750" cy="348800"/>
            </a:xfrm>
            <a:custGeom>
              <a:avLst/>
              <a:gdLst/>
              <a:ahLst/>
              <a:cxnLst/>
              <a:rect l="l" t="t" r="r" b="b"/>
              <a:pathLst>
                <a:path w="122310" h="13952" extrusionOk="0">
                  <a:moveTo>
                    <a:pt x="0" y="0"/>
                  </a:moveTo>
                  <a:lnTo>
                    <a:pt x="0" y="9387"/>
                  </a:lnTo>
                  <a:cubicBezTo>
                    <a:pt x="0" y="11926"/>
                    <a:pt x="2058" y="13951"/>
                    <a:pt x="4565" y="13951"/>
                  </a:cubicBezTo>
                  <a:lnTo>
                    <a:pt x="117745" y="13951"/>
                  </a:lnTo>
                  <a:cubicBezTo>
                    <a:pt x="120253" y="13951"/>
                    <a:pt x="122310" y="11926"/>
                    <a:pt x="122310" y="9387"/>
                  </a:cubicBezTo>
                  <a:lnTo>
                    <a:pt x="1223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3904;p64">
              <a:extLst>
                <a:ext uri="{FF2B5EF4-FFF2-40B4-BE49-F238E27FC236}">
                  <a16:creationId xmlns:a16="http://schemas.microsoft.com/office/drawing/2014/main" id="{EDAB7CAA-6999-8201-49A8-2475AE181A49}"/>
                </a:ext>
              </a:extLst>
            </p:cNvPr>
            <p:cNvSpPr/>
            <p:nvPr/>
          </p:nvSpPr>
          <p:spPr>
            <a:xfrm>
              <a:off x="1901400" y="4116350"/>
              <a:ext cx="3067400" cy="359225"/>
            </a:xfrm>
            <a:custGeom>
              <a:avLst/>
              <a:gdLst/>
              <a:ahLst/>
              <a:cxnLst/>
              <a:rect l="l" t="t" r="r" b="b"/>
              <a:pathLst>
                <a:path w="122696" h="14369" extrusionOk="0">
                  <a:moveTo>
                    <a:pt x="122278" y="418"/>
                  </a:moveTo>
                  <a:lnTo>
                    <a:pt x="122278" y="9612"/>
                  </a:lnTo>
                  <a:cubicBezTo>
                    <a:pt x="122278" y="10833"/>
                    <a:pt x="121796" y="11894"/>
                    <a:pt x="120992" y="12697"/>
                  </a:cubicBezTo>
                  <a:cubicBezTo>
                    <a:pt x="120221" y="13469"/>
                    <a:pt x="119128" y="13951"/>
                    <a:pt x="117938" y="13951"/>
                  </a:cubicBezTo>
                  <a:lnTo>
                    <a:pt x="4758" y="13951"/>
                  </a:lnTo>
                  <a:cubicBezTo>
                    <a:pt x="3569" y="13951"/>
                    <a:pt x="2476" y="13469"/>
                    <a:pt x="1672" y="12697"/>
                  </a:cubicBezTo>
                  <a:cubicBezTo>
                    <a:pt x="901" y="11894"/>
                    <a:pt x="418" y="10833"/>
                    <a:pt x="418" y="9612"/>
                  </a:cubicBez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1" y="97"/>
                    <a:pt x="1" y="161"/>
                    <a:pt x="1" y="225"/>
                  </a:cubicBezTo>
                  <a:lnTo>
                    <a:pt x="1" y="9612"/>
                  </a:lnTo>
                  <a:cubicBezTo>
                    <a:pt x="1" y="12247"/>
                    <a:pt x="2122" y="14369"/>
                    <a:pt x="4758" y="14369"/>
                  </a:cubicBezTo>
                  <a:lnTo>
                    <a:pt x="117938" y="14369"/>
                  </a:lnTo>
                  <a:cubicBezTo>
                    <a:pt x="120574" y="14369"/>
                    <a:pt x="122696" y="12247"/>
                    <a:pt x="122696" y="9612"/>
                  </a:cubicBezTo>
                  <a:lnTo>
                    <a:pt x="122696" y="225"/>
                  </a:lnTo>
                  <a:cubicBezTo>
                    <a:pt x="122696" y="161"/>
                    <a:pt x="122664" y="97"/>
                    <a:pt x="122631" y="65"/>
                  </a:cubicBezTo>
                  <a:cubicBezTo>
                    <a:pt x="122599" y="33"/>
                    <a:pt x="122535" y="0"/>
                    <a:pt x="122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3905;p64">
              <a:extLst>
                <a:ext uri="{FF2B5EF4-FFF2-40B4-BE49-F238E27FC236}">
                  <a16:creationId xmlns:a16="http://schemas.microsoft.com/office/drawing/2014/main" id="{773F7E9F-5696-19AE-4B61-A969984119C5}"/>
                </a:ext>
              </a:extLst>
            </p:cNvPr>
            <p:cNvSpPr/>
            <p:nvPr/>
          </p:nvSpPr>
          <p:spPr>
            <a:xfrm>
              <a:off x="2060525" y="2365275"/>
              <a:ext cx="2749175" cy="1586350"/>
            </a:xfrm>
            <a:custGeom>
              <a:avLst/>
              <a:gdLst/>
              <a:ahLst/>
              <a:cxnLst/>
              <a:rect l="l" t="t" r="r" b="b"/>
              <a:pathLst>
                <a:path w="109967" h="63454" extrusionOk="0">
                  <a:moveTo>
                    <a:pt x="0" y="0"/>
                  </a:moveTo>
                  <a:lnTo>
                    <a:pt x="0" y="63454"/>
                  </a:lnTo>
                  <a:lnTo>
                    <a:pt x="109966" y="63454"/>
                  </a:lnTo>
                  <a:lnTo>
                    <a:pt x="1099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3906;p64">
              <a:extLst>
                <a:ext uri="{FF2B5EF4-FFF2-40B4-BE49-F238E27FC236}">
                  <a16:creationId xmlns:a16="http://schemas.microsoft.com/office/drawing/2014/main" id="{12671941-EE8F-F2FF-A4BD-9F5558ED4619}"/>
                </a:ext>
              </a:extLst>
            </p:cNvPr>
            <p:cNvSpPr/>
            <p:nvPr/>
          </p:nvSpPr>
          <p:spPr>
            <a:xfrm>
              <a:off x="2054900" y="2360450"/>
              <a:ext cx="2760425" cy="1596000"/>
            </a:xfrm>
            <a:custGeom>
              <a:avLst/>
              <a:gdLst/>
              <a:ahLst/>
              <a:cxnLst/>
              <a:rect l="l" t="t" r="r" b="b"/>
              <a:pathLst>
                <a:path w="110417" h="63840" extrusionOk="0">
                  <a:moveTo>
                    <a:pt x="109998" y="419"/>
                  </a:moveTo>
                  <a:lnTo>
                    <a:pt x="109998" y="63422"/>
                  </a:lnTo>
                  <a:lnTo>
                    <a:pt x="418" y="63422"/>
                  </a:lnTo>
                  <a:lnTo>
                    <a:pt x="418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1"/>
                    <a:pt x="64" y="65"/>
                  </a:cubicBezTo>
                  <a:cubicBezTo>
                    <a:pt x="32" y="97"/>
                    <a:pt x="0" y="161"/>
                    <a:pt x="0" y="193"/>
                  </a:cubicBezTo>
                  <a:lnTo>
                    <a:pt x="0" y="63647"/>
                  </a:lnTo>
                  <a:cubicBezTo>
                    <a:pt x="0" y="63711"/>
                    <a:pt x="32" y="63743"/>
                    <a:pt x="64" y="63775"/>
                  </a:cubicBezTo>
                  <a:cubicBezTo>
                    <a:pt x="97" y="63840"/>
                    <a:pt x="161" y="63840"/>
                    <a:pt x="225" y="63840"/>
                  </a:cubicBezTo>
                  <a:lnTo>
                    <a:pt x="110191" y="63840"/>
                  </a:lnTo>
                  <a:cubicBezTo>
                    <a:pt x="110255" y="63840"/>
                    <a:pt x="110320" y="63840"/>
                    <a:pt x="110352" y="63775"/>
                  </a:cubicBezTo>
                  <a:cubicBezTo>
                    <a:pt x="110384" y="63743"/>
                    <a:pt x="110416" y="63711"/>
                    <a:pt x="110416" y="63647"/>
                  </a:cubicBezTo>
                  <a:lnTo>
                    <a:pt x="110416" y="193"/>
                  </a:lnTo>
                  <a:cubicBezTo>
                    <a:pt x="110416" y="161"/>
                    <a:pt x="110384" y="97"/>
                    <a:pt x="110352" y="65"/>
                  </a:cubicBezTo>
                  <a:cubicBezTo>
                    <a:pt x="110320" y="1"/>
                    <a:pt x="110255" y="1"/>
                    <a:pt x="110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3907;p64">
              <a:extLst>
                <a:ext uri="{FF2B5EF4-FFF2-40B4-BE49-F238E27FC236}">
                  <a16:creationId xmlns:a16="http://schemas.microsoft.com/office/drawing/2014/main" id="{BC311930-923C-E48C-FE0C-6B4F12618478}"/>
                </a:ext>
              </a:extLst>
            </p:cNvPr>
            <p:cNvSpPr/>
            <p:nvPr/>
          </p:nvSpPr>
          <p:spPr>
            <a:xfrm>
              <a:off x="2940475" y="4911925"/>
              <a:ext cx="989275" cy="45025"/>
            </a:xfrm>
            <a:custGeom>
              <a:avLst/>
              <a:gdLst/>
              <a:ahLst/>
              <a:cxnLst/>
              <a:rect l="l" t="t" r="r" b="b"/>
              <a:pathLst>
                <a:path w="39571" h="1801" extrusionOk="0">
                  <a:moveTo>
                    <a:pt x="0" y="0"/>
                  </a:moveTo>
                  <a:lnTo>
                    <a:pt x="0" y="1801"/>
                  </a:lnTo>
                  <a:lnTo>
                    <a:pt x="39570" y="1801"/>
                  </a:lnTo>
                  <a:lnTo>
                    <a:pt x="395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3908;p64">
              <a:extLst>
                <a:ext uri="{FF2B5EF4-FFF2-40B4-BE49-F238E27FC236}">
                  <a16:creationId xmlns:a16="http://schemas.microsoft.com/office/drawing/2014/main" id="{5DE2078F-AC64-A819-EFD9-C9963331E89E}"/>
                </a:ext>
              </a:extLst>
            </p:cNvPr>
            <p:cNvSpPr/>
            <p:nvPr/>
          </p:nvSpPr>
          <p:spPr>
            <a:xfrm>
              <a:off x="2935650" y="4907100"/>
              <a:ext cx="999725" cy="55475"/>
            </a:xfrm>
            <a:custGeom>
              <a:avLst/>
              <a:gdLst/>
              <a:ahLst/>
              <a:cxnLst/>
              <a:rect l="l" t="t" r="r" b="b"/>
              <a:pathLst>
                <a:path w="39989" h="2219" extrusionOk="0">
                  <a:moveTo>
                    <a:pt x="39538" y="418"/>
                  </a:moveTo>
                  <a:lnTo>
                    <a:pt x="39538" y="1801"/>
                  </a:lnTo>
                  <a:lnTo>
                    <a:pt x="418" y="1801"/>
                  </a:lnTo>
                  <a:lnTo>
                    <a:pt x="418" y="418"/>
                  </a:lnTo>
                  <a:close/>
                  <a:moveTo>
                    <a:pt x="193" y="1"/>
                  </a:moveTo>
                  <a:cubicBezTo>
                    <a:pt x="129" y="1"/>
                    <a:pt x="97" y="1"/>
                    <a:pt x="65" y="65"/>
                  </a:cubicBezTo>
                  <a:cubicBezTo>
                    <a:pt x="0" y="97"/>
                    <a:pt x="0" y="161"/>
                    <a:pt x="0" y="193"/>
                  </a:cubicBezTo>
                  <a:lnTo>
                    <a:pt x="0" y="1994"/>
                  </a:lnTo>
                  <a:cubicBezTo>
                    <a:pt x="0" y="2058"/>
                    <a:pt x="0" y="2122"/>
                    <a:pt x="65" y="2154"/>
                  </a:cubicBezTo>
                  <a:cubicBezTo>
                    <a:pt x="97" y="2186"/>
                    <a:pt x="129" y="2219"/>
                    <a:pt x="193" y="2219"/>
                  </a:cubicBezTo>
                  <a:lnTo>
                    <a:pt x="39763" y="2219"/>
                  </a:lnTo>
                  <a:cubicBezTo>
                    <a:pt x="39827" y="2219"/>
                    <a:pt x="39859" y="2186"/>
                    <a:pt x="39924" y="2154"/>
                  </a:cubicBezTo>
                  <a:cubicBezTo>
                    <a:pt x="39956" y="2122"/>
                    <a:pt x="39988" y="2058"/>
                    <a:pt x="39988" y="1994"/>
                  </a:cubicBezTo>
                  <a:lnTo>
                    <a:pt x="39988" y="193"/>
                  </a:lnTo>
                  <a:cubicBezTo>
                    <a:pt x="39988" y="161"/>
                    <a:pt x="39956" y="97"/>
                    <a:pt x="39924" y="65"/>
                  </a:cubicBezTo>
                  <a:cubicBezTo>
                    <a:pt x="39859" y="1"/>
                    <a:pt x="39827" y="1"/>
                    <a:pt x="39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3909;p64">
              <a:extLst>
                <a:ext uri="{FF2B5EF4-FFF2-40B4-BE49-F238E27FC236}">
                  <a16:creationId xmlns:a16="http://schemas.microsoft.com/office/drawing/2014/main" id="{CB5E37AB-402E-F009-F8AE-920EBE6424F7}"/>
                </a:ext>
              </a:extLst>
            </p:cNvPr>
            <p:cNvSpPr/>
            <p:nvPr/>
          </p:nvSpPr>
          <p:spPr>
            <a:xfrm>
              <a:off x="2383575" y="2497075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0"/>
                  </a:moveTo>
                  <a:lnTo>
                    <a:pt x="3954" y="7972"/>
                  </a:lnTo>
                  <a:lnTo>
                    <a:pt x="5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3910;p64">
              <a:extLst>
                <a:ext uri="{FF2B5EF4-FFF2-40B4-BE49-F238E27FC236}">
                  <a16:creationId xmlns:a16="http://schemas.microsoft.com/office/drawing/2014/main" id="{05926B57-21E2-0BF3-5A6E-A8477B3D210E}"/>
                </a:ext>
              </a:extLst>
            </p:cNvPr>
            <p:cNvSpPr/>
            <p:nvPr/>
          </p:nvSpPr>
          <p:spPr>
            <a:xfrm>
              <a:off x="2377950" y="2491450"/>
              <a:ext cx="159125" cy="209975"/>
            </a:xfrm>
            <a:custGeom>
              <a:avLst/>
              <a:gdLst/>
              <a:ahLst/>
              <a:cxnLst/>
              <a:rect l="l" t="t" r="r" b="b"/>
              <a:pathLst>
                <a:path w="6365" h="8399" extrusionOk="0">
                  <a:moveTo>
                    <a:pt x="5883" y="418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4018" y="8293"/>
                  </a:lnTo>
                  <a:cubicBezTo>
                    <a:pt x="4045" y="8346"/>
                    <a:pt x="4092" y="8398"/>
                    <a:pt x="4161" y="8398"/>
                  </a:cubicBezTo>
                  <a:cubicBezTo>
                    <a:pt x="4177" y="8398"/>
                    <a:pt x="4193" y="8396"/>
                    <a:pt x="4211" y="8390"/>
                  </a:cubicBezTo>
                  <a:cubicBezTo>
                    <a:pt x="4308" y="8390"/>
                    <a:pt x="4372" y="8326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97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3911;p64">
              <a:extLst>
                <a:ext uri="{FF2B5EF4-FFF2-40B4-BE49-F238E27FC236}">
                  <a16:creationId xmlns:a16="http://schemas.microsoft.com/office/drawing/2014/main" id="{0D0CCACC-8704-853E-541C-82D131D1DEF2}"/>
                </a:ext>
              </a:extLst>
            </p:cNvPr>
            <p:cNvSpPr/>
            <p:nvPr/>
          </p:nvSpPr>
          <p:spPr>
            <a:xfrm>
              <a:off x="2398825" y="2504300"/>
              <a:ext cx="94875" cy="192100"/>
            </a:xfrm>
            <a:custGeom>
              <a:avLst/>
              <a:gdLst/>
              <a:ahLst/>
              <a:cxnLst/>
              <a:rect l="l" t="t" r="r" b="b"/>
              <a:pathLst>
                <a:path w="3795" h="7684" extrusionOk="0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3912;p64">
              <a:extLst>
                <a:ext uri="{FF2B5EF4-FFF2-40B4-BE49-F238E27FC236}">
                  <a16:creationId xmlns:a16="http://schemas.microsoft.com/office/drawing/2014/main" id="{D011FF65-72D3-3427-927D-535CE7A9616D}"/>
                </a:ext>
              </a:extLst>
            </p:cNvPr>
            <p:cNvSpPr/>
            <p:nvPr/>
          </p:nvSpPr>
          <p:spPr>
            <a:xfrm>
              <a:off x="2393200" y="2499475"/>
              <a:ext cx="106125" cy="201950"/>
            </a:xfrm>
            <a:custGeom>
              <a:avLst/>
              <a:gdLst/>
              <a:ahLst/>
              <a:cxnLst/>
              <a:rect l="l" t="t" r="r" b="b"/>
              <a:pathLst>
                <a:path w="4245" h="8078" extrusionOk="0">
                  <a:moveTo>
                    <a:pt x="3794" y="419"/>
                  </a:moveTo>
                  <a:lnTo>
                    <a:pt x="3427" y="6947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33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29" y="8020"/>
                    <a:pt x="3504" y="8077"/>
                    <a:pt x="3582" y="8077"/>
                  </a:cubicBezTo>
                  <a:cubicBezTo>
                    <a:pt x="3599" y="8077"/>
                    <a:pt x="3616" y="8075"/>
                    <a:pt x="3633" y="8069"/>
                  </a:cubicBezTo>
                  <a:cubicBezTo>
                    <a:pt x="3730" y="8069"/>
                    <a:pt x="3794" y="7972"/>
                    <a:pt x="3794" y="7876"/>
                  </a:cubicBezTo>
                  <a:lnTo>
                    <a:pt x="4244" y="226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1"/>
                    <a:pt x="4083" y="1"/>
                    <a:pt x="4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3913;p64">
              <a:extLst>
                <a:ext uri="{FF2B5EF4-FFF2-40B4-BE49-F238E27FC236}">
                  <a16:creationId xmlns:a16="http://schemas.microsoft.com/office/drawing/2014/main" id="{6725CF8A-5DE0-F47D-0A50-424BB32DAEA1}"/>
                </a:ext>
              </a:extLst>
            </p:cNvPr>
            <p:cNvSpPr/>
            <p:nvPr/>
          </p:nvSpPr>
          <p:spPr>
            <a:xfrm>
              <a:off x="2377950" y="2489825"/>
              <a:ext cx="104475" cy="206575"/>
            </a:xfrm>
            <a:custGeom>
              <a:avLst/>
              <a:gdLst/>
              <a:ahLst/>
              <a:cxnLst/>
              <a:rect l="l" t="t" r="r" b="b"/>
              <a:pathLst>
                <a:path w="4179" h="8263" extrusionOk="0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3914;p64">
              <a:extLst>
                <a:ext uri="{FF2B5EF4-FFF2-40B4-BE49-F238E27FC236}">
                  <a16:creationId xmlns:a16="http://schemas.microsoft.com/office/drawing/2014/main" id="{2DABD47C-6851-194F-0D0F-5B8E81B4E256}"/>
                </a:ext>
              </a:extLst>
            </p:cNvPr>
            <p:cNvSpPr/>
            <p:nvPr/>
          </p:nvSpPr>
          <p:spPr>
            <a:xfrm>
              <a:off x="2372325" y="2484200"/>
              <a:ext cx="115725" cy="217225"/>
            </a:xfrm>
            <a:custGeom>
              <a:avLst/>
              <a:gdLst/>
              <a:ahLst/>
              <a:cxnLst/>
              <a:rect l="l" t="t" r="r" b="b"/>
              <a:pathLst>
                <a:path w="4629" h="8689" extrusionOk="0">
                  <a:moveTo>
                    <a:pt x="3825" y="419"/>
                  </a:moveTo>
                  <a:lnTo>
                    <a:pt x="4166" y="7535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6"/>
                    <a:pt x="4468" y="8680"/>
                  </a:cubicBezTo>
                  <a:cubicBezTo>
                    <a:pt x="4565" y="8648"/>
                    <a:pt x="4629" y="8551"/>
                    <a:pt x="4629" y="8455"/>
                  </a:cubicBezTo>
                  <a:lnTo>
                    <a:pt x="4211" y="194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3915;p64">
              <a:extLst>
                <a:ext uri="{FF2B5EF4-FFF2-40B4-BE49-F238E27FC236}">
                  <a16:creationId xmlns:a16="http://schemas.microsoft.com/office/drawing/2014/main" id="{2FA5B8E4-F4F8-19E9-04E0-12F61091872E}"/>
                </a:ext>
              </a:extLst>
            </p:cNvPr>
            <p:cNvSpPr/>
            <p:nvPr/>
          </p:nvSpPr>
          <p:spPr>
            <a:xfrm>
              <a:off x="2153725" y="2452075"/>
              <a:ext cx="328700" cy="244325"/>
            </a:xfrm>
            <a:custGeom>
              <a:avLst/>
              <a:gdLst/>
              <a:ahLst/>
              <a:cxnLst/>
              <a:rect l="l" t="t" r="r" b="b"/>
              <a:pathLst>
                <a:path w="13148" h="9773" extrusionOk="0">
                  <a:moveTo>
                    <a:pt x="1" y="0"/>
                  </a:moveTo>
                  <a:lnTo>
                    <a:pt x="2412" y="9772"/>
                  </a:lnTo>
                  <a:lnTo>
                    <a:pt x="13148" y="9772"/>
                  </a:lnTo>
                  <a:lnTo>
                    <a:pt x="11444" y="1125"/>
                  </a:lnTo>
                  <a:lnTo>
                    <a:pt x="6108" y="1125"/>
                  </a:lnTo>
                  <a:lnTo>
                    <a:pt x="5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3916;p64">
              <a:extLst>
                <a:ext uri="{FF2B5EF4-FFF2-40B4-BE49-F238E27FC236}">
                  <a16:creationId xmlns:a16="http://schemas.microsoft.com/office/drawing/2014/main" id="{E03FABAE-5297-DA70-581B-3E956F632747}"/>
                </a:ext>
              </a:extLst>
            </p:cNvPr>
            <p:cNvSpPr/>
            <p:nvPr/>
          </p:nvSpPr>
          <p:spPr>
            <a:xfrm>
              <a:off x="2148100" y="2447250"/>
              <a:ext cx="339950" cy="253950"/>
            </a:xfrm>
            <a:custGeom>
              <a:avLst/>
              <a:gdLst/>
              <a:ahLst/>
              <a:cxnLst/>
              <a:rect l="l" t="t" r="r" b="b"/>
              <a:pathLst>
                <a:path w="13598" h="10158" extrusionOk="0">
                  <a:moveTo>
                    <a:pt x="5240" y="418"/>
                  </a:moveTo>
                  <a:lnTo>
                    <a:pt x="6173" y="1447"/>
                  </a:lnTo>
                  <a:cubicBezTo>
                    <a:pt x="6205" y="1511"/>
                    <a:pt x="6269" y="1511"/>
                    <a:pt x="6333" y="1511"/>
                  </a:cubicBezTo>
                  <a:lnTo>
                    <a:pt x="11509" y="1511"/>
                  </a:lnTo>
                  <a:lnTo>
                    <a:pt x="13116" y="9740"/>
                  </a:lnTo>
                  <a:lnTo>
                    <a:pt x="2797" y="9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65" y="65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2412" y="9997"/>
                  </a:lnTo>
                  <a:cubicBezTo>
                    <a:pt x="2444" y="10094"/>
                    <a:pt x="2540" y="10158"/>
                    <a:pt x="2637" y="10158"/>
                  </a:cubicBezTo>
                  <a:lnTo>
                    <a:pt x="13373" y="10158"/>
                  </a:lnTo>
                  <a:cubicBezTo>
                    <a:pt x="13437" y="10158"/>
                    <a:pt x="13502" y="10126"/>
                    <a:pt x="13566" y="10094"/>
                  </a:cubicBezTo>
                  <a:cubicBezTo>
                    <a:pt x="13598" y="10029"/>
                    <a:pt x="13598" y="9965"/>
                    <a:pt x="13598" y="9901"/>
                  </a:cubicBezTo>
                  <a:lnTo>
                    <a:pt x="11894" y="1254"/>
                  </a:lnTo>
                  <a:cubicBezTo>
                    <a:pt x="11862" y="1157"/>
                    <a:pt x="11798" y="1093"/>
                    <a:pt x="11669" y="1093"/>
                  </a:cubicBezTo>
                  <a:lnTo>
                    <a:pt x="6435" y="1093"/>
                  </a:lnTo>
                  <a:lnTo>
                    <a:pt x="5498" y="65"/>
                  </a:lnTo>
                  <a:cubicBezTo>
                    <a:pt x="5465" y="32"/>
                    <a:pt x="5401" y="0"/>
                    <a:pt x="5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3917;p64">
              <a:extLst>
                <a:ext uri="{FF2B5EF4-FFF2-40B4-BE49-F238E27FC236}">
                  <a16:creationId xmlns:a16="http://schemas.microsoft.com/office/drawing/2014/main" id="{1E82C5D3-0FA9-617F-8676-3F6C96388B81}"/>
                </a:ext>
              </a:extLst>
            </p:cNvPr>
            <p:cNvSpPr/>
            <p:nvPr/>
          </p:nvSpPr>
          <p:spPr>
            <a:xfrm>
              <a:off x="2383575" y="2857075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3918;p64">
              <a:extLst>
                <a:ext uri="{FF2B5EF4-FFF2-40B4-BE49-F238E27FC236}">
                  <a16:creationId xmlns:a16="http://schemas.microsoft.com/office/drawing/2014/main" id="{64F8EBE6-E30E-458D-BE1D-CF2774FA3D37}"/>
                </a:ext>
              </a:extLst>
            </p:cNvPr>
            <p:cNvSpPr/>
            <p:nvPr/>
          </p:nvSpPr>
          <p:spPr>
            <a:xfrm>
              <a:off x="2377950" y="2852275"/>
              <a:ext cx="159125" cy="209750"/>
            </a:xfrm>
            <a:custGeom>
              <a:avLst/>
              <a:gdLst/>
              <a:ahLst/>
              <a:cxnLst/>
              <a:rect l="l" t="t" r="r" b="b"/>
              <a:pathLst>
                <a:path w="6365" h="8390" extrusionOk="0">
                  <a:moveTo>
                    <a:pt x="5883" y="418"/>
                  </a:moveTo>
                  <a:lnTo>
                    <a:pt x="4124" y="7572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6"/>
                  </a:cubicBezTo>
                  <a:cubicBezTo>
                    <a:pt x="0" y="161"/>
                    <a:pt x="0" y="225"/>
                    <a:pt x="32" y="289"/>
                  </a:cubicBezTo>
                  <a:lnTo>
                    <a:pt x="4018" y="8261"/>
                  </a:lnTo>
                  <a:cubicBezTo>
                    <a:pt x="4050" y="8358"/>
                    <a:pt x="4115" y="8390"/>
                    <a:pt x="4211" y="8390"/>
                  </a:cubicBezTo>
                  <a:cubicBezTo>
                    <a:pt x="4308" y="8358"/>
                    <a:pt x="4372" y="8293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64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3919;p64">
              <a:extLst>
                <a:ext uri="{FF2B5EF4-FFF2-40B4-BE49-F238E27FC236}">
                  <a16:creationId xmlns:a16="http://schemas.microsoft.com/office/drawing/2014/main" id="{F1C756B8-4721-CEA3-C49B-BADFD2401640}"/>
                </a:ext>
              </a:extLst>
            </p:cNvPr>
            <p:cNvSpPr/>
            <p:nvPr/>
          </p:nvSpPr>
          <p:spPr>
            <a:xfrm>
              <a:off x="2398825" y="2865125"/>
              <a:ext cx="94875" cy="191275"/>
            </a:xfrm>
            <a:custGeom>
              <a:avLst/>
              <a:gdLst/>
              <a:ahLst/>
              <a:cxnLst/>
              <a:rect l="l" t="t" r="r" b="b"/>
              <a:pathLst>
                <a:path w="3795" h="7651" extrusionOk="0">
                  <a:moveTo>
                    <a:pt x="1" y="0"/>
                  </a:moveTo>
                  <a:lnTo>
                    <a:pt x="3344" y="7651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3920;p64">
              <a:extLst>
                <a:ext uri="{FF2B5EF4-FFF2-40B4-BE49-F238E27FC236}">
                  <a16:creationId xmlns:a16="http://schemas.microsoft.com/office/drawing/2014/main" id="{068D2934-5A1D-C2EA-CF71-B95AB0354FFB}"/>
                </a:ext>
              </a:extLst>
            </p:cNvPr>
            <p:cNvSpPr/>
            <p:nvPr/>
          </p:nvSpPr>
          <p:spPr>
            <a:xfrm>
              <a:off x="2393200" y="2859500"/>
              <a:ext cx="106125" cy="202525"/>
            </a:xfrm>
            <a:custGeom>
              <a:avLst/>
              <a:gdLst/>
              <a:ahLst/>
              <a:cxnLst/>
              <a:rect l="l" t="t" r="r" b="b"/>
              <a:pathLst>
                <a:path w="4245" h="8101" extrusionOk="0">
                  <a:moveTo>
                    <a:pt x="3794" y="418"/>
                  </a:moveTo>
                  <a:lnTo>
                    <a:pt x="3428" y="6950"/>
                  </a:lnTo>
                  <a:lnTo>
                    <a:pt x="3428" y="6950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3"/>
                    <a:pt x="65" y="97"/>
                  </a:cubicBezTo>
                  <a:cubicBezTo>
                    <a:pt x="33" y="161"/>
                    <a:pt x="1" y="225"/>
                    <a:pt x="33" y="290"/>
                  </a:cubicBezTo>
                  <a:lnTo>
                    <a:pt x="3376" y="7972"/>
                  </a:lnTo>
                  <a:cubicBezTo>
                    <a:pt x="3440" y="8069"/>
                    <a:pt x="3537" y="8101"/>
                    <a:pt x="3633" y="8101"/>
                  </a:cubicBezTo>
                  <a:cubicBezTo>
                    <a:pt x="3730" y="8069"/>
                    <a:pt x="3794" y="8004"/>
                    <a:pt x="3794" y="7876"/>
                  </a:cubicBezTo>
                  <a:lnTo>
                    <a:pt x="4244" y="225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33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3921;p64">
              <a:extLst>
                <a:ext uri="{FF2B5EF4-FFF2-40B4-BE49-F238E27FC236}">
                  <a16:creationId xmlns:a16="http://schemas.microsoft.com/office/drawing/2014/main" id="{70ED7DFA-33D2-4C7D-9C55-9FEE44C207E1}"/>
                </a:ext>
              </a:extLst>
            </p:cNvPr>
            <p:cNvSpPr/>
            <p:nvPr/>
          </p:nvSpPr>
          <p:spPr>
            <a:xfrm>
              <a:off x="2377950" y="2849850"/>
              <a:ext cx="104475" cy="206550"/>
            </a:xfrm>
            <a:custGeom>
              <a:avLst/>
              <a:gdLst/>
              <a:ahLst/>
              <a:cxnLst/>
              <a:rect l="l" t="t" r="r" b="b"/>
              <a:pathLst>
                <a:path w="4179" h="8262" extrusionOk="0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3922;p64">
              <a:extLst>
                <a:ext uri="{FF2B5EF4-FFF2-40B4-BE49-F238E27FC236}">
                  <a16:creationId xmlns:a16="http://schemas.microsoft.com/office/drawing/2014/main" id="{EE27ED3E-BD54-7F0D-907E-C01577907C5F}"/>
                </a:ext>
              </a:extLst>
            </p:cNvPr>
            <p:cNvSpPr/>
            <p:nvPr/>
          </p:nvSpPr>
          <p:spPr>
            <a:xfrm>
              <a:off x="2372325" y="2844225"/>
              <a:ext cx="115725" cy="217300"/>
            </a:xfrm>
            <a:custGeom>
              <a:avLst/>
              <a:gdLst/>
              <a:ahLst/>
              <a:cxnLst/>
              <a:rect l="l" t="t" r="r" b="b"/>
              <a:pathLst>
                <a:path w="4629" h="8692" extrusionOk="0">
                  <a:moveTo>
                    <a:pt x="3825" y="451"/>
                  </a:moveTo>
                  <a:lnTo>
                    <a:pt x="4166" y="7538"/>
                  </a:lnTo>
                  <a:lnTo>
                    <a:pt x="579" y="451"/>
                  </a:lnTo>
                  <a:close/>
                  <a:moveTo>
                    <a:pt x="225" y="1"/>
                  </a:moveTo>
                  <a:cubicBezTo>
                    <a:pt x="161" y="1"/>
                    <a:pt x="97" y="65"/>
                    <a:pt x="64" y="129"/>
                  </a:cubicBezTo>
                  <a:cubicBezTo>
                    <a:pt x="0" y="193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67" y="8656"/>
                    <a:pt x="4328" y="8692"/>
                    <a:pt x="4397" y="8692"/>
                  </a:cubicBezTo>
                  <a:cubicBezTo>
                    <a:pt x="4420" y="8692"/>
                    <a:pt x="4444" y="8688"/>
                    <a:pt x="4468" y="8680"/>
                  </a:cubicBezTo>
                  <a:cubicBezTo>
                    <a:pt x="4565" y="8680"/>
                    <a:pt x="4629" y="8583"/>
                    <a:pt x="4629" y="8487"/>
                  </a:cubicBezTo>
                  <a:lnTo>
                    <a:pt x="4211" y="226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3923;p64">
              <a:extLst>
                <a:ext uri="{FF2B5EF4-FFF2-40B4-BE49-F238E27FC236}">
                  <a16:creationId xmlns:a16="http://schemas.microsoft.com/office/drawing/2014/main" id="{D28618C6-EAD2-55A7-5CE9-D01607756DB8}"/>
                </a:ext>
              </a:extLst>
            </p:cNvPr>
            <p:cNvSpPr/>
            <p:nvPr/>
          </p:nvSpPr>
          <p:spPr>
            <a:xfrm>
              <a:off x="2153725" y="2812875"/>
              <a:ext cx="328700" cy="243525"/>
            </a:xfrm>
            <a:custGeom>
              <a:avLst/>
              <a:gdLst/>
              <a:ahLst/>
              <a:cxnLst/>
              <a:rect l="l" t="t" r="r" b="b"/>
              <a:pathLst>
                <a:path w="13148" h="9741" extrusionOk="0">
                  <a:moveTo>
                    <a:pt x="1" y="1"/>
                  </a:moveTo>
                  <a:lnTo>
                    <a:pt x="2412" y="9741"/>
                  </a:lnTo>
                  <a:lnTo>
                    <a:pt x="13148" y="9741"/>
                  </a:lnTo>
                  <a:lnTo>
                    <a:pt x="11444" y="1094"/>
                  </a:lnTo>
                  <a:lnTo>
                    <a:pt x="6108" y="1094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3924;p64">
              <a:extLst>
                <a:ext uri="{FF2B5EF4-FFF2-40B4-BE49-F238E27FC236}">
                  <a16:creationId xmlns:a16="http://schemas.microsoft.com/office/drawing/2014/main" id="{4A99A974-A5C2-A53F-3339-B3125D61C225}"/>
                </a:ext>
              </a:extLst>
            </p:cNvPr>
            <p:cNvSpPr/>
            <p:nvPr/>
          </p:nvSpPr>
          <p:spPr>
            <a:xfrm>
              <a:off x="2148100" y="2807250"/>
              <a:ext cx="339950" cy="254775"/>
            </a:xfrm>
            <a:custGeom>
              <a:avLst/>
              <a:gdLst/>
              <a:ahLst/>
              <a:cxnLst/>
              <a:rect l="l" t="t" r="r" b="b"/>
              <a:pathLst>
                <a:path w="13598" h="10191" extrusionOk="0">
                  <a:moveTo>
                    <a:pt x="5240" y="419"/>
                  </a:moveTo>
                  <a:lnTo>
                    <a:pt x="6173" y="1480"/>
                  </a:lnTo>
                  <a:cubicBezTo>
                    <a:pt x="6205" y="1512"/>
                    <a:pt x="6269" y="1544"/>
                    <a:pt x="6333" y="1544"/>
                  </a:cubicBezTo>
                  <a:lnTo>
                    <a:pt x="11509" y="1544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1" y="130"/>
                    <a:pt x="1" y="194"/>
                    <a:pt x="1" y="258"/>
                  </a:cubicBezTo>
                  <a:lnTo>
                    <a:pt x="2412" y="10030"/>
                  </a:lnTo>
                  <a:cubicBezTo>
                    <a:pt x="2444" y="10126"/>
                    <a:pt x="2540" y="10191"/>
                    <a:pt x="2637" y="10191"/>
                  </a:cubicBezTo>
                  <a:lnTo>
                    <a:pt x="13373" y="10191"/>
                  </a:lnTo>
                  <a:cubicBezTo>
                    <a:pt x="13437" y="10191"/>
                    <a:pt x="13502" y="10159"/>
                    <a:pt x="13566" y="10094"/>
                  </a:cubicBezTo>
                  <a:cubicBezTo>
                    <a:pt x="13598" y="10062"/>
                    <a:pt x="13598" y="9998"/>
                    <a:pt x="13598" y="9934"/>
                  </a:cubicBezTo>
                  <a:lnTo>
                    <a:pt x="11894" y="1287"/>
                  </a:lnTo>
                  <a:cubicBezTo>
                    <a:pt x="11862" y="1190"/>
                    <a:pt x="11798" y="1126"/>
                    <a:pt x="11669" y="1126"/>
                  </a:cubicBezTo>
                  <a:lnTo>
                    <a:pt x="6437" y="1126"/>
                  </a:lnTo>
                  <a:lnTo>
                    <a:pt x="5498" y="65"/>
                  </a:lnTo>
                  <a:cubicBezTo>
                    <a:pt x="5465" y="33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3925;p64">
              <a:extLst>
                <a:ext uri="{FF2B5EF4-FFF2-40B4-BE49-F238E27FC236}">
                  <a16:creationId xmlns:a16="http://schemas.microsoft.com/office/drawing/2014/main" id="{B35FE813-291B-5C89-C105-78BFEF1B6799}"/>
                </a:ext>
              </a:extLst>
            </p:cNvPr>
            <p:cNvSpPr/>
            <p:nvPr/>
          </p:nvSpPr>
          <p:spPr>
            <a:xfrm>
              <a:off x="2383575" y="3217900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3926;p64">
              <a:extLst>
                <a:ext uri="{FF2B5EF4-FFF2-40B4-BE49-F238E27FC236}">
                  <a16:creationId xmlns:a16="http://schemas.microsoft.com/office/drawing/2014/main" id="{D1EB9653-3159-969A-DC5A-E4535F850813}"/>
                </a:ext>
              </a:extLst>
            </p:cNvPr>
            <p:cNvSpPr/>
            <p:nvPr/>
          </p:nvSpPr>
          <p:spPr>
            <a:xfrm>
              <a:off x="2377950" y="3212275"/>
              <a:ext cx="159125" cy="209775"/>
            </a:xfrm>
            <a:custGeom>
              <a:avLst/>
              <a:gdLst/>
              <a:ahLst/>
              <a:cxnLst/>
              <a:rect l="l" t="t" r="r" b="b"/>
              <a:pathLst>
                <a:path w="6365" h="8391" extrusionOk="0">
                  <a:moveTo>
                    <a:pt x="5883" y="419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9"/>
                  </a:lnTo>
                  <a:close/>
                  <a:moveTo>
                    <a:pt x="225" y="1"/>
                  </a:moveTo>
                  <a:cubicBezTo>
                    <a:pt x="129" y="1"/>
                    <a:pt x="65" y="33"/>
                    <a:pt x="32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018" y="8294"/>
                  </a:lnTo>
                  <a:cubicBezTo>
                    <a:pt x="4050" y="8358"/>
                    <a:pt x="4115" y="8391"/>
                    <a:pt x="4211" y="8391"/>
                  </a:cubicBezTo>
                  <a:cubicBezTo>
                    <a:pt x="4308" y="8391"/>
                    <a:pt x="4372" y="8326"/>
                    <a:pt x="4404" y="8230"/>
                  </a:cubicBezTo>
                  <a:lnTo>
                    <a:pt x="6365" y="258"/>
                  </a:lnTo>
                  <a:cubicBezTo>
                    <a:pt x="6365" y="194"/>
                    <a:pt x="6365" y="129"/>
                    <a:pt x="6333" y="97"/>
                  </a:cubicBezTo>
                  <a:cubicBezTo>
                    <a:pt x="6268" y="33"/>
                    <a:pt x="6204" y="1"/>
                    <a:pt x="6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3927;p64">
              <a:extLst>
                <a:ext uri="{FF2B5EF4-FFF2-40B4-BE49-F238E27FC236}">
                  <a16:creationId xmlns:a16="http://schemas.microsoft.com/office/drawing/2014/main" id="{6880C0CE-A1E2-DB79-486B-4EF8FD42B455}"/>
                </a:ext>
              </a:extLst>
            </p:cNvPr>
            <p:cNvSpPr/>
            <p:nvPr/>
          </p:nvSpPr>
          <p:spPr>
            <a:xfrm>
              <a:off x="2398825" y="3225150"/>
              <a:ext cx="94875" cy="192075"/>
            </a:xfrm>
            <a:custGeom>
              <a:avLst/>
              <a:gdLst/>
              <a:ahLst/>
              <a:cxnLst/>
              <a:rect l="l" t="t" r="r" b="b"/>
              <a:pathLst>
                <a:path w="3795" h="7683" extrusionOk="0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3928;p64">
              <a:extLst>
                <a:ext uri="{FF2B5EF4-FFF2-40B4-BE49-F238E27FC236}">
                  <a16:creationId xmlns:a16="http://schemas.microsoft.com/office/drawing/2014/main" id="{05F70FA6-633F-5C81-5177-F89AE8FD3C45}"/>
                </a:ext>
              </a:extLst>
            </p:cNvPr>
            <p:cNvSpPr/>
            <p:nvPr/>
          </p:nvSpPr>
          <p:spPr>
            <a:xfrm>
              <a:off x="2393200" y="3219525"/>
              <a:ext cx="106125" cy="202725"/>
            </a:xfrm>
            <a:custGeom>
              <a:avLst/>
              <a:gdLst/>
              <a:ahLst/>
              <a:cxnLst/>
              <a:rect l="l" t="t" r="r" b="b"/>
              <a:pathLst>
                <a:path w="4245" h="8109" extrusionOk="0">
                  <a:moveTo>
                    <a:pt x="3794" y="450"/>
                  </a:moveTo>
                  <a:lnTo>
                    <a:pt x="3427" y="6978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62" y="0"/>
                    <a:pt x="97" y="64"/>
                    <a:pt x="65" y="97"/>
                  </a:cubicBezTo>
                  <a:cubicBezTo>
                    <a:pt x="33" y="161"/>
                    <a:pt x="1" y="257"/>
                    <a:pt x="33" y="322"/>
                  </a:cubicBezTo>
                  <a:lnTo>
                    <a:pt x="3376" y="7972"/>
                  </a:lnTo>
                  <a:cubicBezTo>
                    <a:pt x="3429" y="8051"/>
                    <a:pt x="3504" y="8109"/>
                    <a:pt x="3582" y="8109"/>
                  </a:cubicBezTo>
                  <a:cubicBezTo>
                    <a:pt x="3599" y="8109"/>
                    <a:pt x="3616" y="8106"/>
                    <a:pt x="3633" y="8101"/>
                  </a:cubicBezTo>
                  <a:cubicBezTo>
                    <a:pt x="3730" y="8101"/>
                    <a:pt x="3794" y="8004"/>
                    <a:pt x="3794" y="7908"/>
                  </a:cubicBezTo>
                  <a:lnTo>
                    <a:pt x="4244" y="225"/>
                  </a:lnTo>
                  <a:cubicBezTo>
                    <a:pt x="4244" y="193"/>
                    <a:pt x="4212" y="129"/>
                    <a:pt x="4180" y="97"/>
                  </a:cubicBezTo>
                  <a:cubicBezTo>
                    <a:pt x="4148" y="32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3929;p64">
              <a:extLst>
                <a:ext uri="{FF2B5EF4-FFF2-40B4-BE49-F238E27FC236}">
                  <a16:creationId xmlns:a16="http://schemas.microsoft.com/office/drawing/2014/main" id="{6559112F-2BBF-A4F8-8F82-45E1E4F9D3A0}"/>
                </a:ext>
              </a:extLst>
            </p:cNvPr>
            <p:cNvSpPr/>
            <p:nvPr/>
          </p:nvSpPr>
          <p:spPr>
            <a:xfrm>
              <a:off x="2377950" y="3209875"/>
              <a:ext cx="104475" cy="207350"/>
            </a:xfrm>
            <a:custGeom>
              <a:avLst/>
              <a:gdLst/>
              <a:ahLst/>
              <a:cxnLst/>
              <a:rect l="l" t="t" r="r" b="b"/>
              <a:pathLst>
                <a:path w="4179" h="8294" extrusionOk="0">
                  <a:moveTo>
                    <a:pt x="0" y="0"/>
                  </a:moveTo>
                  <a:lnTo>
                    <a:pt x="4179" y="8294"/>
                  </a:lnTo>
                  <a:lnTo>
                    <a:pt x="3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3930;p64">
              <a:extLst>
                <a:ext uri="{FF2B5EF4-FFF2-40B4-BE49-F238E27FC236}">
                  <a16:creationId xmlns:a16="http://schemas.microsoft.com/office/drawing/2014/main" id="{CF5F85D7-06AE-4823-FAA3-08CF278AE95A}"/>
                </a:ext>
              </a:extLst>
            </p:cNvPr>
            <p:cNvSpPr/>
            <p:nvPr/>
          </p:nvSpPr>
          <p:spPr>
            <a:xfrm>
              <a:off x="2372325" y="3205050"/>
              <a:ext cx="115725" cy="217225"/>
            </a:xfrm>
            <a:custGeom>
              <a:avLst/>
              <a:gdLst/>
              <a:ahLst/>
              <a:cxnLst/>
              <a:rect l="l" t="t" r="r" b="b"/>
              <a:pathLst>
                <a:path w="4629" h="8689" extrusionOk="0">
                  <a:moveTo>
                    <a:pt x="3825" y="418"/>
                  </a:moveTo>
                  <a:lnTo>
                    <a:pt x="4166" y="7535"/>
                  </a:lnTo>
                  <a:lnTo>
                    <a:pt x="4166" y="7535"/>
                  </a:lnTo>
                  <a:lnTo>
                    <a:pt x="579" y="418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1"/>
                    <a:pt x="0" y="226"/>
                    <a:pt x="32" y="290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5"/>
                    <a:pt x="4468" y="8680"/>
                  </a:cubicBezTo>
                  <a:cubicBezTo>
                    <a:pt x="4565" y="8647"/>
                    <a:pt x="4629" y="8551"/>
                    <a:pt x="4629" y="8455"/>
                  </a:cubicBezTo>
                  <a:lnTo>
                    <a:pt x="4211" y="193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3931;p64">
              <a:extLst>
                <a:ext uri="{FF2B5EF4-FFF2-40B4-BE49-F238E27FC236}">
                  <a16:creationId xmlns:a16="http://schemas.microsoft.com/office/drawing/2014/main" id="{A0341E04-0E73-B02E-983E-90EAD14CC2A7}"/>
                </a:ext>
              </a:extLst>
            </p:cNvPr>
            <p:cNvSpPr/>
            <p:nvPr/>
          </p:nvSpPr>
          <p:spPr>
            <a:xfrm>
              <a:off x="2153725" y="3172900"/>
              <a:ext cx="328700" cy="244325"/>
            </a:xfrm>
            <a:custGeom>
              <a:avLst/>
              <a:gdLst/>
              <a:ahLst/>
              <a:cxnLst/>
              <a:rect l="l" t="t" r="r" b="b"/>
              <a:pathLst>
                <a:path w="13148" h="9773" extrusionOk="0">
                  <a:moveTo>
                    <a:pt x="1" y="1"/>
                  </a:moveTo>
                  <a:lnTo>
                    <a:pt x="2412" y="9773"/>
                  </a:lnTo>
                  <a:lnTo>
                    <a:pt x="13148" y="9773"/>
                  </a:lnTo>
                  <a:lnTo>
                    <a:pt x="11444" y="1126"/>
                  </a:lnTo>
                  <a:lnTo>
                    <a:pt x="6108" y="1126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3932;p64">
              <a:extLst>
                <a:ext uri="{FF2B5EF4-FFF2-40B4-BE49-F238E27FC236}">
                  <a16:creationId xmlns:a16="http://schemas.microsoft.com/office/drawing/2014/main" id="{04CDE9DD-4A49-8C39-79BE-281013546F28}"/>
                </a:ext>
              </a:extLst>
            </p:cNvPr>
            <p:cNvSpPr/>
            <p:nvPr/>
          </p:nvSpPr>
          <p:spPr>
            <a:xfrm>
              <a:off x="2148100" y="3168075"/>
              <a:ext cx="339950" cy="253975"/>
            </a:xfrm>
            <a:custGeom>
              <a:avLst/>
              <a:gdLst/>
              <a:ahLst/>
              <a:cxnLst/>
              <a:rect l="l" t="t" r="r" b="b"/>
              <a:pathLst>
                <a:path w="13598" h="10159" extrusionOk="0">
                  <a:moveTo>
                    <a:pt x="5240" y="419"/>
                  </a:moveTo>
                  <a:lnTo>
                    <a:pt x="6173" y="1447"/>
                  </a:lnTo>
                  <a:cubicBezTo>
                    <a:pt x="6205" y="1480"/>
                    <a:pt x="6269" y="1512"/>
                    <a:pt x="6333" y="1512"/>
                  </a:cubicBezTo>
                  <a:lnTo>
                    <a:pt x="11509" y="1512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65"/>
                  </a:cubicBezTo>
                  <a:cubicBezTo>
                    <a:pt x="1" y="129"/>
                    <a:pt x="1" y="194"/>
                    <a:pt x="1" y="258"/>
                  </a:cubicBezTo>
                  <a:lnTo>
                    <a:pt x="2412" y="9998"/>
                  </a:lnTo>
                  <a:cubicBezTo>
                    <a:pt x="2444" y="10094"/>
                    <a:pt x="2540" y="10159"/>
                    <a:pt x="2637" y="10159"/>
                  </a:cubicBezTo>
                  <a:lnTo>
                    <a:pt x="13373" y="10159"/>
                  </a:lnTo>
                  <a:cubicBezTo>
                    <a:pt x="13437" y="10159"/>
                    <a:pt x="13502" y="10126"/>
                    <a:pt x="13566" y="10094"/>
                  </a:cubicBezTo>
                  <a:cubicBezTo>
                    <a:pt x="13598" y="10030"/>
                    <a:pt x="13598" y="9966"/>
                    <a:pt x="13598" y="9901"/>
                  </a:cubicBezTo>
                  <a:lnTo>
                    <a:pt x="11894" y="1254"/>
                  </a:lnTo>
                  <a:cubicBezTo>
                    <a:pt x="11862" y="1158"/>
                    <a:pt x="11798" y="1094"/>
                    <a:pt x="11669" y="1094"/>
                  </a:cubicBezTo>
                  <a:lnTo>
                    <a:pt x="6435" y="1094"/>
                  </a:lnTo>
                  <a:lnTo>
                    <a:pt x="5498" y="65"/>
                  </a:lnTo>
                  <a:cubicBezTo>
                    <a:pt x="5465" y="1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3933;p64">
              <a:extLst>
                <a:ext uri="{FF2B5EF4-FFF2-40B4-BE49-F238E27FC236}">
                  <a16:creationId xmlns:a16="http://schemas.microsoft.com/office/drawing/2014/main" id="{7CD96C51-A9D9-E529-E5EC-AE0D3766C560}"/>
                </a:ext>
              </a:extLst>
            </p:cNvPr>
            <p:cNvSpPr/>
            <p:nvPr/>
          </p:nvSpPr>
          <p:spPr>
            <a:xfrm>
              <a:off x="4591075" y="334890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3934;p64">
              <a:extLst>
                <a:ext uri="{FF2B5EF4-FFF2-40B4-BE49-F238E27FC236}">
                  <a16:creationId xmlns:a16="http://schemas.microsoft.com/office/drawing/2014/main" id="{31E13C0D-50D8-C1BB-947C-822D6BCF409F}"/>
                </a:ext>
              </a:extLst>
            </p:cNvPr>
            <p:cNvSpPr/>
            <p:nvPr/>
          </p:nvSpPr>
          <p:spPr>
            <a:xfrm>
              <a:off x="4585450" y="3344075"/>
              <a:ext cx="159950" cy="209775"/>
            </a:xfrm>
            <a:custGeom>
              <a:avLst/>
              <a:gdLst/>
              <a:ahLst/>
              <a:cxnLst/>
              <a:rect l="l" t="t" r="r" b="b"/>
              <a:pathLst>
                <a:path w="6398" h="8391" extrusionOk="0">
                  <a:moveTo>
                    <a:pt x="5883" y="418"/>
                  </a:moveTo>
                  <a:lnTo>
                    <a:pt x="4135" y="7530"/>
                  </a:lnTo>
                  <a:lnTo>
                    <a:pt x="4135" y="7530"/>
                  </a:lnTo>
                  <a:lnTo>
                    <a:pt x="579" y="418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58"/>
                    <a:pt x="4405" y="8294"/>
                    <a:pt x="4405" y="8229"/>
                  </a:cubicBezTo>
                  <a:lnTo>
                    <a:pt x="6365" y="258"/>
                  </a:lnTo>
                  <a:cubicBezTo>
                    <a:pt x="6398" y="193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3935;p64">
              <a:extLst>
                <a:ext uri="{FF2B5EF4-FFF2-40B4-BE49-F238E27FC236}">
                  <a16:creationId xmlns:a16="http://schemas.microsoft.com/office/drawing/2014/main" id="{9671E010-2C95-70FC-2031-E1591081FE89}"/>
                </a:ext>
              </a:extLst>
            </p:cNvPr>
            <p:cNvSpPr/>
            <p:nvPr/>
          </p:nvSpPr>
          <p:spPr>
            <a:xfrm>
              <a:off x="4607150" y="3356925"/>
              <a:ext cx="94050" cy="191300"/>
            </a:xfrm>
            <a:custGeom>
              <a:avLst/>
              <a:gdLst/>
              <a:ahLst/>
              <a:cxnLst/>
              <a:rect l="l" t="t" r="r" b="b"/>
              <a:pathLst>
                <a:path w="3762" h="7652" extrusionOk="0">
                  <a:moveTo>
                    <a:pt x="1" y="1"/>
                  </a:moveTo>
                  <a:lnTo>
                    <a:pt x="3344" y="765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3936;p64">
              <a:extLst>
                <a:ext uri="{FF2B5EF4-FFF2-40B4-BE49-F238E27FC236}">
                  <a16:creationId xmlns:a16="http://schemas.microsoft.com/office/drawing/2014/main" id="{9A70EAF7-C1E8-EE7D-1645-E66190DA94C0}"/>
                </a:ext>
              </a:extLst>
            </p:cNvPr>
            <p:cNvSpPr/>
            <p:nvPr/>
          </p:nvSpPr>
          <p:spPr>
            <a:xfrm>
              <a:off x="4601525" y="3351300"/>
              <a:ext cx="105300" cy="202550"/>
            </a:xfrm>
            <a:custGeom>
              <a:avLst/>
              <a:gdLst/>
              <a:ahLst/>
              <a:cxnLst/>
              <a:rect l="l" t="t" r="r" b="b"/>
              <a:pathLst>
                <a:path w="4212" h="8102" extrusionOk="0">
                  <a:moveTo>
                    <a:pt x="3762" y="419"/>
                  </a:moveTo>
                  <a:lnTo>
                    <a:pt x="3395" y="6968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62"/>
                    <a:pt x="1" y="226"/>
                    <a:pt x="33" y="290"/>
                  </a:cubicBezTo>
                  <a:lnTo>
                    <a:pt x="3376" y="7973"/>
                  </a:lnTo>
                  <a:cubicBezTo>
                    <a:pt x="3408" y="8069"/>
                    <a:pt x="3504" y="8101"/>
                    <a:pt x="3601" y="8101"/>
                  </a:cubicBezTo>
                  <a:cubicBezTo>
                    <a:pt x="3697" y="8069"/>
                    <a:pt x="3762" y="8005"/>
                    <a:pt x="3762" y="7908"/>
                  </a:cubicBezTo>
                  <a:lnTo>
                    <a:pt x="4212" y="226"/>
                  </a:lnTo>
                  <a:cubicBezTo>
                    <a:pt x="4212" y="162"/>
                    <a:pt x="4179" y="97"/>
                    <a:pt x="4147" y="65"/>
                  </a:cubicBezTo>
                  <a:cubicBezTo>
                    <a:pt x="4115" y="33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3937;p64">
              <a:extLst>
                <a:ext uri="{FF2B5EF4-FFF2-40B4-BE49-F238E27FC236}">
                  <a16:creationId xmlns:a16="http://schemas.microsoft.com/office/drawing/2014/main" id="{6DAE7144-F67F-1B87-1C73-43B8A6294BB3}"/>
                </a:ext>
              </a:extLst>
            </p:cNvPr>
            <p:cNvSpPr/>
            <p:nvPr/>
          </p:nvSpPr>
          <p:spPr>
            <a:xfrm>
              <a:off x="4586250" y="3341675"/>
              <a:ext cx="104500" cy="206550"/>
            </a:xfrm>
            <a:custGeom>
              <a:avLst/>
              <a:gdLst/>
              <a:ahLst/>
              <a:cxnLst/>
              <a:rect l="l" t="t" r="r" b="b"/>
              <a:pathLst>
                <a:path w="4180" h="8262" extrusionOk="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3938;p64">
              <a:extLst>
                <a:ext uri="{FF2B5EF4-FFF2-40B4-BE49-F238E27FC236}">
                  <a16:creationId xmlns:a16="http://schemas.microsoft.com/office/drawing/2014/main" id="{9BC80B24-7823-5A12-CDA3-B11FED5CA708}"/>
                </a:ext>
              </a:extLst>
            </p:cNvPr>
            <p:cNvSpPr/>
            <p:nvPr/>
          </p:nvSpPr>
          <p:spPr>
            <a:xfrm>
              <a:off x="4580625" y="3336050"/>
              <a:ext cx="115750" cy="217800"/>
            </a:xfrm>
            <a:custGeom>
              <a:avLst/>
              <a:gdLst/>
              <a:ahLst/>
              <a:cxnLst/>
              <a:rect l="l" t="t" r="r" b="b"/>
              <a:pathLst>
                <a:path w="4630" h="8712" extrusionOk="0">
                  <a:moveTo>
                    <a:pt x="3794" y="450"/>
                  </a:moveTo>
                  <a:lnTo>
                    <a:pt x="4131" y="7475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30" y="0"/>
                    <a:pt x="65" y="64"/>
                    <a:pt x="33" y="129"/>
                  </a:cubicBezTo>
                  <a:cubicBezTo>
                    <a:pt x="1" y="193"/>
                    <a:pt x="1" y="257"/>
                    <a:pt x="33" y="322"/>
                  </a:cubicBezTo>
                  <a:lnTo>
                    <a:pt x="4212" y="8583"/>
                  </a:lnTo>
                  <a:cubicBezTo>
                    <a:pt x="4244" y="8679"/>
                    <a:pt x="4340" y="8711"/>
                    <a:pt x="4437" y="8711"/>
                  </a:cubicBezTo>
                  <a:cubicBezTo>
                    <a:pt x="4533" y="8679"/>
                    <a:pt x="4630" y="8583"/>
                    <a:pt x="4598" y="8486"/>
                  </a:cubicBezTo>
                  <a:lnTo>
                    <a:pt x="4593" y="8392"/>
                  </a:lnTo>
                  <a:lnTo>
                    <a:pt x="4593" y="8392"/>
                  </a:lnTo>
                  <a:lnTo>
                    <a:pt x="4598" y="8390"/>
                  </a:lnTo>
                  <a:lnTo>
                    <a:pt x="4593" y="8380"/>
                  </a:lnTo>
                  <a:lnTo>
                    <a:pt x="4212" y="225"/>
                  </a:lnTo>
                  <a:cubicBezTo>
                    <a:pt x="4212" y="96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3939;p64">
              <a:extLst>
                <a:ext uri="{FF2B5EF4-FFF2-40B4-BE49-F238E27FC236}">
                  <a16:creationId xmlns:a16="http://schemas.microsoft.com/office/drawing/2014/main" id="{EF00B9EB-842B-911A-1596-A9D529BC4315}"/>
                </a:ext>
              </a:extLst>
            </p:cNvPr>
            <p:cNvSpPr/>
            <p:nvPr/>
          </p:nvSpPr>
          <p:spPr>
            <a:xfrm>
              <a:off x="4361250" y="3304700"/>
              <a:ext cx="329500" cy="243525"/>
            </a:xfrm>
            <a:custGeom>
              <a:avLst/>
              <a:gdLst/>
              <a:ahLst/>
              <a:cxnLst/>
              <a:rect l="l" t="t" r="r" b="b"/>
              <a:pathLst>
                <a:path w="13180" h="9741" extrusionOk="0">
                  <a:moveTo>
                    <a:pt x="1" y="0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3"/>
                  </a:lnTo>
                  <a:lnTo>
                    <a:pt x="6108" y="1093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3940;p64">
              <a:extLst>
                <a:ext uri="{FF2B5EF4-FFF2-40B4-BE49-F238E27FC236}">
                  <a16:creationId xmlns:a16="http://schemas.microsoft.com/office/drawing/2014/main" id="{4BEA4C12-BDD1-C94C-7E99-60C53B8AE70C}"/>
                </a:ext>
              </a:extLst>
            </p:cNvPr>
            <p:cNvSpPr/>
            <p:nvPr/>
          </p:nvSpPr>
          <p:spPr>
            <a:xfrm>
              <a:off x="4355625" y="3299075"/>
              <a:ext cx="340750" cy="254775"/>
            </a:xfrm>
            <a:custGeom>
              <a:avLst/>
              <a:gdLst/>
              <a:ahLst/>
              <a:cxnLst/>
              <a:rect l="l" t="t" r="r" b="b"/>
              <a:pathLst>
                <a:path w="13630" h="10191" extrusionOk="0">
                  <a:moveTo>
                    <a:pt x="5272" y="418"/>
                  </a:moveTo>
                  <a:lnTo>
                    <a:pt x="6172" y="1479"/>
                  </a:lnTo>
                  <a:cubicBezTo>
                    <a:pt x="6204" y="1511"/>
                    <a:pt x="6269" y="1543"/>
                    <a:pt x="6333" y="1543"/>
                  </a:cubicBezTo>
                  <a:lnTo>
                    <a:pt x="11508" y="1543"/>
                  </a:lnTo>
                  <a:lnTo>
                    <a:pt x="13148" y="9772"/>
                  </a:lnTo>
                  <a:lnTo>
                    <a:pt x="2797" y="9772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3"/>
                    <a:pt x="65" y="97"/>
                  </a:cubicBezTo>
                  <a:cubicBezTo>
                    <a:pt x="33" y="129"/>
                    <a:pt x="1" y="193"/>
                    <a:pt x="33" y="258"/>
                  </a:cubicBezTo>
                  <a:lnTo>
                    <a:pt x="2444" y="10029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094"/>
                  </a:cubicBezTo>
                  <a:cubicBezTo>
                    <a:pt x="13598" y="10062"/>
                    <a:pt x="13630" y="9997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5"/>
                    <a:pt x="11701" y="1125"/>
                  </a:cubicBezTo>
                  <a:lnTo>
                    <a:pt x="6439" y="1125"/>
                  </a:lnTo>
                  <a:lnTo>
                    <a:pt x="5529" y="65"/>
                  </a:lnTo>
                  <a:cubicBezTo>
                    <a:pt x="5465" y="33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3941;p64">
              <a:extLst>
                <a:ext uri="{FF2B5EF4-FFF2-40B4-BE49-F238E27FC236}">
                  <a16:creationId xmlns:a16="http://schemas.microsoft.com/office/drawing/2014/main" id="{85D0B8A6-2D46-E199-8452-749671B71576}"/>
                </a:ext>
              </a:extLst>
            </p:cNvPr>
            <p:cNvSpPr/>
            <p:nvPr/>
          </p:nvSpPr>
          <p:spPr>
            <a:xfrm>
              <a:off x="4591075" y="249385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1"/>
                  </a:moveTo>
                  <a:lnTo>
                    <a:pt x="3987" y="7972"/>
                  </a:lnTo>
                  <a:lnTo>
                    <a:pt x="59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3942;p64">
              <a:extLst>
                <a:ext uri="{FF2B5EF4-FFF2-40B4-BE49-F238E27FC236}">
                  <a16:creationId xmlns:a16="http://schemas.microsoft.com/office/drawing/2014/main" id="{38A701D8-1090-6E6D-174B-7B817B7C0540}"/>
                </a:ext>
              </a:extLst>
            </p:cNvPr>
            <p:cNvSpPr/>
            <p:nvPr/>
          </p:nvSpPr>
          <p:spPr>
            <a:xfrm>
              <a:off x="4585450" y="2489025"/>
              <a:ext cx="159950" cy="209775"/>
            </a:xfrm>
            <a:custGeom>
              <a:avLst/>
              <a:gdLst/>
              <a:ahLst/>
              <a:cxnLst/>
              <a:rect l="l" t="t" r="r" b="b"/>
              <a:pathLst>
                <a:path w="6398" h="8391" extrusionOk="0">
                  <a:moveTo>
                    <a:pt x="5883" y="419"/>
                  </a:moveTo>
                  <a:lnTo>
                    <a:pt x="4135" y="7530"/>
                  </a:lnTo>
                  <a:lnTo>
                    <a:pt x="579" y="419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90"/>
                    <a:pt x="4405" y="8326"/>
                    <a:pt x="4405" y="8230"/>
                  </a:cubicBezTo>
                  <a:lnTo>
                    <a:pt x="6365" y="258"/>
                  </a:lnTo>
                  <a:cubicBezTo>
                    <a:pt x="6398" y="194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3943;p64">
              <a:extLst>
                <a:ext uri="{FF2B5EF4-FFF2-40B4-BE49-F238E27FC236}">
                  <a16:creationId xmlns:a16="http://schemas.microsoft.com/office/drawing/2014/main" id="{3B495E18-529B-857F-F097-E81BFCE073E8}"/>
                </a:ext>
              </a:extLst>
            </p:cNvPr>
            <p:cNvSpPr/>
            <p:nvPr/>
          </p:nvSpPr>
          <p:spPr>
            <a:xfrm>
              <a:off x="4607150" y="2501900"/>
              <a:ext cx="94050" cy="191275"/>
            </a:xfrm>
            <a:custGeom>
              <a:avLst/>
              <a:gdLst/>
              <a:ahLst/>
              <a:cxnLst/>
              <a:rect l="l" t="t" r="r" b="b"/>
              <a:pathLst>
                <a:path w="3762" h="7651" extrusionOk="0">
                  <a:moveTo>
                    <a:pt x="1" y="0"/>
                  </a:moveTo>
                  <a:lnTo>
                    <a:pt x="3344" y="7650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3944;p64">
              <a:extLst>
                <a:ext uri="{FF2B5EF4-FFF2-40B4-BE49-F238E27FC236}">
                  <a16:creationId xmlns:a16="http://schemas.microsoft.com/office/drawing/2014/main" id="{D72A2F51-FDA1-3128-2AE4-3F95BD5DE98B}"/>
                </a:ext>
              </a:extLst>
            </p:cNvPr>
            <p:cNvSpPr/>
            <p:nvPr/>
          </p:nvSpPr>
          <p:spPr>
            <a:xfrm>
              <a:off x="4601525" y="2496275"/>
              <a:ext cx="105300" cy="202525"/>
            </a:xfrm>
            <a:custGeom>
              <a:avLst/>
              <a:gdLst/>
              <a:ahLst/>
              <a:cxnLst/>
              <a:rect l="l" t="t" r="r" b="b"/>
              <a:pathLst>
                <a:path w="4212" h="8101" extrusionOk="0">
                  <a:moveTo>
                    <a:pt x="3762" y="418"/>
                  </a:moveTo>
                  <a:lnTo>
                    <a:pt x="3395" y="6967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29" y="0"/>
                    <a:pt x="65" y="32"/>
                    <a:pt x="33" y="96"/>
                  </a:cubicBezTo>
                  <a:cubicBezTo>
                    <a:pt x="1" y="161"/>
                    <a:pt x="1" y="225"/>
                    <a:pt x="33" y="321"/>
                  </a:cubicBezTo>
                  <a:lnTo>
                    <a:pt x="3376" y="7972"/>
                  </a:lnTo>
                  <a:cubicBezTo>
                    <a:pt x="3408" y="8068"/>
                    <a:pt x="3504" y="8100"/>
                    <a:pt x="3601" y="8100"/>
                  </a:cubicBezTo>
                  <a:cubicBezTo>
                    <a:pt x="3697" y="8068"/>
                    <a:pt x="3762" y="8004"/>
                    <a:pt x="3762" y="7908"/>
                  </a:cubicBezTo>
                  <a:lnTo>
                    <a:pt x="4212" y="225"/>
                  </a:lnTo>
                  <a:cubicBezTo>
                    <a:pt x="4212" y="161"/>
                    <a:pt x="4179" y="129"/>
                    <a:pt x="4147" y="64"/>
                  </a:cubicBezTo>
                  <a:cubicBezTo>
                    <a:pt x="4115" y="32"/>
                    <a:pt x="4051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3945;p64">
              <a:extLst>
                <a:ext uri="{FF2B5EF4-FFF2-40B4-BE49-F238E27FC236}">
                  <a16:creationId xmlns:a16="http://schemas.microsoft.com/office/drawing/2014/main" id="{57D0B79D-FD77-881D-69C7-0DF527A80514}"/>
                </a:ext>
              </a:extLst>
            </p:cNvPr>
            <p:cNvSpPr/>
            <p:nvPr/>
          </p:nvSpPr>
          <p:spPr>
            <a:xfrm>
              <a:off x="4586250" y="2486625"/>
              <a:ext cx="104500" cy="206550"/>
            </a:xfrm>
            <a:custGeom>
              <a:avLst/>
              <a:gdLst/>
              <a:ahLst/>
              <a:cxnLst/>
              <a:rect l="l" t="t" r="r" b="b"/>
              <a:pathLst>
                <a:path w="4180" h="8262" extrusionOk="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3946;p64">
              <a:extLst>
                <a:ext uri="{FF2B5EF4-FFF2-40B4-BE49-F238E27FC236}">
                  <a16:creationId xmlns:a16="http://schemas.microsoft.com/office/drawing/2014/main" id="{F9D6FF23-6D77-9521-3DCF-77054E95F7D4}"/>
                </a:ext>
              </a:extLst>
            </p:cNvPr>
            <p:cNvSpPr/>
            <p:nvPr/>
          </p:nvSpPr>
          <p:spPr>
            <a:xfrm>
              <a:off x="4580625" y="2481800"/>
              <a:ext cx="115750" cy="217200"/>
            </a:xfrm>
            <a:custGeom>
              <a:avLst/>
              <a:gdLst/>
              <a:ahLst/>
              <a:cxnLst/>
              <a:rect l="l" t="t" r="r" b="b"/>
              <a:pathLst>
                <a:path w="4630" h="8688" extrusionOk="0">
                  <a:moveTo>
                    <a:pt x="3794" y="418"/>
                  </a:moveTo>
                  <a:lnTo>
                    <a:pt x="4130" y="7441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30" y="0"/>
                    <a:pt x="65" y="33"/>
                    <a:pt x="33" y="97"/>
                  </a:cubicBezTo>
                  <a:cubicBezTo>
                    <a:pt x="1" y="161"/>
                    <a:pt x="1" y="225"/>
                    <a:pt x="33" y="290"/>
                  </a:cubicBezTo>
                  <a:lnTo>
                    <a:pt x="4212" y="8551"/>
                  </a:lnTo>
                  <a:cubicBezTo>
                    <a:pt x="4238" y="8630"/>
                    <a:pt x="4308" y="8688"/>
                    <a:pt x="4386" y="8688"/>
                  </a:cubicBezTo>
                  <a:cubicBezTo>
                    <a:pt x="4403" y="8688"/>
                    <a:pt x="4420" y="8685"/>
                    <a:pt x="4437" y="8679"/>
                  </a:cubicBezTo>
                  <a:cubicBezTo>
                    <a:pt x="4533" y="8647"/>
                    <a:pt x="4630" y="8551"/>
                    <a:pt x="4598" y="8454"/>
                  </a:cubicBezTo>
                  <a:lnTo>
                    <a:pt x="4593" y="8360"/>
                  </a:lnTo>
                  <a:lnTo>
                    <a:pt x="4598" y="8358"/>
                  </a:lnTo>
                  <a:lnTo>
                    <a:pt x="4593" y="8348"/>
                  </a:lnTo>
                  <a:lnTo>
                    <a:pt x="4212" y="193"/>
                  </a:lnTo>
                  <a:cubicBezTo>
                    <a:pt x="4212" y="65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3947;p64">
              <a:extLst>
                <a:ext uri="{FF2B5EF4-FFF2-40B4-BE49-F238E27FC236}">
                  <a16:creationId xmlns:a16="http://schemas.microsoft.com/office/drawing/2014/main" id="{70916622-2AF5-3C1F-2ECE-488D9CE1066E}"/>
                </a:ext>
              </a:extLst>
            </p:cNvPr>
            <p:cNvSpPr/>
            <p:nvPr/>
          </p:nvSpPr>
          <p:spPr>
            <a:xfrm>
              <a:off x="4361250" y="2449650"/>
              <a:ext cx="329500" cy="243525"/>
            </a:xfrm>
            <a:custGeom>
              <a:avLst/>
              <a:gdLst/>
              <a:ahLst/>
              <a:cxnLst/>
              <a:rect l="l" t="t" r="r" b="b"/>
              <a:pathLst>
                <a:path w="13180" h="9741" extrusionOk="0">
                  <a:moveTo>
                    <a:pt x="1" y="1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4"/>
                  </a:lnTo>
                  <a:lnTo>
                    <a:pt x="6108" y="1094"/>
                  </a:lnTo>
                  <a:lnTo>
                    <a:pt x="5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3948;p64">
              <a:extLst>
                <a:ext uri="{FF2B5EF4-FFF2-40B4-BE49-F238E27FC236}">
                  <a16:creationId xmlns:a16="http://schemas.microsoft.com/office/drawing/2014/main" id="{B1F16815-7E5C-21D6-258E-94DB278D5716}"/>
                </a:ext>
              </a:extLst>
            </p:cNvPr>
            <p:cNvSpPr/>
            <p:nvPr/>
          </p:nvSpPr>
          <p:spPr>
            <a:xfrm>
              <a:off x="4355625" y="2444025"/>
              <a:ext cx="340750" cy="254775"/>
            </a:xfrm>
            <a:custGeom>
              <a:avLst/>
              <a:gdLst/>
              <a:ahLst/>
              <a:cxnLst/>
              <a:rect l="l" t="t" r="r" b="b"/>
              <a:pathLst>
                <a:path w="13630" h="10191" extrusionOk="0">
                  <a:moveTo>
                    <a:pt x="5272" y="451"/>
                  </a:moveTo>
                  <a:lnTo>
                    <a:pt x="6172" y="1479"/>
                  </a:lnTo>
                  <a:cubicBezTo>
                    <a:pt x="6204" y="1511"/>
                    <a:pt x="6269" y="1544"/>
                    <a:pt x="6333" y="1544"/>
                  </a:cubicBezTo>
                  <a:lnTo>
                    <a:pt x="11508" y="1544"/>
                  </a:lnTo>
                  <a:lnTo>
                    <a:pt x="13148" y="9773"/>
                  </a:lnTo>
                  <a:lnTo>
                    <a:pt x="2797" y="9773"/>
                  </a:lnTo>
                  <a:lnTo>
                    <a:pt x="515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33"/>
                    <a:pt x="65" y="97"/>
                  </a:cubicBezTo>
                  <a:cubicBezTo>
                    <a:pt x="33" y="161"/>
                    <a:pt x="1" y="226"/>
                    <a:pt x="33" y="290"/>
                  </a:cubicBezTo>
                  <a:lnTo>
                    <a:pt x="2444" y="10030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126"/>
                  </a:cubicBezTo>
                  <a:cubicBezTo>
                    <a:pt x="13598" y="10062"/>
                    <a:pt x="13630" y="9998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6"/>
                    <a:pt x="11701" y="1126"/>
                  </a:cubicBezTo>
                  <a:lnTo>
                    <a:pt x="6437" y="1126"/>
                  </a:lnTo>
                  <a:lnTo>
                    <a:pt x="5529" y="97"/>
                  </a:lnTo>
                  <a:cubicBezTo>
                    <a:pt x="5465" y="33"/>
                    <a:pt x="5433" y="1"/>
                    <a:pt x="5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3949;p64">
              <a:extLst>
                <a:ext uri="{FF2B5EF4-FFF2-40B4-BE49-F238E27FC236}">
                  <a16:creationId xmlns:a16="http://schemas.microsoft.com/office/drawing/2014/main" id="{C3816ECF-3985-A48A-C889-90F1560ACB80}"/>
                </a:ext>
              </a:extLst>
            </p:cNvPr>
            <p:cNvSpPr/>
            <p:nvPr/>
          </p:nvSpPr>
          <p:spPr>
            <a:xfrm>
              <a:off x="4591075" y="369285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3950;p64">
              <a:extLst>
                <a:ext uri="{FF2B5EF4-FFF2-40B4-BE49-F238E27FC236}">
                  <a16:creationId xmlns:a16="http://schemas.microsoft.com/office/drawing/2014/main" id="{525F16EE-2979-0B65-DABF-1FFB0D1BE7EC}"/>
                </a:ext>
              </a:extLst>
            </p:cNvPr>
            <p:cNvSpPr/>
            <p:nvPr/>
          </p:nvSpPr>
          <p:spPr>
            <a:xfrm>
              <a:off x="4585450" y="3687225"/>
              <a:ext cx="159950" cy="209975"/>
            </a:xfrm>
            <a:custGeom>
              <a:avLst/>
              <a:gdLst/>
              <a:ahLst/>
              <a:cxnLst/>
              <a:rect l="l" t="t" r="r" b="b"/>
              <a:pathLst>
                <a:path w="6398" h="8399" extrusionOk="0">
                  <a:moveTo>
                    <a:pt x="5883" y="418"/>
                  </a:moveTo>
                  <a:lnTo>
                    <a:pt x="4130" y="7549"/>
                  </a:lnTo>
                  <a:lnTo>
                    <a:pt x="579" y="418"/>
                  </a:lnTo>
                  <a:close/>
                  <a:moveTo>
                    <a:pt x="226" y="0"/>
                  </a:moveTo>
                  <a:cubicBezTo>
                    <a:pt x="162" y="0"/>
                    <a:pt x="65" y="32"/>
                    <a:pt x="33" y="97"/>
                  </a:cubicBezTo>
                  <a:cubicBezTo>
                    <a:pt x="1" y="161"/>
                    <a:pt x="1" y="257"/>
                    <a:pt x="33" y="322"/>
                  </a:cubicBezTo>
                  <a:lnTo>
                    <a:pt x="4019" y="8293"/>
                  </a:lnTo>
                  <a:cubicBezTo>
                    <a:pt x="4045" y="8346"/>
                    <a:pt x="4114" y="8398"/>
                    <a:pt x="4191" y="8398"/>
                  </a:cubicBezTo>
                  <a:cubicBezTo>
                    <a:pt x="4209" y="8398"/>
                    <a:pt x="4226" y="8396"/>
                    <a:pt x="4244" y="8390"/>
                  </a:cubicBezTo>
                  <a:cubicBezTo>
                    <a:pt x="4308" y="8390"/>
                    <a:pt x="4405" y="8326"/>
                    <a:pt x="4405" y="8229"/>
                  </a:cubicBezTo>
                  <a:lnTo>
                    <a:pt x="6365" y="257"/>
                  </a:lnTo>
                  <a:cubicBezTo>
                    <a:pt x="6398" y="193"/>
                    <a:pt x="6365" y="129"/>
                    <a:pt x="6333" y="97"/>
                  </a:cubicBezTo>
                  <a:cubicBezTo>
                    <a:pt x="6301" y="32"/>
                    <a:pt x="6237" y="0"/>
                    <a:pt x="6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3951;p64">
              <a:extLst>
                <a:ext uri="{FF2B5EF4-FFF2-40B4-BE49-F238E27FC236}">
                  <a16:creationId xmlns:a16="http://schemas.microsoft.com/office/drawing/2014/main" id="{754AFAF8-D815-7950-5EC1-41DAB2AA0E88}"/>
                </a:ext>
              </a:extLst>
            </p:cNvPr>
            <p:cNvSpPr/>
            <p:nvPr/>
          </p:nvSpPr>
          <p:spPr>
            <a:xfrm>
              <a:off x="4607150" y="3700075"/>
              <a:ext cx="94050" cy="192100"/>
            </a:xfrm>
            <a:custGeom>
              <a:avLst/>
              <a:gdLst/>
              <a:ahLst/>
              <a:cxnLst/>
              <a:rect l="l" t="t" r="r" b="b"/>
              <a:pathLst>
                <a:path w="3762" h="7684" extrusionOk="0">
                  <a:moveTo>
                    <a:pt x="1" y="1"/>
                  </a:moveTo>
                  <a:lnTo>
                    <a:pt x="3344" y="768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3952;p64">
              <a:extLst>
                <a:ext uri="{FF2B5EF4-FFF2-40B4-BE49-F238E27FC236}">
                  <a16:creationId xmlns:a16="http://schemas.microsoft.com/office/drawing/2014/main" id="{7BB943C6-5033-A542-1511-E0BA3994592A}"/>
                </a:ext>
              </a:extLst>
            </p:cNvPr>
            <p:cNvSpPr/>
            <p:nvPr/>
          </p:nvSpPr>
          <p:spPr>
            <a:xfrm>
              <a:off x="4601525" y="3695250"/>
              <a:ext cx="105300" cy="201950"/>
            </a:xfrm>
            <a:custGeom>
              <a:avLst/>
              <a:gdLst/>
              <a:ahLst/>
              <a:cxnLst/>
              <a:rect l="l" t="t" r="r" b="b"/>
              <a:pathLst>
                <a:path w="4212" h="8078" extrusionOk="0">
                  <a:moveTo>
                    <a:pt x="3762" y="419"/>
                  </a:moveTo>
                  <a:lnTo>
                    <a:pt x="3395" y="6939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02" y="8020"/>
                    <a:pt x="3472" y="8077"/>
                    <a:pt x="3550" y="8077"/>
                  </a:cubicBezTo>
                  <a:cubicBezTo>
                    <a:pt x="3567" y="8077"/>
                    <a:pt x="3584" y="8075"/>
                    <a:pt x="3601" y="8069"/>
                  </a:cubicBezTo>
                  <a:cubicBezTo>
                    <a:pt x="3697" y="8069"/>
                    <a:pt x="3762" y="7972"/>
                    <a:pt x="3762" y="7876"/>
                  </a:cubicBezTo>
                  <a:lnTo>
                    <a:pt x="4212" y="226"/>
                  </a:lnTo>
                  <a:cubicBezTo>
                    <a:pt x="4212" y="161"/>
                    <a:pt x="4179" y="97"/>
                    <a:pt x="4147" y="65"/>
                  </a:cubicBezTo>
                  <a:cubicBezTo>
                    <a:pt x="4115" y="1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3953;p64">
              <a:extLst>
                <a:ext uri="{FF2B5EF4-FFF2-40B4-BE49-F238E27FC236}">
                  <a16:creationId xmlns:a16="http://schemas.microsoft.com/office/drawing/2014/main" id="{4647C9F1-1300-5A9F-53DA-F8F1CF7A1E48}"/>
                </a:ext>
              </a:extLst>
            </p:cNvPr>
            <p:cNvSpPr/>
            <p:nvPr/>
          </p:nvSpPr>
          <p:spPr>
            <a:xfrm>
              <a:off x="4586250" y="3685600"/>
              <a:ext cx="104500" cy="206575"/>
            </a:xfrm>
            <a:custGeom>
              <a:avLst/>
              <a:gdLst/>
              <a:ahLst/>
              <a:cxnLst/>
              <a:rect l="l" t="t" r="r" b="b"/>
              <a:pathLst>
                <a:path w="4180" h="8263" extrusionOk="0">
                  <a:moveTo>
                    <a:pt x="1" y="1"/>
                  </a:moveTo>
                  <a:lnTo>
                    <a:pt x="4180" y="8262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3954;p64">
              <a:extLst>
                <a:ext uri="{FF2B5EF4-FFF2-40B4-BE49-F238E27FC236}">
                  <a16:creationId xmlns:a16="http://schemas.microsoft.com/office/drawing/2014/main" id="{3B2C332A-C35B-697D-CD71-81E41E9798F8}"/>
                </a:ext>
              </a:extLst>
            </p:cNvPr>
            <p:cNvSpPr/>
            <p:nvPr/>
          </p:nvSpPr>
          <p:spPr>
            <a:xfrm>
              <a:off x="4580625" y="3679975"/>
              <a:ext cx="115750" cy="217300"/>
            </a:xfrm>
            <a:custGeom>
              <a:avLst/>
              <a:gdLst/>
              <a:ahLst/>
              <a:cxnLst/>
              <a:rect l="l" t="t" r="r" b="b"/>
              <a:pathLst>
                <a:path w="4630" h="8692" extrusionOk="0">
                  <a:moveTo>
                    <a:pt x="3794" y="419"/>
                  </a:moveTo>
                  <a:lnTo>
                    <a:pt x="4131" y="7473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30" y="1"/>
                    <a:pt x="65" y="33"/>
                    <a:pt x="33" y="97"/>
                  </a:cubicBezTo>
                  <a:cubicBezTo>
                    <a:pt x="1" y="162"/>
                    <a:pt x="1" y="258"/>
                    <a:pt x="33" y="322"/>
                  </a:cubicBezTo>
                  <a:lnTo>
                    <a:pt x="4212" y="8583"/>
                  </a:lnTo>
                  <a:cubicBezTo>
                    <a:pt x="4236" y="8656"/>
                    <a:pt x="4296" y="8692"/>
                    <a:pt x="4366" y="8692"/>
                  </a:cubicBezTo>
                  <a:cubicBezTo>
                    <a:pt x="4389" y="8692"/>
                    <a:pt x="4413" y="8688"/>
                    <a:pt x="4437" y="8680"/>
                  </a:cubicBezTo>
                  <a:cubicBezTo>
                    <a:pt x="4533" y="8648"/>
                    <a:pt x="4630" y="8583"/>
                    <a:pt x="4598" y="8455"/>
                  </a:cubicBezTo>
                  <a:lnTo>
                    <a:pt x="4595" y="8392"/>
                  </a:lnTo>
                  <a:lnTo>
                    <a:pt x="4595" y="8392"/>
                  </a:lnTo>
                  <a:lnTo>
                    <a:pt x="4598" y="8391"/>
                  </a:lnTo>
                  <a:lnTo>
                    <a:pt x="4594" y="8384"/>
                  </a:lnTo>
                  <a:lnTo>
                    <a:pt x="4594" y="8384"/>
                  </a:lnTo>
                  <a:lnTo>
                    <a:pt x="4212" y="194"/>
                  </a:lnTo>
                  <a:cubicBezTo>
                    <a:pt x="4212" y="97"/>
                    <a:pt x="4115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3955;p64">
              <a:extLst>
                <a:ext uri="{FF2B5EF4-FFF2-40B4-BE49-F238E27FC236}">
                  <a16:creationId xmlns:a16="http://schemas.microsoft.com/office/drawing/2014/main" id="{0D1C2577-3DBC-2151-D155-F830C11A48DC}"/>
                </a:ext>
              </a:extLst>
            </p:cNvPr>
            <p:cNvSpPr/>
            <p:nvPr/>
          </p:nvSpPr>
          <p:spPr>
            <a:xfrm>
              <a:off x="4361250" y="3647850"/>
              <a:ext cx="329500" cy="244325"/>
            </a:xfrm>
            <a:custGeom>
              <a:avLst/>
              <a:gdLst/>
              <a:ahLst/>
              <a:cxnLst/>
              <a:rect l="l" t="t" r="r" b="b"/>
              <a:pathLst>
                <a:path w="13180" h="9773" extrusionOk="0">
                  <a:moveTo>
                    <a:pt x="1" y="0"/>
                  </a:moveTo>
                  <a:lnTo>
                    <a:pt x="2411" y="9772"/>
                  </a:lnTo>
                  <a:lnTo>
                    <a:pt x="13180" y="9772"/>
                  </a:lnTo>
                  <a:lnTo>
                    <a:pt x="11476" y="1125"/>
                  </a:lnTo>
                  <a:lnTo>
                    <a:pt x="6108" y="1125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3956;p64">
              <a:extLst>
                <a:ext uri="{FF2B5EF4-FFF2-40B4-BE49-F238E27FC236}">
                  <a16:creationId xmlns:a16="http://schemas.microsoft.com/office/drawing/2014/main" id="{27F5484C-D66C-6753-33CE-AB3959EC6505}"/>
                </a:ext>
              </a:extLst>
            </p:cNvPr>
            <p:cNvSpPr/>
            <p:nvPr/>
          </p:nvSpPr>
          <p:spPr>
            <a:xfrm>
              <a:off x="4355625" y="3643025"/>
              <a:ext cx="340750" cy="253950"/>
            </a:xfrm>
            <a:custGeom>
              <a:avLst/>
              <a:gdLst/>
              <a:ahLst/>
              <a:cxnLst/>
              <a:rect l="l" t="t" r="r" b="b"/>
              <a:pathLst>
                <a:path w="13630" h="10158" extrusionOk="0">
                  <a:moveTo>
                    <a:pt x="5272" y="418"/>
                  </a:moveTo>
                  <a:lnTo>
                    <a:pt x="6172" y="1447"/>
                  </a:lnTo>
                  <a:cubicBezTo>
                    <a:pt x="6204" y="1511"/>
                    <a:pt x="6269" y="1511"/>
                    <a:pt x="6333" y="1511"/>
                  </a:cubicBezTo>
                  <a:lnTo>
                    <a:pt x="11508" y="1511"/>
                  </a:lnTo>
                  <a:lnTo>
                    <a:pt x="13148" y="9740"/>
                  </a:lnTo>
                  <a:lnTo>
                    <a:pt x="2797" y="9740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2"/>
                    <a:pt x="65" y="65"/>
                  </a:cubicBezTo>
                  <a:cubicBezTo>
                    <a:pt x="33" y="129"/>
                    <a:pt x="1" y="193"/>
                    <a:pt x="33" y="257"/>
                  </a:cubicBezTo>
                  <a:lnTo>
                    <a:pt x="2444" y="9997"/>
                  </a:lnTo>
                  <a:cubicBezTo>
                    <a:pt x="2444" y="10094"/>
                    <a:pt x="2540" y="10158"/>
                    <a:pt x="2636" y="10158"/>
                  </a:cubicBezTo>
                  <a:lnTo>
                    <a:pt x="13405" y="10158"/>
                  </a:lnTo>
                  <a:cubicBezTo>
                    <a:pt x="13469" y="10158"/>
                    <a:pt x="13533" y="10126"/>
                    <a:pt x="13565" y="10094"/>
                  </a:cubicBezTo>
                  <a:cubicBezTo>
                    <a:pt x="13598" y="10029"/>
                    <a:pt x="13630" y="9965"/>
                    <a:pt x="13598" y="9901"/>
                  </a:cubicBezTo>
                  <a:lnTo>
                    <a:pt x="11894" y="1286"/>
                  </a:lnTo>
                  <a:cubicBezTo>
                    <a:pt x="11894" y="1157"/>
                    <a:pt x="11798" y="1093"/>
                    <a:pt x="11701" y="1093"/>
                  </a:cubicBezTo>
                  <a:lnTo>
                    <a:pt x="6437" y="1093"/>
                  </a:lnTo>
                  <a:lnTo>
                    <a:pt x="5529" y="65"/>
                  </a:lnTo>
                  <a:cubicBezTo>
                    <a:pt x="5465" y="32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3957;p64">
              <a:extLst>
                <a:ext uri="{FF2B5EF4-FFF2-40B4-BE49-F238E27FC236}">
                  <a16:creationId xmlns:a16="http://schemas.microsoft.com/office/drawing/2014/main" id="{24208360-67D8-A501-0518-CEB5FB04428D}"/>
                </a:ext>
              </a:extLst>
            </p:cNvPr>
            <p:cNvSpPr/>
            <p:nvPr/>
          </p:nvSpPr>
          <p:spPr>
            <a:xfrm>
              <a:off x="3617100" y="2493050"/>
              <a:ext cx="253975" cy="908100"/>
            </a:xfrm>
            <a:custGeom>
              <a:avLst/>
              <a:gdLst/>
              <a:ahLst/>
              <a:cxnLst/>
              <a:rect l="l" t="t" r="r" b="b"/>
              <a:pathLst>
                <a:path w="10159" h="36324" extrusionOk="0">
                  <a:moveTo>
                    <a:pt x="9741" y="0"/>
                  </a:moveTo>
                  <a:lnTo>
                    <a:pt x="9741" y="10544"/>
                  </a:lnTo>
                  <a:lnTo>
                    <a:pt x="1" y="10544"/>
                  </a:lnTo>
                  <a:lnTo>
                    <a:pt x="1" y="36324"/>
                  </a:lnTo>
                  <a:lnTo>
                    <a:pt x="419" y="36324"/>
                  </a:lnTo>
                  <a:lnTo>
                    <a:pt x="419" y="10962"/>
                  </a:lnTo>
                  <a:lnTo>
                    <a:pt x="10158" y="10962"/>
                  </a:lnTo>
                  <a:lnTo>
                    <a:pt x="101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3958;p64">
              <a:extLst>
                <a:ext uri="{FF2B5EF4-FFF2-40B4-BE49-F238E27FC236}">
                  <a16:creationId xmlns:a16="http://schemas.microsoft.com/office/drawing/2014/main" id="{A0031CAD-F7C9-A52B-9176-04E6CE4754D9}"/>
                </a:ext>
              </a:extLst>
            </p:cNvPr>
            <p:cNvSpPr/>
            <p:nvPr/>
          </p:nvSpPr>
          <p:spPr>
            <a:xfrm>
              <a:off x="3711925" y="2493050"/>
              <a:ext cx="11275" cy="266025"/>
            </a:xfrm>
            <a:custGeom>
              <a:avLst/>
              <a:gdLst/>
              <a:ahLst/>
              <a:cxnLst/>
              <a:rect l="l" t="t" r="r" b="b"/>
              <a:pathLst>
                <a:path w="451" h="10641" extrusionOk="0">
                  <a:moveTo>
                    <a:pt x="1" y="0"/>
                  </a:moveTo>
                  <a:lnTo>
                    <a:pt x="1" y="10640"/>
                  </a:lnTo>
                  <a:lnTo>
                    <a:pt x="451" y="10640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3959;p64">
              <a:extLst>
                <a:ext uri="{FF2B5EF4-FFF2-40B4-BE49-F238E27FC236}">
                  <a16:creationId xmlns:a16="http://schemas.microsoft.com/office/drawing/2014/main" id="{C3A444D5-2352-87B6-9904-E68ECB19BECC}"/>
                </a:ext>
              </a:extLst>
            </p:cNvPr>
            <p:cNvSpPr/>
            <p:nvPr/>
          </p:nvSpPr>
          <p:spPr>
            <a:xfrm>
              <a:off x="3850150" y="24769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1"/>
                  </a:moveTo>
                  <a:cubicBezTo>
                    <a:pt x="290" y="1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3960;p64">
              <a:extLst>
                <a:ext uri="{FF2B5EF4-FFF2-40B4-BE49-F238E27FC236}">
                  <a16:creationId xmlns:a16="http://schemas.microsoft.com/office/drawing/2014/main" id="{6FAE02A6-E845-D585-AD24-200F90BDE959}"/>
                </a:ext>
              </a:extLst>
            </p:cNvPr>
            <p:cNvSpPr/>
            <p:nvPr/>
          </p:nvSpPr>
          <p:spPr>
            <a:xfrm>
              <a:off x="3844525" y="2472150"/>
              <a:ext cx="42625" cy="41825"/>
            </a:xfrm>
            <a:custGeom>
              <a:avLst/>
              <a:gdLst/>
              <a:ahLst/>
              <a:cxnLst/>
              <a:rect l="l" t="t" r="r" b="b"/>
              <a:pathLst>
                <a:path w="1705" h="1673" extrusionOk="0">
                  <a:moveTo>
                    <a:pt x="869" y="419"/>
                  </a:moveTo>
                  <a:cubicBezTo>
                    <a:pt x="1094" y="419"/>
                    <a:pt x="1254" y="611"/>
                    <a:pt x="1254" y="836"/>
                  </a:cubicBezTo>
                  <a:cubicBezTo>
                    <a:pt x="1254" y="1061"/>
                    <a:pt x="1094" y="1254"/>
                    <a:pt x="869" y="1254"/>
                  </a:cubicBezTo>
                  <a:cubicBezTo>
                    <a:pt x="611" y="1254"/>
                    <a:pt x="451" y="1061"/>
                    <a:pt x="451" y="836"/>
                  </a:cubicBezTo>
                  <a:cubicBezTo>
                    <a:pt x="451" y="611"/>
                    <a:pt x="611" y="419"/>
                    <a:pt x="869" y="419"/>
                  </a:cubicBezTo>
                  <a:close/>
                  <a:moveTo>
                    <a:pt x="869" y="1"/>
                  </a:moveTo>
                  <a:cubicBezTo>
                    <a:pt x="386" y="1"/>
                    <a:pt x="1" y="354"/>
                    <a:pt x="1" y="836"/>
                  </a:cubicBezTo>
                  <a:cubicBezTo>
                    <a:pt x="1" y="1286"/>
                    <a:pt x="386" y="1672"/>
                    <a:pt x="869" y="1672"/>
                  </a:cubicBezTo>
                  <a:cubicBezTo>
                    <a:pt x="1319" y="1672"/>
                    <a:pt x="1704" y="1286"/>
                    <a:pt x="1704" y="836"/>
                  </a:cubicBezTo>
                  <a:cubicBezTo>
                    <a:pt x="1704" y="354"/>
                    <a:pt x="1319" y="1"/>
                    <a:pt x="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3961;p64">
              <a:extLst>
                <a:ext uri="{FF2B5EF4-FFF2-40B4-BE49-F238E27FC236}">
                  <a16:creationId xmlns:a16="http://schemas.microsoft.com/office/drawing/2014/main" id="{F1C171CD-566D-DBB7-458C-75007AF6AB1A}"/>
                </a:ext>
              </a:extLst>
            </p:cNvPr>
            <p:cNvSpPr/>
            <p:nvPr/>
          </p:nvSpPr>
          <p:spPr>
            <a:xfrm>
              <a:off x="3702300" y="247697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643" y="1"/>
                  </a:moveTo>
                  <a:cubicBezTo>
                    <a:pt x="289" y="1"/>
                    <a:pt x="0" y="290"/>
                    <a:pt x="0" y="643"/>
                  </a:cubicBezTo>
                  <a:cubicBezTo>
                    <a:pt x="0" y="997"/>
                    <a:pt x="289" y="1254"/>
                    <a:pt x="643" y="1254"/>
                  </a:cubicBezTo>
                  <a:cubicBezTo>
                    <a:pt x="997" y="1254"/>
                    <a:pt x="1254" y="997"/>
                    <a:pt x="1254" y="643"/>
                  </a:cubicBezTo>
                  <a:cubicBezTo>
                    <a:pt x="1254" y="290"/>
                    <a:pt x="997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3962;p64">
              <a:extLst>
                <a:ext uri="{FF2B5EF4-FFF2-40B4-BE49-F238E27FC236}">
                  <a16:creationId xmlns:a16="http://schemas.microsoft.com/office/drawing/2014/main" id="{CEC5BDEE-3355-FBED-1058-B62B457A3C4A}"/>
                </a:ext>
              </a:extLst>
            </p:cNvPr>
            <p:cNvSpPr/>
            <p:nvPr/>
          </p:nvSpPr>
          <p:spPr>
            <a:xfrm>
              <a:off x="3697475" y="2472150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9"/>
                  </a:moveTo>
                  <a:cubicBezTo>
                    <a:pt x="1061" y="419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6"/>
                  </a:cubicBezTo>
                  <a:cubicBezTo>
                    <a:pt x="0" y="1286"/>
                    <a:pt x="354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3963;p64">
              <a:extLst>
                <a:ext uri="{FF2B5EF4-FFF2-40B4-BE49-F238E27FC236}">
                  <a16:creationId xmlns:a16="http://schemas.microsoft.com/office/drawing/2014/main" id="{D2DDE046-6E1E-6821-2F95-DAE9EDB74B9C}"/>
                </a:ext>
              </a:extLst>
            </p:cNvPr>
            <p:cNvSpPr/>
            <p:nvPr/>
          </p:nvSpPr>
          <p:spPr>
            <a:xfrm>
              <a:off x="3163075" y="2504300"/>
              <a:ext cx="87625" cy="532825"/>
            </a:xfrm>
            <a:custGeom>
              <a:avLst/>
              <a:gdLst/>
              <a:ahLst/>
              <a:cxnLst/>
              <a:rect l="l" t="t" r="r" b="b"/>
              <a:pathLst>
                <a:path w="3505" h="21313" extrusionOk="0">
                  <a:moveTo>
                    <a:pt x="0" y="0"/>
                  </a:moveTo>
                  <a:lnTo>
                    <a:pt x="0" y="7779"/>
                  </a:lnTo>
                  <a:lnTo>
                    <a:pt x="3086" y="10865"/>
                  </a:lnTo>
                  <a:lnTo>
                    <a:pt x="3086" y="21312"/>
                  </a:lnTo>
                  <a:lnTo>
                    <a:pt x="3504" y="21312"/>
                  </a:lnTo>
                  <a:lnTo>
                    <a:pt x="3504" y="10672"/>
                  </a:lnTo>
                  <a:lnTo>
                    <a:pt x="450" y="7619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3964;p64">
              <a:extLst>
                <a:ext uri="{FF2B5EF4-FFF2-40B4-BE49-F238E27FC236}">
                  <a16:creationId xmlns:a16="http://schemas.microsoft.com/office/drawing/2014/main" id="{164535F4-E73A-F216-51BE-590848A79CC8}"/>
                </a:ext>
              </a:extLst>
            </p:cNvPr>
            <p:cNvSpPr/>
            <p:nvPr/>
          </p:nvSpPr>
          <p:spPr>
            <a:xfrm>
              <a:off x="3153425" y="2481000"/>
              <a:ext cx="31375" cy="31350"/>
            </a:xfrm>
            <a:custGeom>
              <a:avLst/>
              <a:gdLst/>
              <a:ahLst/>
              <a:cxnLst/>
              <a:rect l="l" t="t" r="r" b="b"/>
              <a:pathLst>
                <a:path w="1255" h="1254" extrusionOk="0">
                  <a:moveTo>
                    <a:pt x="611" y="0"/>
                  </a:moveTo>
                  <a:cubicBezTo>
                    <a:pt x="258" y="0"/>
                    <a:pt x="1" y="290"/>
                    <a:pt x="1" y="611"/>
                  </a:cubicBezTo>
                  <a:cubicBezTo>
                    <a:pt x="1" y="965"/>
                    <a:pt x="258" y="1254"/>
                    <a:pt x="611" y="1254"/>
                  </a:cubicBezTo>
                  <a:cubicBezTo>
                    <a:pt x="965" y="1254"/>
                    <a:pt x="1254" y="965"/>
                    <a:pt x="1254" y="611"/>
                  </a:cubicBezTo>
                  <a:cubicBezTo>
                    <a:pt x="1254" y="290"/>
                    <a:pt x="965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3965;p64">
              <a:extLst>
                <a:ext uri="{FF2B5EF4-FFF2-40B4-BE49-F238E27FC236}">
                  <a16:creationId xmlns:a16="http://schemas.microsoft.com/office/drawing/2014/main" id="{900E4980-ED9B-FEAA-191E-B6781A8BB0C6}"/>
                </a:ext>
              </a:extLst>
            </p:cNvPr>
            <p:cNvSpPr/>
            <p:nvPr/>
          </p:nvSpPr>
          <p:spPr>
            <a:xfrm>
              <a:off x="3147800" y="2475375"/>
              <a:ext cx="41825" cy="41800"/>
            </a:xfrm>
            <a:custGeom>
              <a:avLst/>
              <a:gdLst/>
              <a:ahLst/>
              <a:cxnLst/>
              <a:rect l="l" t="t" r="r" b="b"/>
              <a:pathLst>
                <a:path w="1673" h="1672" extrusionOk="0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0"/>
                  </a:moveTo>
                  <a:cubicBezTo>
                    <a:pt x="386" y="0"/>
                    <a:pt x="1" y="386"/>
                    <a:pt x="1" y="836"/>
                  </a:cubicBezTo>
                  <a:cubicBezTo>
                    <a:pt x="1" y="1318"/>
                    <a:pt x="386" y="1672"/>
                    <a:pt x="836" y="1672"/>
                  </a:cubicBezTo>
                  <a:cubicBezTo>
                    <a:pt x="1286" y="1672"/>
                    <a:pt x="1672" y="1318"/>
                    <a:pt x="1672" y="836"/>
                  </a:cubicBezTo>
                  <a:cubicBezTo>
                    <a:pt x="1672" y="386"/>
                    <a:pt x="128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3966;p64">
              <a:extLst>
                <a:ext uri="{FF2B5EF4-FFF2-40B4-BE49-F238E27FC236}">
                  <a16:creationId xmlns:a16="http://schemas.microsoft.com/office/drawing/2014/main" id="{0CF051DA-7361-AB77-6C8C-E26F31B3A8B7}"/>
                </a:ext>
              </a:extLst>
            </p:cNvPr>
            <p:cNvSpPr/>
            <p:nvPr/>
          </p:nvSpPr>
          <p:spPr>
            <a:xfrm>
              <a:off x="2753225" y="2987275"/>
              <a:ext cx="488625" cy="170375"/>
            </a:xfrm>
            <a:custGeom>
              <a:avLst/>
              <a:gdLst/>
              <a:ahLst/>
              <a:cxnLst/>
              <a:rect l="l" t="t" r="r" b="b"/>
              <a:pathLst>
                <a:path w="19545" h="6815" extrusionOk="0">
                  <a:moveTo>
                    <a:pt x="1" y="0"/>
                  </a:moveTo>
                  <a:lnTo>
                    <a:pt x="1" y="418"/>
                  </a:lnTo>
                  <a:lnTo>
                    <a:pt x="11219" y="418"/>
                  </a:lnTo>
                  <a:lnTo>
                    <a:pt x="11219" y="6815"/>
                  </a:lnTo>
                  <a:lnTo>
                    <a:pt x="19544" y="6815"/>
                  </a:lnTo>
                  <a:lnTo>
                    <a:pt x="19544" y="6365"/>
                  </a:lnTo>
                  <a:lnTo>
                    <a:pt x="11637" y="6365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3967;p64">
              <a:extLst>
                <a:ext uri="{FF2B5EF4-FFF2-40B4-BE49-F238E27FC236}">
                  <a16:creationId xmlns:a16="http://schemas.microsoft.com/office/drawing/2014/main" id="{531129DC-6CBF-03CC-89A7-A746115CFBCE}"/>
                </a:ext>
              </a:extLst>
            </p:cNvPr>
            <p:cNvSpPr/>
            <p:nvPr/>
          </p:nvSpPr>
          <p:spPr>
            <a:xfrm>
              <a:off x="2737150" y="29768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3968;p64">
              <a:extLst>
                <a:ext uri="{FF2B5EF4-FFF2-40B4-BE49-F238E27FC236}">
                  <a16:creationId xmlns:a16="http://schemas.microsoft.com/office/drawing/2014/main" id="{635FA783-3E80-A20A-8EC5-A70838D45C57}"/>
                </a:ext>
              </a:extLst>
            </p:cNvPr>
            <p:cNvSpPr/>
            <p:nvPr/>
          </p:nvSpPr>
          <p:spPr>
            <a:xfrm>
              <a:off x="2732325" y="2972000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3969;p64">
              <a:extLst>
                <a:ext uri="{FF2B5EF4-FFF2-40B4-BE49-F238E27FC236}">
                  <a16:creationId xmlns:a16="http://schemas.microsoft.com/office/drawing/2014/main" id="{8D5C3255-5807-6F73-3592-6BDF21713AF4}"/>
                </a:ext>
              </a:extLst>
            </p:cNvPr>
            <p:cNvSpPr/>
            <p:nvPr/>
          </p:nvSpPr>
          <p:spPr>
            <a:xfrm>
              <a:off x="2463125" y="3198625"/>
              <a:ext cx="1296250" cy="180825"/>
            </a:xfrm>
            <a:custGeom>
              <a:avLst/>
              <a:gdLst/>
              <a:ahLst/>
              <a:cxnLst/>
              <a:rect l="l" t="t" r="r" b="b"/>
              <a:pathLst>
                <a:path w="51850" h="7233" extrusionOk="0">
                  <a:moveTo>
                    <a:pt x="1" y="0"/>
                  </a:moveTo>
                  <a:lnTo>
                    <a:pt x="1" y="418"/>
                  </a:lnTo>
                  <a:lnTo>
                    <a:pt x="9033" y="418"/>
                  </a:lnTo>
                  <a:lnTo>
                    <a:pt x="9033" y="7233"/>
                  </a:lnTo>
                  <a:lnTo>
                    <a:pt x="51849" y="7233"/>
                  </a:lnTo>
                  <a:lnTo>
                    <a:pt x="51849" y="6815"/>
                  </a:lnTo>
                  <a:lnTo>
                    <a:pt x="9451" y="6815"/>
                  </a:lnTo>
                  <a:lnTo>
                    <a:pt x="9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3970;p64">
              <a:extLst>
                <a:ext uri="{FF2B5EF4-FFF2-40B4-BE49-F238E27FC236}">
                  <a16:creationId xmlns:a16="http://schemas.microsoft.com/office/drawing/2014/main" id="{CCA3A052-668E-ABCD-AFEE-DF662F3A28E1}"/>
                </a:ext>
              </a:extLst>
            </p:cNvPr>
            <p:cNvSpPr/>
            <p:nvPr/>
          </p:nvSpPr>
          <p:spPr>
            <a:xfrm>
              <a:off x="2447850" y="3188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58"/>
                    <a:pt x="1" y="611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4" y="965"/>
                    <a:pt x="1254" y="611"/>
                  </a:cubicBezTo>
                  <a:cubicBezTo>
                    <a:pt x="1254" y="258"/>
                    <a:pt x="997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3971;p64">
              <a:extLst>
                <a:ext uri="{FF2B5EF4-FFF2-40B4-BE49-F238E27FC236}">
                  <a16:creationId xmlns:a16="http://schemas.microsoft.com/office/drawing/2014/main" id="{1889E627-8E5D-469B-EF24-77D92DAD1DFA}"/>
                </a:ext>
              </a:extLst>
            </p:cNvPr>
            <p:cNvSpPr/>
            <p:nvPr/>
          </p:nvSpPr>
          <p:spPr>
            <a:xfrm>
              <a:off x="2443025" y="3182550"/>
              <a:ext cx="41825" cy="41800"/>
            </a:xfrm>
            <a:custGeom>
              <a:avLst/>
              <a:gdLst/>
              <a:ahLst/>
              <a:cxnLst/>
              <a:rect l="l" t="t" r="r" b="b"/>
              <a:pathLst>
                <a:path w="1673" h="1672" extrusionOk="0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0"/>
                  </a:moveTo>
                  <a:cubicBezTo>
                    <a:pt x="355" y="0"/>
                    <a:pt x="1" y="386"/>
                    <a:pt x="1" y="836"/>
                  </a:cubicBezTo>
                  <a:cubicBezTo>
                    <a:pt x="1" y="1318"/>
                    <a:pt x="355" y="1672"/>
                    <a:pt x="837" y="1672"/>
                  </a:cubicBezTo>
                  <a:cubicBezTo>
                    <a:pt x="1287" y="1672"/>
                    <a:pt x="1672" y="1318"/>
                    <a:pt x="1672" y="836"/>
                  </a:cubicBezTo>
                  <a:cubicBezTo>
                    <a:pt x="1672" y="386"/>
                    <a:pt x="128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3972;p64">
              <a:extLst>
                <a:ext uri="{FF2B5EF4-FFF2-40B4-BE49-F238E27FC236}">
                  <a16:creationId xmlns:a16="http://schemas.microsoft.com/office/drawing/2014/main" id="{EA3069CD-7A37-B648-AA62-96A3B9CF503D}"/>
                </a:ext>
              </a:extLst>
            </p:cNvPr>
            <p:cNvSpPr/>
            <p:nvPr/>
          </p:nvSpPr>
          <p:spPr>
            <a:xfrm>
              <a:off x="2906725" y="3472650"/>
              <a:ext cx="368075" cy="307000"/>
            </a:xfrm>
            <a:custGeom>
              <a:avLst/>
              <a:gdLst/>
              <a:ahLst/>
              <a:cxnLst/>
              <a:rect l="l" t="t" r="r" b="b"/>
              <a:pathLst>
                <a:path w="14723" h="12280" extrusionOk="0">
                  <a:moveTo>
                    <a:pt x="14272" y="1"/>
                  </a:moveTo>
                  <a:lnTo>
                    <a:pt x="14272" y="5497"/>
                  </a:lnTo>
                  <a:lnTo>
                    <a:pt x="10544" y="5497"/>
                  </a:lnTo>
                  <a:lnTo>
                    <a:pt x="10544" y="11862"/>
                  </a:lnTo>
                  <a:lnTo>
                    <a:pt x="0" y="11862"/>
                  </a:lnTo>
                  <a:lnTo>
                    <a:pt x="0" y="12280"/>
                  </a:lnTo>
                  <a:lnTo>
                    <a:pt x="10961" y="12280"/>
                  </a:lnTo>
                  <a:lnTo>
                    <a:pt x="10961" y="5915"/>
                  </a:lnTo>
                  <a:lnTo>
                    <a:pt x="14722" y="5915"/>
                  </a:lnTo>
                  <a:lnTo>
                    <a:pt x="147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3973;p64">
              <a:extLst>
                <a:ext uri="{FF2B5EF4-FFF2-40B4-BE49-F238E27FC236}">
                  <a16:creationId xmlns:a16="http://schemas.microsoft.com/office/drawing/2014/main" id="{CD63C822-3F1E-73FF-AFFD-601C89E35F62}"/>
                </a:ext>
              </a:extLst>
            </p:cNvPr>
            <p:cNvSpPr/>
            <p:nvPr/>
          </p:nvSpPr>
          <p:spPr>
            <a:xfrm>
              <a:off x="2892250" y="3755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3974;p64">
              <a:extLst>
                <a:ext uri="{FF2B5EF4-FFF2-40B4-BE49-F238E27FC236}">
                  <a16:creationId xmlns:a16="http://schemas.microsoft.com/office/drawing/2014/main" id="{67FF60FD-4201-2FA3-A1FF-2D3426FDCA38}"/>
                </a:ext>
              </a:extLst>
            </p:cNvPr>
            <p:cNvSpPr/>
            <p:nvPr/>
          </p:nvSpPr>
          <p:spPr>
            <a:xfrm>
              <a:off x="2887425" y="3750700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7" y="418"/>
                  </a:moveTo>
                  <a:cubicBezTo>
                    <a:pt x="1062" y="418"/>
                    <a:pt x="1254" y="611"/>
                    <a:pt x="1254" y="836"/>
                  </a:cubicBezTo>
                  <a:cubicBezTo>
                    <a:pt x="1254" y="1061"/>
                    <a:pt x="1062" y="1254"/>
                    <a:pt x="837" y="1254"/>
                  </a:cubicBezTo>
                  <a:cubicBezTo>
                    <a:pt x="579" y="1254"/>
                    <a:pt x="419" y="1061"/>
                    <a:pt x="419" y="836"/>
                  </a:cubicBezTo>
                  <a:cubicBezTo>
                    <a:pt x="419" y="611"/>
                    <a:pt x="579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3975;p64">
              <a:extLst>
                <a:ext uri="{FF2B5EF4-FFF2-40B4-BE49-F238E27FC236}">
                  <a16:creationId xmlns:a16="http://schemas.microsoft.com/office/drawing/2014/main" id="{535B68B6-F904-FCC4-C77A-5054E552860B}"/>
                </a:ext>
              </a:extLst>
            </p:cNvPr>
            <p:cNvSpPr/>
            <p:nvPr/>
          </p:nvSpPr>
          <p:spPr>
            <a:xfrm>
              <a:off x="3579350" y="3472650"/>
              <a:ext cx="368075" cy="307000"/>
            </a:xfrm>
            <a:custGeom>
              <a:avLst/>
              <a:gdLst/>
              <a:ahLst/>
              <a:cxnLst/>
              <a:rect l="l" t="t" r="r" b="b"/>
              <a:pathLst>
                <a:path w="14723" h="12280" extrusionOk="0">
                  <a:moveTo>
                    <a:pt x="0" y="1"/>
                  </a:moveTo>
                  <a:lnTo>
                    <a:pt x="0" y="5915"/>
                  </a:lnTo>
                  <a:lnTo>
                    <a:pt x="3729" y="5915"/>
                  </a:lnTo>
                  <a:lnTo>
                    <a:pt x="3729" y="12280"/>
                  </a:lnTo>
                  <a:lnTo>
                    <a:pt x="14722" y="12280"/>
                  </a:lnTo>
                  <a:lnTo>
                    <a:pt x="14722" y="11862"/>
                  </a:lnTo>
                  <a:lnTo>
                    <a:pt x="4147" y="11862"/>
                  </a:lnTo>
                  <a:lnTo>
                    <a:pt x="4147" y="5497"/>
                  </a:lnTo>
                  <a:lnTo>
                    <a:pt x="418" y="5497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3976;p64">
              <a:extLst>
                <a:ext uri="{FF2B5EF4-FFF2-40B4-BE49-F238E27FC236}">
                  <a16:creationId xmlns:a16="http://schemas.microsoft.com/office/drawing/2014/main" id="{94076317-7491-35F2-9252-0687B76229A2}"/>
                </a:ext>
              </a:extLst>
            </p:cNvPr>
            <p:cNvSpPr/>
            <p:nvPr/>
          </p:nvSpPr>
          <p:spPr>
            <a:xfrm>
              <a:off x="3930525" y="375552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611" y="0"/>
                  </a:moveTo>
                  <a:cubicBezTo>
                    <a:pt x="257" y="0"/>
                    <a:pt x="0" y="290"/>
                    <a:pt x="0" y="643"/>
                  </a:cubicBezTo>
                  <a:cubicBezTo>
                    <a:pt x="0" y="997"/>
                    <a:pt x="257" y="1254"/>
                    <a:pt x="611" y="1254"/>
                  </a:cubicBezTo>
                  <a:cubicBezTo>
                    <a:pt x="964" y="1254"/>
                    <a:pt x="1254" y="997"/>
                    <a:pt x="1254" y="643"/>
                  </a:cubicBezTo>
                  <a:cubicBezTo>
                    <a:pt x="1254" y="290"/>
                    <a:pt x="964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3977;p64">
              <a:extLst>
                <a:ext uri="{FF2B5EF4-FFF2-40B4-BE49-F238E27FC236}">
                  <a16:creationId xmlns:a16="http://schemas.microsoft.com/office/drawing/2014/main" id="{48D01505-98F2-FED1-1B17-A6EC8EF4F8FA}"/>
                </a:ext>
              </a:extLst>
            </p:cNvPr>
            <p:cNvSpPr/>
            <p:nvPr/>
          </p:nvSpPr>
          <p:spPr>
            <a:xfrm>
              <a:off x="3924900" y="3750700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1"/>
                  </a:moveTo>
                  <a:cubicBezTo>
                    <a:pt x="386" y="1"/>
                    <a:pt x="0" y="354"/>
                    <a:pt x="0" y="836"/>
                  </a:cubicBezTo>
                  <a:cubicBezTo>
                    <a:pt x="0" y="1286"/>
                    <a:pt x="386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3978;p64">
              <a:extLst>
                <a:ext uri="{FF2B5EF4-FFF2-40B4-BE49-F238E27FC236}">
                  <a16:creationId xmlns:a16="http://schemas.microsoft.com/office/drawing/2014/main" id="{2479402E-47B6-B3FB-0149-D9CB5F366F46}"/>
                </a:ext>
              </a:extLst>
            </p:cNvPr>
            <p:cNvSpPr/>
            <p:nvPr/>
          </p:nvSpPr>
          <p:spPr>
            <a:xfrm>
              <a:off x="3717550" y="3065225"/>
              <a:ext cx="429150" cy="208150"/>
            </a:xfrm>
            <a:custGeom>
              <a:avLst/>
              <a:gdLst/>
              <a:ahLst/>
              <a:cxnLst/>
              <a:rect l="l" t="t" r="r" b="b"/>
              <a:pathLst>
                <a:path w="17166" h="8326" extrusionOk="0">
                  <a:moveTo>
                    <a:pt x="12537" y="0"/>
                  </a:moveTo>
                  <a:lnTo>
                    <a:pt x="12537" y="2829"/>
                  </a:lnTo>
                  <a:lnTo>
                    <a:pt x="7491" y="2829"/>
                  </a:lnTo>
                  <a:lnTo>
                    <a:pt x="7491" y="7908"/>
                  </a:lnTo>
                  <a:lnTo>
                    <a:pt x="1" y="7908"/>
                  </a:lnTo>
                  <a:lnTo>
                    <a:pt x="1" y="8326"/>
                  </a:lnTo>
                  <a:lnTo>
                    <a:pt x="7908" y="8326"/>
                  </a:lnTo>
                  <a:lnTo>
                    <a:pt x="7908" y="3279"/>
                  </a:lnTo>
                  <a:lnTo>
                    <a:pt x="12955" y="3279"/>
                  </a:lnTo>
                  <a:lnTo>
                    <a:pt x="12955" y="418"/>
                  </a:lnTo>
                  <a:lnTo>
                    <a:pt x="17166" y="418"/>
                  </a:lnTo>
                  <a:lnTo>
                    <a:pt x="17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3979;p64">
              <a:extLst>
                <a:ext uri="{FF2B5EF4-FFF2-40B4-BE49-F238E27FC236}">
                  <a16:creationId xmlns:a16="http://schemas.microsoft.com/office/drawing/2014/main" id="{A64E6296-1807-764A-5734-15D5097F84AB}"/>
                </a:ext>
              </a:extLst>
            </p:cNvPr>
            <p:cNvSpPr/>
            <p:nvPr/>
          </p:nvSpPr>
          <p:spPr>
            <a:xfrm>
              <a:off x="4137850" y="30507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3" y="1"/>
                  </a:moveTo>
                  <a:cubicBezTo>
                    <a:pt x="290" y="1"/>
                    <a:pt x="0" y="290"/>
                    <a:pt x="0" y="644"/>
                  </a:cubicBezTo>
                  <a:cubicBezTo>
                    <a:pt x="0" y="997"/>
                    <a:pt x="290" y="1254"/>
                    <a:pt x="643" y="1254"/>
                  </a:cubicBezTo>
                  <a:cubicBezTo>
                    <a:pt x="965" y="1254"/>
                    <a:pt x="1254" y="997"/>
                    <a:pt x="1254" y="644"/>
                  </a:cubicBezTo>
                  <a:cubicBezTo>
                    <a:pt x="1254" y="290"/>
                    <a:pt x="965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3980;p64">
              <a:extLst>
                <a:ext uri="{FF2B5EF4-FFF2-40B4-BE49-F238E27FC236}">
                  <a16:creationId xmlns:a16="http://schemas.microsoft.com/office/drawing/2014/main" id="{4DD1261D-C2FD-BF01-FA0B-9BB52008C633}"/>
                </a:ext>
              </a:extLst>
            </p:cNvPr>
            <p:cNvSpPr/>
            <p:nvPr/>
          </p:nvSpPr>
          <p:spPr>
            <a:xfrm>
              <a:off x="4133025" y="3045925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5"/>
                    <a:pt x="836" y="1255"/>
                  </a:cubicBezTo>
                  <a:cubicBezTo>
                    <a:pt x="611" y="1255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1" y="387"/>
                    <a:pt x="1" y="837"/>
                  </a:cubicBezTo>
                  <a:cubicBezTo>
                    <a:pt x="1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87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3981;p64">
              <a:extLst>
                <a:ext uri="{FF2B5EF4-FFF2-40B4-BE49-F238E27FC236}">
                  <a16:creationId xmlns:a16="http://schemas.microsoft.com/office/drawing/2014/main" id="{945A925D-D5DA-5FB4-1D12-05DDC5426AB6}"/>
                </a:ext>
              </a:extLst>
            </p:cNvPr>
            <p:cNvSpPr/>
            <p:nvPr/>
          </p:nvSpPr>
          <p:spPr>
            <a:xfrm>
              <a:off x="3828450" y="3381050"/>
              <a:ext cx="499875" cy="175200"/>
            </a:xfrm>
            <a:custGeom>
              <a:avLst/>
              <a:gdLst/>
              <a:ahLst/>
              <a:cxnLst/>
              <a:rect l="l" t="t" r="r" b="b"/>
              <a:pathLst>
                <a:path w="19995" h="7008" extrusionOk="0">
                  <a:moveTo>
                    <a:pt x="1" y="0"/>
                  </a:moveTo>
                  <a:lnTo>
                    <a:pt x="1" y="418"/>
                  </a:lnTo>
                  <a:lnTo>
                    <a:pt x="13630" y="418"/>
                  </a:lnTo>
                  <a:lnTo>
                    <a:pt x="13630" y="4147"/>
                  </a:lnTo>
                  <a:lnTo>
                    <a:pt x="19577" y="4147"/>
                  </a:lnTo>
                  <a:lnTo>
                    <a:pt x="19577" y="7008"/>
                  </a:lnTo>
                  <a:lnTo>
                    <a:pt x="19995" y="7008"/>
                  </a:lnTo>
                  <a:lnTo>
                    <a:pt x="19995" y="3729"/>
                  </a:lnTo>
                  <a:lnTo>
                    <a:pt x="14048" y="3729"/>
                  </a:lnTo>
                  <a:lnTo>
                    <a:pt x="140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3982;p64">
              <a:extLst>
                <a:ext uri="{FF2B5EF4-FFF2-40B4-BE49-F238E27FC236}">
                  <a16:creationId xmlns:a16="http://schemas.microsoft.com/office/drawing/2014/main" id="{27FCF1BE-A0C1-2245-D414-0EC8BE53581F}"/>
                </a:ext>
              </a:extLst>
            </p:cNvPr>
            <p:cNvSpPr/>
            <p:nvPr/>
          </p:nvSpPr>
          <p:spPr>
            <a:xfrm>
              <a:off x="4307400" y="35506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1"/>
                  </a:moveTo>
                  <a:cubicBezTo>
                    <a:pt x="290" y="1"/>
                    <a:pt x="1" y="290"/>
                    <a:pt x="1" y="644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5" y="965"/>
                    <a:pt x="1255" y="644"/>
                  </a:cubicBezTo>
                  <a:cubicBezTo>
                    <a:pt x="1255" y="290"/>
                    <a:pt x="997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3983;p64">
              <a:extLst>
                <a:ext uri="{FF2B5EF4-FFF2-40B4-BE49-F238E27FC236}">
                  <a16:creationId xmlns:a16="http://schemas.microsoft.com/office/drawing/2014/main" id="{C9A00C64-29A7-27CA-762A-ECE719C8BCA3}"/>
                </a:ext>
              </a:extLst>
            </p:cNvPr>
            <p:cNvSpPr/>
            <p:nvPr/>
          </p:nvSpPr>
          <p:spPr>
            <a:xfrm>
              <a:off x="4302600" y="3545775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4"/>
                    <a:pt x="836" y="1254"/>
                  </a:cubicBezTo>
                  <a:cubicBezTo>
                    <a:pt x="611" y="1254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7"/>
                  </a:cubicBezTo>
                  <a:cubicBezTo>
                    <a:pt x="0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3984;p64">
              <a:extLst>
                <a:ext uri="{FF2B5EF4-FFF2-40B4-BE49-F238E27FC236}">
                  <a16:creationId xmlns:a16="http://schemas.microsoft.com/office/drawing/2014/main" id="{DA2484A3-6CE4-B500-CEB1-43D3D0A68A12}"/>
                </a:ext>
              </a:extLst>
            </p:cNvPr>
            <p:cNvSpPr/>
            <p:nvPr/>
          </p:nvSpPr>
          <p:spPr>
            <a:xfrm>
              <a:off x="2974225" y="2715850"/>
              <a:ext cx="920950" cy="791375"/>
            </a:xfrm>
            <a:custGeom>
              <a:avLst/>
              <a:gdLst/>
              <a:ahLst/>
              <a:cxnLst/>
              <a:rect l="l" t="t" r="r" b="b"/>
              <a:pathLst>
                <a:path w="36838" h="31655" extrusionOk="0">
                  <a:moveTo>
                    <a:pt x="18415" y="1"/>
                  </a:moveTo>
                  <a:cubicBezTo>
                    <a:pt x="17945" y="1"/>
                    <a:pt x="17471" y="234"/>
                    <a:pt x="17198" y="700"/>
                  </a:cubicBezTo>
                  <a:lnTo>
                    <a:pt x="547" y="29565"/>
                  </a:lnTo>
                  <a:cubicBezTo>
                    <a:pt x="0" y="30498"/>
                    <a:pt x="675" y="31655"/>
                    <a:pt x="1736" y="31655"/>
                  </a:cubicBezTo>
                  <a:lnTo>
                    <a:pt x="35070" y="31655"/>
                  </a:lnTo>
                  <a:cubicBezTo>
                    <a:pt x="36163" y="31655"/>
                    <a:pt x="36838" y="30498"/>
                    <a:pt x="36291" y="29565"/>
                  </a:cubicBezTo>
                  <a:lnTo>
                    <a:pt x="19608" y="700"/>
                  </a:lnTo>
                  <a:cubicBezTo>
                    <a:pt x="19351" y="234"/>
                    <a:pt x="18885" y="1"/>
                    <a:pt x="18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3985;p64">
              <a:extLst>
                <a:ext uri="{FF2B5EF4-FFF2-40B4-BE49-F238E27FC236}">
                  <a16:creationId xmlns:a16="http://schemas.microsoft.com/office/drawing/2014/main" id="{5DB27848-7DE3-93A9-A423-7D58B0A075AC}"/>
                </a:ext>
              </a:extLst>
            </p:cNvPr>
            <p:cNvSpPr/>
            <p:nvPr/>
          </p:nvSpPr>
          <p:spPr>
            <a:xfrm>
              <a:off x="2977425" y="2710025"/>
              <a:ext cx="914550" cy="802825"/>
            </a:xfrm>
            <a:custGeom>
              <a:avLst/>
              <a:gdLst/>
              <a:ahLst/>
              <a:cxnLst/>
              <a:rect l="l" t="t" r="r" b="b"/>
              <a:pathLst>
                <a:path w="36582" h="32113" extrusionOk="0">
                  <a:moveTo>
                    <a:pt x="18291" y="451"/>
                  </a:moveTo>
                  <a:cubicBezTo>
                    <a:pt x="18677" y="451"/>
                    <a:pt x="19095" y="643"/>
                    <a:pt x="19320" y="1029"/>
                  </a:cubicBezTo>
                  <a:lnTo>
                    <a:pt x="35970" y="29895"/>
                  </a:lnTo>
                  <a:cubicBezTo>
                    <a:pt x="36099" y="30088"/>
                    <a:pt x="36131" y="30313"/>
                    <a:pt x="36131" y="30506"/>
                  </a:cubicBezTo>
                  <a:cubicBezTo>
                    <a:pt x="36131" y="30795"/>
                    <a:pt x="36035" y="31116"/>
                    <a:pt x="35810" y="31309"/>
                  </a:cubicBezTo>
                  <a:cubicBezTo>
                    <a:pt x="35585" y="31534"/>
                    <a:pt x="35295" y="31695"/>
                    <a:pt x="34942" y="31695"/>
                  </a:cubicBezTo>
                  <a:lnTo>
                    <a:pt x="1608" y="31695"/>
                  </a:lnTo>
                  <a:cubicBezTo>
                    <a:pt x="1255" y="31695"/>
                    <a:pt x="965" y="31534"/>
                    <a:pt x="772" y="31309"/>
                  </a:cubicBezTo>
                  <a:cubicBezTo>
                    <a:pt x="547" y="31116"/>
                    <a:pt x="419" y="30795"/>
                    <a:pt x="419" y="30506"/>
                  </a:cubicBezTo>
                  <a:cubicBezTo>
                    <a:pt x="419" y="30313"/>
                    <a:pt x="483" y="30088"/>
                    <a:pt x="580" y="29895"/>
                  </a:cubicBezTo>
                  <a:lnTo>
                    <a:pt x="17262" y="1029"/>
                  </a:lnTo>
                  <a:cubicBezTo>
                    <a:pt x="17487" y="643"/>
                    <a:pt x="17873" y="451"/>
                    <a:pt x="18291" y="451"/>
                  </a:cubicBezTo>
                  <a:close/>
                  <a:moveTo>
                    <a:pt x="18291" y="0"/>
                  </a:moveTo>
                  <a:cubicBezTo>
                    <a:pt x="17745" y="0"/>
                    <a:pt x="17198" y="290"/>
                    <a:pt x="16877" y="804"/>
                  </a:cubicBezTo>
                  <a:lnTo>
                    <a:pt x="226" y="29702"/>
                  </a:lnTo>
                  <a:cubicBezTo>
                    <a:pt x="65" y="29959"/>
                    <a:pt x="1" y="30216"/>
                    <a:pt x="1" y="30506"/>
                  </a:cubicBezTo>
                  <a:cubicBezTo>
                    <a:pt x="1" y="30924"/>
                    <a:pt x="162" y="31309"/>
                    <a:pt x="451" y="31631"/>
                  </a:cubicBezTo>
                  <a:cubicBezTo>
                    <a:pt x="740" y="31920"/>
                    <a:pt x="1158" y="32113"/>
                    <a:pt x="1608" y="32113"/>
                  </a:cubicBezTo>
                  <a:lnTo>
                    <a:pt x="34942" y="32113"/>
                  </a:lnTo>
                  <a:cubicBezTo>
                    <a:pt x="35424" y="32113"/>
                    <a:pt x="35842" y="31920"/>
                    <a:pt x="36099" y="31631"/>
                  </a:cubicBezTo>
                  <a:cubicBezTo>
                    <a:pt x="36388" y="31309"/>
                    <a:pt x="36581" y="30924"/>
                    <a:pt x="36581" y="30506"/>
                  </a:cubicBezTo>
                  <a:cubicBezTo>
                    <a:pt x="36581" y="30216"/>
                    <a:pt x="36485" y="29959"/>
                    <a:pt x="36356" y="29702"/>
                  </a:cubicBezTo>
                  <a:lnTo>
                    <a:pt x="19673" y="804"/>
                  </a:lnTo>
                  <a:cubicBezTo>
                    <a:pt x="19384" y="290"/>
                    <a:pt x="18838" y="0"/>
                    <a:pt x="18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3986;p64">
              <a:extLst>
                <a:ext uri="{FF2B5EF4-FFF2-40B4-BE49-F238E27FC236}">
                  <a16:creationId xmlns:a16="http://schemas.microsoft.com/office/drawing/2014/main" id="{AB34ACCE-AFC7-08FD-F416-B1AC58F910CF}"/>
                </a:ext>
              </a:extLst>
            </p:cNvPr>
            <p:cNvSpPr/>
            <p:nvPr/>
          </p:nvSpPr>
          <p:spPr>
            <a:xfrm>
              <a:off x="3012800" y="2747600"/>
              <a:ext cx="843800" cy="729900"/>
            </a:xfrm>
            <a:custGeom>
              <a:avLst/>
              <a:gdLst/>
              <a:ahLst/>
              <a:cxnLst/>
              <a:rect l="l" t="t" r="r" b="b"/>
              <a:pathLst>
                <a:path w="33752" h="29196" extrusionOk="0">
                  <a:moveTo>
                    <a:pt x="16876" y="0"/>
                  </a:moveTo>
                  <a:cubicBezTo>
                    <a:pt x="16764" y="0"/>
                    <a:pt x="16651" y="56"/>
                    <a:pt x="16587" y="169"/>
                  </a:cubicBezTo>
                  <a:lnTo>
                    <a:pt x="129" y="28681"/>
                  </a:lnTo>
                  <a:cubicBezTo>
                    <a:pt x="0" y="28906"/>
                    <a:pt x="161" y="29195"/>
                    <a:pt x="418" y="29195"/>
                  </a:cubicBezTo>
                  <a:lnTo>
                    <a:pt x="33334" y="29195"/>
                  </a:lnTo>
                  <a:cubicBezTo>
                    <a:pt x="33591" y="29195"/>
                    <a:pt x="33752" y="28906"/>
                    <a:pt x="33623" y="28681"/>
                  </a:cubicBezTo>
                  <a:lnTo>
                    <a:pt x="17165" y="169"/>
                  </a:lnTo>
                  <a:cubicBezTo>
                    <a:pt x="17101" y="56"/>
                    <a:pt x="16989" y="0"/>
                    <a:pt x="16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3987;p64">
              <a:extLst>
                <a:ext uri="{FF2B5EF4-FFF2-40B4-BE49-F238E27FC236}">
                  <a16:creationId xmlns:a16="http://schemas.microsoft.com/office/drawing/2014/main" id="{973AE7B5-9991-7285-55AE-BD3BED4190EF}"/>
                </a:ext>
              </a:extLst>
            </p:cNvPr>
            <p:cNvSpPr/>
            <p:nvPr/>
          </p:nvSpPr>
          <p:spPr>
            <a:xfrm>
              <a:off x="3009575" y="2742175"/>
              <a:ext cx="850250" cy="740950"/>
            </a:xfrm>
            <a:custGeom>
              <a:avLst/>
              <a:gdLst/>
              <a:ahLst/>
              <a:cxnLst/>
              <a:rect l="l" t="t" r="r" b="b"/>
              <a:pathLst>
                <a:path w="34010" h="29638" extrusionOk="0">
                  <a:moveTo>
                    <a:pt x="17005" y="450"/>
                  </a:moveTo>
                  <a:lnTo>
                    <a:pt x="17102" y="515"/>
                  </a:lnTo>
                  <a:lnTo>
                    <a:pt x="33559" y="29027"/>
                  </a:lnTo>
                  <a:lnTo>
                    <a:pt x="33592" y="29091"/>
                  </a:lnTo>
                  <a:lnTo>
                    <a:pt x="33559" y="29155"/>
                  </a:lnTo>
                  <a:lnTo>
                    <a:pt x="33463" y="29220"/>
                  </a:lnTo>
                  <a:lnTo>
                    <a:pt x="547" y="29220"/>
                  </a:lnTo>
                  <a:lnTo>
                    <a:pt x="451" y="29155"/>
                  </a:lnTo>
                  <a:lnTo>
                    <a:pt x="419" y="29091"/>
                  </a:lnTo>
                  <a:lnTo>
                    <a:pt x="419" y="29027"/>
                  </a:lnTo>
                  <a:lnTo>
                    <a:pt x="16877" y="515"/>
                  </a:lnTo>
                  <a:lnTo>
                    <a:pt x="17005" y="450"/>
                  </a:lnTo>
                  <a:close/>
                  <a:moveTo>
                    <a:pt x="17005" y="0"/>
                  </a:moveTo>
                  <a:cubicBezTo>
                    <a:pt x="16812" y="0"/>
                    <a:pt x="16619" y="97"/>
                    <a:pt x="16523" y="290"/>
                  </a:cubicBezTo>
                  <a:lnTo>
                    <a:pt x="65" y="28802"/>
                  </a:lnTo>
                  <a:cubicBezTo>
                    <a:pt x="1" y="28898"/>
                    <a:pt x="1" y="28995"/>
                    <a:pt x="1" y="29091"/>
                  </a:cubicBezTo>
                  <a:cubicBezTo>
                    <a:pt x="1" y="29380"/>
                    <a:pt x="226" y="29638"/>
                    <a:pt x="547" y="29638"/>
                  </a:cubicBezTo>
                  <a:lnTo>
                    <a:pt x="33463" y="29638"/>
                  </a:lnTo>
                  <a:cubicBezTo>
                    <a:pt x="33784" y="29638"/>
                    <a:pt x="34009" y="29380"/>
                    <a:pt x="34009" y="29091"/>
                  </a:cubicBezTo>
                  <a:cubicBezTo>
                    <a:pt x="34009" y="28995"/>
                    <a:pt x="33977" y="28898"/>
                    <a:pt x="33945" y="28802"/>
                  </a:cubicBezTo>
                  <a:lnTo>
                    <a:pt x="17487" y="290"/>
                  </a:lnTo>
                  <a:cubicBezTo>
                    <a:pt x="17359" y="97"/>
                    <a:pt x="17166" y="0"/>
                    <a:pt x="17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3988;p64">
              <a:extLst>
                <a:ext uri="{FF2B5EF4-FFF2-40B4-BE49-F238E27FC236}">
                  <a16:creationId xmlns:a16="http://schemas.microsoft.com/office/drawing/2014/main" id="{111B3A41-412F-B188-AB02-6C2A6A29D08A}"/>
                </a:ext>
              </a:extLst>
            </p:cNvPr>
            <p:cNvSpPr/>
            <p:nvPr/>
          </p:nvSpPr>
          <p:spPr>
            <a:xfrm>
              <a:off x="3366375" y="2914550"/>
              <a:ext cx="135850" cy="521150"/>
            </a:xfrm>
            <a:custGeom>
              <a:avLst/>
              <a:gdLst/>
              <a:ahLst/>
              <a:cxnLst/>
              <a:rect l="l" t="t" r="r" b="b"/>
              <a:pathLst>
                <a:path w="5434" h="20846" extrusionOk="0">
                  <a:moveTo>
                    <a:pt x="2721" y="0"/>
                  </a:moveTo>
                  <a:cubicBezTo>
                    <a:pt x="2259" y="0"/>
                    <a:pt x="1801" y="113"/>
                    <a:pt x="1351" y="338"/>
                  </a:cubicBezTo>
                  <a:cubicBezTo>
                    <a:pt x="419" y="788"/>
                    <a:pt x="1" y="1527"/>
                    <a:pt x="129" y="2556"/>
                  </a:cubicBezTo>
                  <a:lnTo>
                    <a:pt x="1415" y="12681"/>
                  </a:lnTo>
                  <a:cubicBezTo>
                    <a:pt x="1479" y="13099"/>
                    <a:pt x="1608" y="13421"/>
                    <a:pt x="1897" y="13646"/>
                  </a:cubicBezTo>
                  <a:cubicBezTo>
                    <a:pt x="2154" y="13871"/>
                    <a:pt x="2444" y="13999"/>
                    <a:pt x="2733" y="13999"/>
                  </a:cubicBezTo>
                  <a:cubicBezTo>
                    <a:pt x="3055" y="13999"/>
                    <a:pt x="3312" y="13871"/>
                    <a:pt x="3601" y="13646"/>
                  </a:cubicBezTo>
                  <a:cubicBezTo>
                    <a:pt x="3858" y="13421"/>
                    <a:pt x="4019" y="13099"/>
                    <a:pt x="4051" y="12681"/>
                  </a:cubicBezTo>
                  <a:lnTo>
                    <a:pt x="5305" y="2556"/>
                  </a:lnTo>
                  <a:cubicBezTo>
                    <a:pt x="5433" y="1527"/>
                    <a:pt x="5047" y="788"/>
                    <a:pt x="4115" y="338"/>
                  </a:cubicBezTo>
                  <a:cubicBezTo>
                    <a:pt x="3649" y="113"/>
                    <a:pt x="3183" y="0"/>
                    <a:pt x="2721" y="0"/>
                  </a:cubicBezTo>
                  <a:close/>
                  <a:moveTo>
                    <a:pt x="2765" y="16185"/>
                  </a:moveTo>
                  <a:cubicBezTo>
                    <a:pt x="2090" y="16185"/>
                    <a:pt x="1544" y="16410"/>
                    <a:pt x="1126" y="16860"/>
                  </a:cubicBezTo>
                  <a:cubicBezTo>
                    <a:pt x="676" y="17342"/>
                    <a:pt x="451" y="17889"/>
                    <a:pt x="451" y="18499"/>
                  </a:cubicBezTo>
                  <a:cubicBezTo>
                    <a:pt x="451" y="19174"/>
                    <a:pt x="676" y="19721"/>
                    <a:pt x="1126" y="20171"/>
                  </a:cubicBezTo>
                  <a:cubicBezTo>
                    <a:pt x="1576" y="20621"/>
                    <a:pt x="2122" y="20846"/>
                    <a:pt x="2765" y="20846"/>
                  </a:cubicBezTo>
                  <a:cubicBezTo>
                    <a:pt x="3408" y="20846"/>
                    <a:pt x="3955" y="20621"/>
                    <a:pt x="4405" y="20171"/>
                  </a:cubicBezTo>
                  <a:cubicBezTo>
                    <a:pt x="4822" y="19689"/>
                    <a:pt x="5047" y="19142"/>
                    <a:pt x="5047" y="18499"/>
                  </a:cubicBezTo>
                  <a:cubicBezTo>
                    <a:pt x="5047" y="17824"/>
                    <a:pt x="4822" y="17278"/>
                    <a:pt x="4372" y="16828"/>
                  </a:cubicBezTo>
                  <a:cubicBezTo>
                    <a:pt x="3922" y="16410"/>
                    <a:pt x="3376" y="16185"/>
                    <a:pt x="2765" y="161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3989;p64">
              <a:extLst>
                <a:ext uri="{FF2B5EF4-FFF2-40B4-BE49-F238E27FC236}">
                  <a16:creationId xmlns:a16="http://schemas.microsoft.com/office/drawing/2014/main" id="{EA3FA3E1-06CF-27DB-4F46-B674CB59C6CC}"/>
                </a:ext>
              </a:extLst>
            </p:cNvPr>
            <p:cNvSpPr/>
            <p:nvPr/>
          </p:nvSpPr>
          <p:spPr>
            <a:xfrm>
              <a:off x="4003650" y="3086925"/>
              <a:ext cx="423525" cy="291950"/>
            </a:xfrm>
            <a:custGeom>
              <a:avLst/>
              <a:gdLst/>
              <a:ahLst/>
              <a:cxnLst/>
              <a:rect l="l" t="t" r="r" b="b"/>
              <a:pathLst>
                <a:path w="16941" h="11678" extrusionOk="0">
                  <a:moveTo>
                    <a:pt x="6429" y="0"/>
                  </a:moveTo>
                  <a:cubicBezTo>
                    <a:pt x="6365" y="32"/>
                    <a:pt x="6333" y="65"/>
                    <a:pt x="6301" y="129"/>
                  </a:cubicBezTo>
                  <a:lnTo>
                    <a:pt x="6301" y="193"/>
                  </a:lnTo>
                  <a:lnTo>
                    <a:pt x="6686" y="1511"/>
                  </a:lnTo>
                  <a:lnTo>
                    <a:pt x="6751" y="1607"/>
                  </a:lnTo>
                  <a:lnTo>
                    <a:pt x="8069" y="2604"/>
                  </a:lnTo>
                  <a:lnTo>
                    <a:pt x="7972" y="3086"/>
                  </a:lnTo>
                  <a:cubicBezTo>
                    <a:pt x="6911" y="2990"/>
                    <a:pt x="5883" y="2893"/>
                    <a:pt x="5336" y="2893"/>
                  </a:cubicBezTo>
                  <a:lnTo>
                    <a:pt x="4918" y="1607"/>
                  </a:lnTo>
                  <a:cubicBezTo>
                    <a:pt x="4918" y="1543"/>
                    <a:pt x="4854" y="1511"/>
                    <a:pt x="4790" y="1511"/>
                  </a:cubicBezTo>
                  <a:lnTo>
                    <a:pt x="2540" y="1543"/>
                  </a:lnTo>
                  <a:lnTo>
                    <a:pt x="1929" y="707"/>
                  </a:lnTo>
                  <a:cubicBezTo>
                    <a:pt x="1910" y="670"/>
                    <a:pt x="1869" y="654"/>
                    <a:pt x="1826" y="654"/>
                  </a:cubicBezTo>
                  <a:cubicBezTo>
                    <a:pt x="1795" y="654"/>
                    <a:pt x="1763" y="662"/>
                    <a:pt x="1736" y="675"/>
                  </a:cubicBezTo>
                  <a:lnTo>
                    <a:pt x="1672" y="772"/>
                  </a:lnTo>
                  <a:lnTo>
                    <a:pt x="1704" y="900"/>
                  </a:lnTo>
                  <a:lnTo>
                    <a:pt x="2347" y="1768"/>
                  </a:lnTo>
                  <a:cubicBezTo>
                    <a:pt x="2379" y="1832"/>
                    <a:pt x="2443" y="1832"/>
                    <a:pt x="2475" y="1832"/>
                  </a:cubicBezTo>
                  <a:lnTo>
                    <a:pt x="4661" y="1800"/>
                  </a:lnTo>
                  <a:lnTo>
                    <a:pt x="5015" y="2925"/>
                  </a:lnTo>
                  <a:cubicBezTo>
                    <a:pt x="4436" y="3022"/>
                    <a:pt x="3504" y="3343"/>
                    <a:pt x="2700" y="3665"/>
                  </a:cubicBezTo>
                  <a:cubicBezTo>
                    <a:pt x="1897" y="3986"/>
                    <a:pt x="1672" y="4983"/>
                    <a:pt x="2250" y="5626"/>
                  </a:cubicBezTo>
                  <a:lnTo>
                    <a:pt x="3890" y="7361"/>
                  </a:lnTo>
                  <a:lnTo>
                    <a:pt x="3150" y="8133"/>
                  </a:lnTo>
                  <a:lnTo>
                    <a:pt x="1190" y="7072"/>
                  </a:lnTo>
                  <a:lnTo>
                    <a:pt x="1061" y="7072"/>
                  </a:lnTo>
                  <a:lnTo>
                    <a:pt x="65" y="7554"/>
                  </a:lnTo>
                  <a:lnTo>
                    <a:pt x="0" y="7651"/>
                  </a:lnTo>
                  <a:lnTo>
                    <a:pt x="0" y="7747"/>
                  </a:lnTo>
                  <a:cubicBezTo>
                    <a:pt x="24" y="7819"/>
                    <a:pt x="85" y="7856"/>
                    <a:pt x="154" y="7856"/>
                  </a:cubicBezTo>
                  <a:cubicBezTo>
                    <a:pt x="177" y="7856"/>
                    <a:pt x="201" y="7852"/>
                    <a:pt x="225" y="7844"/>
                  </a:cubicBezTo>
                  <a:lnTo>
                    <a:pt x="1125" y="7393"/>
                  </a:lnTo>
                  <a:lnTo>
                    <a:pt x="3086" y="8454"/>
                  </a:lnTo>
                  <a:cubicBezTo>
                    <a:pt x="3105" y="8464"/>
                    <a:pt x="3124" y="8468"/>
                    <a:pt x="3143" y="8468"/>
                  </a:cubicBezTo>
                  <a:cubicBezTo>
                    <a:pt x="3188" y="8468"/>
                    <a:pt x="3234" y="8445"/>
                    <a:pt x="3279" y="8422"/>
                  </a:cubicBezTo>
                  <a:lnTo>
                    <a:pt x="4083" y="7586"/>
                  </a:lnTo>
                  <a:lnTo>
                    <a:pt x="4211" y="7747"/>
                  </a:lnTo>
                  <a:lnTo>
                    <a:pt x="6622" y="8615"/>
                  </a:lnTo>
                  <a:lnTo>
                    <a:pt x="6461" y="9290"/>
                  </a:lnTo>
                  <a:lnTo>
                    <a:pt x="4822" y="9547"/>
                  </a:lnTo>
                  <a:lnTo>
                    <a:pt x="4726" y="9611"/>
                  </a:lnTo>
                  <a:lnTo>
                    <a:pt x="3793" y="10608"/>
                  </a:lnTo>
                  <a:lnTo>
                    <a:pt x="3729" y="10672"/>
                  </a:lnTo>
                  <a:cubicBezTo>
                    <a:pt x="3729" y="10704"/>
                    <a:pt x="3729" y="10769"/>
                    <a:pt x="3793" y="10801"/>
                  </a:cubicBezTo>
                  <a:cubicBezTo>
                    <a:pt x="3825" y="10833"/>
                    <a:pt x="3866" y="10849"/>
                    <a:pt x="3902" y="10849"/>
                  </a:cubicBezTo>
                  <a:cubicBezTo>
                    <a:pt x="3938" y="10849"/>
                    <a:pt x="3970" y="10833"/>
                    <a:pt x="3986" y="10801"/>
                  </a:cubicBezTo>
                  <a:lnTo>
                    <a:pt x="4918" y="9836"/>
                  </a:lnTo>
                  <a:lnTo>
                    <a:pt x="6590" y="9579"/>
                  </a:lnTo>
                  <a:cubicBezTo>
                    <a:pt x="6654" y="9547"/>
                    <a:pt x="6718" y="9515"/>
                    <a:pt x="6718" y="9451"/>
                  </a:cubicBezTo>
                  <a:lnTo>
                    <a:pt x="6911" y="8711"/>
                  </a:lnTo>
                  <a:lnTo>
                    <a:pt x="9579" y="9676"/>
                  </a:lnTo>
                  <a:cubicBezTo>
                    <a:pt x="9579" y="9676"/>
                    <a:pt x="10029" y="9290"/>
                    <a:pt x="10544" y="8583"/>
                  </a:cubicBezTo>
                  <a:lnTo>
                    <a:pt x="10897" y="9419"/>
                  </a:lnTo>
                  <a:lnTo>
                    <a:pt x="10929" y="9483"/>
                  </a:lnTo>
                  <a:lnTo>
                    <a:pt x="11894" y="10287"/>
                  </a:lnTo>
                  <a:lnTo>
                    <a:pt x="12183" y="11572"/>
                  </a:lnTo>
                  <a:cubicBezTo>
                    <a:pt x="12183" y="11625"/>
                    <a:pt x="12247" y="11677"/>
                    <a:pt x="12323" y="11677"/>
                  </a:cubicBezTo>
                  <a:cubicBezTo>
                    <a:pt x="12340" y="11677"/>
                    <a:pt x="12358" y="11675"/>
                    <a:pt x="12376" y="11669"/>
                  </a:cubicBezTo>
                  <a:cubicBezTo>
                    <a:pt x="12440" y="11669"/>
                    <a:pt x="12504" y="11572"/>
                    <a:pt x="12472" y="11508"/>
                  </a:cubicBezTo>
                  <a:lnTo>
                    <a:pt x="12183" y="10158"/>
                  </a:lnTo>
                  <a:lnTo>
                    <a:pt x="12119" y="10061"/>
                  </a:lnTo>
                  <a:lnTo>
                    <a:pt x="11154" y="9258"/>
                  </a:lnTo>
                  <a:lnTo>
                    <a:pt x="10737" y="8294"/>
                  </a:lnTo>
                  <a:cubicBezTo>
                    <a:pt x="10769" y="8229"/>
                    <a:pt x="10833" y="8165"/>
                    <a:pt x="10865" y="8101"/>
                  </a:cubicBezTo>
                  <a:lnTo>
                    <a:pt x="11701" y="8294"/>
                  </a:lnTo>
                  <a:lnTo>
                    <a:pt x="11829" y="7683"/>
                  </a:lnTo>
                  <a:lnTo>
                    <a:pt x="12408" y="7844"/>
                  </a:lnTo>
                  <a:cubicBezTo>
                    <a:pt x="12826" y="8261"/>
                    <a:pt x="14722" y="10158"/>
                    <a:pt x="15044" y="11476"/>
                  </a:cubicBezTo>
                  <a:cubicBezTo>
                    <a:pt x="15068" y="11548"/>
                    <a:pt x="15128" y="11584"/>
                    <a:pt x="15184" y="11584"/>
                  </a:cubicBezTo>
                  <a:cubicBezTo>
                    <a:pt x="15203" y="11584"/>
                    <a:pt x="15221" y="11580"/>
                    <a:pt x="15237" y="11572"/>
                  </a:cubicBezTo>
                  <a:cubicBezTo>
                    <a:pt x="15333" y="11572"/>
                    <a:pt x="15365" y="11476"/>
                    <a:pt x="15333" y="11412"/>
                  </a:cubicBezTo>
                  <a:cubicBezTo>
                    <a:pt x="15012" y="10029"/>
                    <a:pt x="13179" y="8165"/>
                    <a:pt x="12665" y="7651"/>
                  </a:cubicBezTo>
                  <a:lnTo>
                    <a:pt x="12954" y="6558"/>
                  </a:lnTo>
                  <a:cubicBezTo>
                    <a:pt x="13630" y="6365"/>
                    <a:pt x="15815" y="5722"/>
                    <a:pt x="16876" y="4886"/>
                  </a:cubicBezTo>
                  <a:cubicBezTo>
                    <a:pt x="16940" y="4854"/>
                    <a:pt x="16940" y="4758"/>
                    <a:pt x="16908" y="4661"/>
                  </a:cubicBezTo>
                  <a:cubicBezTo>
                    <a:pt x="16876" y="4629"/>
                    <a:pt x="16836" y="4613"/>
                    <a:pt x="16796" y="4613"/>
                  </a:cubicBezTo>
                  <a:cubicBezTo>
                    <a:pt x="16756" y="4613"/>
                    <a:pt x="16715" y="4629"/>
                    <a:pt x="16683" y="4661"/>
                  </a:cubicBezTo>
                  <a:cubicBezTo>
                    <a:pt x="15655" y="5465"/>
                    <a:pt x="13308" y="6140"/>
                    <a:pt x="12762" y="6301"/>
                  </a:cubicBezTo>
                  <a:lnTo>
                    <a:pt x="12119" y="6140"/>
                  </a:lnTo>
                  <a:lnTo>
                    <a:pt x="12279" y="5561"/>
                  </a:lnTo>
                  <a:lnTo>
                    <a:pt x="11604" y="5401"/>
                  </a:lnTo>
                  <a:cubicBezTo>
                    <a:pt x="11572" y="5143"/>
                    <a:pt x="11540" y="4854"/>
                    <a:pt x="11476" y="4629"/>
                  </a:cubicBezTo>
                  <a:lnTo>
                    <a:pt x="12472" y="3793"/>
                  </a:lnTo>
                  <a:lnTo>
                    <a:pt x="13694" y="3536"/>
                  </a:lnTo>
                  <a:lnTo>
                    <a:pt x="13790" y="3472"/>
                  </a:lnTo>
                  <a:lnTo>
                    <a:pt x="14690" y="2443"/>
                  </a:lnTo>
                  <a:cubicBezTo>
                    <a:pt x="14722" y="2379"/>
                    <a:pt x="14722" y="2283"/>
                    <a:pt x="14658" y="2218"/>
                  </a:cubicBezTo>
                  <a:cubicBezTo>
                    <a:pt x="14626" y="2186"/>
                    <a:pt x="14586" y="2170"/>
                    <a:pt x="14546" y="2170"/>
                  </a:cubicBezTo>
                  <a:cubicBezTo>
                    <a:pt x="14505" y="2170"/>
                    <a:pt x="14465" y="2186"/>
                    <a:pt x="14433" y="2218"/>
                  </a:cubicBezTo>
                  <a:lnTo>
                    <a:pt x="13597" y="3247"/>
                  </a:lnTo>
                  <a:lnTo>
                    <a:pt x="12376" y="3504"/>
                  </a:lnTo>
                  <a:lnTo>
                    <a:pt x="12312" y="3536"/>
                  </a:lnTo>
                  <a:lnTo>
                    <a:pt x="11379" y="4308"/>
                  </a:lnTo>
                  <a:cubicBezTo>
                    <a:pt x="11187" y="3761"/>
                    <a:pt x="10929" y="3375"/>
                    <a:pt x="10929" y="3375"/>
                  </a:cubicBezTo>
                  <a:cubicBezTo>
                    <a:pt x="10929" y="3375"/>
                    <a:pt x="9644" y="3247"/>
                    <a:pt x="8261" y="3118"/>
                  </a:cubicBezTo>
                  <a:lnTo>
                    <a:pt x="8390" y="2572"/>
                  </a:lnTo>
                  <a:cubicBezTo>
                    <a:pt x="8422" y="2508"/>
                    <a:pt x="8390" y="2443"/>
                    <a:pt x="8358" y="2411"/>
                  </a:cubicBezTo>
                  <a:lnTo>
                    <a:pt x="6976" y="1382"/>
                  </a:lnTo>
                  <a:lnTo>
                    <a:pt x="6590" y="129"/>
                  </a:lnTo>
                  <a:cubicBezTo>
                    <a:pt x="6590" y="32"/>
                    <a:pt x="6493" y="0"/>
                    <a:pt x="6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3990;p64">
              <a:extLst>
                <a:ext uri="{FF2B5EF4-FFF2-40B4-BE49-F238E27FC236}">
                  <a16:creationId xmlns:a16="http://schemas.microsoft.com/office/drawing/2014/main" id="{206110BE-98EA-352A-6813-AA87C5EE23E1}"/>
                </a:ext>
              </a:extLst>
            </p:cNvPr>
            <p:cNvSpPr/>
            <p:nvPr/>
          </p:nvSpPr>
          <p:spPr>
            <a:xfrm>
              <a:off x="4112125" y="3168875"/>
              <a:ext cx="157550" cy="145500"/>
            </a:xfrm>
            <a:custGeom>
              <a:avLst/>
              <a:gdLst/>
              <a:ahLst/>
              <a:cxnLst/>
              <a:rect l="l" t="t" r="r" b="b"/>
              <a:pathLst>
                <a:path w="6302" h="5820" extrusionOk="0">
                  <a:moveTo>
                    <a:pt x="1094" y="1"/>
                  </a:moveTo>
                  <a:lnTo>
                    <a:pt x="1415" y="1512"/>
                  </a:lnTo>
                  <a:lnTo>
                    <a:pt x="740" y="2090"/>
                  </a:lnTo>
                  <a:lnTo>
                    <a:pt x="1126" y="2862"/>
                  </a:lnTo>
                  <a:lnTo>
                    <a:pt x="1" y="4180"/>
                  </a:lnTo>
                  <a:lnTo>
                    <a:pt x="5112" y="5819"/>
                  </a:lnTo>
                  <a:lnTo>
                    <a:pt x="4308" y="2958"/>
                  </a:lnTo>
                  <a:lnTo>
                    <a:pt x="6301" y="483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3991;p64">
              <a:extLst>
                <a:ext uri="{FF2B5EF4-FFF2-40B4-BE49-F238E27FC236}">
                  <a16:creationId xmlns:a16="http://schemas.microsoft.com/office/drawing/2014/main" id="{95FA2E19-66DF-FF0C-1320-46B10669174A}"/>
                </a:ext>
              </a:extLst>
            </p:cNvPr>
            <p:cNvSpPr/>
            <p:nvPr/>
          </p:nvSpPr>
          <p:spPr>
            <a:xfrm>
              <a:off x="4108125" y="3164875"/>
              <a:ext cx="165550" cy="153050"/>
            </a:xfrm>
            <a:custGeom>
              <a:avLst/>
              <a:gdLst/>
              <a:ahLst/>
              <a:cxnLst/>
              <a:rect l="l" t="t" r="r" b="b"/>
              <a:pathLst>
                <a:path w="6622" h="6122" extrusionOk="0">
                  <a:moveTo>
                    <a:pt x="1447" y="322"/>
                  </a:moveTo>
                  <a:lnTo>
                    <a:pt x="6172" y="772"/>
                  </a:lnTo>
                  <a:lnTo>
                    <a:pt x="4372" y="3022"/>
                  </a:lnTo>
                  <a:lnTo>
                    <a:pt x="4340" y="3150"/>
                  </a:lnTo>
                  <a:lnTo>
                    <a:pt x="5047" y="5722"/>
                  </a:lnTo>
                  <a:lnTo>
                    <a:pt x="418" y="4243"/>
                  </a:lnTo>
                  <a:lnTo>
                    <a:pt x="1414" y="3118"/>
                  </a:lnTo>
                  <a:lnTo>
                    <a:pt x="1447" y="3054"/>
                  </a:lnTo>
                  <a:lnTo>
                    <a:pt x="1447" y="2958"/>
                  </a:lnTo>
                  <a:lnTo>
                    <a:pt x="1093" y="2283"/>
                  </a:lnTo>
                  <a:lnTo>
                    <a:pt x="1672" y="1768"/>
                  </a:lnTo>
                  <a:cubicBezTo>
                    <a:pt x="1736" y="1736"/>
                    <a:pt x="1736" y="1672"/>
                    <a:pt x="1736" y="1640"/>
                  </a:cubicBezTo>
                  <a:lnTo>
                    <a:pt x="1447" y="322"/>
                  </a:lnTo>
                  <a:close/>
                  <a:moveTo>
                    <a:pt x="1254" y="0"/>
                  </a:moveTo>
                  <a:cubicBezTo>
                    <a:pt x="1222" y="0"/>
                    <a:pt x="1157" y="32"/>
                    <a:pt x="1125" y="65"/>
                  </a:cubicBezTo>
                  <a:lnTo>
                    <a:pt x="1093" y="193"/>
                  </a:lnTo>
                  <a:lnTo>
                    <a:pt x="1414" y="1608"/>
                  </a:lnTo>
                  <a:lnTo>
                    <a:pt x="804" y="2122"/>
                  </a:lnTo>
                  <a:cubicBezTo>
                    <a:pt x="739" y="2186"/>
                    <a:pt x="707" y="2250"/>
                    <a:pt x="772" y="2315"/>
                  </a:cubicBezTo>
                  <a:lnTo>
                    <a:pt x="1125" y="2990"/>
                  </a:lnTo>
                  <a:lnTo>
                    <a:pt x="32" y="4211"/>
                  </a:lnTo>
                  <a:lnTo>
                    <a:pt x="0" y="4275"/>
                  </a:lnTo>
                  <a:lnTo>
                    <a:pt x="0" y="4372"/>
                  </a:lnTo>
                  <a:cubicBezTo>
                    <a:pt x="0" y="4404"/>
                    <a:pt x="64" y="4468"/>
                    <a:pt x="97" y="4468"/>
                  </a:cubicBezTo>
                  <a:lnTo>
                    <a:pt x="5207" y="6108"/>
                  </a:lnTo>
                  <a:cubicBezTo>
                    <a:pt x="5226" y="6117"/>
                    <a:pt x="5245" y="6121"/>
                    <a:pt x="5263" y="6121"/>
                  </a:cubicBezTo>
                  <a:cubicBezTo>
                    <a:pt x="5307" y="6121"/>
                    <a:pt x="5345" y="6098"/>
                    <a:pt x="5368" y="6076"/>
                  </a:cubicBezTo>
                  <a:cubicBezTo>
                    <a:pt x="5400" y="6043"/>
                    <a:pt x="5432" y="5979"/>
                    <a:pt x="5400" y="5915"/>
                  </a:cubicBezTo>
                  <a:lnTo>
                    <a:pt x="4661" y="3150"/>
                  </a:lnTo>
                  <a:lnTo>
                    <a:pt x="6590" y="740"/>
                  </a:lnTo>
                  <a:cubicBezTo>
                    <a:pt x="6622" y="675"/>
                    <a:pt x="6622" y="643"/>
                    <a:pt x="6622" y="579"/>
                  </a:cubicBezTo>
                  <a:cubicBezTo>
                    <a:pt x="6590" y="515"/>
                    <a:pt x="6558" y="482"/>
                    <a:pt x="6493" y="482"/>
                  </a:cubicBezTo>
                  <a:lnTo>
                    <a:pt x="12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3992;p64">
              <a:extLst>
                <a:ext uri="{FF2B5EF4-FFF2-40B4-BE49-F238E27FC236}">
                  <a16:creationId xmlns:a16="http://schemas.microsoft.com/office/drawing/2014/main" id="{FC4DBA94-B071-3279-77BE-D90E943E3A1C}"/>
                </a:ext>
              </a:extLst>
            </p:cNvPr>
            <p:cNvSpPr/>
            <p:nvPr/>
          </p:nvSpPr>
          <p:spPr>
            <a:xfrm>
              <a:off x="4219825" y="3191400"/>
              <a:ext cx="59475" cy="107700"/>
            </a:xfrm>
            <a:custGeom>
              <a:avLst/>
              <a:gdLst/>
              <a:ahLst/>
              <a:cxnLst/>
              <a:rect l="l" t="t" r="r" b="b"/>
              <a:pathLst>
                <a:path w="2379" h="4308" extrusionOk="0">
                  <a:moveTo>
                    <a:pt x="1736" y="0"/>
                  </a:moveTo>
                  <a:lnTo>
                    <a:pt x="0" y="2057"/>
                  </a:lnTo>
                  <a:lnTo>
                    <a:pt x="739" y="4307"/>
                  </a:lnTo>
                  <a:lnTo>
                    <a:pt x="2379" y="2572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3993;p64">
              <a:extLst>
                <a:ext uri="{FF2B5EF4-FFF2-40B4-BE49-F238E27FC236}">
                  <a16:creationId xmlns:a16="http://schemas.microsoft.com/office/drawing/2014/main" id="{7B4A9000-4D12-711A-31A5-07E2539E7002}"/>
                </a:ext>
              </a:extLst>
            </p:cNvPr>
            <p:cNvSpPr/>
            <p:nvPr/>
          </p:nvSpPr>
          <p:spPr>
            <a:xfrm>
              <a:off x="4216600" y="3187375"/>
              <a:ext cx="66725" cy="115275"/>
            </a:xfrm>
            <a:custGeom>
              <a:avLst/>
              <a:gdLst/>
              <a:ahLst/>
              <a:cxnLst/>
              <a:rect l="l" t="t" r="r" b="b"/>
              <a:pathLst>
                <a:path w="2669" h="4611" extrusionOk="0">
                  <a:moveTo>
                    <a:pt x="1801" y="482"/>
                  </a:moveTo>
                  <a:lnTo>
                    <a:pt x="2347" y="2668"/>
                  </a:lnTo>
                  <a:lnTo>
                    <a:pt x="933" y="4179"/>
                  </a:lnTo>
                  <a:lnTo>
                    <a:pt x="322" y="2250"/>
                  </a:lnTo>
                  <a:lnTo>
                    <a:pt x="1801" y="482"/>
                  </a:lnTo>
                  <a:close/>
                  <a:moveTo>
                    <a:pt x="1897" y="0"/>
                  </a:moveTo>
                  <a:cubicBezTo>
                    <a:pt x="1865" y="0"/>
                    <a:pt x="1801" y="0"/>
                    <a:pt x="1769" y="65"/>
                  </a:cubicBezTo>
                  <a:lnTo>
                    <a:pt x="33" y="2122"/>
                  </a:lnTo>
                  <a:lnTo>
                    <a:pt x="1" y="2186"/>
                  </a:lnTo>
                  <a:lnTo>
                    <a:pt x="1" y="2283"/>
                  </a:lnTo>
                  <a:lnTo>
                    <a:pt x="708" y="4501"/>
                  </a:lnTo>
                  <a:cubicBezTo>
                    <a:pt x="740" y="4565"/>
                    <a:pt x="772" y="4597"/>
                    <a:pt x="836" y="4597"/>
                  </a:cubicBezTo>
                  <a:cubicBezTo>
                    <a:pt x="855" y="4606"/>
                    <a:pt x="871" y="4610"/>
                    <a:pt x="885" y="4610"/>
                  </a:cubicBezTo>
                  <a:cubicBezTo>
                    <a:pt x="919" y="4610"/>
                    <a:pt x="942" y="4588"/>
                    <a:pt x="965" y="4565"/>
                  </a:cubicBezTo>
                  <a:lnTo>
                    <a:pt x="2636" y="2829"/>
                  </a:lnTo>
                  <a:cubicBezTo>
                    <a:pt x="2669" y="2797"/>
                    <a:pt x="2669" y="2733"/>
                    <a:pt x="2669" y="2700"/>
                  </a:cubicBezTo>
                  <a:lnTo>
                    <a:pt x="2026" y="97"/>
                  </a:lnTo>
                  <a:cubicBezTo>
                    <a:pt x="2026" y="65"/>
                    <a:pt x="1961" y="0"/>
                    <a:pt x="1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3994;p64">
              <a:extLst>
                <a:ext uri="{FF2B5EF4-FFF2-40B4-BE49-F238E27FC236}">
                  <a16:creationId xmlns:a16="http://schemas.microsoft.com/office/drawing/2014/main" id="{3681F737-610A-B1EC-430C-01148167186D}"/>
                </a:ext>
              </a:extLst>
            </p:cNvPr>
            <p:cNvSpPr/>
            <p:nvPr/>
          </p:nvSpPr>
          <p:spPr>
            <a:xfrm>
              <a:off x="2692150" y="2510725"/>
              <a:ext cx="427550" cy="357150"/>
            </a:xfrm>
            <a:custGeom>
              <a:avLst/>
              <a:gdLst/>
              <a:ahLst/>
              <a:cxnLst/>
              <a:rect l="l" t="t" r="r" b="b"/>
              <a:pathLst>
                <a:path w="17102" h="14286" extrusionOk="0">
                  <a:moveTo>
                    <a:pt x="3601" y="1"/>
                  </a:moveTo>
                  <a:cubicBezTo>
                    <a:pt x="3504" y="1"/>
                    <a:pt x="3440" y="65"/>
                    <a:pt x="3440" y="161"/>
                  </a:cubicBezTo>
                  <a:cubicBezTo>
                    <a:pt x="3376" y="1544"/>
                    <a:pt x="4597" y="3858"/>
                    <a:pt x="4951" y="4501"/>
                  </a:cubicBezTo>
                  <a:lnTo>
                    <a:pt x="4372" y="5465"/>
                  </a:lnTo>
                  <a:cubicBezTo>
                    <a:pt x="3665" y="5465"/>
                    <a:pt x="1383" y="5465"/>
                    <a:pt x="129" y="5947"/>
                  </a:cubicBezTo>
                  <a:cubicBezTo>
                    <a:pt x="65" y="5980"/>
                    <a:pt x="1" y="6076"/>
                    <a:pt x="33" y="6140"/>
                  </a:cubicBezTo>
                  <a:cubicBezTo>
                    <a:pt x="57" y="6213"/>
                    <a:pt x="117" y="6249"/>
                    <a:pt x="173" y="6249"/>
                  </a:cubicBezTo>
                  <a:cubicBezTo>
                    <a:pt x="192" y="6249"/>
                    <a:pt x="210" y="6245"/>
                    <a:pt x="226" y="6237"/>
                  </a:cubicBezTo>
                  <a:cubicBezTo>
                    <a:pt x="1222" y="5853"/>
                    <a:pt x="2949" y="5775"/>
                    <a:pt x="3907" y="5775"/>
                  </a:cubicBezTo>
                  <a:cubicBezTo>
                    <a:pt x="4154" y="5775"/>
                    <a:pt x="4350" y="5780"/>
                    <a:pt x="4469" y="5787"/>
                  </a:cubicBezTo>
                  <a:lnTo>
                    <a:pt x="5015" y="6108"/>
                  </a:lnTo>
                  <a:lnTo>
                    <a:pt x="4726" y="6622"/>
                  </a:lnTo>
                  <a:lnTo>
                    <a:pt x="5337" y="6944"/>
                  </a:lnTo>
                  <a:cubicBezTo>
                    <a:pt x="5272" y="7233"/>
                    <a:pt x="5240" y="7490"/>
                    <a:pt x="5240" y="7747"/>
                  </a:cubicBezTo>
                  <a:lnTo>
                    <a:pt x="4019" y="8230"/>
                  </a:lnTo>
                  <a:lnTo>
                    <a:pt x="2765" y="8165"/>
                  </a:lnTo>
                  <a:lnTo>
                    <a:pt x="2701" y="8197"/>
                  </a:lnTo>
                  <a:lnTo>
                    <a:pt x="1544" y="8937"/>
                  </a:lnTo>
                  <a:cubicBezTo>
                    <a:pt x="1447" y="9001"/>
                    <a:pt x="1447" y="9065"/>
                    <a:pt x="1479" y="9162"/>
                  </a:cubicBezTo>
                  <a:cubicBezTo>
                    <a:pt x="1517" y="9199"/>
                    <a:pt x="1566" y="9215"/>
                    <a:pt x="1612" y="9215"/>
                  </a:cubicBezTo>
                  <a:cubicBezTo>
                    <a:pt x="1646" y="9215"/>
                    <a:pt x="1678" y="9207"/>
                    <a:pt x="1704" y="9194"/>
                  </a:cubicBezTo>
                  <a:lnTo>
                    <a:pt x="2797" y="8455"/>
                  </a:lnTo>
                  <a:lnTo>
                    <a:pt x="4051" y="8551"/>
                  </a:lnTo>
                  <a:lnTo>
                    <a:pt x="4115" y="8551"/>
                  </a:lnTo>
                  <a:lnTo>
                    <a:pt x="5240" y="8069"/>
                  </a:lnTo>
                  <a:cubicBezTo>
                    <a:pt x="5272" y="8680"/>
                    <a:pt x="5401" y="9098"/>
                    <a:pt x="5401" y="9098"/>
                  </a:cubicBezTo>
                  <a:cubicBezTo>
                    <a:pt x="5401" y="9098"/>
                    <a:pt x="6590" y="9580"/>
                    <a:pt x="7876" y="10094"/>
                  </a:cubicBezTo>
                  <a:lnTo>
                    <a:pt x="7587" y="10576"/>
                  </a:lnTo>
                  <a:cubicBezTo>
                    <a:pt x="7555" y="10640"/>
                    <a:pt x="7555" y="10705"/>
                    <a:pt x="7587" y="10769"/>
                  </a:cubicBezTo>
                  <a:lnTo>
                    <a:pt x="8615" y="12119"/>
                  </a:lnTo>
                  <a:lnTo>
                    <a:pt x="8615" y="13469"/>
                  </a:lnTo>
                  <a:cubicBezTo>
                    <a:pt x="8615" y="13533"/>
                    <a:pt x="8680" y="13598"/>
                    <a:pt x="8776" y="13598"/>
                  </a:cubicBezTo>
                  <a:cubicBezTo>
                    <a:pt x="8840" y="13598"/>
                    <a:pt x="8873" y="13566"/>
                    <a:pt x="8905" y="13533"/>
                  </a:cubicBezTo>
                  <a:lnTo>
                    <a:pt x="8937" y="13469"/>
                  </a:lnTo>
                  <a:lnTo>
                    <a:pt x="8937" y="12087"/>
                  </a:lnTo>
                  <a:lnTo>
                    <a:pt x="8905" y="11991"/>
                  </a:lnTo>
                  <a:lnTo>
                    <a:pt x="7908" y="10640"/>
                  </a:lnTo>
                  <a:lnTo>
                    <a:pt x="8165" y="10223"/>
                  </a:lnTo>
                  <a:cubicBezTo>
                    <a:pt x="9130" y="10608"/>
                    <a:pt x="10126" y="10994"/>
                    <a:pt x="10640" y="11123"/>
                  </a:cubicBezTo>
                  <a:lnTo>
                    <a:pt x="10640" y="12505"/>
                  </a:lnTo>
                  <a:cubicBezTo>
                    <a:pt x="10640" y="12569"/>
                    <a:pt x="10705" y="12633"/>
                    <a:pt x="10769" y="12633"/>
                  </a:cubicBezTo>
                  <a:lnTo>
                    <a:pt x="12891" y="13244"/>
                  </a:lnTo>
                  <a:lnTo>
                    <a:pt x="13276" y="14209"/>
                  </a:lnTo>
                  <a:cubicBezTo>
                    <a:pt x="13276" y="14256"/>
                    <a:pt x="13328" y="14285"/>
                    <a:pt x="13394" y="14285"/>
                  </a:cubicBezTo>
                  <a:cubicBezTo>
                    <a:pt x="13417" y="14285"/>
                    <a:pt x="13443" y="14281"/>
                    <a:pt x="13469" y="14273"/>
                  </a:cubicBezTo>
                  <a:lnTo>
                    <a:pt x="13533" y="14209"/>
                  </a:lnTo>
                  <a:lnTo>
                    <a:pt x="13533" y="14080"/>
                  </a:lnTo>
                  <a:lnTo>
                    <a:pt x="13148" y="13051"/>
                  </a:lnTo>
                  <a:lnTo>
                    <a:pt x="13051" y="12987"/>
                  </a:lnTo>
                  <a:lnTo>
                    <a:pt x="10962" y="12376"/>
                  </a:lnTo>
                  <a:lnTo>
                    <a:pt x="10930" y="11187"/>
                  </a:lnTo>
                  <a:lnTo>
                    <a:pt x="10930" y="11187"/>
                  </a:lnTo>
                  <a:cubicBezTo>
                    <a:pt x="11186" y="11227"/>
                    <a:pt x="11503" y="11245"/>
                    <a:pt x="11850" y="11245"/>
                  </a:cubicBezTo>
                  <a:cubicBezTo>
                    <a:pt x="12331" y="11245"/>
                    <a:pt x="12868" y="11211"/>
                    <a:pt x="13373" y="11155"/>
                  </a:cubicBezTo>
                  <a:cubicBezTo>
                    <a:pt x="14241" y="11091"/>
                    <a:pt x="14723" y="10190"/>
                    <a:pt x="14369" y="9419"/>
                  </a:cubicBezTo>
                  <a:lnTo>
                    <a:pt x="13308" y="7265"/>
                  </a:lnTo>
                  <a:lnTo>
                    <a:pt x="14208" y="6751"/>
                  </a:lnTo>
                  <a:lnTo>
                    <a:pt x="15784" y="8294"/>
                  </a:lnTo>
                  <a:lnTo>
                    <a:pt x="15912" y="8358"/>
                  </a:lnTo>
                  <a:lnTo>
                    <a:pt x="17005" y="8165"/>
                  </a:lnTo>
                  <a:lnTo>
                    <a:pt x="17101" y="8101"/>
                  </a:lnTo>
                  <a:lnTo>
                    <a:pt x="17101" y="8005"/>
                  </a:lnTo>
                  <a:cubicBezTo>
                    <a:pt x="17101" y="7925"/>
                    <a:pt x="17058" y="7868"/>
                    <a:pt x="16989" y="7868"/>
                  </a:cubicBezTo>
                  <a:cubicBezTo>
                    <a:pt x="16974" y="7868"/>
                    <a:pt x="16958" y="7870"/>
                    <a:pt x="16941" y="7876"/>
                  </a:cubicBezTo>
                  <a:lnTo>
                    <a:pt x="15944" y="8037"/>
                  </a:lnTo>
                  <a:lnTo>
                    <a:pt x="14369" y="6462"/>
                  </a:lnTo>
                  <a:cubicBezTo>
                    <a:pt x="14324" y="6439"/>
                    <a:pt x="14278" y="6416"/>
                    <a:pt x="14233" y="6416"/>
                  </a:cubicBezTo>
                  <a:cubicBezTo>
                    <a:pt x="14214" y="6416"/>
                    <a:pt x="14195" y="6420"/>
                    <a:pt x="14176" y="6430"/>
                  </a:cubicBezTo>
                  <a:lnTo>
                    <a:pt x="13148" y="7008"/>
                  </a:lnTo>
                  <a:lnTo>
                    <a:pt x="13083" y="6815"/>
                  </a:lnTo>
                  <a:lnTo>
                    <a:pt x="11026" y="5304"/>
                  </a:lnTo>
                  <a:lnTo>
                    <a:pt x="11380" y="4694"/>
                  </a:lnTo>
                  <a:lnTo>
                    <a:pt x="13019" y="4919"/>
                  </a:lnTo>
                  <a:lnTo>
                    <a:pt x="13116" y="4887"/>
                  </a:lnTo>
                  <a:lnTo>
                    <a:pt x="14305" y="4212"/>
                  </a:lnTo>
                  <a:lnTo>
                    <a:pt x="14369" y="4147"/>
                  </a:lnTo>
                  <a:cubicBezTo>
                    <a:pt x="14401" y="4115"/>
                    <a:pt x="14401" y="4051"/>
                    <a:pt x="14369" y="3987"/>
                  </a:cubicBezTo>
                  <a:cubicBezTo>
                    <a:pt x="14349" y="3947"/>
                    <a:pt x="14305" y="3919"/>
                    <a:pt x="14251" y="3919"/>
                  </a:cubicBezTo>
                  <a:cubicBezTo>
                    <a:pt x="14218" y="3919"/>
                    <a:pt x="14181" y="3930"/>
                    <a:pt x="14144" y="3954"/>
                  </a:cubicBezTo>
                  <a:lnTo>
                    <a:pt x="12987" y="4597"/>
                  </a:lnTo>
                  <a:lnTo>
                    <a:pt x="11315" y="4404"/>
                  </a:lnTo>
                  <a:cubicBezTo>
                    <a:pt x="11298" y="4396"/>
                    <a:pt x="11281" y="4392"/>
                    <a:pt x="11264" y="4392"/>
                  </a:cubicBezTo>
                  <a:cubicBezTo>
                    <a:pt x="11219" y="4392"/>
                    <a:pt x="11178" y="4422"/>
                    <a:pt x="11155" y="4469"/>
                  </a:cubicBezTo>
                  <a:lnTo>
                    <a:pt x="10769" y="5112"/>
                  </a:lnTo>
                  <a:lnTo>
                    <a:pt x="8487" y="3440"/>
                  </a:lnTo>
                  <a:cubicBezTo>
                    <a:pt x="8487" y="3440"/>
                    <a:pt x="7940" y="3697"/>
                    <a:pt x="7265" y="4212"/>
                  </a:cubicBezTo>
                  <a:lnTo>
                    <a:pt x="7137" y="3312"/>
                  </a:lnTo>
                  <a:lnTo>
                    <a:pt x="7137" y="3247"/>
                  </a:lnTo>
                  <a:lnTo>
                    <a:pt x="6462" y="2219"/>
                  </a:lnTo>
                  <a:lnTo>
                    <a:pt x="6526" y="901"/>
                  </a:lnTo>
                  <a:cubicBezTo>
                    <a:pt x="6526" y="804"/>
                    <a:pt x="6462" y="740"/>
                    <a:pt x="6397" y="740"/>
                  </a:cubicBezTo>
                  <a:cubicBezTo>
                    <a:pt x="6301" y="740"/>
                    <a:pt x="6237" y="804"/>
                    <a:pt x="6237" y="869"/>
                  </a:cubicBezTo>
                  <a:lnTo>
                    <a:pt x="6140" y="2251"/>
                  </a:lnTo>
                  <a:lnTo>
                    <a:pt x="6172" y="2347"/>
                  </a:lnTo>
                  <a:lnTo>
                    <a:pt x="6847" y="3376"/>
                  </a:lnTo>
                  <a:lnTo>
                    <a:pt x="6976" y="4437"/>
                  </a:lnTo>
                  <a:cubicBezTo>
                    <a:pt x="6912" y="4469"/>
                    <a:pt x="6847" y="4533"/>
                    <a:pt x="6783" y="4597"/>
                  </a:cubicBezTo>
                  <a:lnTo>
                    <a:pt x="6076" y="4179"/>
                  </a:lnTo>
                  <a:lnTo>
                    <a:pt x="5755" y="4694"/>
                  </a:lnTo>
                  <a:lnTo>
                    <a:pt x="5240" y="4404"/>
                  </a:lnTo>
                  <a:cubicBezTo>
                    <a:pt x="4951" y="3890"/>
                    <a:pt x="3697" y="1511"/>
                    <a:pt x="3762" y="161"/>
                  </a:cubicBezTo>
                  <a:cubicBezTo>
                    <a:pt x="3762" y="65"/>
                    <a:pt x="3697" y="1"/>
                    <a:pt x="3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3995;p64">
              <a:extLst>
                <a:ext uri="{FF2B5EF4-FFF2-40B4-BE49-F238E27FC236}">
                  <a16:creationId xmlns:a16="http://schemas.microsoft.com/office/drawing/2014/main" id="{05A01C8D-AE4A-0BCF-6D79-070E72CE5246}"/>
                </a:ext>
              </a:extLst>
            </p:cNvPr>
            <p:cNvSpPr/>
            <p:nvPr/>
          </p:nvSpPr>
          <p:spPr>
            <a:xfrm>
              <a:off x="2836800" y="2611975"/>
              <a:ext cx="177625" cy="168000"/>
            </a:xfrm>
            <a:custGeom>
              <a:avLst/>
              <a:gdLst/>
              <a:ahLst/>
              <a:cxnLst/>
              <a:rect l="l" t="t" r="r" b="b"/>
              <a:pathLst>
                <a:path w="7105" h="6720" extrusionOk="0">
                  <a:moveTo>
                    <a:pt x="2669" y="1"/>
                  </a:moveTo>
                  <a:lnTo>
                    <a:pt x="2604" y="2958"/>
                  </a:lnTo>
                  <a:lnTo>
                    <a:pt x="1" y="4758"/>
                  </a:lnTo>
                  <a:lnTo>
                    <a:pt x="4854" y="6719"/>
                  </a:lnTo>
                  <a:lnTo>
                    <a:pt x="4951" y="5176"/>
                  </a:lnTo>
                  <a:lnTo>
                    <a:pt x="5787" y="4790"/>
                  </a:lnTo>
                  <a:lnTo>
                    <a:pt x="5626" y="3955"/>
                  </a:lnTo>
                  <a:lnTo>
                    <a:pt x="7105" y="3022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3996;p64">
              <a:extLst>
                <a:ext uri="{FF2B5EF4-FFF2-40B4-BE49-F238E27FC236}">
                  <a16:creationId xmlns:a16="http://schemas.microsoft.com/office/drawing/2014/main" id="{729FCFBF-4424-9D5E-12E9-148272DC06C1}"/>
                </a:ext>
              </a:extLst>
            </p:cNvPr>
            <p:cNvSpPr/>
            <p:nvPr/>
          </p:nvSpPr>
          <p:spPr>
            <a:xfrm>
              <a:off x="2832775" y="2608175"/>
              <a:ext cx="185675" cy="175000"/>
            </a:xfrm>
            <a:custGeom>
              <a:avLst/>
              <a:gdLst/>
              <a:ahLst/>
              <a:cxnLst/>
              <a:rect l="l" t="t" r="r" b="b"/>
              <a:pathLst>
                <a:path w="7427" h="7000" extrusionOk="0">
                  <a:moveTo>
                    <a:pt x="2990" y="442"/>
                  </a:moveTo>
                  <a:lnTo>
                    <a:pt x="6976" y="3174"/>
                  </a:lnTo>
                  <a:lnTo>
                    <a:pt x="5723" y="3978"/>
                  </a:lnTo>
                  <a:lnTo>
                    <a:pt x="5658" y="4010"/>
                  </a:lnTo>
                  <a:lnTo>
                    <a:pt x="5626" y="4139"/>
                  </a:lnTo>
                  <a:lnTo>
                    <a:pt x="5787" y="4878"/>
                  </a:lnTo>
                  <a:lnTo>
                    <a:pt x="5080" y="5167"/>
                  </a:lnTo>
                  <a:cubicBezTo>
                    <a:pt x="5015" y="5200"/>
                    <a:pt x="4983" y="5264"/>
                    <a:pt x="4983" y="5296"/>
                  </a:cubicBezTo>
                  <a:lnTo>
                    <a:pt x="4887" y="6646"/>
                  </a:lnTo>
                  <a:lnTo>
                    <a:pt x="483" y="4878"/>
                  </a:lnTo>
                  <a:lnTo>
                    <a:pt x="2862" y="3239"/>
                  </a:lnTo>
                  <a:cubicBezTo>
                    <a:pt x="2894" y="3207"/>
                    <a:pt x="2926" y="3142"/>
                    <a:pt x="2926" y="3110"/>
                  </a:cubicBezTo>
                  <a:lnTo>
                    <a:pt x="2990" y="442"/>
                  </a:lnTo>
                  <a:close/>
                  <a:moveTo>
                    <a:pt x="2834" y="0"/>
                  </a:moveTo>
                  <a:cubicBezTo>
                    <a:pt x="2806" y="0"/>
                    <a:pt x="2781" y="8"/>
                    <a:pt x="2765" y="24"/>
                  </a:cubicBezTo>
                  <a:cubicBezTo>
                    <a:pt x="2701" y="56"/>
                    <a:pt x="2669" y="89"/>
                    <a:pt x="2669" y="153"/>
                  </a:cubicBezTo>
                  <a:lnTo>
                    <a:pt x="2605" y="3014"/>
                  </a:lnTo>
                  <a:lnTo>
                    <a:pt x="65" y="4782"/>
                  </a:lnTo>
                  <a:cubicBezTo>
                    <a:pt x="1" y="4814"/>
                    <a:pt x="1" y="4878"/>
                    <a:pt x="1" y="4942"/>
                  </a:cubicBezTo>
                  <a:cubicBezTo>
                    <a:pt x="1" y="4975"/>
                    <a:pt x="33" y="5039"/>
                    <a:pt x="97" y="5071"/>
                  </a:cubicBezTo>
                  <a:lnTo>
                    <a:pt x="4983" y="7000"/>
                  </a:lnTo>
                  <a:lnTo>
                    <a:pt x="5112" y="7000"/>
                  </a:lnTo>
                  <a:cubicBezTo>
                    <a:pt x="5144" y="6967"/>
                    <a:pt x="5176" y="6935"/>
                    <a:pt x="5176" y="6871"/>
                  </a:cubicBezTo>
                  <a:lnTo>
                    <a:pt x="5273" y="5425"/>
                  </a:lnTo>
                  <a:lnTo>
                    <a:pt x="6012" y="5103"/>
                  </a:lnTo>
                  <a:cubicBezTo>
                    <a:pt x="6076" y="5071"/>
                    <a:pt x="6108" y="5007"/>
                    <a:pt x="6108" y="4942"/>
                  </a:cubicBezTo>
                  <a:lnTo>
                    <a:pt x="5948" y="4171"/>
                  </a:lnTo>
                  <a:lnTo>
                    <a:pt x="7330" y="3303"/>
                  </a:lnTo>
                  <a:lnTo>
                    <a:pt x="7394" y="3239"/>
                  </a:lnTo>
                  <a:lnTo>
                    <a:pt x="7426" y="3174"/>
                  </a:lnTo>
                  <a:cubicBezTo>
                    <a:pt x="7426" y="3142"/>
                    <a:pt x="7394" y="3078"/>
                    <a:pt x="7362" y="3046"/>
                  </a:cubicBezTo>
                  <a:lnTo>
                    <a:pt x="2926" y="24"/>
                  </a:lnTo>
                  <a:cubicBezTo>
                    <a:pt x="2894" y="8"/>
                    <a:pt x="2862" y="0"/>
                    <a:pt x="2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3997;p64">
              <a:extLst>
                <a:ext uri="{FF2B5EF4-FFF2-40B4-BE49-F238E27FC236}">
                  <a16:creationId xmlns:a16="http://schemas.microsoft.com/office/drawing/2014/main" id="{C32756C8-CC94-7D46-B687-F8576CFDD786}"/>
                </a:ext>
              </a:extLst>
            </p:cNvPr>
            <p:cNvSpPr/>
            <p:nvPr/>
          </p:nvSpPr>
          <p:spPr>
            <a:xfrm>
              <a:off x="2845650" y="2627250"/>
              <a:ext cx="56275" cy="95650"/>
            </a:xfrm>
            <a:custGeom>
              <a:avLst/>
              <a:gdLst/>
              <a:ahLst/>
              <a:cxnLst/>
              <a:rect l="l" t="t" r="r" b="b"/>
              <a:pathLst>
                <a:path w="2251" h="3826" extrusionOk="0">
                  <a:moveTo>
                    <a:pt x="2186" y="1"/>
                  </a:moveTo>
                  <a:lnTo>
                    <a:pt x="129" y="1190"/>
                  </a:lnTo>
                  <a:lnTo>
                    <a:pt x="0" y="3826"/>
                  </a:lnTo>
                  <a:lnTo>
                    <a:pt x="2250" y="2347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3998;p64">
              <a:extLst>
                <a:ext uri="{FF2B5EF4-FFF2-40B4-BE49-F238E27FC236}">
                  <a16:creationId xmlns:a16="http://schemas.microsoft.com/office/drawing/2014/main" id="{3FA86A9C-F9C9-ECBC-0F05-17D7C33FC995}"/>
                </a:ext>
              </a:extLst>
            </p:cNvPr>
            <p:cNvSpPr/>
            <p:nvPr/>
          </p:nvSpPr>
          <p:spPr>
            <a:xfrm>
              <a:off x="2841625" y="2623225"/>
              <a:ext cx="64325" cy="103500"/>
            </a:xfrm>
            <a:custGeom>
              <a:avLst/>
              <a:gdLst/>
              <a:ahLst/>
              <a:cxnLst/>
              <a:rect l="l" t="t" r="r" b="b"/>
              <a:pathLst>
                <a:path w="2573" h="4140" extrusionOk="0">
                  <a:moveTo>
                    <a:pt x="2218" y="419"/>
                  </a:moveTo>
                  <a:lnTo>
                    <a:pt x="2251" y="2412"/>
                  </a:lnTo>
                  <a:lnTo>
                    <a:pt x="322" y="3697"/>
                  </a:lnTo>
                  <a:lnTo>
                    <a:pt x="418" y="1447"/>
                  </a:lnTo>
                  <a:lnTo>
                    <a:pt x="2218" y="419"/>
                  </a:lnTo>
                  <a:close/>
                  <a:moveTo>
                    <a:pt x="2283" y="1"/>
                  </a:moveTo>
                  <a:lnTo>
                    <a:pt x="193" y="1222"/>
                  </a:lnTo>
                  <a:cubicBezTo>
                    <a:pt x="161" y="1222"/>
                    <a:pt x="129" y="1287"/>
                    <a:pt x="129" y="1351"/>
                  </a:cubicBezTo>
                  <a:lnTo>
                    <a:pt x="1" y="3987"/>
                  </a:lnTo>
                  <a:cubicBezTo>
                    <a:pt x="1" y="4051"/>
                    <a:pt x="33" y="4083"/>
                    <a:pt x="97" y="4115"/>
                  </a:cubicBezTo>
                  <a:cubicBezTo>
                    <a:pt x="113" y="4131"/>
                    <a:pt x="137" y="4139"/>
                    <a:pt x="165" y="4139"/>
                  </a:cubicBezTo>
                  <a:cubicBezTo>
                    <a:pt x="193" y="4139"/>
                    <a:pt x="226" y="4131"/>
                    <a:pt x="258" y="4115"/>
                  </a:cubicBezTo>
                  <a:lnTo>
                    <a:pt x="2508" y="2637"/>
                  </a:lnTo>
                  <a:lnTo>
                    <a:pt x="2540" y="2572"/>
                  </a:lnTo>
                  <a:lnTo>
                    <a:pt x="2572" y="2508"/>
                  </a:lnTo>
                  <a:lnTo>
                    <a:pt x="2508" y="129"/>
                  </a:lnTo>
                  <a:cubicBezTo>
                    <a:pt x="2508" y="97"/>
                    <a:pt x="2476" y="33"/>
                    <a:pt x="2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3999;p64">
              <a:extLst>
                <a:ext uri="{FF2B5EF4-FFF2-40B4-BE49-F238E27FC236}">
                  <a16:creationId xmlns:a16="http://schemas.microsoft.com/office/drawing/2014/main" id="{8FC04A21-FF32-A110-B3C8-2FBBF467B17A}"/>
                </a:ext>
              </a:extLst>
            </p:cNvPr>
            <p:cNvSpPr/>
            <p:nvPr/>
          </p:nvSpPr>
          <p:spPr>
            <a:xfrm>
              <a:off x="3290050" y="3551400"/>
              <a:ext cx="279675" cy="397425"/>
            </a:xfrm>
            <a:custGeom>
              <a:avLst/>
              <a:gdLst/>
              <a:ahLst/>
              <a:cxnLst/>
              <a:rect l="l" t="t" r="r" b="b"/>
              <a:pathLst>
                <a:path w="11187" h="15897" extrusionOk="0">
                  <a:moveTo>
                    <a:pt x="2282" y="1"/>
                  </a:moveTo>
                  <a:lnTo>
                    <a:pt x="2186" y="33"/>
                  </a:lnTo>
                  <a:cubicBezTo>
                    <a:pt x="2122" y="65"/>
                    <a:pt x="2122" y="162"/>
                    <a:pt x="2154" y="226"/>
                  </a:cubicBezTo>
                  <a:lnTo>
                    <a:pt x="2797" y="1029"/>
                  </a:lnTo>
                  <a:lnTo>
                    <a:pt x="2186" y="3183"/>
                  </a:lnTo>
                  <a:cubicBezTo>
                    <a:pt x="2186" y="3247"/>
                    <a:pt x="2218" y="3312"/>
                    <a:pt x="2250" y="3344"/>
                  </a:cubicBezTo>
                  <a:lnTo>
                    <a:pt x="3247" y="3955"/>
                  </a:lnTo>
                  <a:lnTo>
                    <a:pt x="3118" y="4115"/>
                  </a:lnTo>
                  <a:lnTo>
                    <a:pt x="2797" y="6655"/>
                  </a:lnTo>
                  <a:lnTo>
                    <a:pt x="2122" y="6655"/>
                  </a:lnTo>
                  <a:lnTo>
                    <a:pt x="1479" y="5112"/>
                  </a:lnTo>
                  <a:lnTo>
                    <a:pt x="1414" y="5047"/>
                  </a:lnTo>
                  <a:lnTo>
                    <a:pt x="257" y="4340"/>
                  </a:lnTo>
                  <a:lnTo>
                    <a:pt x="161" y="4308"/>
                  </a:lnTo>
                  <a:cubicBezTo>
                    <a:pt x="129" y="4308"/>
                    <a:pt x="64" y="4340"/>
                    <a:pt x="32" y="4372"/>
                  </a:cubicBezTo>
                  <a:cubicBezTo>
                    <a:pt x="0" y="4437"/>
                    <a:pt x="0" y="4533"/>
                    <a:pt x="97" y="4597"/>
                  </a:cubicBezTo>
                  <a:lnTo>
                    <a:pt x="1222" y="5272"/>
                  </a:lnTo>
                  <a:lnTo>
                    <a:pt x="1864" y="6848"/>
                  </a:lnTo>
                  <a:cubicBezTo>
                    <a:pt x="1897" y="6912"/>
                    <a:pt x="1929" y="6944"/>
                    <a:pt x="1993" y="6944"/>
                  </a:cubicBezTo>
                  <a:lnTo>
                    <a:pt x="2765" y="6976"/>
                  </a:lnTo>
                  <a:lnTo>
                    <a:pt x="2411" y="9773"/>
                  </a:lnTo>
                  <a:cubicBezTo>
                    <a:pt x="2411" y="9773"/>
                    <a:pt x="2893" y="10158"/>
                    <a:pt x="3665" y="10480"/>
                  </a:cubicBezTo>
                  <a:lnTo>
                    <a:pt x="2957" y="10994"/>
                  </a:lnTo>
                  <a:lnTo>
                    <a:pt x="2925" y="11058"/>
                  </a:lnTo>
                  <a:lnTo>
                    <a:pt x="2347" y="12151"/>
                  </a:lnTo>
                  <a:lnTo>
                    <a:pt x="1125" y="12730"/>
                  </a:lnTo>
                  <a:cubicBezTo>
                    <a:pt x="1061" y="12762"/>
                    <a:pt x="1029" y="12859"/>
                    <a:pt x="1061" y="12923"/>
                  </a:cubicBezTo>
                  <a:cubicBezTo>
                    <a:pt x="1085" y="12995"/>
                    <a:pt x="1145" y="13031"/>
                    <a:pt x="1215" y="13031"/>
                  </a:cubicBezTo>
                  <a:cubicBezTo>
                    <a:pt x="1238" y="13031"/>
                    <a:pt x="1262" y="13027"/>
                    <a:pt x="1286" y="13019"/>
                  </a:cubicBezTo>
                  <a:lnTo>
                    <a:pt x="2507" y="12409"/>
                  </a:lnTo>
                  <a:lnTo>
                    <a:pt x="2572" y="12344"/>
                  </a:lnTo>
                  <a:lnTo>
                    <a:pt x="3150" y="11219"/>
                  </a:lnTo>
                  <a:lnTo>
                    <a:pt x="4018" y="10608"/>
                  </a:lnTo>
                  <a:cubicBezTo>
                    <a:pt x="4082" y="10641"/>
                    <a:pt x="4179" y="10673"/>
                    <a:pt x="4243" y="10705"/>
                  </a:cubicBezTo>
                  <a:lnTo>
                    <a:pt x="4243" y="11541"/>
                  </a:lnTo>
                  <a:lnTo>
                    <a:pt x="4854" y="11541"/>
                  </a:lnTo>
                  <a:lnTo>
                    <a:pt x="4854" y="12151"/>
                  </a:lnTo>
                  <a:cubicBezTo>
                    <a:pt x="4532" y="12666"/>
                    <a:pt x="3054" y="14916"/>
                    <a:pt x="1864" y="15527"/>
                  </a:cubicBezTo>
                  <a:cubicBezTo>
                    <a:pt x="1768" y="15559"/>
                    <a:pt x="1768" y="15655"/>
                    <a:pt x="1800" y="15719"/>
                  </a:cubicBezTo>
                  <a:cubicBezTo>
                    <a:pt x="1824" y="15767"/>
                    <a:pt x="1882" y="15796"/>
                    <a:pt x="1936" y="15796"/>
                  </a:cubicBezTo>
                  <a:cubicBezTo>
                    <a:pt x="1956" y="15796"/>
                    <a:pt x="1976" y="15792"/>
                    <a:pt x="1993" y="15784"/>
                  </a:cubicBezTo>
                  <a:cubicBezTo>
                    <a:pt x="3247" y="15173"/>
                    <a:pt x="4693" y="12955"/>
                    <a:pt x="5079" y="12376"/>
                  </a:cubicBezTo>
                  <a:lnTo>
                    <a:pt x="6204" y="12376"/>
                  </a:lnTo>
                  <a:cubicBezTo>
                    <a:pt x="6525" y="13019"/>
                    <a:pt x="7650" y="15012"/>
                    <a:pt x="8679" y="15848"/>
                  </a:cubicBezTo>
                  <a:cubicBezTo>
                    <a:pt x="8711" y="15880"/>
                    <a:pt x="8751" y="15896"/>
                    <a:pt x="8792" y="15896"/>
                  </a:cubicBezTo>
                  <a:cubicBezTo>
                    <a:pt x="8832" y="15896"/>
                    <a:pt x="8872" y="15880"/>
                    <a:pt x="8904" y="15848"/>
                  </a:cubicBezTo>
                  <a:cubicBezTo>
                    <a:pt x="8936" y="15784"/>
                    <a:pt x="8936" y="15687"/>
                    <a:pt x="8872" y="15623"/>
                  </a:cubicBezTo>
                  <a:cubicBezTo>
                    <a:pt x="7843" y="14787"/>
                    <a:pt x="6686" y="12634"/>
                    <a:pt x="6429" y="12151"/>
                  </a:cubicBezTo>
                  <a:lnTo>
                    <a:pt x="6429" y="11509"/>
                  </a:lnTo>
                  <a:lnTo>
                    <a:pt x="7008" y="11509"/>
                  </a:lnTo>
                  <a:lnTo>
                    <a:pt x="7008" y="10833"/>
                  </a:lnTo>
                  <a:cubicBezTo>
                    <a:pt x="7297" y="10737"/>
                    <a:pt x="7522" y="10641"/>
                    <a:pt x="7747" y="10512"/>
                  </a:cubicBezTo>
                  <a:lnTo>
                    <a:pt x="8776" y="11348"/>
                  </a:lnTo>
                  <a:lnTo>
                    <a:pt x="9322" y="12473"/>
                  </a:lnTo>
                  <a:lnTo>
                    <a:pt x="9386" y="12537"/>
                  </a:lnTo>
                  <a:lnTo>
                    <a:pt x="10608" y="13180"/>
                  </a:lnTo>
                  <a:cubicBezTo>
                    <a:pt x="10625" y="13189"/>
                    <a:pt x="10644" y="13193"/>
                    <a:pt x="10664" y="13193"/>
                  </a:cubicBezTo>
                  <a:cubicBezTo>
                    <a:pt x="10719" y="13193"/>
                    <a:pt x="10777" y="13163"/>
                    <a:pt x="10801" y="13116"/>
                  </a:cubicBezTo>
                  <a:cubicBezTo>
                    <a:pt x="10865" y="13019"/>
                    <a:pt x="10833" y="12955"/>
                    <a:pt x="10736" y="12891"/>
                  </a:cubicBezTo>
                  <a:lnTo>
                    <a:pt x="9579" y="12280"/>
                  </a:lnTo>
                  <a:lnTo>
                    <a:pt x="9033" y="11155"/>
                  </a:lnTo>
                  <a:lnTo>
                    <a:pt x="9001" y="11123"/>
                  </a:lnTo>
                  <a:lnTo>
                    <a:pt x="8036" y="10351"/>
                  </a:lnTo>
                  <a:cubicBezTo>
                    <a:pt x="8550" y="10030"/>
                    <a:pt x="8840" y="9741"/>
                    <a:pt x="8840" y="9741"/>
                  </a:cubicBezTo>
                  <a:cubicBezTo>
                    <a:pt x="8840" y="9741"/>
                    <a:pt x="8711" y="8455"/>
                    <a:pt x="8518" y="7073"/>
                  </a:cubicBezTo>
                  <a:lnTo>
                    <a:pt x="9097" y="7073"/>
                  </a:lnTo>
                  <a:cubicBezTo>
                    <a:pt x="9161" y="7073"/>
                    <a:pt x="9193" y="7040"/>
                    <a:pt x="9226" y="6976"/>
                  </a:cubicBezTo>
                  <a:lnTo>
                    <a:pt x="9933" y="5433"/>
                  </a:lnTo>
                  <a:lnTo>
                    <a:pt x="11090" y="4790"/>
                  </a:lnTo>
                  <a:cubicBezTo>
                    <a:pt x="11154" y="4758"/>
                    <a:pt x="11186" y="4662"/>
                    <a:pt x="11154" y="4565"/>
                  </a:cubicBezTo>
                  <a:cubicBezTo>
                    <a:pt x="11122" y="4533"/>
                    <a:pt x="11058" y="4501"/>
                    <a:pt x="11026" y="4501"/>
                  </a:cubicBezTo>
                  <a:lnTo>
                    <a:pt x="10929" y="4533"/>
                  </a:lnTo>
                  <a:lnTo>
                    <a:pt x="9740" y="5176"/>
                  </a:lnTo>
                  <a:lnTo>
                    <a:pt x="9676" y="5272"/>
                  </a:lnTo>
                  <a:lnTo>
                    <a:pt x="9001" y="6783"/>
                  </a:lnTo>
                  <a:lnTo>
                    <a:pt x="8486" y="6751"/>
                  </a:lnTo>
                  <a:cubicBezTo>
                    <a:pt x="8358" y="5723"/>
                    <a:pt x="8197" y="4694"/>
                    <a:pt x="8100" y="4180"/>
                  </a:cubicBezTo>
                  <a:lnTo>
                    <a:pt x="9258" y="3472"/>
                  </a:lnTo>
                  <a:cubicBezTo>
                    <a:pt x="9322" y="3440"/>
                    <a:pt x="9354" y="3376"/>
                    <a:pt x="9354" y="3312"/>
                  </a:cubicBezTo>
                  <a:lnTo>
                    <a:pt x="8808" y="1158"/>
                  </a:lnTo>
                  <a:lnTo>
                    <a:pt x="9483" y="354"/>
                  </a:lnTo>
                  <a:cubicBezTo>
                    <a:pt x="9547" y="290"/>
                    <a:pt x="9515" y="194"/>
                    <a:pt x="9451" y="162"/>
                  </a:cubicBezTo>
                  <a:lnTo>
                    <a:pt x="9354" y="129"/>
                  </a:lnTo>
                  <a:lnTo>
                    <a:pt x="9258" y="162"/>
                  </a:lnTo>
                  <a:lnTo>
                    <a:pt x="8550" y="997"/>
                  </a:lnTo>
                  <a:lnTo>
                    <a:pt x="8518" y="1126"/>
                  </a:lnTo>
                  <a:lnTo>
                    <a:pt x="9033" y="3280"/>
                  </a:lnTo>
                  <a:lnTo>
                    <a:pt x="8004" y="3858"/>
                  </a:lnTo>
                  <a:cubicBezTo>
                    <a:pt x="7779" y="3312"/>
                    <a:pt x="7265" y="2476"/>
                    <a:pt x="6783" y="1737"/>
                  </a:cubicBezTo>
                  <a:cubicBezTo>
                    <a:pt x="6541" y="1383"/>
                    <a:pt x="6156" y="1206"/>
                    <a:pt x="5770" y="1206"/>
                  </a:cubicBezTo>
                  <a:cubicBezTo>
                    <a:pt x="5384" y="1206"/>
                    <a:pt x="4999" y="1383"/>
                    <a:pt x="4757" y="1737"/>
                  </a:cubicBezTo>
                  <a:lnTo>
                    <a:pt x="3407" y="3730"/>
                  </a:lnTo>
                  <a:lnTo>
                    <a:pt x="2507" y="3151"/>
                  </a:lnTo>
                  <a:lnTo>
                    <a:pt x="3118" y="1029"/>
                  </a:lnTo>
                  <a:lnTo>
                    <a:pt x="3086" y="901"/>
                  </a:lnTo>
                  <a:lnTo>
                    <a:pt x="2411" y="65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4000;p64">
              <a:extLst>
                <a:ext uri="{FF2B5EF4-FFF2-40B4-BE49-F238E27FC236}">
                  <a16:creationId xmlns:a16="http://schemas.microsoft.com/office/drawing/2014/main" id="{195024AC-B997-97D0-0C5E-6E0E419B3E3B}"/>
                </a:ext>
              </a:extLst>
            </p:cNvPr>
            <p:cNvSpPr/>
            <p:nvPr/>
          </p:nvSpPr>
          <p:spPr>
            <a:xfrm>
              <a:off x="3363975" y="3655875"/>
              <a:ext cx="136625" cy="134225"/>
            </a:xfrm>
            <a:custGeom>
              <a:avLst/>
              <a:gdLst/>
              <a:ahLst/>
              <a:cxnLst/>
              <a:rect l="l" t="t" r="r" b="b"/>
              <a:pathLst>
                <a:path w="5465" h="5369" extrusionOk="0">
                  <a:moveTo>
                    <a:pt x="483" y="1"/>
                  </a:moveTo>
                  <a:lnTo>
                    <a:pt x="0" y="5337"/>
                  </a:lnTo>
                  <a:lnTo>
                    <a:pt x="0" y="5337"/>
                  </a:lnTo>
                  <a:lnTo>
                    <a:pt x="2604" y="3954"/>
                  </a:lnTo>
                  <a:lnTo>
                    <a:pt x="5465" y="5369"/>
                  </a:lnTo>
                  <a:lnTo>
                    <a:pt x="4790" y="129"/>
                  </a:lnTo>
                  <a:lnTo>
                    <a:pt x="3408" y="804"/>
                  </a:lnTo>
                  <a:lnTo>
                    <a:pt x="2668" y="258"/>
                  </a:lnTo>
                  <a:lnTo>
                    <a:pt x="1993" y="836"/>
                  </a:lnTo>
                  <a:lnTo>
                    <a:pt x="4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4001;p64">
              <a:extLst>
                <a:ext uri="{FF2B5EF4-FFF2-40B4-BE49-F238E27FC236}">
                  <a16:creationId xmlns:a16="http://schemas.microsoft.com/office/drawing/2014/main" id="{7232417F-EF0F-EC94-D31D-CA1A173A4E76}"/>
                </a:ext>
              </a:extLst>
            </p:cNvPr>
            <p:cNvSpPr/>
            <p:nvPr/>
          </p:nvSpPr>
          <p:spPr>
            <a:xfrm>
              <a:off x="3359950" y="3651850"/>
              <a:ext cx="144675" cy="141800"/>
            </a:xfrm>
            <a:custGeom>
              <a:avLst/>
              <a:gdLst/>
              <a:ahLst/>
              <a:cxnLst/>
              <a:rect l="l" t="t" r="r" b="b"/>
              <a:pathLst>
                <a:path w="5787" h="5672" extrusionOk="0">
                  <a:moveTo>
                    <a:pt x="772" y="387"/>
                  </a:moveTo>
                  <a:lnTo>
                    <a:pt x="2090" y="1126"/>
                  </a:lnTo>
                  <a:lnTo>
                    <a:pt x="2154" y="1126"/>
                  </a:lnTo>
                  <a:lnTo>
                    <a:pt x="2283" y="1094"/>
                  </a:lnTo>
                  <a:lnTo>
                    <a:pt x="2829" y="612"/>
                  </a:lnTo>
                  <a:lnTo>
                    <a:pt x="3472" y="1094"/>
                  </a:lnTo>
                  <a:cubicBezTo>
                    <a:pt x="3504" y="1126"/>
                    <a:pt x="3569" y="1126"/>
                    <a:pt x="3633" y="1126"/>
                  </a:cubicBezTo>
                  <a:lnTo>
                    <a:pt x="4822" y="547"/>
                  </a:lnTo>
                  <a:lnTo>
                    <a:pt x="5433" y="5240"/>
                  </a:lnTo>
                  <a:lnTo>
                    <a:pt x="5433" y="5240"/>
                  </a:lnTo>
                  <a:lnTo>
                    <a:pt x="2829" y="3987"/>
                  </a:lnTo>
                  <a:lnTo>
                    <a:pt x="2701" y="3987"/>
                  </a:lnTo>
                  <a:lnTo>
                    <a:pt x="354" y="5240"/>
                  </a:lnTo>
                  <a:lnTo>
                    <a:pt x="772" y="387"/>
                  </a:lnTo>
                  <a:close/>
                  <a:moveTo>
                    <a:pt x="579" y="1"/>
                  </a:moveTo>
                  <a:cubicBezTo>
                    <a:pt x="515" y="33"/>
                    <a:pt x="483" y="97"/>
                    <a:pt x="483" y="129"/>
                  </a:cubicBezTo>
                  <a:lnTo>
                    <a:pt x="1" y="5465"/>
                  </a:lnTo>
                  <a:cubicBezTo>
                    <a:pt x="1" y="5530"/>
                    <a:pt x="33" y="5594"/>
                    <a:pt x="65" y="5626"/>
                  </a:cubicBezTo>
                  <a:cubicBezTo>
                    <a:pt x="97" y="5642"/>
                    <a:pt x="129" y="5650"/>
                    <a:pt x="157" y="5650"/>
                  </a:cubicBezTo>
                  <a:cubicBezTo>
                    <a:pt x="185" y="5650"/>
                    <a:pt x="210" y="5642"/>
                    <a:pt x="226" y="5626"/>
                  </a:cubicBezTo>
                  <a:lnTo>
                    <a:pt x="2765" y="4276"/>
                  </a:lnTo>
                  <a:lnTo>
                    <a:pt x="5562" y="5658"/>
                  </a:lnTo>
                  <a:cubicBezTo>
                    <a:pt x="5580" y="5668"/>
                    <a:pt x="5599" y="5672"/>
                    <a:pt x="5617" y="5672"/>
                  </a:cubicBezTo>
                  <a:cubicBezTo>
                    <a:pt x="5661" y="5672"/>
                    <a:pt x="5700" y="5649"/>
                    <a:pt x="5722" y="5626"/>
                  </a:cubicBezTo>
                  <a:cubicBezTo>
                    <a:pt x="5754" y="5594"/>
                    <a:pt x="5787" y="5562"/>
                    <a:pt x="5787" y="5498"/>
                  </a:cubicBezTo>
                  <a:lnTo>
                    <a:pt x="5112" y="290"/>
                  </a:lnTo>
                  <a:cubicBezTo>
                    <a:pt x="5112" y="226"/>
                    <a:pt x="5079" y="194"/>
                    <a:pt x="5015" y="162"/>
                  </a:cubicBezTo>
                  <a:lnTo>
                    <a:pt x="4887" y="162"/>
                  </a:lnTo>
                  <a:lnTo>
                    <a:pt x="3569" y="804"/>
                  </a:lnTo>
                  <a:lnTo>
                    <a:pt x="2926" y="290"/>
                  </a:lnTo>
                  <a:cubicBezTo>
                    <a:pt x="2894" y="274"/>
                    <a:pt x="2862" y="266"/>
                    <a:pt x="2829" y="266"/>
                  </a:cubicBezTo>
                  <a:cubicBezTo>
                    <a:pt x="2797" y="266"/>
                    <a:pt x="2765" y="274"/>
                    <a:pt x="2733" y="290"/>
                  </a:cubicBezTo>
                  <a:lnTo>
                    <a:pt x="2154" y="804"/>
                  </a:lnTo>
                  <a:lnTo>
                    <a:pt x="708" y="33"/>
                  </a:lnTo>
                  <a:lnTo>
                    <a:pt x="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4002;p64">
              <a:extLst>
                <a:ext uri="{FF2B5EF4-FFF2-40B4-BE49-F238E27FC236}">
                  <a16:creationId xmlns:a16="http://schemas.microsoft.com/office/drawing/2014/main" id="{49D04E2E-3070-6683-2EB4-A9B711F6AA5A}"/>
                </a:ext>
              </a:extLst>
            </p:cNvPr>
            <p:cNvSpPr/>
            <p:nvPr/>
          </p:nvSpPr>
          <p:spPr>
            <a:xfrm>
              <a:off x="3378425" y="3754725"/>
              <a:ext cx="110925" cy="61100"/>
            </a:xfrm>
            <a:custGeom>
              <a:avLst/>
              <a:gdLst/>
              <a:ahLst/>
              <a:cxnLst/>
              <a:rect l="l" t="t" r="r" b="b"/>
              <a:pathLst>
                <a:path w="4437" h="2444" extrusionOk="0">
                  <a:moveTo>
                    <a:pt x="2026" y="0"/>
                  </a:moveTo>
                  <a:lnTo>
                    <a:pt x="1" y="1190"/>
                  </a:lnTo>
                  <a:lnTo>
                    <a:pt x="2058" y="2443"/>
                  </a:lnTo>
                  <a:lnTo>
                    <a:pt x="4437" y="1222"/>
                  </a:lnTo>
                  <a:lnTo>
                    <a:pt x="20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4003;p64">
              <a:extLst>
                <a:ext uri="{FF2B5EF4-FFF2-40B4-BE49-F238E27FC236}">
                  <a16:creationId xmlns:a16="http://schemas.microsoft.com/office/drawing/2014/main" id="{28C2D8B0-9FFE-16E8-828A-280D8249C808}"/>
                </a:ext>
              </a:extLst>
            </p:cNvPr>
            <p:cNvSpPr/>
            <p:nvPr/>
          </p:nvSpPr>
          <p:spPr>
            <a:xfrm>
              <a:off x="3374425" y="3750700"/>
              <a:ext cx="118950" cy="68325"/>
            </a:xfrm>
            <a:custGeom>
              <a:avLst/>
              <a:gdLst/>
              <a:ahLst/>
              <a:cxnLst/>
              <a:rect l="l" t="t" r="r" b="b"/>
              <a:pathLst>
                <a:path w="4758" h="2733" extrusionOk="0">
                  <a:moveTo>
                    <a:pt x="2186" y="322"/>
                  </a:moveTo>
                  <a:lnTo>
                    <a:pt x="4243" y="1383"/>
                  </a:lnTo>
                  <a:lnTo>
                    <a:pt x="2218" y="2411"/>
                  </a:lnTo>
                  <a:lnTo>
                    <a:pt x="450" y="1351"/>
                  </a:lnTo>
                  <a:lnTo>
                    <a:pt x="2186" y="322"/>
                  </a:lnTo>
                  <a:close/>
                  <a:moveTo>
                    <a:pt x="2186" y="1"/>
                  </a:moveTo>
                  <a:lnTo>
                    <a:pt x="2122" y="33"/>
                  </a:lnTo>
                  <a:lnTo>
                    <a:pt x="97" y="1222"/>
                  </a:lnTo>
                  <a:cubicBezTo>
                    <a:pt x="32" y="1254"/>
                    <a:pt x="0" y="1319"/>
                    <a:pt x="0" y="1351"/>
                  </a:cubicBezTo>
                  <a:cubicBezTo>
                    <a:pt x="0" y="1415"/>
                    <a:pt x="32" y="1447"/>
                    <a:pt x="97" y="1479"/>
                  </a:cubicBezTo>
                  <a:lnTo>
                    <a:pt x="2154" y="2733"/>
                  </a:lnTo>
                  <a:lnTo>
                    <a:pt x="2283" y="2733"/>
                  </a:lnTo>
                  <a:lnTo>
                    <a:pt x="4661" y="1544"/>
                  </a:lnTo>
                  <a:cubicBezTo>
                    <a:pt x="4725" y="1511"/>
                    <a:pt x="4758" y="1447"/>
                    <a:pt x="4758" y="1415"/>
                  </a:cubicBezTo>
                  <a:cubicBezTo>
                    <a:pt x="4758" y="1351"/>
                    <a:pt x="4725" y="1286"/>
                    <a:pt x="4661" y="1254"/>
                  </a:cubicBezTo>
                  <a:lnTo>
                    <a:pt x="2250" y="3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4004;p64">
              <a:extLst>
                <a:ext uri="{FF2B5EF4-FFF2-40B4-BE49-F238E27FC236}">
                  <a16:creationId xmlns:a16="http://schemas.microsoft.com/office/drawing/2014/main" id="{86088B1E-17BF-DA70-22E0-47C3E823B722}"/>
                </a:ext>
              </a:extLst>
            </p:cNvPr>
            <p:cNvSpPr/>
            <p:nvPr/>
          </p:nvSpPr>
          <p:spPr>
            <a:xfrm>
              <a:off x="3506200" y="2497575"/>
              <a:ext cx="375325" cy="422225"/>
            </a:xfrm>
            <a:custGeom>
              <a:avLst/>
              <a:gdLst/>
              <a:ahLst/>
              <a:cxnLst/>
              <a:rect l="l" t="t" r="r" b="b"/>
              <a:pathLst>
                <a:path w="15013" h="16889" extrusionOk="0">
                  <a:moveTo>
                    <a:pt x="9196" y="0"/>
                  </a:moveTo>
                  <a:cubicBezTo>
                    <a:pt x="9176" y="0"/>
                    <a:pt x="9154" y="4"/>
                    <a:pt x="9130" y="12"/>
                  </a:cubicBezTo>
                  <a:cubicBezTo>
                    <a:pt x="9066" y="44"/>
                    <a:pt x="9001" y="109"/>
                    <a:pt x="9034" y="205"/>
                  </a:cubicBezTo>
                  <a:cubicBezTo>
                    <a:pt x="9451" y="1459"/>
                    <a:pt x="9226" y="3902"/>
                    <a:pt x="9162" y="4448"/>
                  </a:cubicBezTo>
                  <a:lnTo>
                    <a:pt x="8808" y="4995"/>
                  </a:lnTo>
                  <a:lnTo>
                    <a:pt x="8326" y="4673"/>
                  </a:lnTo>
                  <a:lnTo>
                    <a:pt x="7941" y="5220"/>
                  </a:lnTo>
                  <a:cubicBezTo>
                    <a:pt x="7683" y="5155"/>
                    <a:pt x="7394" y="5091"/>
                    <a:pt x="7169" y="5059"/>
                  </a:cubicBezTo>
                  <a:lnTo>
                    <a:pt x="6751" y="3838"/>
                  </a:lnTo>
                  <a:lnTo>
                    <a:pt x="6944" y="2584"/>
                  </a:lnTo>
                  <a:lnTo>
                    <a:pt x="6912" y="2487"/>
                  </a:lnTo>
                  <a:lnTo>
                    <a:pt x="6237" y="1298"/>
                  </a:lnTo>
                  <a:cubicBezTo>
                    <a:pt x="6216" y="1236"/>
                    <a:pt x="6169" y="1200"/>
                    <a:pt x="6120" y="1200"/>
                  </a:cubicBezTo>
                  <a:cubicBezTo>
                    <a:pt x="6094" y="1200"/>
                    <a:pt x="6067" y="1211"/>
                    <a:pt x="6044" y="1234"/>
                  </a:cubicBezTo>
                  <a:cubicBezTo>
                    <a:pt x="5980" y="1266"/>
                    <a:pt x="5948" y="1362"/>
                    <a:pt x="5980" y="1427"/>
                  </a:cubicBezTo>
                  <a:lnTo>
                    <a:pt x="6623" y="2584"/>
                  </a:lnTo>
                  <a:lnTo>
                    <a:pt x="6462" y="3838"/>
                  </a:lnTo>
                  <a:lnTo>
                    <a:pt x="6462" y="3902"/>
                  </a:lnTo>
                  <a:lnTo>
                    <a:pt x="6848" y="5059"/>
                  </a:lnTo>
                  <a:cubicBezTo>
                    <a:pt x="6760" y="5054"/>
                    <a:pt x="6677" y="5052"/>
                    <a:pt x="6598" y="5052"/>
                  </a:cubicBezTo>
                  <a:cubicBezTo>
                    <a:pt x="6126" y="5052"/>
                    <a:pt x="5819" y="5123"/>
                    <a:pt x="5819" y="5123"/>
                  </a:cubicBezTo>
                  <a:cubicBezTo>
                    <a:pt x="5819" y="5123"/>
                    <a:pt x="5208" y="6281"/>
                    <a:pt x="4598" y="7534"/>
                  </a:cubicBezTo>
                  <a:lnTo>
                    <a:pt x="4148" y="7213"/>
                  </a:lnTo>
                  <a:cubicBezTo>
                    <a:pt x="4131" y="7197"/>
                    <a:pt x="4107" y="7189"/>
                    <a:pt x="4079" y="7189"/>
                  </a:cubicBezTo>
                  <a:cubicBezTo>
                    <a:pt x="4051" y="7189"/>
                    <a:pt x="4019" y="7197"/>
                    <a:pt x="3987" y="7213"/>
                  </a:cubicBezTo>
                  <a:lnTo>
                    <a:pt x="2540" y="8113"/>
                  </a:lnTo>
                  <a:lnTo>
                    <a:pt x="1222" y="8016"/>
                  </a:lnTo>
                  <a:cubicBezTo>
                    <a:pt x="1126" y="8016"/>
                    <a:pt x="1062" y="8081"/>
                    <a:pt x="1062" y="8145"/>
                  </a:cubicBezTo>
                  <a:cubicBezTo>
                    <a:pt x="1062" y="8209"/>
                    <a:pt x="1062" y="8273"/>
                    <a:pt x="1126" y="8306"/>
                  </a:cubicBezTo>
                  <a:lnTo>
                    <a:pt x="1190" y="8306"/>
                  </a:lnTo>
                  <a:lnTo>
                    <a:pt x="2572" y="8434"/>
                  </a:lnTo>
                  <a:lnTo>
                    <a:pt x="2669" y="8402"/>
                  </a:lnTo>
                  <a:lnTo>
                    <a:pt x="4051" y="7502"/>
                  </a:lnTo>
                  <a:lnTo>
                    <a:pt x="4469" y="7791"/>
                  </a:lnTo>
                  <a:cubicBezTo>
                    <a:pt x="4019" y="8756"/>
                    <a:pt x="3569" y="9688"/>
                    <a:pt x="3376" y="10202"/>
                  </a:cubicBezTo>
                  <a:lnTo>
                    <a:pt x="2026" y="10106"/>
                  </a:lnTo>
                  <a:cubicBezTo>
                    <a:pt x="1962" y="10106"/>
                    <a:pt x="1897" y="10138"/>
                    <a:pt x="1865" y="10202"/>
                  </a:cubicBezTo>
                  <a:lnTo>
                    <a:pt x="1094" y="12292"/>
                  </a:lnTo>
                  <a:lnTo>
                    <a:pt x="130" y="12581"/>
                  </a:lnTo>
                  <a:cubicBezTo>
                    <a:pt x="33" y="12613"/>
                    <a:pt x="1" y="12709"/>
                    <a:pt x="33" y="12774"/>
                  </a:cubicBezTo>
                  <a:lnTo>
                    <a:pt x="97" y="12870"/>
                  </a:lnTo>
                  <a:lnTo>
                    <a:pt x="226" y="12870"/>
                  </a:lnTo>
                  <a:lnTo>
                    <a:pt x="1255" y="12581"/>
                  </a:lnTo>
                  <a:lnTo>
                    <a:pt x="1351" y="12484"/>
                  </a:lnTo>
                  <a:lnTo>
                    <a:pt x="2122" y="10427"/>
                  </a:lnTo>
                  <a:lnTo>
                    <a:pt x="3280" y="10491"/>
                  </a:lnTo>
                  <a:cubicBezTo>
                    <a:pt x="3151" y="11070"/>
                    <a:pt x="3119" y="12067"/>
                    <a:pt x="3151" y="12934"/>
                  </a:cubicBezTo>
                  <a:cubicBezTo>
                    <a:pt x="3151" y="13610"/>
                    <a:pt x="3718" y="14118"/>
                    <a:pt x="4360" y="14118"/>
                  </a:cubicBezTo>
                  <a:cubicBezTo>
                    <a:pt x="4512" y="14118"/>
                    <a:pt x="4669" y="14089"/>
                    <a:pt x="4823" y="14027"/>
                  </a:cubicBezTo>
                  <a:lnTo>
                    <a:pt x="7041" y="13127"/>
                  </a:lnTo>
                  <a:lnTo>
                    <a:pt x="7458" y="14092"/>
                  </a:lnTo>
                  <a:lnTo>
                    <a:pt x="5819" y="15538"/>
                  </a:lnTo>
                  <a:cubicBezTo>
                    <a:pt x="5787" y="15570"/>
                    <a:pt x="5755" y="15602"/>
                    <a:pt x="5755" y="15667"/>
                  </a:cubicBezTo>
                  <a:lnTo>
                    <a:pt x="5851" y="16760"/>
                  </a:lnTo>
                  <a:lnTo>
                    <a:pt x="5915" y="16856"/>
                  </a:lnTo>
                  <a:lnTo>
                    <a:pt x="6012" y="16888"/>
                  </a:lnTo>
                  <a:cubicBezTo>
                    <a:pt x="6108" y="16888"/>
                    <a:pt x="6173" y="16824"/>
                    <a:pt x="6173" y="16727"/>
                  </a:cubicBezTo>
                  <a:lnTo>
                    <a:pt x="6076" y="15731"/>
                  </a:lnTo>
                  <a:lnTo>
                    <a:pt x="7748" y="14252"/>
                  </a:lnTo>
                  <a:cubicBezTo>
                    <a:pt x="7812" y="14220"/>
                    <a:pt x="7812" y="14124"/>
                    <a:pt x="7780" y="14092"/>
                  </a:cubicBezTo>
                  <a:lnTo>
                    <a:pt x="7330" y="13031"/>
                  </a:lnTo>
                  <a:lnTo>
                    <a:pt x="7491" y="12967"/>
                  </a:lnTo>
                  <a:lnTo>
                    <a:pt x="9162" y="11006"/>
                  </a:lnTo>
                  <a:lnTo>
                    <a:pt x="9741" y="11424"/>
                  </a:lnTo>
                  <a:lnTo>
                    <a:pt x="9419" y="13031"/>
                  </a:lnTo>
                  <a:lnTo>
                    <a:pt x="9419" y="13127"/>
                  </a:lnTo>
                  <a:lnTo>
                    <a:pt x="9998" y="14381"/>
                  </a:lnTo>
                  <a:lnTo>
                    <a:pt x="10062" y="14445"/>
                  </a:lnTo>
                  <a:cubicBezTo>
                    <a:pt x="10078" y="14461"/>
                    <a:pt x="10102" y="14469"/>
                    <a:pt x="10130" y="14469"/>
                  </a:cubicBezTo>
                  <a:cubicBezTo>
                    <a:pt x="10159" y="14469"/>
                    <a:pt x="10191" y="14461"/>
                    <a:pt x="10223" y="14445"/>
                  </a:cubicBezTo>
                  <a:cubicBezTo>
                    <a:pt x="10287" y="14413"/>
                    <a:pt x="10319" y="14317"/>
                    <a:pt x="10287" y="14252"/>
                  </a:cubicBezTo>
                  <a:lnTo>
                    <a:pt x="9709" y="13063"/>
                  </a:lnTo>
                  <a:lnTo>
                    <a:pt x="10062" y="11359"/>
                  </a:lnTo>
                  <a:cubicBezTo>
                    <a:pt x="10062" y="11327"/>
                    <a:pt x="10030" y="11263"/>
                    <a:pt x="9998" y="11231"/>
                  </a:cubicBezTo>
                  <a:lnTo>
                    <a:pt x="9355" y="10781"/>
                  </a:lnTo>
                  <a:lnTo>
                    <a:pt x="11187" y="8627"/>
                  </a:lnTo>
                  <a:cubicBezTo>
                    <a:pt x="11187" y="8627"/>
                    <a:pt x="10994" y="8048"/>
                    <a:pt x="10544" y="7341"/>
                  </a:cubicBezTo>
                  <a:lnTo>
                    <a:pt x="11444" y="7309"/>
                  </a:lnTo>
                  <a:lnTo>
                    <a:pt x="11509" y="7277"/>
                  </a:lnTo>
                  <a:lnTo>
                    <a:pt x="12569" y="6698"/>
                  </a:lnTo>
                  <a:lnTo>
                    <a:pt x="13887" y="6859"/>
                  </a:lnTo>
                  <a:cubicBezTo>
                    <a:pt x="13904" y="6865"/>
                    <a:pt x="13920" y="6867"/>
                    <a:pt x="13936" y="6867"/>
                  </a:cubicBezTo>
                  <a:cubicBezTo>
                    <a:pt x="14006" y="6867"/>
                    <a:pt x="14054" y="6810"/>
                    <a:pt x="14080" y="6731"/>
                  </a:cubicBezTo>
                  <a:cubicBezTo>
                    <a:pt x="14080" y="6666"/>
                    <a:pt x="14016" y="6570"/>
                    <a:pt x="13952" y="6570"/>
                  </a:cubicBezTo>
                  <a:lnTo>
                    <a:pt x="12569" y="6377"/>
                  </a:lnTo>
                  <a:lnTo>
                    <a:pt x="12473" y="6409"/>
                  </a:lnTo>
                  <a:lnTo>
                    <a:pt x="11380" y="7020"/>
                  </a:lnTo>
                  <a:lnTo>
                    <a:pt x="10351" y="7052"/>
                  </a:lnTo>
                  <a:cubicBezTo>
                    <a:pt x="10287" y="6988"/>
                    <a:pt x="10223" y="6923"/>
                    <a:pt x="10191" y="6859"/>
                  </a:cubicBezTo>
                  <a:lnTo>
                    <a:pt x="10673" y="6152"/>
                  </a:lnTo>
                  <a:lnTo>
                    <a:pt x="10159" y="5830"/>
                  </a:lnTo>
                  <a:lnTo>
                    <a:pt x="10480" y="5316"/>
                  </a:lnTo>
                  <a:cubicBezTo>
                    <a:pt x="10988" y="5077"/>
                    <a:pt x="13165" y="4142"/>
                    <a:pt x="14553" y="4142"/>
                  </a:cubicBezTo>
                  <a:cubicBezTo>
                    <a:pt x="14658" y="4142"/>
                    <a:pt x="14757" y="4148"/>
                    <a:pt x="14852" y="4159"/>
                  </a:cubicBezTo>
                  <a:cubicBezTo>
                    <a:pt x="14916" y="4159"/>
                    <a:pt x="14980" y="4095"/>
                    <a:pt x="15012" y="4030"/>
                  </a:cubicBezTo>
                  <a:cubicBezTo>
                    <a:pt x="15012" y="3934"/>
                    <a:pt x="14948" y="3870"/>
                    <a:pt x="14884" y="3838"/>
                  </a:cubicBezTo>
                  <a:cubicBezTo>
                    <a:pt x="14785" y="3826"/>
                    <a:pt x="14682" y="3821"/>
                    <a:pt x="14574" y="3821"/>
                  </a:cubicBezTo>
                  <a:cubicBezTo>
                    <a:pt x="13142" y="3821"/>
                    <a:pt x="11014" y="4758"/>
                    <a:pt x="10416" y="5027"/>
                  </a:cubicBezTo>
                  <a:lnTo>
                    <a:pt x="9484" y="4384"/>
                  </a:lnTo>
                  <a:cubicBezTo>
                    <a:pt x="9548" y="3645"/>
                    <a:pt x="9741" y="1395"/>
                    <a:pt x="9323" y="109"/>
                  </a:cubicBezTo>
                  <a:cubicBezTo>
                    <a:pt x="9299" y="36"/>
                    <a:pt x="9257" y="0"/>
                    <a:pt x="9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4005;p64">
              <a:extLst>
                <a:ext uri="{FF2B5EF4-FFF2-40B4-BE49-F238E27FC236}">
                  <a16:creationId xmlns:a16="http://schemas.microsoft.com/office/drawing/2014/main" id="{1A037587-7E03-3178-EAE4-BC8C19486888}"/>
                </a:ext>
              </a:extLst>
            </p:cNvPr>
            <p:cNvSpPr/>
            <p:nvPr/>
          </p:nvSpPr>
          <p:spPr>
            <a:xfrm>
              <a:off x="3600225" y="2635300"/>
              <a:ext cx="171200" cy="180825"/>
            </a:xfrm>
            <a:custGeom>
              <a:avLst/>
              <a:gdLst/>
              <a:ahLst/>
              <a:cxnLst/>
              <a:rect l="l" t="t" r="r" b="b"/>
              <a:pathLst>
                <a:path w="6848" h="7233" extrusionOk="0">
                  <a:moveTo>
                    <a:pt x="2283" y="0"/>
                  </a:moveTo>
                  <a:lnTo>
                    <a:pt x="1" y="4725"/>
                  </a:lnTo>
                  <a:lnTo>
                    <a:pt x="1512" y="4950"/>
                  </a:lnTo>
                  <a:lnTo>
                    <a:pt x="1833" y="5818"/>
                  </a:lnTo>
                  <a:lnTo>
                    <a:pt x="2701" y="5690"/>
                  </a:lnTo>
                  <a:lnTo>
                    <a:pt x="3505" y="7233"/>
                  </a:lnTo>
                  <a:lnTo>
                    <a:pt x="6848" y="3054"/>
                  </a:lnTo>
                  <a:lnTo>
                    <a:pt x="3922" y="2764"/>
                  </a:lnTo>
                  <a:lnTo>
                    <a:pt x="22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4006;p64">
              <a:extLst>
                <a:ext uri="{FF2B5EF4-FFF2-40B4-BE49-F238E27FC236}">
                  <a16:creationId xmlns:a16="http://schemas.microsoft.com/office/drawing/2014/main" id="{68D36582-069E-C27D-A83E-7FEDE1901310}"/>
                </a:ext>
              </a:extLst>
            </p:cNvPr>
            <p:cNvSpPr/>
            <p:nvPr/>
          </p:nvSpPr>
          <p:spPr>
            <a:xfrm>
              <a:off x="3596225" y="2632075"/>
              <a:ext cx="179225" cy="188075"/>
            </a:xfrm>
            <a:custGeom>
              <a:avLst/>
              <a:gdLst/>
              <a:ahLst/>
              <a:cxnLst/>
              <a:rect l="l" t="t" r="r" b="b"/>
              <a:pathLst>
                <a:path w="7169" h="7523" extrusionOk="0">
                  <a:moveTo>
                    <a:pt x="2475" y="450"/>
                  </a:moveTo>
                  <a:lnTo>
                    <a:pt x="3954" y="2958"/>
                  </a:lnTo>
                  <a:cubicBezTo>
                    <a:pt x="3954" y="3022"/>
                    <a:pt x="4018" y="3022"/>
                    <a:pt x="4050" y="3054"/>
                  </a:cubicBezTo>
                  <a:lnTo>
                    <a:pt x="6718" y="3311"/>
                  </a:lnTo>
                  <a:lnTo>
                    <a:pt x="3697" y="7104"/>
                  </a:lnTo>
                  <a:lnTo>
                    <a:pt x="2990" y="5754"/>
                  </a:lnTo>
                  <a:lnTo>
                    <a:pt x="2925" y="5690"/>
                  </a:lnTo>
                  <a:lnTo>
                    <a:pt x="2829" y="5690"/>
                  </a:lnTo>
                  <a:lnTo>
                    <a:pt x="2089" y="5754"/>
                  </a:lnTo>
                  <a:lnTo>
                    <a:pt x="1832" y="5015"/>
                  </a:lnTo>
                  <a:cubicBezTo>
                    <a:pt x="1800" y="4983"/>
                    <a:pt x="1768" y="4919"/>
                    <a:pt x="1704" y="4919"/>
                  </a:cubicBezTo>
                  <a:lnTo>
                    <a:pt x="386" y="4726"/>
                  </a:lnTo>
                  <a:lnTo>
                    <a:pt x="2475" y="450"/>
                  </a:lnTo>
                  <a:close/>
                  <a:moveTo>
                    <a:pt x="2443" y="0"/>
                  </a:moveTo>
                  <a:cubicBezTo>
                    <a:pt x="2379" y="0"/>
                    <a:pt x="2347" y="33"/>
                    <a:pt x="2314" y="65"/>
                  </a:cubicBezTo>
                  <a:lnTo>
                    <a:pt x="0" y="4790"/>
                  </a:lnTo>
                  <a:lnTo>
                    <a:pt x="0" y="4919"/>
                  </a:lnTo>
                  <a:lnTo>
                    <a:pt x="129" y="5015"/>
                  </a:lnTo>
                  <a:lnTo>
                    <a:pt x="1575" y="5208"/>
                  </a:lnTo>
                  <a:lnTo>
                    <a:pt x="1832" y="5979"/>
                  </a:lnTo>
                  <a:cubicBezTo>
                    <a:pt x="1859" y="6032"/>
                    <a:pt x="1906" y="6084"/>
                    <a:pt x="1958" y="6084"/>
                  </a:cubicBezTo>
                  <a:cubicBezTo>
                    <a:pt x="1969" y="6084"/>
                    <a:pt x="1981" y="6082"/>
                    <a:pt x="1993" y="6076"/>
                  </a:cubicBezTo>
                  <a:lnTo>
                    <a:pt x="2765" y="5979"/>
                  </a:lnTo>
                  <a:lnTo>
                    <a:pt x="3536" y="7426"/>
                  </a:lnTo>
                  <a:lnTo>
                    <a:pt x="3568" y="7490"/>
                  </a:lnTo>
                  <a:lnTo>
                    <a:pt x="3632" y="7522"/>
                  </a:lnTo>
                  <a:cubicBezTo>
                    <a:pt x="3697" y="7522"/>
                    <a:pt x="3729" y="7490"/>
                    <a:pt x="3761" y="7458"/>
                  </a:cubicBezTo>
                  <a:lnTo>
                    <a:pt x="7136" y="3279"/>
                  </a:lnTo>
                  <a:cubicBezTo>
                    <a:pt x="7168" y="3215"/>
                    <a:pt x="7168" y="3151"/>
                    <a:pt x="7136" y="3118"/>
                  </a:cubicBezTo>
                  <a:cubicBezTo>
                    <a:pt x="7136" y="3054"/>
                    <a:pt x="7072" y="3022"/>
                    <a:pt x="7008" y="3022"/>
                  </a:cubicBezTo>
                  <a:lnTo>
                    <a:pt x="4179" y="2733"/>
                  </a:lnTo>
                  <a:lnTo>
                    <a:pt x="2572" y="65"/>
                  </a:lnTo>
                  <a:cubicBezTo>
                    <a:pt x="2572" y="33"/>
                    <a:pt x="2507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4007;p64">
              <a:extLst>
                <a:ext uri="{FF2B5EF4-FFF2-40B4-BE49-F238E27FC236}">
                  <a16:creationId xmlns:a16="http://schemas.microsoft.com/office/drawing/2014/main" id="{3DBF0D63-9778-B435-B17A-E05C724F4421}"/>
                </a:ext>
              </a:extLst>
            </p:cNvPr>
            <p:cNvSpPr/>
            <p:nvPr/>
          </p:nvSpPr>
          <p:spPr>
            <a:xfrm>
              <a:off x="3664525" y="2645725"/>
              <a:ext cx="92425" cy="61100"/>
            </a:xfrm>
            <a:custGeom>
              <a:avLst/>
              <a:gdLst/>
              <a:ahLst/>
              <a:cxnLst/>
              <a:rect l="l" t="t" r="r" b="b"/>
              <a:pathLst>
                <a:path w="3697" h="2444" extrusionOk="0">
                  <a:moveTo>
                    <a:pt x="0" y="1"/>
                  </a:moveTo>
                  <a:lnTo>
                    <a:pt x="1350" y="2347"/>
                  </a:lnTo>
                  <a:lnTo>
                    <a:pt x="3697" y="2444"/>
                  </a:lnTo>
                  <a:lnTo>
                    <a:pt x="2636" y="2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4008;p64">
              <a:extLst>
                <a:ext uri="{FF2B5EF4-FFF2-40B4-BE49-F238E27FC236}">
                  <a16:creationId xmlns:a16="http://schemas.microsoft.com/office/drawing/2014/main" id="{AB76367A-38DD-58F7-5255-733061181CD5}"/>
                </a:ext>
              </a:extLst>
            </p:cNvPr>
            <p:cNvSpPr/>
            <p:nvPr/>
          </p:nvSpPr>
          <p:spPr>
            <a:xfrm>
              <a:off x="3660500" y="2641725"/>
              <a:ext cx="100475" cy="69125"/>
            </a:xfrm>
            <a:custGeom>
              <a:avLst/>
              <a:gdLst/>
              <a:ahLst/>
              <a:cxnLst/>
              <a:rect l="l" t="t" r="r" b="b"/>
              <a:pathLst>
                <a:path w="4019" h="2765" extrusionOk="0">
                  <a:moveTo>
                    <a:pt x="451" y="322"/>
                  </a:moveTo>
                  <a:lnTo>
                    <a:pt x="2701" y="611"/>
                  </a:lnTo>
                  <a:lnTo>
                    <a:pt x="3601" y="2443"/>
                  </a:lnTo>
                  <a:lnTo>
                    <a:pt x="1608" y="2347"/>
                  </a:lnTo>
                  <a:lnTo>
                    <a:pt x="451" y="322"/>
                  </a:lnTo>
                  <a:close/>
                  <a:moveTo>
                    <a:pt x="194" y="0"/>
                  </a:moveTo>
                  <a:cubicBezTo>
                    <a:pt x="129" y="0"/>
                    <a:pt x="97" y="0"/>
                    <a:pt x="65" y="64"/>
                  </a:cubicBezTo>
                  <a:cubicBezTo>
                    <a:pt x="33" y="97"/>
                    <a:pt x="1" y="161"/>
                    <a:pt x="33" y="225"/>
                  </a:cubicBezTo>
                  <a:lnTo>
                    <a:pt x="1383" y="2572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65"/>
                  </a:lnTo>
                  <a:cubicBezTo>
                    <a:pt x="3890" y="2765"/>
                    <a:pt x="3954" y="2765"/>
                    <a:pt x="3987" y="2700"/>
                  </a:cubicBezTo>
                  <a:cubicBezTo>
                    <a:pt x="4019" y="2668"/>
                    <a:pt x="4019" y="2604"/>
                    <a:pt x="3987" y="2540"/>
                  </a:cubicBezTo>
                  <a:lnTo>
                    <a:pt x="2958" y="386"/>
                  </a:lnTo>
                  <a:cubicBezTo>
                    <a:pt x="2926" y="354"/>
                    <a:pt x="2894" y="322"/>
                    <a:pt x="2829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4009;p64">
              <a:extLst>
                <a:ext uri="{FF2B5EF4-FFF2-40B4-BE49-F238E27FC236}">
                  <a16:creationId xmlns:a16="http://schemas.microsoft.com/office/drawing/2014/main" id="{5FC7848F-3AD0-A77A-632A-C72F9AF95392}"/>
                </a:ext>
              </a:extLst>
            </p:cNvPr>
            <p:cNvSpPr/>
            <p:nvPr/>
          </p:nvSpPr>
          <p:spPr>
            <a:xfrm>
              <a:off x="4202950" y="2493550"/>
              <a:ext cx="375300" cy="422225"/>
            </a:xfrm>
            <a:custGeom>
              <a:avLst/>
              <a:gdLst/>
              <a:ahLst/>
              <a:cxnLst/>
              <a:rect l="l" t="t" r="r" b="b"/>
              <a:pathLst>
                <a:path w="15012" h="16889" extrusionOk="0">
                  <a:moveTo>
                    <a:pt x="9195" y="1"/>
                  </a:moveTo>
                  <a:cubicBezTo>
                    <a:pt x="9175" y="1"/>
                    <a:pt x="9153" y="5"/>
                    <a:pt x="9129" y="13"/>
                  </a:cubicBezTo>
                  <a:cubicBezTo>
                    <a:pt x="9065" y="13"/>
                    <a:pt x="9001" y="109"/>
                    <a:pt x="9033" y="173"/>
                  </a:cubicBezTo>
                  <a:cubicBezTo>
                    <a:pt x="9418" y="1459"/>
                    <a:pt x="9226" y="3870"/>
                    <a:pt x="9161" y="4449"/>
                  </a:cubicBezTo>
                  <a:lnTo>
                    <a:pt x="8808" y="4963"/>
                  </a:lnTo>
                  <a:lnTo>
                    <a:pt x="8326" y="4641"/>
                  </a:lnTo>
                  <a:lnTo>
                    <a:pt x="7940" y="5220"/>
                  </a:lnTo>
                  <a:cubicBezTo>
                    <a:pt x="7650" y="5124"/>
                    <a:pt x="7393" y="5091"/>
                    <a:pt x="7168" y="5059"/>
                  </a:cubicBezTo>
                  <a:lnTo>
                    <a:pt x="6750" y="3806"/>
                  </a:lnTo>
                  <a:lnTo>
                    <a:pt x="6911" y="2584"/>
                  </a:lnTo>
                  <a:lnTo>
                    <a:pt x="6911" y="2488"/>
                  </a:lnTo>
                  <a:lnTo>
                    <a:pt x="6236" y="1266"/>
                  </a:lnTo>
                  <a:cubicBezTo>
                    <a:pt x="6213" y="1219"/>
                    <a:pt x="6155" y="1189"/>
                    <a:pt x="6100" y="1189"/>
                  </a:cubicBezTo>
                  <a:cubicBezTo>
                    <a:pt x="6080" y="1189"/>
                    <a:pt x="6060" y="1193"/>
                    <a:pt x="6043" y="1202"/>
                  </a:cubicBezTo>
                  <a:cubicBezTo>
                    <a:pt x="5947" y="1266"/>
                    <a:pt x="5947" y="1363"/>
                    <a:pt x="5979" y="1427"/>
                  </a:cubicBezTo>
                  <a:lnTo>
                    <a:pt x="6622" y="2584"/>
                  </a:lnTo>
                  <a:lnTo>
                    <a:pt x="6429" y="3806"/>
                  </a:lnTo>
                  <a:lnTo>
                    <a:pt x="6461" y="3870"/>
                  </a:lnTo>
                  <a:lnTo>
                    <a:pt x="6815" y="5027"/>
                  </a:lnTo>
                  <a:cubicBezTo>
                    <a:pt x="6236" y="5027"/>
                    <a:pt x="5818" y="5124"/>
                    <a:pt x="5818" y="5124"/>
                  </a:cubicBezTo>
                  <a:cubicBezTo>
                    <a:pt x="5818" y="5124"/>
                    <a:pt x="5207" y="6281"/>
                    <a:pt x="4597" y="7502"/>
                  </a:cubicBezTo>
                  <a:lnTo>
                    <a:pt x="4147" y="7181"/>
                  </a:lnTo>
                  <a:cubicBezTo>
                    <a:pt x="4115" y="7165"/>
                    <a:pt x="4082" y="7157"/>
                    <a:pt x="4054" y="7157"/>
                  </a:cubicBezTo>
                  <a:cubicBezTo>
                    <a:pt x="4026" y="7157"/>
                    <a:pt x="4002" y="7165"/>
                    <a:pt x="3986" y="7181"/>
                  </a:cubicBezTo>
                  <a:lnTo>
                    <a:pt x="2540" y="8113"/>
                  </a:lnTo>
                  <a:lnTo>
                    <a:pt x="1222" y="8017"/>
                  </a:lnTo>
                  <a:cubicBezTo>
                    <a:pt x="1205" y="8011"/>
                    <a:pt x="1188" y="8008"/>
                    <a:pt x="1173" y="8008"/>
                  </a:cubicBezTo>
                  <a:cubicBezTo>
                    <a:pt x="1103" y="8008"/>
                    <a:pt x="1055" y="8066"/>
                    <a:pt x="1029" y="8145"/>
                  </a:cubicBezTo>
                  <a:cubicBezTo>
                    <a:pt x="1029" y="8209"/>
                    <a:pt x="1061" y="8242"/>
                    <a:pt x="1093" y="8274"/>
                  </a:cubicBezTo>
                  <a:lnTo>
                    <a:pt x="1189" y="8306"/>
                  </a:lnTo>
                  <a:lnTo>
                    <a:pt x="2572" y="8402"/>
                  </a:lnTo>
                  <a:lnTo>
                    <a:pt x="2668" y="8402"/>
                  </a:lnTo>
                  <a:lnTo>
                    <a:pt x="4050" y="7502"/>
                  </a:lnTo>
                  <a:lnTo>
                    <a:pt x="4468" y="7792"/>
                  </a:lnTo>
                  <a:cubicBezTo>
                    <a:pt x="3986" y="8724"/>
                    <a:pt x="3568" y="9688"/>
                    <a:pt x="3375" y="10170"/>
                  </a:cubicBezTo>
                  <a:lnTo>
                    <a:pt x="1993" y="10106"/>
                  </a:lnTo>
                  <a:cubicBezTo>
                    <a:pt x="1929" y="10106"/>
                    <a:pt x="1864" y="10138"/>
                    <a:pt x="1864" y="10202"/>
                  </a:cubicBezTo>
                  <a:lnTo>
                    <a:pt x="1093" y="12292"/>
                  </a:lnTo>
                  <a:lnTo>
                    <a:pt x="129" y="12581"/>
                  </a:lnTo>
                  <a:cubicBezTo>
                    <a:pt x="32" y="12613"/>
                    <a:pt x="0" y="12678"/>
                    <a:pt x="0" y="12774"/>
                  </a:cubicBezTo>
                  <a:lnTo>
                    <a:pt x="64" y="12838"/>
                  </a:lnTo>
                  <a:lnTo>
                    <a:pt x="193" y="12870"/>
                  </a:lnTo>
                  <a:lnTo>
                    <a:pt x="1254" y="12549"/>
                  </a:lnTo>
                  <a:lnTo>
                    <a:pt x="1350" y="12485"/>
                  </a:lnTo>
                  <a:lnTo>
                    <a:pt x="2089" y="10395"/>
                  </a:lnTo>
                  <a:lnTo>
                    <a:pt x="3279" y="10492"/>
                  </a:lnTo>
                  <a:cubicBezTo>
                    <a:pt x="3150" y="11070"/>
                    <a:pt x="3118" y="12035"/>
                    <a:pt x="3150" y="12935"/>
                  </a:cubicBezTo>
                  <a:cubicBezTo>
                    <a:pt x="3150" y="13610"/>
                    <a:pt x="3717" y="14118"/>
                    <a:pt x="4359" y="14118"/>
                  </a:cubicBezTo>
                  <a:cubicBezTo>
                    <a:pt x="4511" y="14118"/>
                    <a:pt x="4668" y="14089"/>
                    <a:pt x="4822" y="14028"/>
                  </a:cubicBezTo>
                  <a:lnTo>
                    <a:pt x="7040" y="13128"/>
                  </a:lnTo>
                  <a:lnTo>
                    <a:pt x="7458" y="14092"/>
                  </a:lnTo>
                  <a:lnTo>
                    <a:pt x="5818" y="15538"/>
                  </a:lnTo>
                  <a:cubicBezTo>
                    <a:pt x="5754" y="15571"/>
                    <a:pt x="5754" y="15603"/>
                    <a:pt x="5754" y="15667"/>
                  </a:cubicBezTo>
                  <a:lnTo>
                    <a:pt x="5850" y="16760"/>
                  </a:lnTo>
                  <a:lnTo>
                    <a:pt x="5915" y="16856"/>
                  </a:lnTo>
                  <a:lnTo>
                    <a:pt x="6011" y="16888"/>
                  </a:lnTo>
                  <a:cubicBezTo>
                    <a:pt x="6108" y="16888"/>
                    <a:pt x="6172" y="16792"/>
                    <a:pt x="6140" y="16728"/>
                  </a:cubicBezTo>
                  <a:lnTo>
                    <a:pt x="6075" y="15699"/>
                  </a:lnTo>
                  <a:lnTo>
                    <a:pt x="7747" y="14253"/>
                  </a:lnTo>
                  <a:cubicBezTo>
                    <a:pt x="7811" y="14188"/>
                    <a:pt x="7811" y="14124"/>
                    <a:pt x="7779" y="14060"/>
                  </a:cubicBezTo>
                  <a:lnTo>
                    <a:pt x="7297" y="12999"/>
                  </a:lnTo>
                  <a:lnTo>
                    <a:pt x="7490" y="12935"/>
                  </a:lnTo>
                  <a:lnTo>
                    <a:pt x="9161" y="11006"/>
                  </a:lnTo>
                  <a:lnTo>
                    <a:pt x="9740" y="11392"/>
                  </a:lnTo>
                  <a:lnTo>
                    <a:pt x="9418" y="13031"/>
                  </a:lnTo>
                  <a:lnTo>
                    <a:pt x="9418" y="13128"/>
                  </a:lnTo>
                  <a:lnTo>
                    <a:pt x="9997" y="14381"/>
                  </a:lnTo>
                  <a:lnTo>
                    <a:pt x="10061" y="14445"/>
                  </a:lnTo>
                  <a:cubicBezTo>
                    <a:pt x="10083" y="14445"/>
                    <a:pt x="10118" y="14460"/>
                    <a:pt x="10159" y="14460"/>
                  </a:cubicBezTo>
                  <a:cubicBezTo>
                    <a:pt x="10179" y="14460"/>
                    <a:pt x="10201" y="14456"/>
                    <a:pt x="10222" y="14445"/>
                  </a:cubicBezTo>
                  <a:cubicBezTo>
                    <a:pt x="10286" y="14413"/>
                    <a:pt x="10318" y="14317"/>
                    <a:pt x="10286" y="14253"/>
                  </a:cubicBezTo>
                  <a:lnTo>
                    <a:pt x="9708" y="13031"/>
                  </a:lnTo>
                  <a:lnTo>
                    <a:pt x="10061" y="11360"/>
                  </a:lnTo>
                  <a:cubicBezTo>
                    <a:pt x="10061" y="11295"/>
                    <a:pt x="10029" y="11231"/>
                    <a:pt x="9997" y="11199"/>
                  </a:cubicBezTo>
                  <a:lnTo>
                    <a:pt x="9354" y="10781"/>
                  </a:lnTo>
                  <a:lnTo>
                    <a:pt x="11186" y="8627"/>
                  </a:lnTo>
                  <a:cubicBezTo>
                    <a:pt x="11186" y="8627"/>
                    <a:pt x="10993" y="8049"/>
                    <a:pt x="10543" y="7342"/>
                  </a:cubicBezTo>
                  <a:lnTo>
                    <a:pt x="11411" y="7309"/>
                  </a:lnTo>
                  <a:lnTo>
                    <a:pt x="11476" y="7277"/>
                  </a:lnTo>
                  <a:lnTo>
                    <a:pt x="12569" y="6667"/>
                  </a:lnTo>
                  <a:lnTo>
                    <a:pt x="13886" y="6859"/>
                  </a:lnTo>
                  <a:cubicBezTo>
                    <a:pt x="13983" y="6859"/>
                    <a:pt x="14047" y="6827"/>
                    <a:pt x="14047" y="6731"/>
                  </a:cubicBezTo>
                  <a:cubicBezTo>
                    <a:pt x="14079" y="6634"/>
                    <a:pt x="14015" y="6570"/>
                    <a:pt x="13919" y="6570"/>
                  </a:cubicBezTo>
                  <a:lnTo>
                    <a:pt x="12569" y="6377"/>
                  </a:lnTo>
                  <a:lnTo>
                    <a:pt x="12472" y="6377"/>
                  </a:lnTo>
                  <a:lnTo>
                    <a:pt x="11379" y="6988"/>
                  </a:lnTo>
                  <a:lnTo>
                    <a:pt x="10318" y="7052"/>
                  </a:lnTo>
                  <a:cubicBezTo>
                    <a:pt x="10286" y="6988"/>
                    <a:pt x="10222" y="6924"/>
                    <a:pt x="10190" y="6859"/>
                  </a:cubicBezTo>
                  <a:lnTo>
                    <a:pt x="10640" y="6152"/>
                  </a:lnTo>
                  <a:lnTo>
                    <a:pt x="10158" y="5799"/>
                  </a:lnTo>
                  <a:lnTo>
                    <a:pt x="10479" y="5316"/>
                  </a:lnTo>
                  <a:cubicBezTo>
                    <a:pt x="10995" y="5074"/>
                    <a:pt x="13226" y="4116"/>
                    <a:pt x="14584" y="4116"/>
                  </a:cubicBezTo>
                  <a:cubicBezTo>
                    <a:pt x="14665" y="4116"/>
                    <a:pt x="14744" y="4120"/>
                    <a:pt x="14819" y="4127"/>
                  </a:cubicBezTo>
                  <a:cubicBezTo>
                    <a:pt x="14836" y="4133"/>
                    <a:pt x="14852" y="4135"/>
                    <a:pt x="14867" y="4135"/>
                  </a:cubicBezTo>
                  <a:cubicBezTo>
                    <a:pt x="14937" y="4135"/>
                    <a:pt x="14985" y="4078"/>
                    <a:pt x="15012" y="3999"/>
                  </a:cubicBezTo>
                  <a:cubicBezTo>
                    <a:pt x="15012" y="3934"/>
                    <a:pt x="14947" y="3838"/>
                    <a:pt x="14851" y="3838"/>
                  </a:cubicBezTo>
                  <a:cubicBezTo>
                    <a:pt x="14752" y="3826"/>
                    <a:pt x="14647" y="3821"/>
                    <a:pt x="14538" y="3821"/>
                  </a:cubicBezTo>
                  <a:cubicBezTo>
                    <a:pt x="13132" y="3821"/>
                    <a:pt x="11012" y="4726"/>
                    <a:pt x="10415" y="4995"/>
                  </a:cubicBezTo>
                  <a:lnTo>
                    <a:pt x="9483" y="4384"/>
                  </a:lnTo>
                  <a:cubicBezTo>
                    <a:pt x="9547" y="3645"/>
                    <a:pt x="9740" y="1363"/>
                    <a:pt x="9322" y="109"/>
                  </a:cubicBezTo>
                  <a:cubicBezTo>
                    <a:pt x="9298" y="37"/>
                    <a:pt x="9256" y="1"/>
                    <a:pt x="9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4010;p64">
              <a:extLst>
                <a:ext uri="{FF2B5EF4-FFF2-40B4-BE49-F238E27FC236}">
                  <a16:creationId xmlns:a16="http://schemas.microsoft.com/office/drawing/2014/main" id="{E4A89AE7-B563-D7B8-986E-708B881D04C3}"/>
                </a:ext>
              </a:extLst>
            </p:cNvPr>
            <p:cNvSpPr/>
            <p:nvPr/>
          </p:nvSpPr>
          <p:spPr>
            <a:xfrm>
              <a:off x="4296150" y="2631275"/>
              <a:ext cx="172000" cy="180825"/>
            </a:xfrm>
            <a:custGeom>
              <a:avLst/>
              <a:gdLst/>
              <a:ahLst/>
              <a:cxnLst/>
              <a:rect l="l" t="t" r="r" b="b"/>
              <a:pathLst>
                <a:path w="6880" h="7233" extrusionOk="0">
                  <a:moveTo>
                    <a:pt x="2315" y="0"/>
                  </a:moveTo>
                  <a:lnTo>
                    <a:pt x="1" y="4726"/>
                  </a:lnTo>
                  <a:lnTo>
                    <a:pt x="1544" y="4951"/>
                  </a:lnTo>
                  <a:lnTo>
                    <a:pt x="1833" y="5786"/>
                  </a:lnTo>
                  <a:lnTo>
                    <a:pt x="2701" y="5690"/>
                  </a:lnTo>
                  <a:lnTo>
                    <a:pt x="3537" y="7233"/>
                  </a:lnTo>
                  <a:lnTo>
                    <a:pt x="6880" y="3022"/>
                  </a:lnTo>
                  <a:lnTo>
                    <a:pt x="3922" y="2765"/>
                  </a:lnTo>
                  <a:lnTo>
                    <a:pt x="23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4011;p64">
              <a:extLst>
                <a:ext uri="{FF2B5EF4-FFF2-40B4-BE49-F238E27FC236}">
                  <a16:creationId xmlns:a16="http://schemas.microsoft.com/office/drawing/2014/main" id="{F868C229-81DC-018F-20AE-90538EE05CFC}"/>
                </a:ext>
              </a:extLst>
            </p:cNvPr>
            <p:cNvSpPr/>
            <p:nvPr/>
          </p:nvSpPr>
          <p:spPr>
            <a:xfrm>
              <a:off x="4292950" y="2627250"/>
              <a:ext cx="179225" cy="188875"/>
            </a:xfrm>
            <a:custGeom>
              <a:avLst/>
              <a:gdLst/>
              <a:ahLst/>
              <a:cxnLst/>
              <a:rect l="l" t="t" r="r" b="b"/>
              <a:pathLst>
                <a:path w="7169" h="7555" extrusionOk="0">
                  <a:moveTo>
                    <a:pt x="2475" y="483"/>
                  </a:moveTo>
                  <a:lnTo>
                    <a:pt x="3922" y="2990"/>
                  </a:lnTo>
                  <a:cubicBezTo>
                    <a:pt x="3954" y="3022"/>
                    <a:pt x="3986" y="3054"/>
                    <a:pt x="4050" y="3054"/>
                  </a:cubicBezTo>
                  <a:lnTo>
                    <a:pt x="6686" y="3311"/>
                  </a:lnTo>
                  <a:lnTo>
                    <a:pt x="3665" y="7105"/>
                  </a:lnTo>
                  <a:lnTo>
                    <a:pt x="2958" y="5787"/>
                  </a:lnTo>
                  <a:lnTo>
                    <a:pt x="2925" y="5722"/>
                  </a:lnTo>
                  <a:lnTo>
                    <a:pt x="2829" y="5690"/>
                  </a:lnTo>
                  <a:lnTo>
                    <a:pt x="2090" y="5787"/>
                  </a:lnTo>
                  <a:lnTo>
                    <a:pt x="1833" y="5047"/>
                  </a:lnTo>
                  <a:cubicBezTo>
                    <a:pt x="1800" y="4983"/>
                    <a:pt x="1768" y="4951"/>
                    <a:pt x="1704" y="4951"/>
                  </a:cubicBezTo>
                  <a:lnTo>
                    <a:pt x="354" y="4758"/>
                  </a:lnTo>
                  <a:lnTo>
                    <a:pt x="2475" y="483"/>
                  </a:lnTo>
                  <a:close/>
                  <a:moveTo>
                    <a:pt x="2443" y="1"/>
                  </a:moveTo>
                  <a:cubicBezTo>
                    <a:pt x="2379" y="1"/>
                    <a:pt x="2347" y="33"/>
                    <a:pt x="2315" y="97"/>
                  </a:cubicBezTo>
                  <a:lnTo>
                    <a:pt x="0" y="4822"/>
                  </a:lnTo>
                  <a:lnTo>
                    <a:pt x="0" y="4951"/>
                  </a:lnTo>
                  <a:cubicBezTo>
                    <a:pt x="32" y="5015"/>
                    <a:pt x="65" y="5015"/>
                    <a:pt x="129" y="5047"/>
                  </a:cubicBezTo>
                  <a:lnTo>
                    <a:pt x="1575" y="5240"/>
                  </a:lnTo>
                  <a:lnTo>
                    <a:pt x="1833" y="6012"/>
                  </a:lnTo>
                  <a:cubicBezTo>
                    <a:pt x="1865" y="6076"/>
                    <a:pt x="1929" y="6108"/>
                    <a:pt x="1993" y="6108"/>
                  </a:cubicBezTo>
                  <a:lnTo>
                    <a:pt x="2765" y="6012"/>
                  </a:lnTo>
                  <a:lnTo>
                    <a:pt x="3504" y="7458"/>
                  </a:lnTo>
                  <a:lnTo>
                    <a:pt x="3568" y="7522"/>
                  </a:lnTo>
                  <a:lnTo>
                    <a:pt x="3633" y="7555"/>
                  </a:lnTo>
                  <a:cubicBezTo>
                    <a:pt x="3697" y="7555"/>
                    <a:pt x="3729" y="7522"/>
                    <a:pt x="3761" y="7490"/>
                  </a:cubicBezTo>
                  <a:lnTo>
                    <a:pt x="7104" y="3279"/>
                  </a:lnTo>
                  <a:cubicBezTo>
                    <a:pt x="7136" y="3247"/>
                    <a:pt x="7168" y="3183"/>
                    <a:pt x="7136" y="3151"/>
                  </a:cubicBezTo>
                  <a:cubicBezTo>
                    <a:pt x="7104" y="3086"/>
                    <a:pt x="7072" y="3054"/>
                    <a:pt x="7008" y="3054"/>
                  </a:cubicBezTo>
                  <a:lnTo>
                    <a:pt x="4147" y="2765"/>
                  </a:lnTo>
                  <a:lnTo>
                    <a:pt x="2572" y="97"/>
                  </a:lnTo>
                  <a:cubicBezTo>
                    <a:pt x="2540" y="33"/>
                    <a:pt x="2508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4012;p64">
              <a:extLst>
                <a:ext uri="{FF2B5EF4-FFF2-40B4-BE49-F238E27FC236}">
                  <a16:creationId xmlns:a16="http://schemas.microsoft.com/office/drawing/2014/main" id="{8C8277B7-9D08-0840-43AD-7A47F782A455}"/>
                </a:ext>
              </a:extLst>
            </p:cNvPr>
            <p:cNvSpPr/>
            <p:nvPr/>
          </p:nvSpPr>
          <p:spPr>
            <a:xfrm>
              <a:off x="4361250" y="2640925"/>
              <a:ext cx="91625" cy="61900"/>
            </a:xfrm>
            <a:custGeom>
              <a:avLst/>
              <a:gdLst/>
              <a:ahLst/>
              <a:cxnLst/>
              <a:rect l="l" t="t" r="r" b="b"/>
              <a:pathLst>
                <a:path w="3665" h="2476" extrusionOk="0">
                  <a:moveTo>
                    <a:pt x="1" y="0"/>
                  </a:moveTo>
                  <a:lnTo>
                    <a:pt x="1318" y="2379"/>
                  </a:lnTo>
                  <a:lnTo>
                    <a:pt x="3665" y="2475"/>
                  </a:lnTo>
                  <a:lnTo>
                    <a:pt x="3665" y="2475"/>
                  </a:lnTo>
                  <a:lnTo>
                    <a:pt x="2636" y="3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4013;p64">
              <a:extLst>
                <a:ext uri="{FF2B5EF4-FFF2-40B4-BE49-F238E27FC236}">
                  <a16:creationId xmlns:a16="http://schemas.microsoft.com/office/drawing/2014/main" id="{D7234D24-01E8-2AA6-7802-0D56D4E7B36A}"/>
                </a:ext>
              </a:extLst>
            </p:cNvPr>
            <p:cNvSpPr/>
            <p:nvPr/>
          </p:nvSpPr>
          <p:spPr>
            <a:xfrm>
              <a:off x="4357225" y="2636900"/>
              <a:ext cx="99675" cy="69925"/>
            </a:xfrm>
            <a:custGeom>
              <a:avLst/>
              <a:gdLst/>
              <a:ahLst/>
              <a:cxnLst/>
              <a:rect l="l" t="t" r="r" b="b"/>
              <a:pathLst>
                <a:path w="3987" h="2797" extrusionOk="0">
                  <a:moveTo>
                    <a:pt x="451" y="354"/>
                  </a:moveTo>
                  <a:lnTo>
                    <a:pt x="2701" y="611"/>
                  </a:lnTo>
                  <a:lnTo>
                    <a:pt x="3601" y="2475"/>
                  </a:lnTo>
                  <a:lnTo>
                    <a:pt x="1576" y="2379"/>
                  </a:lnTo>
                  <a:lnTo>
                    <a:pt x="451" y="354"/>
                  </a:lnTo>
                  <a:close/>
                  <a:moveTo>
                    <a:pt x="194" y="0"/>
                  </a:moveTo>
                  <a:cubicBezTo>
                    <a:pt x="129" y="0"/>
                    <a:pt x="65" y="32"/>
                    <a:pt x="33" y="97"/>
                  </a:cubicBezTo>
                  <a:cubicBezTo>
                    <a:pt x="1" y="129"/>
                    <a:pt x="1" y="193"/>
                    <a:pt x="33" y="257"/>
                  </a:cubicBezTo>
                  <a:lnTo>
                    <a:pt x="1351" y="2604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97"/>
                  </a:lnTo>
                  <a:cubicBezTo>
                    <a:pt x="3890" y="2797"/>
                    <a:pt x="3922" y="2765"/>
                    <a:pt x="3955" y="2733"/>
                  </a:cubicBezTo>
                  <a:cubicBezTo>
                    <a:pt x="3987" y="2668"/>
                    <a:pt x="3987" y="2636"/>
                    <a:pt x="3987" y="2572"/>
                  </a:cubicBezTo>
                  <a:lnTo>
                    <a:pt x="2926" y="418"/>
                  </a:lnTo>
                  <a:cubicBezTo>
                    <a:pt x="2926" y="354"/>
                    <a:pt x="2862" y="322"/>
                    <a:pt x="2830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4014;p64">
              <a:extLst>
                <a:ext uri="{FF2B5EF4-FFF2-40B4-BE49-F238E27FC236}">
                  <a16:creationId xmlns:a16="http://schemas.microsoft.com/office/drawing/2014/main" id="{66EBE5F2-6DC8-1DE0-4EC1-79CC20B28348}"/>
                </a:ext>
              </a:extLst>
            </p:cNvPr>
            <p:cNvSpPr/>
            <p:nvPr/>
          </p:nvSpPr>
          <p:spPr>
            <a:xfrm>
              <a:off x="2287950" y="3382125"/>
              <a:ext cx="340750" cy="434500"/>
            </a:xfrm>
            <a:custGeom>
              <a:avLst/>
              <a:gdLst/>
              <a:ahLst/>
              <a:cxnLst/>
              <a:rect l="l" t="t" r="r" b="b"/>
              <a:pathLst>
                <a:path w="13630" h="17380" extrusionOk="0">
                  <a:moveTo>
                    <a:pt x="6787" y="0"/>
                  </a:moveTo>
                  <a:cubicBezTo>
                    <a:pt x="6740" y="0"/>
                    <a:pt x="6692" y="16"/>
                    <a:pt x="6654" y="54"/>
                  </a:cubicBezTo>
                  <a:cubicBezTo>
                    <a:pt x="5818" y="1179"/>
                    <a:pt x="5529" y="3782"/>
                    <a:pt x="5465" y="4490"/>
                  </a:cubicBezTo>
                  <a:lnTo>
                    <a:pt x="4436" y="5004"/>
                  </a:lnTo>
                  <a:cubicBezTo>
                    <a:pt x="3857" y="4586"/>
                    <a:pt x="1961" y="3300"/>
                    <a:pt x="643" y="3011"/>
                  </a:cubicBezTo>
                  <a:cubicBezTo>
                    <a:pt x="631" y="3005"/>
                    <a:pt x="618" y="3002"/>
                    <a:pt x="605" y="3002"/>
                  </a:cubicBezTo>
                  <a:cubicBezTo>
                    <a:pt x="547" y="3002"/>
                    <a:pt x="482" y="3055"/>
                    <a:pt x="482" y="3107"/>
                  </a:cubicBezTo>
                  <a:cubicBezTo>
                    <a:pt x="450" y="3204"/>
                    <a:pt x="514" y="3300"/>
                    <a:pt x="579" y="3300"/>
                  </a:cubicBezTo>
                  <a:cubicBezTo>
                    <a:pt x="1897" y="3589"/>
                    <a:pt x="3890" y="4972"/>
                    <a:pt x="4340" y="5293"/>
                  </a:cubicBezTo>
                  <a:lnTo>
                    <a:pt x="4629" y="5872"/>
                  </a:lnTo>
                  <a:lnTo>
                    <a:pt x="4115" y="6129"/>
                  </a:lnTo>
                  <a:lnTo>
                    <a:pt x="4404" y="6740"/>
                  </a:lnTo>
                  <a:cubicBezTo>
                    <a:pt x="4211" y="6933"/>
                    <a:pt x="4018" y="7158"/>
                    <a:pt x="3890" y="7350"/>
                  </a:cubicBezTo>
                  <a:lnTo>
                    <a:pt x="2604" y="7093"/>
                  </a:lnTo>
                  <a:lnTo>
                    <a:pt x="1607" y="6322"/>
                  </a:lnTo>
                  <a:lnTo>
                    <a:pt x="1511" y="6290"/>
                  </a:lnTo>
                  <a:lnTo>
                    <a:pt x="161" y="6257"/>
                  </a:lnTo>
                  <a:cubicBezTo>
                    <a:pt x="64" y="6257"/>
                    <a:pt x="0" y="6322"/>
                    <a:pt x="0" y="6418"/>
                  </a:cubicBezTo>
                  <a:cubicBezTo>
                    <a:pt x="0" y="6515"/>
                    <a:pt x="64" y="6579"/>
                    <a:pt x="129" y="6579"/>
                  </a:cubicBezTo>
                  <a:lnTo>
                    <a:pt x="1479" y="6579"/>
                  </a:lnTo>
                  <a:lnTo>
                    <a:pt x="2443" y="7350"/>
                  </a:lnTo>
                  <a:lnTo>
                    <a:pt x="2507" y="7383"/>
                  </a:lnTo>
                  <a:lnTo>
                    <a:pt x="3697" y="7640"/>
                  </a:lnTo>
                  <a:cubicBezTo>
                    <a:pt x="3375" y="8122"/>
                    <a:pt x="3279" y="8540"/>
                    <a:pt x="3279" y="8540"/>
                  </a:cubicBezTo>
                  <a:cubicBezTo>
                    <a:pt x="3279" y="8540"/>
                    <a:pt x="3954" y="9633"/>
                    <a:pt x="4757" y="10790"/>
                  </a:cubicBezTo>
                  <a:lnTo>
                    <a:pt x="4243" y="11015"/>
                  </a:lnTo>
                  <a:cubicBezTo>
                    <a:pt x="4179" y="11047"/>
                    <a:pt x="4147" y="11111"/>
                    <a:pt x="4147" y="11176"/>
                  </a:cubicBezTo>
                  <a:lnTo>
                    <a:pt x="4243" y="12879"/>
                  </a:lnTo>
                  <a:lnTo>
                    <a:pt x="3472" y="13972"/>
                  </a:lnTo>
                  <a:cubicBezTo>
                    <a:pt x="3439" y="14036"/>
                    <a:pt x="3472" y="14133"/>
                    <a:pt x="3536" y="14197"/>
                  </a:cubicBezTo>
                  <a:lnTo>
                    <a:pt x="3665" y="14197"/>
                  </a:lnTo>
                  <a:lnTo>
                    <a:pt x="3729" y="14165"/>
                  </a:lnTo>
                  <a:lnTo>
                    <a:pt x="4500" y="13008"/>
                  </a:lnTo>
                  <a:lnTo>
                    <a:pt x="4532" y="12911"/>
                  </a:lnTo>
                  <a:lnTo>
                    <a:pt x="4468" y="11272"/>
                  </a:lnTo>
                  <a:lnTo>
                    <a:pt x="4918" y="11047"/>
                  </a:lnTo>
                  <a:cubicBezTo>
                    <a:pt x="5497" y="11915"/>
                    <a:pt x="6107" y="12783"/>
                    <a:pt x="6461" y="13169"/>
                  </a:cubicBezTo>
                  <a:lnTo>
                    <a:pt x="5690" y="14326"/>
                  </a:lnTo>
                  <a:cubicBezTo>
                    <a:pt x="5657" y="14390"/>
                    <a:pt x="5657" y="14454"/>
                    <a:pt x="5722" y="14519"/>
                  </a:cubicBezTo>
                  <a:lnTo>
                    <a:pt x="7136" y="16222"/>
                  </a:lnTo>
                  <a:lnTo>
                    <a:pt x="6911" y="17187"/>
                  </a:lnTo>
                  <a:cubicBezTo>
                    <a:pt x="6879" y="17283"/>
                    <a:pt x="6943" y="17347"/>
                    <a:pt x="7040" y="17379"/>
                  </a:cubicBezTo>
                  <a:lnTo>
                    <a:pt x="7136" y="17379"/>
                  </a:lnTo>
                  <a:lnTo>
                    <a:pt x="7200" y="17283"/>
                  </a:lnTo>
                  <a:lnTo>
                    <a:pt x="7458" y="16190"/>
                  </a:lnTo>
                  <a:lnTo>
                    <a:pt x="7425" y="16062"/>
                  </a:lnTo>
                  <a:lnTo>
                    <a:pt x="6011" y="14390"/>
                  </a:lnTo>
                  <a:lnTo>
                    <a:pt x="6654" y="13394"/>
                  </a:lnTo>
                  <a:cubicBezTo>
                    <a:pt x="7104" y="13811"/>
                    <a:pt x="7940" y="14326"/>
                    <a:pt x="8711" y="14744"/>
                  </a:cubicBezTo>
                  <a:cubicBezTo>
                    <a:pt x="8897" y="14849"/>
                    <a:pt x="9095" y="14897"/>
                    <a:pt x="9289" y="14897"/>
                  </a:cubicBezTo>
                  <a:cubicBezTo>
                    <a:pt x="9868" y="14897"/>
                    <a:pt x="10415" y="14469"/>
                    <a:pt x="10511" y="13844"/>
                  </a:cubicBezTo>
                  <a:lnTo>
                    <a:pt x="10833" y="11465"/>
                  </a:lnTo>
                  <a:lnTo>
                    <a:pt x="11861" y="11561"/>
                  </a:lnTo>
                  <a:lnTo>
                    <a:pt x="12311" y="13715"/>
                  </a:lnTo>
                  <a:lnTo>
                    <a:pt x="12376" y="13844"/>
                  </a:lnTo>
                  <a:lnTo>
                    <a:pt x="13372" y="14294"/>
                  </a:lnTo>
                  <a:lnTo>
                    <a:pt x="13501" y="14294"/>
                  </a:lnTo>
                  <a:lnTo>
                    <a:pt x="13597" y="14229"/>
                  </a:lnTo>
                  <a:cubicBezTo>
                    <a:pt x="13629" y="14133"/>
                    <a:pt x="13597" y="14069"/>
                    <a:pt x="13501" y="14004"/>
                  </a:cubicBezTo>
                  <a:lnTo>
                    <a:pt x="12601" y="13586"/>
                  </a:lnTo>
                  <a:lnTo>
                    <a:pt x="12151" y="11401"/>
                  </a:lnTo>
                  <a:cubicBezTo>
                    <a:pt x="12151" y="11336"/>
                    <a:pt x="12086" y="11272"/>
                    <a:pt x="12022" y="11272"/>
                  </a:cubicBezTo>
                  <a:lnTo>
                    <a:pt x="10865" y="11176"/>
                  </a:lnTo>
                  <a:lnTo>
                    <a:pt x="10897" y="10983"/>
                  </a:lnTo>
                  <a:lnTo>
                    <a:pt x="10029" y="8572"/>
                  </a:lnTo>
                  <a:lnTo>
                    <a:pt x="10672" y="8283"/>
                  </a:lnTo>
                  <a:lnTo>
                    <a:pt x="11926" y="9375"/>
                  </a:lnTo>
                  <a:lnTo>
                    <a:pt x="12022" y="9408"/>
                  </a:lnTo>
                  <a:lnTo>
                    <a:pt x="13372" y="9504"/>
                  </a:lnTo>
                  <a:lnTo>
                    <a:pt x="13469" y="9504"/>
                  </a:lnTo>
                  <a:cubicBezTo>
                    <a:pt x="13501" y="9472"/>
                    <a:pt x="13533" y="9408"/>
                    <a:pt x="13533" y="9375"/>
                  </a:cubicBezTo>
                  <a:cubicBezTo>
                    <a:pt x="13565" y="9279"/>
                    <a:pt x="13501" y="9215"/>
                    <a:pt x="13404" y="9215"/>
                  </a:cubicBezTo>
                  <a:lnTo>
                    <a:pt x="12086" y="9086"/>
                  </a:lnTo>
                  <a:lnTo>
                    <a:pt x="10801" y="7961"/>
                  </a:lnTo>
                  <a:cubicBezTo>
                    <a:pt x="10768" y="7945"/>
                    <a:pt x="10736" y="7937"/>
                    <a:pt x="10708" y="7937"/>
                  </a:cubicBezTo>
                  <a:cubicBezTo>
                    <a:pt x="10680" y="7937"/>
                    <a:pt x="10656" y="7945"/>
                    <a:pt x="10640" y="7961"/>
                  </a:cubicBezTo>
                  <a:lnTo>
                    <a:pt x="9933" y="8283"/>
                  </a:lnTo>
                  <a:lnTo>
                    <a:pt x="9000" y="5615"/>
                  </a:lnTo>
                  <a:cubicBezTo>
                    <a:pt x="9000" y="5615"/>
                    <a:pt x="8552" y="5544"/>
                    <a:pt x="7897" y="5544"/>
                  </a:cubicBezTo>
                  <a:cubicBezTo>
                    <a:pt x="7788" y="5544"/>
                    <a:pt x="7673" y="5546"/>
                    <a:pt x="7554" y="5550"/>
                  </a:cubicBezTo>
                  <a:lnTo>
                    <a:pt x="7940" y="4747"/>
                  </a:lnTo>
                  <a:lnTo>
                    <a:pt x="7972" y="4682"/>
                  </a:lnTo>
                  <a:lnTo>
                    <a:pt x="7972" y="3461"/>
                  </a:lnTo>
                  <a:lnTo>
                    <a:pt x="8808" y="2400"/>
                  </a:lnTo>
                  <a:cubicBezTo>
                    <a:pt x="8840" y="2336"/>
                    <a:pt x="8840" y="2239"/>
                    <a:pt x="8775" y="2175"/>
                  </a:cubicBezTo>
                  <a:cubicBezTo>
                    <a:pt x="8749" y="2162"/>
                    <a:pt x="8717" y="2154"/>
                    <a:pt x="8684" y="2154"/>
                  </a:cubicBezTo>
                  <a:cubicBezTo>
                    <a:pt x="8637" y="2154"/>
                    <a:pt x="8588" y="2170"/>
                    <a:pt x="8550" y="2207"/>
                  </a:cubicBezTo>
                  <a:lnTo>
                    <a:pt x="7715" y="3300"/>
                  </a:lnTo>
                  <a:lnTo>
                    <a:pt x="7683" y="3397"/>
                  </a:lnTo>
                  <a:lnTo>
                    <a:pt x="7650" y="4650"/>
                  </a:lnTo>
                  <a:lnTo>
                    <a:pt x="7200" y="5582"/>
                  </a:lnTo>
                  <a:cubicBezTo>
                    <a:pt x="7104" y="5582"/>
                    <a:pt x="7008" y="5615"/>
                    <a:pt x="6943" y="5615"/>
                  </a:cubicBezTo>
                  <a:lnTo>
                    <a:pt x="6558" y="4875"/>
                  </a:lnTo>
                  <a:lnTo>
                    <a:pt x="6011" y="5132"/>
                  </a:lnTo>
                  <a:lnTo>
                    <a:pt x="5754" y="4586"/>
                  </a:lnTo>
                  <a:cubicBezTo>
                    <a:pt x="5818" y="4007"/>
                    <a:pt x="6107" y="1307"/>
                    <a:pt x="6911" y="246"/>
                  </a:cubicBezTo>
                  <a:cubicBezTo>
                    <a:pt x="6943" y="182"/>
                    <a:pt x="6943" y="86"/>
                    <a:pt x="6879" y="21"/>
                  </a:cubicBezTo>
                  <a:cubicBezTo>
                    <a:pt x="6852" y="8"/>
                    <a:pt x="6820" y="0"/>
                    <a:pt x="6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4015;p64">
              <a:extLst>
                <a:ext uri="{FF2B5EF4-FFF2-40B4-BE49-F238E27FC236}">
                  <a16:creationId xmlns:a16="http://schemas.microsoft.com/office/drawing/2014/main" id="{A9807AA1-DD07-76E0-4817-32F14247BFDB}"/>
                </a:ext>
              </a:extLst>
            </p:cNvPr>
            <p:cNvSpPr/>
            <p:nvPr/>
          </p:nvSpPr>
          <p:spPr>
            <a:xfrm>
              <a:off x="2381150" y="3534525"/>
              <a:ext cx="172000" cy="169600"/>
            </a:xfrm>
            <a:custGeom>
              <a:avLst/>
              <a:gdLst/>
              <a:ahLst/>
              <a:cxnLst/>
              <a:rect l="l" t="t" r="r" b="b"/>
              <a:pathLst>
                <a:path w="6880" h="6784" extrusionOk="0">
                  <a:moveTo>
                    <a:pt x="4887" y="1"/>
                  </a:moveTo>
                  <a:lnTo>
                    <a:pt x="3183" y="2412"/>
                  </a:lnTo>
                  <a:lnTo>
                    <a:pt x="1" y="2444"/>
                  </a:lnTo>
                  <a:lnTo>
                    <a:pt x="2958" y="6783"/>
                  </a:lnTo>
                  <a:lnTo>
                    <a:pt x="3890" y="5562"/>
                  </a:lnTo>
                  <a:lnTo>
                    <a:pt x="4790" y="5722"/>
                  </a:lnTo>
                  <a:lnTo>
                    <a:pt x="5144" y="4919"/>
                  </a:lnTo>
                  <a:lnTo>
                    <a:pt x="6880" y="4983"/>
                  </a:lnTo>
                  <a:lnTo>
                    <a:pt x="488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4016;p64">
              <a:extLst>
                <a:ext uri="{FF2B5EF4-FFF2-40B4-BE49-F238E27FC236}">
                  <a16:creationId xmlns:a16="http://schemas.microsoft.com/office/drawing/2014/main" id="{5AC50BC7-AF14-90B6-DE0F-23C16DD0FBB4}"/>
                </a:ext>
              </a:extLst>
            </p:cNvPr>
            <p:cNvSpPr/>
            <p:nvPr/>
          </p:nvSpPr>
          <p:spPr>
            <a:xfrm>
              <a:off x="2377150" y="3530525"/>
              <a:ext cx="179225" cy="177600"/>
            </a:xfrm>
            <a:custGeom>
              <a:avLst/>
              <a:gdLst/>
              <a:ahLst/>
              <a:cxnLst/>
              <a:rect l="l" t="t" r="r" b="b"/>
              <a:pathLst>
                <a:path w="7169" h="7104" extrusionOk="0">
                  <a:moveTo>
                    <a:pt x="5015" y="482"/>
                  </a:moveTo>
                  <a:lnTo>
                    <a:pt x="6815" y="4982"/>
                  </a:lnTo>
                  <a:lnTo>
                    <a:pt x="5304" y="4950"/>
                  </a:lnTo>
                  <a:lnTo>
                    <a:pt x="5240" y="4950"/>
                  </a:lnTo>
                  <a:lnTo>
                    <a:pt x="5143" y="5015"/>
                  </a:lnTo>
                  <a:lnTo>
                    <a:pt x="4854" y="5722"/>
                  </a:lnTo>
                  <a:lnTo>
                    <a:pt x="4082" y="5561"/>
                  </a:lnTo>
                  <a:cubicBezTo>
                    <a:pt x="4018" y="5561"/>
                    <a:pt x="3986" y="5593"/>
                    <a:pt x="3922" y="5625"/>
                  </a:cubicBezTo>
                  <a:lnTo>
                    <a:pt x="3118" y="6686"/>
                  </a:lnTo>
                  <a:lnTo>
                    <a:pt x="450" y="2764"/>
                  </a:lnTo>
                  <a:lnTo>
                    <a:pt x="3343" y="2700"/>
                  </a:lnTo>
                  <a:cubicBezTo>
                    <a:pt x="3407" y="2700"/>
                    <a:pt x="3440" y="2700"/>
                    <a:pt x="3472" y="2636"/>
                  </a:cubicBezTo>
                  <a:lnTo>
                    <a:pt x="5015" y="482"/>
                  </a:lnTo>
                  <a:close/>
                  <a:moveTo>
                    <a:pt x="5079" y="0"/>
                  </a:moveTo>
                  <a:cubicBezTo>
                    <a:pt x="5015" y="0"/>
                    <a:pt x="4950" y="32"/>
                    <a:pt x="4918" y="64"/>
                  </a:cubicBezTo>
                  <a:lnTo>
                    <a:pt x="3279" y="2411"/>
                  </a:lnTo>
                  <a:lnTo>
                    <a:pt x="161" y="2443"/>
                  </a:lnTo>
                  <a:cubicBezTo>
                    <a:pt x="97" y="2443"/>
                    <a:pt x="64" y="2475"/>
                    <a:pt x="32" y="2539"/>
                  </a:cubicBezTo>
                  <a:cubicBezTo>
                    <a:pt x="0" y="2572"/>
                    <a:pt x="0" y="2636"/>
                    <a:pt x="32" y="2700"/>
                  </a:cubicBezTo>
                  <a:lnTo>
                    <a:pt x="2990" y="7040"/>
                  </a:lnTo>
                  <a:cubicBezTo>
                    <a:pt x="3022" y="7072"/>
                    <a:pt x="3054" y="7104"/>
                    <a:pt x="3118" y="7104"/>
                  </a:cubicBezTo>
                  <a:cubicBezTo>
                    <a:pt x="3150" y="7104"/>
                    <a:pt x="3215" y="7072"/>
                    <a:pt x="3247" y="7040"/>
                  </a:cubicBezTo>
                  <a:lnTo>
                    <a:pt x="4115" y="5882"/>
                  </a:lnTo>
                  <a:lnTo>
                    <a:pt x="4918" y="6043"/>
                  </a:lnTo>
                  <a:cubicBezTo>
                    <a:pt x="4982" y="6043"/>
                    <a:pt x="5079" y="6011"/>
                    <a:pt x="5079" y="5947"/>
                  </a:cubicBezTo>
                  <a:lnTo>
                    <a:pt x="5400" y="5240"/>
                  </a:lnTo>
                  <a:lnTo>
                    <a:pt x="7008" y="5304"/>
                  </a:lnTo>
                  <a:lnTo>
                    <a:pt x="7104" y="5272"/>
                  </a:lnTo>
                  <a:lnTo>
                    <a:pt x="7168" y="5240"/>
                  </a:lnTo>
                  <a:lnTo>
                    <a:pt x="7168" y="5079"/>
                  </a:lnTo>
                  <a:lnTo>
                    <a:pt x="5207" y="96"/>
                  </a:lnTo>
                  <a:cubicBezTo>
                    <a:pt x="5175" y="64"/>
                    <a:pt x="5111" y="32"/>
                    <a:pt x="50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4017;p64">
              <a:extLst>
                <a:ext uri="{FF2B5EF4-FFF2-40B4-BE49-F238E27FC236}">
                  <a16:creationId xmlns:a16="http://schemas.microsoft.com/office/drawing/2014/main" id="{C6106A73-7215-9509-F98A-3D69D3EDA4FA}"/>
                </a:ext>
              </a:extLst>
            </p:cNvPr>
            <p:cNvSpPr/>
            <p:nvPr/>
          </p:nvSpPr>
          <p:spPr>
            <a:xfrm>
              <a:off x="2393200" y="3540950"/>
              <a:ext cx="99675" cy="53875"/>
            </a:xfrm>
            <a:custGeom>
              <a:avLst/>
              <a:gdLst/>
              <a:ahLst/>
              <a:cxnLst/>
              <a:rect l="l" t="t" r="r" b="b"/>
              <a:pathLst>
                <a:path w="3987" h="2155" extrusionOk="0">
                  <a:moveTo>
                    <a:pt x="1576" y="1"/>
                  </a:moveTo>
                  <a:lnTo>
                    <a:pt x="1" y="2122"/>
                  </a:lnTo>
                  <a:lnTo>
                    <a:pt x="2701" y="2155"/>
                  </a:lnTo>
                  <a:lnTo>
                    <a:pt x="3987" y="162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4018;p64">
              <a:extLst>
                <a:ext uri="{FF2B5EF4-FFF2-40B4-BE49-F238E27FC236}">
                  <a16:creationId xmlns:a16="http://schemas.microsoft.com/office/drawing/2014/main" id="{0E96E00D-A397-BBBF-C8CD-3243AEF18929}"/>
                </a:ext>
              </a:extLst>
            </p:cNvPr>
            <p:cNvSpPr/>
            <p:nvPr/>
          </p:nvSpPr>
          <p:spPr>
            <a:xfrm>
              <a:off x="2389200" y="3536950"/>
              <a:ext cx="106900" cy="61100"/>
            </a:xfrm>
            <a:custGeom>
              <a:avLst/>
              <a:gdLst/>
              <a:ahLst/>
              <a:cxnLst/>
              <a:rect l="l" t="t" r="r" b="b"/>
              <a:pathLst>
                <a:path w="4276" h="2444" extrusionOk="0">
                  <a:moveTo>
                    <a:pt x="1832" y="322"/>
                  </a:moveTo>
                  <a:lnTo>
                    <a:pt x="3858" y="450"/>
                  </a:lnTo>
                  <a:lnTo>
                    <a:pt x="2797" y="2154"/>
                  </a:lnTo>
                  <a:lnTo>
                    <a:pt x="450" y="2122"/>
                  </a:lnTo>
                  <a:lnTo>
                    <a:pt x="1832" y="322"/>
                  </a:lnTo>
                  <a:close/>
                  <a:moveTo>
                    <a:pt x="1768" y="0"/>
                  </a:moveTo>
                  <a:cubicBezTo>
                    <a:pt x="1704" y="0"/>
                    <a:pt x="1640" y="32"/>
                    <a:pt x="1607" y="64"/>
                  </a:cubicBezTo>
                  <a:lnTo>
                    <a:pt x="32" y="2186"/>
                  </a:lnTo>
                  <a:cubicBezTo>
                    <a:pt x="0" y="2250"/>
                    <a:pt x="0" y="2315"/>
                    <a:pt x="32" y="2347"/>
                  </a:cubicBezTo>
                  <a:cubicBezTo>
                    <a:pt x="65" y="2411"/>
                    <a:pt x="97" y="2443"/>
                    <a:pt x="161" y="2443"/>
                  </a:cubicBezTo>
                  <a:lnTo>
                    <a:pt x="2925" y="2443"/>
                  </a:lnTo>
                  <a:lnTo>
                    <a:pt x="2990" y="2379"/>
                  </a:lnTo>
                  <a:lnTo>
                    <a:pt x="4275" y="418"/>
                  </a:lnTo>
                  <a:lnTo>
                    <a:pt x="4275" y="257"/>
                  </a:lnTo>
                  <a:cubicBezTo>
                    <a:pt x="4243" y="225"/>
                    <a:pt x="4211" y="193"/>
                    <a:pt x="4147" y="161"/>
                  </a:cubicBez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4" name="Google Shape;4019;p64">
            <a:extLst>
              <a:ext uri="{FF2B5EF4-FFF2-40B4-BE49-F238E27FC236}">
                <a16:creationId xmlns:a16="http://schemas.microsoft.com/office/drawing/2014/main" id="{4FCA4A26-5F60-CC0E-949D-797C46C019A0}"/>
              </a:ext>
            </a:extLst>
          </p:cNvPr>
          <p:cNvGrpSpPr/>
          <p:nvPr/>
        </p:nvGrpSpPr>
        <p:grpSpPr>
          <a:xfrm>
            <a:off x="3802297" y="932628"/>
            <a:ext cx="1475957" cy="1578476"/>
            <a:chOff x="1744400" y="429725"/>
            <a:chExt cx="4623925" cy="4948200"/>
          </a:xfrm>
        </p:grpSpPr>
        <p:sp>
          <p:nvSpPr>
            <p:cNvPr id="2545" name="Google Shape;4020;p64">
              <a:extLst>
                <a:ext uri="{FF2B5EF4-FFF2-40B4-BE49-F238E27FC236}">
                  <a16:creationId xmlns:a16="http://schemas.microsoft.com/office/drawing/2014/main" id="{BD40B067-FB59-B287-A009-DBF40B7301CA}"/>
                </a:ext>
              </a:extLst>
            </p:cNvPr>
            <p:cNvSpPr/>
            <p:nvPr/>
          </p:nvSpPr>
          <p:spPr>
            <a:xfrm>
              <a:off x="1744400" y="430000"/>
              <a:ext cx="4623925" cy="4588575"/>
            </a:xfrm>
            <a:custGeom>
              <a:avLst/>
              <a:gdLst/>
              <a:ahLst/>
              <a:cxnLst/>
              <a:rect l="l" t="t" r="r" b="b"/>
              <a:pathLst>
                <a:path w="184957" h="183543" extrusionOk="0">
                  <a:moveTo>
                    <a:pt x="93830" y="1"/>
                  </a:moveTo>
                  <a:cubicBezTo>
                    <a:pt x="76191" y="1"/>
                    <a:pt x="57391" y="6440"/>
                    <a:pt x="42281" y="19249"/>
                  </a:cubicBezTo>
                  <a:cubicBezTo>
                    <a:pt x="12606" y="44404"/>
                    <a:pt x="7524" y="71664"/>
                    <a:pt x="7524" y="71664"/>
                  </a:cubicBezTo>
                  <a:cubicBezTo>
                    <a:pt x="7524" y="71664"/>
                    <a:pt x="0" y="103754"/>
                    <a:pt x="20916" y="131716"/>
                  </a:cubicBezTo>
                  <a:cubicBezTo>
                    <a:pt x="41831" y="159679"/>
                    <a:pt x="78300" y="170544"/>
                    <a:pt x="107611" y="180117"/>
                  </a:cubicBezTo>
                  <a:cubicBezTo>
                    <a:pt x="114704" y="182434"/>
                    <a:pt x="121689" y="183542"/>
                    <a:pt x="128348" y="183542"/>
                  </a:cubicBezTo>
                  <a:cubicBezTo>
                    <a:pt x="149206" y="183542"/>
                    <a:pt x="166871" y="172670"/>
                    <a:pt x="174681" y="154008"/>
                  </a:cubicBezTo>
                  <a:cubicBezTo>
                    <a:pt x="184956" y="129386"/>
                    <a:pt x="164181" y="116107"/>
                    <a:pt x="159577" y="83933"/>
                  </a:cubicBezTo>
                  <a:cubicBezTo>
                    <a:pt x="155001" y="51759"/>
                    <a:pt x="158650" y="42495"/>
                    <a:pt x="137257" y="18013"/>
                  </a:cubicBezTo>
                  <a:cubicBezTo>
                    <a:pt x="126757" y="5984"/>
                    <a:pt x="110833" y="1"/>
                    <a:pt x="93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4021;p64">
              <a:extLst>
                <a:ext uri="{FF2B5EF4-FFF2-40B4-BE49-F238E27FC236}">
                  <a16:creationId xmlns:a16="http://schemas.microsoft.com/office/drawing/2014/main" id="{018337A3-E77F-F288-3FA0-13758106DDF5}"/>
                </a:ext>
              </a:extLst>
            </p:cNvPr>
            <p:cNvSpPr/>
            <p:nvPr/>
          </p:nvSpPr>
          <p:spPr>
            <a:xfrm>
              <a:off x="1899500" y="429725"/>
              <a:ext cx="4282125" cy="4588850"/>
            </a:xfrm>
            <a:custGeom>
              <a:avLst/>
              <a:gdLst/>
              <a:ahLst/>
              <a:cxnLst/>
              <a:rect l="l" t="t" r="r" b="b"/>
              <a:pathLst>
                <a:path w="171285" h="183554" extrusionOk="0">
                  <a:moveTo>
                    <a:pt x="170470" y="133468"/>
                  </a:moveTo>
                  <a:lnTo>
                    <a:pt x="170470" y="147814"/>
                  </a:lnTo>
                  <a:cubicBezTo>
                    <a:pt x="171032" y="145372"/>
                    <a:pt x="171285" y="143013"/>
                    <a:pt x="171285" y="140711"/>
                  </a:cubicBezTo>
                  <a:cubicBezTo>
                    <a:pt x="171285" y="138241"/>
                    <a:pt x="171004" y="135854"/>
                    <a:pt x="170470" y="133468"/>
                  </a:cubicBezTo>
                  <a:close/>
                  <a:moveTo>
                    <a:pt x="87622" y="0"/>
                  </a:moveTo>
                  <a:cubicBezTo>
                    <a:pt x="70777" y="0"/>
                    <a:pt x="52893" y="5896"/>
                    <a:pt x="38126" y="17575"/>
                  </a:cubicBezTo>
                  <a:lnTo>
                    <a:pt x="103147" y="17575"/>
                  </a:lnTo>
                  <a:lnTo>
                    <a:pt x="103147" y="91805"/>
                  </a:lnTo>
                  <a:lnTo>
                    <a:pt x="3931" y="91805"/>
                  </a:lnTo>
                  <a:lnTo>
                    <a:pt x="3931" y="63169"/>
                  </a:lnTo>
                  <a:cubicBezTo>
                    <a:pt x="1910" y="68419"/>
                    <a:pt x="1320" y="71675"/>
                    <a:pt x="1320" y="71675"/>
                  </a:cubicBezTo>
                  <a:cubicBezTo>
                    <a:pt x="1320" y="71675"/>
                    <a:pt x="1" y="77290"/>
                    <a:pt x="1" y="85853"/>
                  </a:cubicBezTo>
                  <a:cubicBezTo>
                    <a:pt x="1" y="97785"/>
                    <a:pt x="2555" y="115444"/>
                    <a:pt x="14712" y="131727"/>
                  </a:cubicBezTo>
                  <a:cubicBezTo>
                    <a:pt x="35627" y="159690"/>
                    <a:pt x="72096" y="170555"/>
                    <a:pt x="101407" y="180128"/>
                  </a:cubicBezTo>
                  <a:cubicBezTo>
                    <a:pt x="108509" y="182458"/>
                    <a:pt x="115500" y="183553"/>
                    <a:pt x="122154" y="183553"/>
                  </a:cubicBezTo>
                  <a:cubicBezTo>
                    <a:pt x="143013" y="183553"/>
                    <a:pt x="160672" y="172688"/>
                    <a:pt x="168477" y="154019"/>
                  </a:cubicBezTo>
                  <a:cubicBezTo>
                    <a:pt x="169095" y="152503"/>
                    <a:pt x="169628" y="151015"/>
                    <a:pt x="170021" y="149583"/>
                  </a:cubicBezTo>
                  <a:lnTo>
                    <a:pt x="100452" y="149583"/>
                  </a:lnTo>
                  <a:lnTo>
                    <a:pt x="100452" y="98290"/>
                  </a:lnTo>
                  <a:lnTo>
                    <a:pt x="100452" y="97167"/>
                  </a:lnTo>
                  <a:lnTo>
                    <a:pt x="100452" y="94079"/>
                  </a:lnTo>
                  <a:lnTo>
                    <a:pt x="117465" y="94079"/>
                  </a:lnTo>
                  <a:lnTo>
                    <a:pt x="119402" y="97167"/>
                  </a:lnTo>
                  <a:lnTo>
                    <a:pt x="156349" y="97167"/>
                  </a:lnTo>
                  <a:cubicBezTo>
                    <a:pt x="155114" y="93124"/>
                    <a:pt x="154075" y="88745"/>
                    <a:pt x="153373" y="83944"/>
                  </a:cubicBezTo>
                  <a:cubicBezTo>
                    <a:pt x="148797" y="51770"/>
                    <a:pt x="152446" y="42506"/>
                    <a:pt x="131053" y="18024"/>
                  </a:cubicBezTo>
                  <a:cubicBezTo>
                    <a:pt x="120554" y="6008"/>
                    <a:pt x="104635" y="0"/>
                    <a:pt x="876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4022;p64">
              <a:extLst>
                <a:ext uri="{FF2B5EF4-FFF2-40B4-BE49-F238E27FC236}">
                  <a16:creationId xmlns:a16="http://schemas.microsoft.com/office/drawing/2014/main" id="{8CDAF166-C39C-A23A-DBDA-08A0DAFAFCC9}"/>
                </a:ext>
              </a:extLst>
            </p:cNvPr>
            <p:cNvSpPr/>
            <p:nvPr/>
          </p:nvSpPr>
          <p:spPr>
            <a:xfrm>
              <a:off x="4410775" y="2781675"/>
              <a:ext cx="1750500" cy="1387625"/>
            </a:xfrm>
            <a:custGeom>
              <a:avLst/>
              <a:gdLst/>
              <a:ahLst/>
              <a:cxnLst/>
              <a:rect l="l" t="t" r="r" b="b"/>
              <a:pathLst>
                <a:path w="70020" h="55505" extrusionOk="0">
                  <a:moveTo>
                    <a:pt x="1" y="1"/>
                  </a:moveTo>
                  <a:lnTo>
                    <a:pt x="1" y="55505"/>
                  </a:lnTo>
                  <a:lnTo>
                    <a:pt x="70019" y="55505"/>
                  </a:lnTo>
                  <a:lnTo>
                    <a:pt x="70019" y="3089"/>
                  </a:lnTo>
                  <a:lnTo>
                    <a:pt x="18951" y="3089"/>
                  </a:lnTo>
                  <a:lnTo>
                    <a:pt x="170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4023;p64">
              <a:extLst>
                <a:ext uri="{FF2B5EF4-FFF2-40B4-BE49-F238E27FC236}">
                  <a16:creationId xmlns:a16="http://schemas.microsoft.com/office/drawing/2014/main" id="{1EC97391-27AA-1F8B-1C3A-1913650C06E0}"/>
                </a:ext>
              </a:extLst>
            </p:cNvPr>
            <p:cNvSpPr/>
            <p:nvPr/>
          </p:nvSpPr>
          <p:spPr>
            <a:xfrm>
              <a:off x="4424125" y="2894675"/>
              <a:ext cx="1725925" cy="1246550"/>
            </a:xfrm>
            <a:custGeom>
              <a:avLst/>
              <a:gdLst/>
              <a:ahLst/>
              <a:cxnLst/>
              <a:rect l="l" t="t" r="r" b="b"/>
              <a:pathLst>
                <a:path w="69037" h="49862" extrusionOk="0">
                  <a:moveTo>
                    <a:pt x="0" y="1"/>
                  </a:moveTo>
                  <a:lnTo>
                    <a:pt x="0" y="49862"/>
                  </a:lnTo>
                  <a:lnTo>
                    <a:pt x="69036" y="49862"/>
                  </a:lnTo>
                  <a:lnTo>
                    <a:pt x="690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4024;p64">
              <a:extLst>
                <a:ext uri="{FF2B5EF4-FFF2-40B4-BE49-F238E27FC236}">
                  <a16:creationId xmlns:a16="http://schemas.microsoft.com/office/drawing/2014/main" id="{31D0DA8A-DBB8-3A7D-8265-1DC35C34BBF4}"/>
                </a:ext>
              </a:extLst>
            </p:cNvPr>
            <p:cNvSpPr/>
            <p:nvPr/>
          </p:nvSpPr>
          <p:spPr>
            <a:xfrm>
              <a:off x="6118425" y="2900300"/>
              <a:ext cx="26000" cy="749625"/>
            </a:xfrm>
            <a:custGeom>
              <a:avLst/>
              <a:gdLst/>
              <a:ahLst/>
              <a:cxnLst/>
              <a:rect l="l" t="t" r="r" b="b"/>
              <a:pathLst>
                <a:path w="1040" h="29985" extrusionOk="0">
                  <a:moveTo>
                    <a:pt x="1" y="1"/>
                  </a:moveTo>
                  <a:lnTo>
                    <a:pt x="1" y="29984"/>
                  </a:lnTo>
                  <a:lnTo>
                    <a:pt x="1040" y="29984"/>
                  </a:lnTo>
                  <a:lnTo>
                    <a:pt x="1040" y="1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4025;p64">
              <a:extLst>
                <a:ext uri="{FF2B5EF4-FFF2-40B4-BE49-F238E27FC236}">
                  <a16:creationId xmlns:a16="http://schemas.microsoft.com/office/drawing/2014/main" id="{21F37F71-063A-1EB4-13DA-F3D6DBFC930E}"/>
                </a:ext>
              </a:extLst>
            </p:cNvPr>
            <p:cNvSpPr/>
            <p:nvPr/>
          </p:nvSpPr>
          <p:spPr>
            <a:xfrm>
              <a:off x="6118425" y="3649900"/>
              <a:ext cx="26000" cy="485025"/>
            </a:xfrm>
            <a:custGeom>
              <a:avLst/>
              <a:gdLst/>
              <a:ahLst/>
              <a:cxnLst/>
              <a:rect l="l" t="t" r="r" b="b"/>
              <a:pathLst>
                <a:path w="1040" h="19401" extrusionOk="0">
                  <a:moveTo>
                    <a:pt x="1" y="0"/>
                  </a:moveTo>
                  <a:lnTo>
                    <a:pt x="1" y="19400"/>
                  </a:lnTo>
                  <a:lnTo>
                    <a:pt x="1040" y="19400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4026;p64">
              <a:extLst>
                <a:ext uri="{FF2B5EF4-FFF2-40B4-BE49-F238E27FC236}">
                  <a16:creationId xmlns:a16="http://schemas.microsoft.com/office/drawing/2014/main" id="{F006D946-2A4D-3583-AE6F-65E7B7D1C2B3}"/>
                </a:ext>
              </a:extLst>
            </p:cNvPr>
            <p:cNvSpPr/>
            <p:nvPr/>
          </p:nvSpPr>
          <p:spPr>
            <a:xfrm>
              <a:off x="4417100" y="2877850"/>
              <a:ext cx="1735050" cy="67400"/>
            </a:xfrm>
            <a:custGeom>
              <a:avLst/>
              <a:gdLst/>
              <a:ahLst/>
              <a:cxnLst/>
              <a:rect l="l" t="t" r="r" b="b"/>
              <a:pathLst>
                <a:path w="69402" h="2696" extrusionOk="0">
                  <a:moveTo>
                    <a:pt x="1" y="0"/>
                  </a:moveTo>
                  <a:lnTo>
                    <a:pt x="1" y="2695"/>
                  </a:lnTo>
                  <a:lnTo>
                    <a:pt x="69401" y="2695"/>
                  </a:lnTo>
                  <a:lnTo>
                    <a:pt x="694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4027;p64">
              <a:extLst>
                <a:ext uri="{FF2B5EF4-FFF2-40B4-BE49-F238E27FC236}">
                  <a16:creationId xmlns:a16="http://schemas.microsoft.com/office/drawing/2014/main" id="{D4D0A42C-C20C-52B9-EB74-702DC2E6B47D}"/>
                </a:ext>
              </a:extLst>
            </p:cNvPr>
            <p:cNvSpPr/>
            <p:nvPr/>
          </p:nvSpPr>
          <p:spPr>
            <a:xfrm>
              <a:off x="4411500" y="2871525"/>
              <a:ext cx="1746975" cy="80050"/>
            </a:xfrm>
            <a:custGeom>
              <a:avLst/>
              <a:gdLst/>
              <a:ahLst/>
              <a:cxnLst/>
              <a:rect l="l" t="t" r="r" b="b"/>
              <a:pathLst>
                <a:path w="69879" h="3202" extrusionOk="0">
                  <a:moveTo>
                    <a:pt x="69401" y="478"/>
                  </a:moveTo>
                  <a:lnTo>
                    <a:pt x="69401" y="2724"/>
                  </a:lnTo>
                  <a:lnTo>
                    <a:pt x="449" y="2724"/>
                  </a:lnTo>
                  <a:lnTo>
                    <a:pt x="449" y="478"/>
                  </a:lnTo>
                  <a:close/>
                  <a:moveTo>
                    <a:pt x="0" y="0"/>
                  </a:moveTo>
                  <a:lnTo>
                    <a:pt x="0" y="3201"/>
                  </a:lnTo>
                  <a:lnTo>
                    <a:pt x="69878" y="3201"/>
                  </a:lnTo>
                  <a:lnTo>
                    <a:pt x="69878" y="2948"/>
                  </a:lnTo>
                  <a:lnTo>
                    <a:pt x="69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4028;p64">
              <a:extLst>
                <a:ext uri="{FF2B5EF4-FFF2-40B4-BE49-F238E27FC236}">
                  <a16:creationId xmlns:a16="http://schemas.microsoft.com/office/drawing/2014/main" id="{282AD16E-E964-78D1-1501-DC8BF70FC228}"/>
                </a:ext>
              </a:extLst>
            </p:cNvPr>
            <p:cNvSpPr/>
            <p:nvPr/>
          </p:nvSpPr>
          <p:spPr>
            <a:xfrm>
              <a:off x="4417800" y="2888375"/>
              <a:ext cx="1737850" cy="1258475"/>
            </a:xfrm>
            <a:custGeom>
              <a:avLst/>
              <a:gdLst/>
              <a:ahLst/>
              <a:cxnLst/>
              <a:rect l="l" t="t" r="r" b="b"/>
              <a:pathLst>
                <a:path w="69514" h="50339" extrusionOk="0">
                  <a:moveTo>
                    <a:pt x="69065" y="478"/>
                  </a:moveTo>
                  <a:lnTo>
                    <a:pt x="69065" y="49861"/>
                  </a:lnTo>
                  <a:lnTo>
                    <a:pt x="478" y="49861"/>
                  </a:lnTo>
                  <a:lnTo>
                    <a:pt x="478" y="478"/>
                  </a:lnTo>
                  <a:close/>
                  <a:moveTo>
                    <a:pt x="253" y="0"/>
                  </a:moveTo>
                  <a:cubicBezTo>
                    <a:pt x="197" y="0"/>
                    <a:pt x="113" y="28"/>
                    <a:pt x="85" y="85"/>
                  </a:cubicBezTo>
                  <a:cubicBezTo>
                    <a:pt x="29" y="113"/>
                    <a:pt x="1" y="169"/>
                    <a:pt x="1" y="253"/>
                  </a:cubicBezTo>
                  <a:lnTo>
                    <a:pt x="1" y="50114"/>
                  </a:lnTo>
                  <a:cubicBezTo>
                    <a:pt x="1" y="50170"/>
                    <a:pt x="29" y="50226"/>
                    <a:pt x="85" y="50282"/>
                  </a:cubicBezTo>
                  <a:cubicBezTo>
                    <a:pt x="113" y="50310"/>
                    <a:pt x="197" y="50338"/>
                    <a:pt x="253" y="50338"/>
                  </a:cubicBezTo>
                  <a:lnTo>
                    <a:pt x="69289" y="50338"/>
                  </a:lnTo>
                  <a:cubicBezTo>
                    <a:pt x="69345" y="50338"/>
                    <a:pt x="69402" y="50310"/>
                    <a:pt x="69458" y="50282"/>
                  </a:cubicBezTo>
                  <a:cubicBezTo>
                    <a:pt x="69514" y="50226"/>
                    <a:pt x="69514" y="50170"/>
                    <a:pt x="69514" y="50114"/>
                  </a:cubicBezTo>
                  <a:lnTo>
                    <a:pt x="69514" y="253"/>
                  </a:lnTo>
                  <a:cubicBezTo>
                    <a:pt x="69514" y="169"/>
                    <a:pt x="69514" y="113"/>
                    <a:pt x="69458" y="85"/>
                  </a:cubicBezTo>
                  <a:cubicBezTo>
                    <a:pt x="69402" y="28"/>
                    <a:pt x="69345" y="0"/>
                    <a:pt x="69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4029;p64">
              <a:extLst>
                <a:ext uri="{FF2B5EF4-FFF2-40B4-BE49-F238E27FC236}">
                  <a16:creationId xmlns:a16="http://schemas.microsoft.com/office/drawing/2014/main" id="{0A80230A-C894-34B5-CA45-90CAD5CE4A13}"/>
                </a:ext>
              </a:extLst>
            </p:cNvPr>
            <p:cNvSpPr/>
            <p:nvPr/>
          </p:nvSpPr>
          <p:spPr>
            <a:xfrm>
              <a:off x="5191975" y="2989450"/>
              <a:ext cx="141800" cy="21075"/>
            </a:xfrm>
            <a:custGeom>
              <a:avLst/>
              <a:gdLst/>
              <a:ahLst/>
              <a:cxnLst/>
              <a:rect l="l" t="t" r="r" b="b"/>
              <a:pathLst>
                <a:path w="5672" h="843" extrusionOk="0">
                  <a:moveTo>
                    <a:pt x="421" y="0"/>
                  </a:moveTo>
                  <a:cubicBezTo>
                    <a:pt x="197" y="0"/>
                    <a:pt x="0" y="197"/>
                    <a:pt x="0" y="421"/>
                  </a:cubicBezTo>
                  <a:cubicBezTo>
                    <a:pt x="0" y="674"/>
                    <a:pt x="197" y="842"/>
                    <a:pt x="421" y="842"/>
                  </a:cubicBezTo>
                  <a:lnTo>
                    <a:pt x="5250" y="842"/>
                  </a:lnTo>
                  <a:cubicBezTo>
                    <a:pt x="5475" y="842"/>
                    <a:pt x="5671" y="674"/>
                    <a:pt x="5671" y="421"/>
                  </a:cubicBezTo>
                  <a:cubicBezTo>
                    <a:pt x="5671" y="197"/>
                    <a:pt x="5475" y="0"/>
                    <a:pt x="5250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4030;p64">
              <a:extLst>
                <a:ext uri="{FF2B5EF4-FFF2-40B4-BE49-F238E27FC236}">
                  <a16:creationId xmlns:a16="http://schemas.microsoft.com/office/drawing/2014/main" id="{126A5444-EA77-8E70-33A7-A5BD9724BFA4}"/>
                </a:ext>
              </a:extLst>
            </p:cNvPr>
            <p:cNvSpPr/>
            <p:nvPr/>
          </p:nvSpPr>
          <p:spPr>
            <a:xfrm>
              <a:off x="5433400" y="2989450"/>
              <a:ext cx="141800" cy="21075"/>
            </a:xfrm>
            <a:custGeom>
              <a:avLst/>
              <a:gdLst/>
              <a:ahLst/>
              <a:cxnLst/>
              <a:rect l="l" t="t" r="r" b="b"/>
              <a:pathLst>
                <a:path w="5672" h="843" extrusionOk="0">
                  <a:moveTo>
                    <a:pt x="422" y="0"/>
                  </a:moveTo>
                  <a:cubicBezTo>
                    <a:pt x="197" y="0"/>
                    <a:pt x="1" y="197"/>
                    <a:pt x="1" y="421"/>
                  </a:cubicBezTo>
                  <a:cubicBezTo>
                    <a:pt x="1" y="674"/>
                    <a:pt x="197" y="842"/>
                    <a:pt x="422" y="842"/>
                  </a:cubicBezTo>
                  <a:lnTo>
                    <a:pt x="5251" y="842"/>
                  </a:lnTo>
                  <a:cubicBezTo>
                    <a:pt x="5504" y="842"/>
                    <a:pt x="5672" y="674"/>
                    <a:pt x="5672" y="421"/>
                  </a:cubicBezTo>
                  <a:cubicBezTo>
                    <a:pt x="5672" y="197"/>
                    <a:pt x="5504" y="0"/>
                    <a:pt x="5251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4031;p64">
              <a:extLst>
                <a:ext uri="{FF2B5EF4-FFF2-40B4-BE49-F238E27FC236}">
                  <a16:creationId xmlns:a16="http://schemas.microsoft.com/office/drawing/2014/main" id="{98F238ED-6CA5-4B20-B8B1-C7C476001E44}"/>
                </a:ext>
              </a:extLst>
            </p:cNvPr>
            <p:cNvSpPr/>
            <p:nvPr/>
          </p:nvSpPr>
          <p:spPr>
            <a:xfrm>
              <a:off x="5674850" y="2989450"/>
              <a:ext cx="141800" cy="21075"/>
            </a:xfrm>
            <a:custGeom>
              <a:avLst/>
              <a:gdLst/>
              <a:ahLst/>
              <a:cxnLst/>
              <a:rect l="l" t="t" r="r" b="b"/>
              <a:pathLst>
                <a:path w="5672" h="843" extrusionOk="0">
                  <a:moveTo>
                    <a:pt x="422" y="0"/>
                  </a:moveTo>
                  <a:cubicBezTo>
                    <a:pt x="197" y="0"/>
                    <a:pt x="1" y="197"/>
                    <a:pt x="1" y="421"/>
                  </a:cubicBezTo>
                  <a:cubicBezTo>
                    <a:pt x="1" y="674"/>
                    <a:pt x="197" y="842"/>
                    <a:pt x="422" y="842"/>
                  </a:cubicBezTo>
                  <a:lnTo>
                    <a:pt x="5251" y="842"/>
                  </a:lnTo>
                  <a:cubicBezTo>
                    <a:pt x="5503" y="842"/>
                    <a:pt x="5672" y="674"/>
                    <a:pt x="5672" y="421"/>
                  </a:cubicBezTo>
                  <a:cubicBezTo>
                    <a:pt x="5672" y="197"/>
                    <a:pt x="5503" y="0"/>
                    <a:pt x="5251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4032;p64">
              <a:extLst>
                <a:ext uri="{FF2B5EF4-FFF2-40B4-BE49-F238E27FC236}">
                  <a16:creationId xmlns:a16="http://schemas.microsoft.com/office/drawing/2014/main" id="{63E53DA6-5F92-9FA2-DA8A-68E1091D0F4A}"/>
                </a:ext>
              </a:extLst>
            </p:cNvPr>
            <p:cNvSpPr/>
            <p:nvPr/>
          </p:nvSpPr>
          <p:spPr>
            <a:xfrm>
              <a:off x="5916300" y="2989450"/>
              <a:ext cx="142500" cy="21075"/>
            </a:xfrm>
            <a:custGeom>
              <a:avLst/>
              <a:gdLst/>
              <a:ahLst/>
              <a:cxnLst/>
              <a:rect l="l" t="t" r="r" b="b"/>
              <a:pathLst>
                <a:path w="5700" h="843" extrusionOk="0">
                  <a:moveTo>
                    <a:pt x="421" y="0"/>
                  </a:moveTo>
                  <a:cubicBezTo>
                    <a:pt x="197" y="0"/>
                    <a:pt x="0" y="197"/>
                    <a:pt x="0" y="421"/>
                  </a:cubicBezTo>
                  <a:cubicBezTo>
                    <a:pt x="0" y="674"/>
                    <a:pt x="197" y="842"/>
                    <a:pt x="421" y="842"/>
                  </a:cubicBezTo>
                  <a:lnTo>
                    <a:pt x="5250" y="842"/>
                  </a:lnTo>
                  <a:cubicBezTo>
                    <a:pt x="5503" y="842"/>
                    <a:pt x="5699" y="674"/>
                    <a:pt x="5699" y="421"/>
                  </a:cubicBezTo>
                  <a:cubicBezTo>
                    <a:pt x="5699" y="197"/>
                    <a:pt x="5503" y="0"/>
                    <a:pt x="5250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4033;p64">
              <a:extLst>
                <a:ext uri="{FF2B5EF4-FFF2-40B4-BE49-F238E27FC236}">
                  <a16:creationId xmlns:a16="http://schemas.microsoft.com/office/drawing/2014/main" id="{724770E8-D3F8-B219-00B3-B1BCAA754DCB}"/>
                </a:ext>
              </a:extLst>
            </p:cNvPr>
            <p:cNvSpPr/>
            <p:nvPr/>
          </p:nvSpPr>
          <p:spPr>
            <a:xfrm>
              <a:off x="5778025" y="3646400"/>
              <a:ext cx="113725" cy="357975"/>
            </a:xfrm>
            <a:custGeom>
              <a:avLst/>
              <a:gdLst/>
              <a:ahLst/>
              <a:cxnLst/>
              <a:rect l="l" t="t" r="r" b="b"/>
              <a:pathLst>
                <a:path w="4549" h="14319" extrusionOk="0">
                  <a:moveTo>
                    <a:pt x="1" y="0"/>
                  </a:moveTo>
                  <a:lnTo>
                    <a:pt x="1" y="14318"/>
                  </a:lnTo>
                  <a:lnTo>
                    <a:pt x="4549" y="14318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4034;p64">
              <a:extLst>
                <a:ext uri="{FF2B5EF4-FFF2-40B4-BE49-F238E27FC236}">
                  <a16:creationId xmlns:a16="http://schemas.microsoft.com/office/drawing/2014/main" id="{E00F6993-DBBE-BF18-E853-1A4609B84953}"/>
                </a:ext>
              </a:extLst>
            </p:cNvPr>
            <p:cNvSpPr/>
            <p:nvPr/>
          </p:nvSpPr>
          <p:spPr>
            <a:xfrm>
              <a:off x="5772400" y="3640075"/>
              <a:ext cx="124975" cy="370600"/>
            </a:xfrm>
            <a:custGeom>
              <a:avLst/>
              <a:gdLst/>
              <a:ahLst/>
              <a:cxnLst/>
              <a:rect l="l" t="t" r="r" b="b"/>
              <a:pathLst>
                <a:path w="4999" h="14824" extrusionOk="0">
                  <a:moveTo>
                    <a:pt x="4521" y="478"/>
                  </a:moveTo>
                  <a:lnTo>
                    <a:pt x="4521" y="14347"/>
                  </a:lnTo>
                  <a:lnTo>
                    <a:pt x="450" y="14347"/>
                  </a:lnTo>
                  <a:lnTo>
                    <a:pt x="450" y="478"/>
                  </a:lnTo>
                  <a:close/>
                  <a:moveTo>
                    <a:pt x="1" y="0"/>
                  </a:moveTo>
                  <a:lnTo>
                    <a:pt x="1" y="253"/>
                  </a:lnTo>
                  <a:lnTo>
                    <a:pt x="1" y="14824"/>
                  </a:lnTo>
                  <a:lnTo>
                    <a:pt x="4998" y="14824"/>
                  </a:lnTo>
                  <a:lnTo>
                    <a:pt x="49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4035;p64">
              <a:extLst>
                <a:ext uri="{FF2B5EF4-FFF2-40B4-BE49-F238E27FC236}">
                  <a16:creationId xmlns:a16="http://schemas.microsoft.com/office/drawing/2014/main" id="{4E12C88C-9002-AAB2-02FB-8A4E1792DF2D}"/>
                </a:ext>
              </a:extLst>
            </p:cNvPr>
            <p:cNvSpPr/>
            <p:nvPr/>
          </p:nvSpPr>
          <p:spPr>
            <a:xfrm>
              <a:off x="5651700" y="3878000"/>
              <a:ext cx="113725" cy="126375"/>
            </a:xfrm>
            <a:custGeom>
              <a:avLst/>
              <a:gdLst/>
              <a:ahLst/>
              <a:cxnLst/>
              <a:rect l="l" t="t" r="r" b="b"/>
              <a:pathLst>
                <a:path w="4549" h="5055" extrusionOk="0">
                  <a:moveTo>
                    <a:pt x="0" y="1"/>
                  </a:moveTo>
                  <a:lnTo>
                    <a:pt x="0" y="5054"/>
                  </a:lnTo>
                  <a:lnTo>
                    <a:pt x="4548" y="5054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4036;p64">
              <a:extLst>
                <a:ext uri="{FF2B5EF4-FFF2-40B4-BE49-F238E27FC236}">
                  <a16:creationId xmlns:a16="http://schemas.microsoft.com/office/drawing/2014/main" id="{D8824506-14B8-0407-F472-0411D92400D1}"/>
                </a:ext>
              </a:extLst>
            </p:cNvPr>
            <p:cNvSpPr/>
            <p:nvPr/>
          </p:nvSpPr>
          <p:spPr>
            <a:xfrm>
              <a:off x="5646075" y="3872400"/>
              <a:ext cx="124950" cy="138275"/>
            </a:xfrm>
            <a:custGeom>
              <a:avLst/>
              <a:gdLst/>
              <a:ahLst/>
              <a:cxnLst/>
              <a:rect l="l" t="t" r="r" b="b"/>
              <a:pathLst>
                <a:path w="4998" h="5531" extrusionOk="0">
                  <a:moveTo>
                    <a:pt x="4549" y="477"/>
                  </a:moveTo>
                  <a:lnTo>
                    <a:pt x="4549" y="5054"/>
                  </a:lnTo>
                  <a:lnTo>
                    <a:pt x="450" y="5054"/>
                  </a:lnTo>
                  <a:lnTo>
                    <a:pt x="450" y="477"/>
                  </a:ln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57" y="56"/>
                  </a:cubicBezTo>
                  <a:cubicBezTo>
                    <a:pt x="29" y="112"/>
                    <a:pt x="1" y="169"/>
                    <a:pt x="1" y="225"/>
                  </a:cubicBezTo>
                  <a:lnTo>
                    <a:pt x="1" y="5278"/>
                  </a:lnTo>
                  <a:cubicBezTo>
                    <a:pt x="1" y="5362"/>
                    <a:pt x="29" y="5419"/>
                    <a:pt x="57" y="5447"/>
                  </a:cubicBezTo>
                  <a:cubicBezTo>
                    <a:pt x="113" y="5503"/>
                    <a:pt x="169" y="5531"/>
                    <a:pt x="225" y="5531"/>
                  </a:cubicBezTo>
                  <a:lnTo>
                    <a:pt x="4773" y="5531"/>
                  </a:lnTo>
                  <a:cubicBezTo>
                    <a:pt x="4829" y="5531"/>
                    <a:pt x="4886" y="5503"/>
                    <a:pt x="4942" y="5447"/>
                  </a:cubicBezTo>
                  <a:cubicBezTo>
                    <a:pt x="4970" y="5419"/>
                    <a:pt x="4998" y="5362"/>
                    <a:pt x="4998" y="5278"/>
                  </a:cubicBezTo>
                  <a:lnTo>
                    <a:pt x="4998" y="225"/>
                  </a:lnTo>
                  <a:cubicBezTo>
                    <a:pt x="4998" y="169"/>
                    <a:pt x="4970" y="112"/>
                    <a:pt x="4942" y="56"/>
                  </a:cubicBezTo>
                  <a:cubicBezTo>
                    <a:pt x="4886" y="28"/>
                    <a:pt x="4829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4037;p64">
              <a:extLst>
                <a:ext uri="{FF2B5EF4-FFF2-40B4-BE49-F238E27FC236}">
                  <a16:creationId xmlns:a16="http://schemas.microsoft.com/office/drawing/2014/main" id="{8B3D668B-3DBD-54A5-8B8B-D1FB3037ED47}"/>
                </a:ext>
              </a:extLst>
            </p:cNvPr>
            <p:cNvSpPr/>
            <p:nvPr/>
          </p:nvSpPr>
          <p:spPr>
            <a:xfrm>
              <a:off x="5525350" y="3171925"/>
              <a:ext cx="113725" cy="832450"/>
            </a:xfrm>
            <a:custGeom>
              <a:avLst/>
              <a:gdLst/>
              <a:ahLst/>
              <a:cxnLst/>
              <a:rect l="l" t="t" r="r" b="b"/>
              <a:pathLst>
                <a:path w="4549" h="33298" extrusionOk="0">
                  <a:moveTo>
                    <a:pt x="1" y="0"/>
                  </a:moveTo>
                  <a:lnTo>
                    <a:pt x="1" y="33297"/>
                  </a:lnTo>
                  <a:lnTo>
                    <a:pt x="4549" y="33297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4038;p64">
              <a:extLst>
                <a:ext uri="{FF2B5EF4-FFF2-40B4-BE49-F238E27FC236}">
                  <a16:creationId xmlns:a16="http://schemas.microsoft.com/office/drawing/2014/main" id="{2EFFA4AA-7205-5C4A-1000-4539785D63AB}"/>
                </a:ext>
              </a:extLst>
            </p:cNvPr>
            <p:cNvSpPr/>
            <p:nvPr/>
          </p:nvSpPr>
          <p:spPr>
            <a:xfrm>
              <a:off x="5519750" y="3166300"/>
              <a:ext cx="124950" cy="844375"/>
            </a:xfrm>
            <a:custGeom>
              <a:avLst/>
              <a:gdLst/>
              <a:ahLst/>
              <a:cxnLst/>
              <a:rect l="l" t="t" r="r" b="b"/>
              <a:pathLst>
                <a:path w="4998" h="33775" extrusionOk="0">
                  <a:moveTo>
                    <a:pt x="4548" y="450"/>
                  </a:moveTo>
                  <a:lnTo>
                    <a:pt x="4548" y="33298"/>
                  </a:lnTo>
                  <a:lnTo>
                    <a:pt x="477" y="33298"/>
                  </a:lnTo>
                  <a:lnTo>
                    <a:pt x="477" y="450"/>
                  </a:lnTo>
                  <a:close/>
                  <a:moveTo>
                    <a:pt x="0" y="1"/>
                  </a:moveTo>
                  <a:lnTo>
                    <a:pt x="0" y="225"/>
                  </a:lnTo>
                  <a:lnTo>
                    <a:pt x="0" y="33775"/>
                  </a:lnTo>
                  <a:lnTo>
                    <a:pt x="4997" y="33775"/>
                  </a:lnTo>
                  <a:lnTo>
                    <a:pt x="49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4039;p64">
              <a:extLst>
                <a:ext uri="{FF2B5EF4-FFF2-40B4-BE49-F238E27FC236}">
                  <a16:creationId xmlns:a16="http://schemas.microsoft.com/office/drawing/2014/main" id="{667358ED-4228-C9A8-3BC6-7DB3954709CB}"/>
                </a:ext>
              </a:extLst>
            </p:cNvPr>
            <p:cNvSpPr/>
            <p:nvPr/>
          </p:nvSpPr>
          <p:spPr>
            <a:xfrm>
              <a:off x="5399725" y="3214025"/>
              <a:ext cx="113025" cy="790350"/>
            </a:xfrm>
            <a:custGeom>
              <a:avLst/>
              <a:gdLst/>
              <a:ahLst/>
              <a:cxnLst/>
              <a:rect l="l" t="t" r="r" b="b"/>
              <a:pathLst>
                <a:path w="4521" h="31614" extrusionOk="0">
                  <a:moveTo>
                    <a:pt x="0" y="1"/>
                  </a:moveTo>
                  <a:lnTo>
                    <a:pt x="0" y="31613"/>
                  </a:lnTo>
                  <a:lnTo>
                    <a:pt x="4520" y="31613"/>
                  </a:lnTo>
                  <a:lnTo>
                    <a:pt x="45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4040;p64">
              <a:extLst>
                <a:ext uri="{FF2B5EF4-FFF2-40B4-BE49-F238E27FC236}">
                  <a16:creationId xmlns:a16="http://schemas.microsoft.com/office/drawing/2014/main" id="{7652B09B-9C2E-304C-0F1B-D45A54B6BFF1}"/>
                </a:ext>
              </a:extLst>
            </p:cNvPr>
            <p:cNvSpPr/>
            <p:nvPr/>
          </p:nvSpPr>
          <p:spPr>
            <a:xfrm>
              <a:off x="5393400" y="3208425"/>
              <a:ext cx="125650" cy="802250"/>
            </a:xfrm>
            <a:custGeom>
              <a:avLst/>
              <a:gdLst/>
              <a:ahLst/>
              <a:cxnLst/>
              <a:rect l="l" t="t" r="r" b="b"/>
              <a:pathLst>
                <a:path w="5026" h="32090" extrusionOk="0">
                  <a:moveTo>
                    <a:pt x="4549" y="478"/>
                  </a:moveTo>
                  <a:lnTo>
                    <a:pt x="4549" y="31613"/>
                  </a:lnTo>
                  <a:lnTo>
                    <a:pt x="478" y="31613"/>
                  </a:lnTo>
                  <a:lnTo>
                    <a:pt x="478" y="478"/>
                  </a:lnTo>
                  <a:close/>
                  <a:moveTo>
                    <a:pt x="253" y="0"/>
                  </a:moveTo>
                  <a:cubicBezTo>
                    <a:pt x="169" y="0"/>
                    <a:pt x="113" y="28"/>
                    <a:pt x="85" y="57"/>
                  </a:cubicBezTo>
                  <a:cubicBezTo>
                    <a:pt x="29" y="113"/>
                    <a:pt x="1" y="169"/>
                    <a:pt x="1" y="225"/>
                  </a:cubicBezTo>
                  <a:lnTo>
                    <a:pt x="1" y="31837"/>
                  </a:lnTo>
                  <a:cubicBezTo>
                    <a:pt x="1" y="31921"/>
                    <a:pt x="29" y="31978"/>
                    <a:pt x="85" y="32006"/>
                  </a:cubicBezTo>
                  <a:cubicBezTo>
                    <a:pt x="113" y="32062"/>
                    <a:pt x="169" y="32090"/>
                    <a:pt x="253" y="32090"/>
                  </a:cubicBezTo>
                  <a:lnTo>
                    <a:pt x="4773" y="32090"/>
                  </a:lnTo>
                  <a:cubicBezTo>
                    <a:pt x="4858" y="32090"/>
                    <a:pt x="4914" y="32062"/>
                    <a:pt x="4942" y="32006"/>
                  </a:cubicBezTo>
                  <a:cubicBezTo>
                    <a:pt x="4998" y="31978"/>
                    <a:pt x="5026" y="31921"/>
                    <a:pt x="5026" y="31837"/>
                  </a:cubicBezTo>
                  <a:lnTo>
                    <a:pt x="5026" y="225"/>
                  </a:lnTo>
                  <a:cubicBezTo>
                    <a:pt x="5026" y="169"/>
                    <a:pt x="4998" y="113"/>
                    <a:pt x="4942" y="57"/>
                  </a:cubicBezTo>
                  <a:cubicBezTo>
                    <a:pt x="4914" y="28"/>
                    <a:pt x="4858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4041;p64">
              <a:extLst>
                <a:ext uri="{FF2B5EF4-FFF2-40B4-BE49-F238E27FC236}">
                  <a16:creationId xmlns:a16="http://schemas.microsoft.com/office/drawing/2014/main" id="{92CB4752-62D6-71DD-EC4C-A3DC13EFF307}"/>
                </a:ext>
              </a:extLst>
            </p:cNvPr>
            <p:cNvSpPr/>
            <p:nvPr/>
          </p:nvSpPr>
          <p:spPr>
            <a:xfrm>
              <a:off x="5273375" y="3646400"/>
              <a:ext cx="113725" cy="357975"/>
            </a:xfrm>
            <a:custGeom>
              <a:avLst/>
              <a:gdLst/>
              <a:ahLst/>
              <a:cxnLst/>
              <a:rect l="l" t="t" r="r" b="b"/>
              <a:pathLst>
                <a:path w="4549" h="14319" extrusionOk="0">
                  <a:moveTo>
                    <a:pt x="1" y="0"/>
                  </a:moveTo>
                  <a:lnTo>
                    <a:pt x="1" y="14318"/>
                  </a:lnTo>
                  <a:lnTo>
                    <a:pt x="4549" y="14318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4042;p64">
              <a:extLst>
                <a:ext uri="{FF2B5EF4-FFF2-40B4-BE49-F238E27FC236}">
                  <a16:creationId xmlns:a16="http://schemas.microsoft.com/office/drawing/2014/main" id="{F6982503-EF0A-37AA-C750-DA7D36075853}"/>
                </a:ext>
              </a:extLst>
            </p:cNvPr>
            <p:cNvSpPr/>
            <p:nvPr/>
          </p:nvSpPr>
          <p:spPr>
            <a:xfrm>
              <a:off x="5267075" y="3640075"/>
              <a:ext cx="125650" cy="370600"/>
            </a:xfrm>
            <a:custGeom>
              <a:avLst/>
              <a:gdLst/>
              <a:ahLst/>
              <a:cxnLst/>
              <a:rect l="l" t="t" r="r" b="b"/>
              <a:pathLst>
                <a:path w="5026" h="14824" extrusionOk="0">
                  <a:moveTo>
                    <a:pt x="4548" y="478"/>
                  </a:moveTo>
                  <a:lnTo>
                    <a:pt x="4548" y="14347"/>
                  </a:lnTo>
                  <a:lnTo>
                    <a:pt x="477" y="14347"/>
                  </a:lnTo>
                  <a:lnTo>
                    <a:pt x="477" y="478"/>
                  </a:lnTo>
                  <a:close/>
                  <a:moveTo>
                    <a:pt x="0" y="0"/>
                  </a:moveTo>
                  <a:lnTo>
                    <a:pt x="0" y="253"/>
                  </a:lnTo>
                  <a:lnTo>
                    <a:pt x="0" y="14824"/>
                  </a:lnTo>
                  <a:lnTo>
                    <a:pt x="5026" y="14824"/>
                  </a:lnTo>
                  <a:lnTo>
                    <a:pt x="50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4043;p64">
              <a:extLst>
                <a:ext uri="{FF2B5EF4-FFF2-40B4-BE49-F238E27FC236}">
                  <a16:creationId xmlns:a16="http://schemas.microsoft.com/office/drawing/2014/main" id="{E918ABF8-6FB2-4E52-BDDC-67485EA68474}"/>
                </a:ext>
              </a:extLst>
            </p:cNvPr>
            <p:cNvSpPr/>
            <p:nvPr/>
          </p:nvSpPr>
          <p:spPr>
            <a:xfrm>
              <a:off x="5147050" y="3530575"/>
              <a:ext cx="113725" cy="473800"/>
            </a:xfrm>
            <a:custGeom>
              <a:avLst/>
              <a:gdLst/>
              <a:ahLst/>
              <a:cxnLst/>
              <a:rect l="l" t="t" r="r" b="b"/>
              <a:pathLst>
                <a:path w="4549" h="18952" extrusionOk="0">
                  <a:moveTo>
                    <a:pt x="0" y="1"/>
                  </a:moveTo>
                  <a:lnTo>
                    <a:pt x="0" y="18951"/>
                  </a:lnTo>
                  <a:lnTo>
                    <a:pt x="4549" y="18951"/>
                  </a:lnTo>
                  <a:lnTo>
                    <a:pt x="45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4044;p64">
              <a:extLst>
                <a:ext uri="{FF2B5EF4-FFF2-40B4-BE49-F238E27FC236}">
                  <a16:creationId xmlns:a16="http://schemas.microsoft.com/office/drawing/2014/main" id="{AA3096AA-46D2-3C6D-64A8-B700A1C7EA9E}"/>
                </a:ext>
              </a:extLst>
            </p:cNvPr>
            <p:cNvSpPr/>
            <p:nvPr/>
          </p:nvSpPr>
          <p:spPr>
            <a:xfrm>
              <a:off x="5141425" y="3524275"/>
              <a:ext cx="124975" cy="486400"/>
            </a:xfrm>
            <a:custGeom>
              <a:avLst/>
              <a:gdLst/>
              <a:ahLst/>
              <a:cxnLst/>
              <a:rect l="l" t="t" r="r" b="b"/>
              <a:pathLst>
                <a:path w="4999" h="19456" extrusionOk="0">
                  <a:moveTo>
                    <a:pt x="4521" y="477"/>
                  </a:moveTo>
                  <a:lnTo>
                    <a:pt x="4521" y="18979"/>
                  </a:lnTo>
                  <a:lnTo>
                    <a:pt x="450" y="18979"/>
                  </a:lnTo>
                  <a:lnTo>
                    <a:pt x="450" y="477"/>
                  </a:ln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57" y="84"/>
                  </a:cubicBezTo>
                  <a:cubicBezTo>
                    <a:pt x="29" y="112"/>
                    <a:pt x="1" y="168"/>
                    <a:pt x="1" y="253"/>
                  </a:cubicBezTo>
                  <a:lnTo>
                    <a:pt x="1" y="19203"/>
                  </a:lnTo>
                  <a:cubicBezTo>
                    <a:pt x="1" y="19287"/>
                    <a:pt x="29" y="19344"/>
                    <a:pt x="57" y="19372"/>
                  </a:cubicBezTo>
                  <a:cubicBezTo>
                    <a:pt x="113" y="19428"/>
                    <a:pt x="169" y="19456"/>
                    <a:pt x="225" y="19456"/>
                  </a:cubicBezTo>
                  <a:lnTo>
                    <a:pt x="4774" y="19456"/>
                  </a:lnTo>
                  <a:cubicBezTo>
                    <a:pt x="4830" y="19456"/>
                    <a:pt x="4886" y="19428"/>
                    <a:pt x="4942" y="19372"/>
                  </a:cubicBezTo>
                  <a:cubicBezTo>
                    <a:pt x="4970" y="19344"/>
                    <a:pt x="4998" y="19287"/>
                    <a:pt x="4998" y="19203"/>
                  </a:cubicBezTo>
                  <a:lnTo>
                    <a:pt x="4998" y="253"/>
                  </a:lnTo>
                  <a:cubicBezTo>
                    <a:pt x="4998" y="168"/>
                    <a:pt x="4970" y="112"/>
                    <a:pt x="4942" y="84"/>
                  </a:cubicBezTo>
                  <a:cubicBezTo>
                    <a:pt x="4886" y="28"/>
                    <a:pt x="4830" y="0"/>
                    <a:pt x="4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4045;p64">
              <a:extLst>
                <a:ext uri="{FF2B5EF4-FFF2-40B4-BE49-F238E27FC236}">
                  <a16:creationId xmlns:a16="http://schemas.microsoft.com/office/drawing/2014/main" id="{26F62929-91C5-DF5C-6B9E-6B4EDF79AB24}"/>
                </a:ext>
              </a:extLst>
            </p:cNvPr>
            <p:cNvSpPr/>
            <p:nvPr/>
          </p:nvSpPr>
          <p:spPr>
            <a:xfrm>
              <a:off x="5020700" y="3941175"/>
              <a:ext cx="113750" cy="63200"/>
            </a:xfrm>
            <a:custGeom>
              <a:avLst/>
              <a:gdLst/>
              <a:ahLst/>
              <a:cxnLst/>
              <a:rect l="l" t="t" r="r" b="b"/>
              <a:pathLst>
                <a:path w="4550" h="2528" extrusionOk="0">
                  <a:moveTo>
                    <a:pt x="1" y="0"/>
                  </a:moveTo>
                  <a:lnTo>
                    <a:pt x="1" y="2527"/>
                  </a:lnTo>
                  <a:lnTo>
                    <a:pt x="4549" y="2527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4046;p64">
              <a:extLst>
                <a:ext uri="{FF2B5EF4-FFF2-40B4-BE49-F238E27FC236}">
                  <a16:creationId xmlns:a16="http://schemas.microsoft.com/office/drawing/2014/main" id="{5E51DBCF-362A-DE05-23A9-8EF76764B0F8}"/>
                </a:ext>
              </a:extLst>
            </p:cNvPr>
            <p:cNvSpPr/>
            <p:nvPr/>
          </p:nvSpPr>
          <p:spPr>
            <a:xfrm>
              <a:off x="5015100" y="3935550"/>
              <a:ext cx="124950" cy="75125"/>
            </a:xfrm>
            <a:custGeom>
              <a:avLst/>
              <a:gdLst/>
              <a:ahLst/>
              <a:cxnLst/>
              <a:rect l="l" t="t" r="r" b="b"/>
              <a:pathLst>
                <a:path w="4998" h="3005" extrusionOk="0">
                  <a:moveTo>
                    <a:pt x="4548" y="478"/>
                  </a:moveTo>
                  <a:lnTo>
                    <a:pt x="4548" y="2528"/>
                  </a:lnTo>
                  <a:lnTo>
                    <a:pt x="450" y="2528"/>
                  </a:lnTo>
                  <a:lnTo>
                    <a:pt x="475" y="478"/>
                  </a:lnTo>
                  <a:close/>
                  <a:moveTo>
                    <a:pt x="0" y="1"/>
                  </a:moveTo>
                  <a:lnTo>
                    <a:pt x="0" y="225"/>
                  </a:lnTo>
                  <a:lnTo>
                    <a:pt x="0" y="3005"/>
                  </a:lnTo>
                  <a:lnTo>
                    <a:pt x="4998" y="3005"/>
                  </a:lnTo>
                  <a:lnTo>
                    <a:pt x="49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4047;p64">
              <a:extLst>
                <a:ext uri="{FF2B5EF4-FFF2-40B4-BE49-F238E27FC236}">
                  <a16:creationId xmlns:a16="http://schemas.microsoft.com/office/drawing/2014/main" id="{2EFD985D-1ABC-4F87-ED98-D425E062578E}"/>
                </a:ext>
              </a:extLst>
            </p:cNvPr>
            <p:cNvSpPr/>
            <p:nvPr/>
          </p:nvSpPr>
          <p:spPr>
            <a:xfrm>
              <a:off x="4894375" y="3878000"/>
              <a:ext cx="113725" cy="126375"/>
            </a:xfrm>
            <a:custGeom>
              <a:avLst/>
              <a:gdLst/>
              <a:ahLst/>
              <a:cxnLst/>
              <a:rect l="l" t="t" r="r" b="b"/>
              <a:pathLst>
                <a:path w="4549" h="5055" extrusionOk="0">
                  <a:moveTo>
                    <a:pt x="0" y="1"/>
                  </a:moveTo>
                  <a:lnTo>
                    <a:pt x="0" y="5054"/>
                  </a:lnTo>
                  <a:lnTo>
                    <a:pt x="4549" y="5054"/>
                  </a:lnTo>
                  <a:lnTo>
                    <a:pt x="45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4048;p64">
              <a:extLst>
                <a:ext uri="{FF2B5EF4-FFF2-40B4-BE49-F238E27FC236}">
                  <a16:creationId xmlns:a16="http://schemas.microsoft.com/office/drawing/2014/main" id="{3DEE7829-FCA3-B7FB-34EA-1B1E0717BB62}"/>
                </a:ext>
              </a:extLst>
            </p:cNvPr>
            <p:cNvSpPr/>
            <p:nvPr/>
          </p:nvSpPr>
          <p:spPr>
            <a:xfrm>
              <a:off x="4888750" y="3872400"/>
              <a:ext cx="125675" cy="138275"/>
            </a:xfrm>
            <a:custGeom>
              <a:avLst/>
              <a:gdLst/>
              <a:ahLst/>
              <a:cxnLst/>
              <a:rect l="l" t="t" r="r" b="b"/>
              <a:pathLst>
                <a:path w="5027" h="5531" extrusionOk="0">
                  <a:moveTo>
                    <a:pt x="4549" y="477"/>
                  </a:moveTo>
                  <a:lnTo>
                    <a:pt x="4549" y="5054"/>
                  </a:lnTo>
                  <a:lnTo>
                    <a:pt x="478" y="5054"/>
                  </a:lnTo>
                  <a:lnTo>
                    <a:pt x="478" y="477"/>
                  </a:ln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57" y="56"/>
                  </a:cubicBezTo>
                  <a:cubicBezTo>
                    <a:pt x="29" y="112"/>
                    <a:pt x="1" y="169"/>
                    <a:pt x="1" y="225"/>
                  </a:cubicBezTo>
                  <a:lnTo>
                    <a:pt x="1" y="5278"/>
                  </a:lnTo>
                  <a:cubicBezTo>
                    <a:pt x="1" y="5362"/>
                    <a:pt x="29" y="5419"/>
                    <a:pt x="57" y="5447"/>
                  </a:cubicBezTo>
                  <a:cubicBezTo>
                    <a:pt x="113" y="5503"/>
                    <a:pt x="169" y="5531"/>
                    <a:pt x="225" y="5531"/>
                  </a:cubicBezTo>
                  <a:lnTo>
                    <a:pt x="4774" y="5531"/>
                  </a:lnTo>
                  <a:cubicBezTo>
                    <a:pt x="4830" y="5531"/>
                    <a:pt x="4914" y="5503"/>
                    <a:pt x="4942" y="5447"/>
                  </a:cubicBezTo>
                  <a:cubicBezTo>
                    <a:pt x="4998" y="5419"/>
                    <a:pt x="5026" y="5362"/>
                    <a:pt x="5026" y="5278"/>
                  </a:cubicBezTo>
                  <a:lnTo>
                    <a:pt x="5026" y="225"/>
                  </a:lnTo>
                  <a:cubicBezTo>
                    <a:pt x="5026" y="169"/>
                    <a:pt x="4998" y="112"/>
                    <a:pt x="4942" y="56"/>
                  </a:cubicBezTo>
                  <a:cubicBezTo>
                    <a:pt x="4914" y="28"/>
                    <a:pt x="4830" y="0"/>
                    <a:pt x="4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4049;p64">
              <a:extLst>
                <a:ext uri="{FF2B5EF4-FFF2-40B4-BE49-F238E27FC236}">
                  <a16:creationId xmlns:a16="http://schemas.microsoft.com/office/drawing/2014/main" id="{F712DD87-0758-4194-1524-299A5346D6DD}"/>
                </a:ext>
              </a:extLst>
            </p:cNvPr>
            <p:cNvSpPr/>
            <p:nvPr/>
          </p:nvSpPr>
          <p:spPr>
            <a:xfrm>
              <a:off x="4768750" y="3646400"/>
              <a:ext cx="113025" cy="357975"/>
            </a:xfrm>
            <a:custGeom>
              <a:avLst/>
              <a:gdLst/>
              <a:ahLst/>
              <a:cxnLst/>
              <a:rect l="l" t="t" r="r" b="b"/>
              <a:pathLst>
                <a:path w="4521" h="14319" extrusionOk="0">
                  <a:moveTo>
                    <a:pt x="0" y="0"/>
                  </a:moveTo>
                  <a:lnTo>
                    <a:pt x="0" y="14318"/>
                  </a:lnTo>
                  <a:lnTo>
                    <a:pt x="4520" y="14318"/>
                  </a:lnTo>
                  <a:lnTo>
                    <a:pt x="45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4050;p64">
              <a:extLst>
                <a:ext uri="{FF2B5EF4-FFF2-40B4-BE49-F238E27FC236}">
                  <a16:creationId xmlns:a16="http://schemas.microsoft.com/office/drawing/2014/main" id="{A330EBE1-B241-05DD-552D-D80B294D00F4}"/>
                </a:ext>
              </a:extLst>
            </p:cNvPr>
            <p:cNvSpPr/>
            <p:nvPr/>
          </p:nvSpPr>
          <p:spPr>
            <a:xfrm>
              <a:off x="4762425" y="3640075"/>
              <a:ext cx="125650" cy="370600"/>
            </a:xfrm>
            <a:custGeom>
              <a:avLst/>
              <a:gdLst/>
              <a:ahLst/>
              <a:cxnLst/>
              <a:rect l="l" t="t" r="r" b="b"/>
              <a:pathLst>
                <a:path w="5026" h="14824" extrusionOk="0">
                  <a:moveTo>
                    <a:pt x="4549" y="478"/>
                  </a:moveTo>
                  <a:lnTo>
                    <a:pt x="4549" y="14347"/>
                  </a:lnTo>
                  <a:lnTo>
                    <a:pt x="478" y="14347"/>
                  </a:lnTo>
                  <a:lnTo>
                    <a:pt x="478" y="478"/>
                  </a:lnTo>
                  <a:close/>
                  <a:moveTo>
                    <a:pt x="0" y="0"/>
                  </a:moveTo>
                  <a:lnTo>
                    <a:pt x="0" y="253"/>
                  </a:lnTo>
                  <a:lnTo>
                    <a:pt x="0" y="14824"/>
                  </a:lnTo>
                  <a:lnTo>
                    <a:pt x="5026" y="14824"/>
                  </a:lnTo>
                  <a:lnTo>
                    <a:pt x="50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4051;p64">
              <a:extLst>
                <a:ext uri="{FF2B5EF4-FFF2-40B4-BE49-F238E27FC236}">
                  <a16:creationId xmlns:a16="http://schemas.microsoft.com/office/drawing/2014/main" id="{FA161B8B-4783-E4A6-3D94-A2DA3A919509}"/>
                </a:ext>
              </a:extLst>
            </p:cNvPr>
            <p:cNvSpPr/>
            <p:nvPr/>
          </p:nvSpPr>
          <p:spPr>
            <a:xfrm>
              <a:off x="4673275" y="3320025"/>
              <a:ext cx="283600" cy="242875"/>
            </a:xfrm>
            <a:custGeom>
              <a:avLst/>
              <a:gdLst/>
              <a:ahLst/>
              <a:cxnLst/>
              <a:rect l="l" t="t" r="r" b="b"/>
              <a:pathLst>
                <a:path w="11344" h="9715" extrusionOk="0">
                  <a:moveTo>
                    <a:pt x="9403" y="365"/>
                  </a:moveTo>
                  <a:lnTo>
                    <a:pt x="10976" y="9263"/>
                  </a:lnTo>
                  <a:lnTo>
                    <a:pt x="10976" y="9263"/>
                  </a:lnTo>
                  <a:cubicBezTo>
                    <a:pt x="10495" y="9332"/>
                    <a:pt x="9998" y="9377"/>
                    <a:pt x="9546" y="9377"/>
                  </a:cubicBezTo>
                  <a:cubicBezTo>
                    <a:pt x="5167" y="9377"/>
                    <a:pt x="1292" y="6233"/>
                    <a:pt x="506" y="1769"/>
                  </a:cubicBezTo>
                  <a:cubicBezTo>
                    <a:pt x="406" y="1319"/>
                    <a:pt x="373" y="825"/>
                    <a:pt x="367" y="365"/>
                  </a:cubicBezTo>
                  <a:close/>
                  <a:moveTo>
                    <a:pt x="197" y="0"/>
                  </a:moveTo>
                  <a:cubicBezTo>
                    <a:pt x="141" y="0"/>
                    <a:pt x="85" y="28"/>
                    <a:pt x="57" y="56"/>
                  </a:cubicBezTo>
                  <a:cubicBezTo>
                    <a:pt x="29" y="84"/>
                    <a:pt x="1" y="141"/>
                    <a:pt x="1" y="197"/>
                  </a:cubicBezTo>
                  <a:cubicBezTo>
                    <a:pt x="1" y="730"/>
                    <a:pt x="57" y="1292"/>
                    <a:pt x="141" y="1853"/>
                  </a:cubicBezTo>
                  <a:cubicBezTo>
                    <a:pt x="955" y="6457"/>
                    <a:pt x="4998" y="9714"/>
                    <a:pt x="9546" y="9714"/>
                  </a:cubicBezTo>
                  <a:cubicBezTo>
                    <a:pt x="10080" y="9714"/>
                    <a:pt x="10641" y="9686"/>
                    <a:pt x="11203" y="9574"/>
                  </a:cubicBezTo>
                  <a:cubicBezTo>
                    <a:pt x="11259" y="9574"/>
                    <a:pt x="11287" y="9546"/>
                    <a:pt x="11315" y="9518"/>
                  </a:cubicBezTo>
                  <a:cubicBezTo>
                    <a:pt x="11343" y="9461"/>
                    <a:pt x="11343" y="9433"/>
                    <a:pt x="11343" y="9377"/>
                  </a:cubicBezTo>
                  <a:lnTo>
                    <a:pt x="9715" y="141"/>
                  </a:lnTo>
                  <a:cubicBezTo>
                    <a:pt x="9715" y="56"/>
                    <a:pt x="9631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4052;p64">
              <a:extLst>
                <a:ext uri="{FF2B5EF4-FFF2-40B4-BE49-F238E27FC236}">
                  <a16:creationId xmlns:a16="http://schemas.microsoft.com/office/drawing/2014/main" id="{BD9523E3-AF58-1A88-051E-A66D6310D746}"/>
                </a:ext>
              </a:extLst>
            </p:cNvPr>
            <p:cNvSpPr/>
            <p:nvPr/>
          </p:nvSpPr>
          <p:spPr>
            <a:xfrm>
              <a:off x="4905600" y="3314400"/>
              <a:ext cx="197250" cy="245675"/>
            </a:xfrm>
            <a:custGeom>
              <a:avLst/>
              <a:gdLst/>
              <a:ahLst/>
              <a:cxnLst/>
              <a:rect l="l" t="t" r="r" b="b"/>
              <a:pathLst>
                <a:path w="7890" h="9827" extrusionOk="0">
                  <a:moveTo>
                    <a:pt x="501" y="816"/>
                  </a:moveTo>
                  <a:lnTo>
                    <a:pt x="7383" y="6206"/>
                  </a:lnTo>
                  <a:lnTo>
                    <a:pt x="7383" y="6206"/>
                  </a:lnTo>
                  <a:cubicBezTo>
                    <a:pt x="5953" y="7957"/>
                    <a:pt x="4238" y="9000"/>
                    <a:pt x="2020" y="9431"/>
                  </a:cubicBezTo>
                  <a:lnTo>
                    <a:pt x="2020" y="9431"/>
                  </a:lnTo>
                  <a:lnTo>
                    <a:pt x="501" y="816"/>
                  </a:lnTo>
                  <a:close/>
                  <a:moveTo>
                    <a:pt x="1" y="1"/>
                  </a:moveTo>
                  <a:lnTo>
                    <a:pt x="85" y="450"/>
                  </a:lnTo>
                  <a:lnTo>
                    <a:pt x="1741" y="9827"/>
                  </a:lnTo>
                  <a:lnTo>
                    <a:pt x="1910" y="9799"/>
                  </a:lnTo>
                  <a:cubicBezTo>
                    <a:pt x="4352" y="9378"/>
                    <a:pt x="6233" y="8227"/>
                    <a:pt x="7777" y="6289"/>
                  </a:cubicBezTo>
                  <a:lnTo>
                    <a:pt x="7890" y="6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4053;p64">
              <a:extLst>
                <a:ext uri="{FF2B5EF4-FFF2-40B4-BE49-F238E27FC236}">
                  <a16:creationId xmlns:a16="http://schemas.microsoft.com/office/drawing/2014/main" id="{38A7E551-4CB3-145B-856C-CF128DF2EC10}"/>
                </a:ext>
              </a:extLst>
            </p:cNvPr>
            <p:cNvSpPr/>
            <p:nvPr/>
          </p:nvSpPr>
          <p:spPr>
            <a:xfrm>
              <a:off x="4789800" y="3086300"/>
              <a:ext cx="361475" cy="386750"/>
            </a:xfrm>
            <a:custGeom>
              <a:avLst/>
              <a:gdLst/>
              <a:ahLst/>
              <a:cxnLst/>
              <a:rect l="l" t="t" r="r" b="b"/>
              <a:pathLst>
                <a:path w="14459" h="15470" extrusionOk="0">
                  <a:moveTo>
                    <a:pt x="4885" y="337"/>
                  </a:moveTo>
                  <a:cubicBezTo>
                    <a:pt x="8058" y="337"/>
                    <a:pt x="11146" y="1994"/>
                    <a:pt x="12831" y="4942"/>
                  </a:cubicBezTo>
                  <a:cubicBezTo>
                    <a:pt x="13701" y="6401"/>
                    <a:pt x="14094" y="7974"/>
                    <a:pt x="14094" y="9546"/>
                  </a:cubicBezTo>
                  <a:cubicBezTo>
                    <a:pt x="14094" y="11484"/>
                    <a:pt x="13483" y="13395"/>
                    <a:pt x="12237" y="15048"/>
                  </a:cubicBezTo>
                  <a:lnTo>
                    <a:pt x="12237" y="15048"/>
                  </a:lnTo>
                  <a:lnTo>
                    <a:pt x="5019" y="9422"/>
                  </a:lnTo>
                  <a:lnTo>
                    <a:pt x="442" y="1482"/>
                  </a:lnTo>
                  <a:lnTo>
                    <a:pt x="442" y="1482"/>
                  </a:lnTo>
                  <a:cubicBezTo>
                    <a:pt x="1856" y="702"/>
                    <a:pt x="3371" y="337"/>
                    <a:pt x="4885" y="337"/>
                  </a:cubicBezTo>
                  <a:close/>
                  <a:moveTo>
                    <a:pt x="4885" y="0"/>
                  </a:moveTo>
                  <a:cubicBezTo>
                    <a:pt x="3257" y="0"/>
                    <a:pt x="1629" y="393"/>
                    <a:pt x="113" y="1264"/>
                  </a:cubicBezTo>
                  <a:cubicBezTo>
                    <a:pt x="28" y="1320"/>
                    <a:pt x="0" y="1432"/>
                    <a:pt x="57" y="1516"/>
                  </a:cubicBezTo>
                  <a:lnTo>
                    <a:pt x="4745" y="9630"/>
                  </a:lnTo>
                  <a:lnTo>
                    <a:pt x="4773" y="9658"/>
                  </a:lnTo>
                  <a:lnTo>
                    <a:pt x="12157" y="15441"/>
                  </a:lnTo>
                  <a:cubicBezTo>
                    <a:pt x="12185" y="15470"/>
                    <a:pt x="12241" y="15470"/>
                    <a:pt x="12297" y="15470"/>
                  </a:cubicBezTo>
                  <a:cubicBezTo>
                    <a:pt x="12325" y="15470"/>
                    <a:pt x="12381" y="15441"/>
                    <a:pt x="12409" y="15413"/>
                  </a:cubicBezTo>
                  <a:cubicBezTo>
                    <a:pt x="13757" y="13673"/>
                    <a:pt x="14459" y="11623"/>
                    <a:pt x="14459" y="9546"/>
                  </a:cubicBezTo>
                  <a:cubicBezTo>
                    <a:pt x="14459" y="7917"/>
                    <a:pt x="14010" y="6289"/>
                    <a:pt x="13139" y="4773"/>
                  </a:cubicBezTo>
                  <a:cubicBezTo>
                    <a:pt x="11371" y="1713"/>
                    <a:pt x="8170" y="0"/>
                    <a:pt x="4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4054;p64">
              <a:extLst>
                <a:ext uri="{FF2B5EF4-FFF2-40B4-BE49-F238E27FC236}">
                  <a16:creationId xmlns:a16="http://schemas.microsoft.com/office/drawing/2014/main" id="{EE5C2198-930F-5119-270C-704D277A6065}"/>
                </a:ext>
              </a:extLst>
            </p:cNvPr>
            <p:cNvSpPr/>
            <p:nvPr/>
          </p:nvSpPr>
          <p:spPr>
            <a:xfrm>
              <a:off x="4797525" y="3210525"/>
              <a:ext cx="228825" cy="228125"/>
            </a:xfrm>
            <a:custGeom>
              <a:avLst/>
              <a:gdLst/>
              <a:ahLst/>
              <a:cxnLst/>
              <a:rect l="l" t="t" r="r" b="b"/>
              <a:pathLst>
                <a:path w="9153" h="9125" extrusionOk="0">
                  <a:moveTo>
                    <a:pt x="4576" y="1"/>
                  </a:moveTo>
                  <a:cubicBezTo>
                    <a:pt x="2050" y="1"/>
                    <a:pt x="0" y="2050"/>
                    <a:pt x="0" y="4577"/>
                  </a:cubicBezTo>
                  <a:cubicBezTo>
                    <a:pt x="0" y="7075"/>
                    <a:pt x="2050" y="9125"/>
                    <a:pt x="4576" y="9125"/>
                  </a:cubicBezTo>
                  <a:cubicBezTo>
                    <a:pt x="7103" y="9125"/>
                    <a:pt x="9153" y="7075"/>
                    <a:pt x="9153" y="4577"/>
                  </a:cubicBezTo>
                  <a:cubicBezTo>
                    <a:pt x="9153" y="2050"/>
                    <a:pt x="7103" y="1"/>
                    <a:pt x="45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4055;p64">
              <a:extLst>
                <a:ext uri="{FF2B5EF4-FFF2-40B4-BE49-F238E27FC236}">
                  <a16:creationId xmlns:a16="http://schemas.microsoft.com/office/drawing/2014/main" id="{BD92392C-6DF4-556D-88E6-FE1E0FE65D15}"/>
                </a:ext>
              </a:extLst>
            </p:cNvPr>
            <p:cNvSpPr/>
            <p:nvPr/>
          </p:nvSpPr>
          <p:spPr>
            <a:xfrm>
              <a:off x="4793300" y="3206325"/>
              <a:ext cx="237250" cy="236550"/>
            </a:xfrm>
            <a:custGeom>
              <a:avLst/>
              <a:gdLst/>
              <a:ahLst/>
              <a:cxnLst/>
              <a:rect l="l" t="t" r="r" b="b"/>
              <a:pathLst>
                <a:path w="9490" h="9462" extrusionOk="0">
                  <a:moveTo>
                    <a:pt x="4745" y="337"/>
                  </a:moveTo>
                  <a:cubicBezTo>
                    <a:pt x="5953" y="337"/>
                    <a:pt x="7047" y="842"/>
                    <a:pt x="7862" y="1628"/>
                  </a:cubicBezTo>
                  <a:cubicBezTo>
                    <a:pt x="8648" y="2415"/>
                    <a:pt x="9125" y="3510"/>
                    <a:pt x="9125" y="4745"/>
                  </a:cubicBezTo>
                  <a:cubicBezTo>
                    <a:pt x="9125" y="5952"/>
                    <a:pt x="8648" y="7047"/>
                    <a:pt x="7862" y="7833"/>
                  </a:cubicBezTo>
                  <a:cubicBezTo>
                    <a:pt x="7047" y="8619"/>
                    <a:pt x="5953" y="9124"/>
                    <a:pt x="4745" y="9124"/>
                  </a:cubicBezTo>
                  <a:cubicBezTo>
                    <a:pt x="3538" y="9124"/>
                    <a:pt x="2443" y="8619"/>
                    <a:pt x="1629" y="7833"/>
                  </a:cubicBezTo>
                  <a:cubicBezTo>
                    <a:pt x="843" y="7047"/>
                    <a:pt x="366" y="5952"/>
                    <a:pt x="366" y="4745"/>
                  </a:cubicBezTo>
                  <a:cubicBezTo>
                    <a:pt x="366" y="3510"/>
                    <a:pt x="843" y="2415"/>
                    <a:pt x="1629" y="1628"/>
                  </a:cubicBezTo>
                  <a:cubicBezTo>
                    <a:pt x="2443" y="842"/>
                    <a:pt x="3538" y="337"/>
                    <a:pt x="4745" y="337"/>
                  </a:cubicBezTo>
                  <a:close/>
                  <a:moveTo>
                    <a:pt x="4745" y="0"/>
                  </a:moveTo>
                  <a:cubicBezTo>
                    <a:pt x="2134" y="0"/>
                    <a:pt x="1" y="2106"/>
                    <a:pt x="1" y="4745"/>
                  </a:cubicBezTo>
                  <a:cubicBezTo>
                    <a:pt x="1" y="7356"/>
                    <a:pt x="2134" y="9461"/>
                    <a:pt x="4745" y="9461"/>
                  </a:cubicBezTo>
                  <a:cubicBezTo>
                    <a:pt x="7356" y="9461"/>
                    <a:pt x="9490" y="7356"/>
                    <a:pt x="9490" y="4745"/>
                  </a:cubicBezTo>
                  <a:cubicBezTo>
                    <a:pt x="9490" y="2106"/>
                    <a:pt x="7356" y="0"/>
                    <a:pt x="4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4056;p64">
              <a:extLst>
                <a:ext uri="{FF2B5EF4-FFF2-40B4-BE49-F238E27FC236}">
                  <a16:creationId xmlns:a16="http://schemas.microsoft.com/office/drawing/2014/main" id="{B4C3F18C-26ED-0FBA-2850-F5BE8CAD9296}"/>
                </a:ext>
              </a:extLst>
            </p:cNvPr>
            <p:cNvSpPr/>
            <p:nvPr/>
          </p:nvSpPr>
          <p:spPr>
            <a:xfrm>
              <a:off x="5243200" y="4242275"/>
              <a:ext cx="278675" cy="11950"/>
            </a:xfrm>
            <a:custGeom>
              <a:avLst/>
              <a:gdLst/>
              <a:ahLst/>
              <a:cxnLst/>
              <a:rect l="l" t="t" r="r" b="b"/>
              <a:pathLst>
                <a:path w="11147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46" y="478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4057;p64">
              <a:extLst>
                <a:ext uri="{FF2B5EF4-FFF2-40B4-BE49-F238E27FC236}">
                  <a16:creationId xmlns:a16="http://schemas.microsoft.com/office/drawing/2014/main" id="{B177A0DC-8C15-1D3E-C65C-E962F1555151}"/>
                </a:ext>
              </a:extLst>
            </p:cNvPr>
            <p:cNvSpPr/>
            <p:nvPr/>
          </p:nvSpPr>
          <p:spPr>
            <a:xfrm>
              <a:off x="5243200" y="4290000"/>
              <a:ext cx="278675" cy="11250"/>
            </a:xfrm>
            <a:custGeom>
              <a:avLst/>
              <a:gdLst/>
              <a:ahLst/>
              <a:cxnLst/>
              <a:rect l="l" t="t" r="r" b="b"/>
              <a:pathLst>
                <a:path w="11147" h="450" extrusionOk="0">
                  <a:moveTo>
                    <a:pt x="1" y="1"/>
                  </a:moveTo>
                  <a:lnTo>
                    <a:pt x="1" y="450"/>
                  </a:lnTo>
                  <a:lnTo>
                    <a:pt x="11146" y="450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4058;p64">
              <a:extLst>
                <a:ext uri="{FF2B5EF4-FFF2-40B4-BE49-F238E27FC236}">
                  <a16:creationId xmlns:a16="http://schemas.microsoft.com/office/drawing/2014/main" id="{CAEBB4CA-89E1-8CA1-3158-EFC67157AF29}"/>
                </a:ext>
              </a:extLst>
            </p:cNvPr>
            <p:cNvSpPr/>
            <p:nvPr/>
          </p:nvSpPr>
          <p:spPr>
            <a:xfrm>
              <a:off x="5243200" y="4337025"/>
              <a:ext cx="278675" cy="11950"/>
            </a:xfrm>
            <a:custGeom>
              <a:avLst/>
              <a:gdLst/>
              <a:ahLst/>
              <a:cxnLst/>
              <a:rect l="l" t="t" r="r" b="b"/>
              <a:pathLst>
                <a:path w="11147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46" y="478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4059;p64">
              <a:extLst>
                <a:ext uri="{FF2B5EF4-FFF2-40B4-BE49-F238E27FC236}">
                  <a16:creationId xmlns:a16="http://schemas.microsoft.com/office/drawing/2014/main" id="{546BA8FF-3B9F-8C51-3290-9ED9652F1EDB}"/>
                </a:ext>
              </a:extLst>
            </p:cNvPr>
            <p:cNvSpPr/>
            <p:nvPr/>
          </p:nvSpPr>
          <p:spPr>
            <a:xfrm>
              <a:off x="5243200" y="4384750"/>
              <a:ext cx="278675" cy="11250"/>
            </a:xfrm>
            <a:custGeom>
              <a:avLst/>
              <a:gdLst/>
              <a:ahLst/>
              <a:cxnLst/>
              <a:rect l="l" t="t" r="r" b="b"/>
              <a:pathLst>
                <a:path w="11147" h="450" extrusionOk="0">
                  <a:moveTo>
                    <a:pt x="1" y="1"/>
                  </a:moveTo>
                  <a:lnTo>
                    <a:pt x="1" y="450"/>
                  </a:lnTo>
                  <a:lnTo>
                    <a:pt x="11146" y="450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4060;p64">
              <a:extLst>
                <a:ext uri="{FF2B5EF4-FFF2-40B4-BE49-F238E27FC236}">
                  <a16:creationId xmlns:a16="http://schemas.microsoft.com/office/drawing/2014/main" id="{21E98CED-1678-93AD-B468-4AB5B1B40C07}"/>
                </a:ext>
              </a:extLst>
            </p:cNvPr>
            <p:cNvSpPr/>
            <p:nvPr/>
          </p:nvSpPr>
          <p:spPr>
            <a:xfrm>
              <a:off x="5568175" y="3960825"/>
              <a:ext cx="277950" cy="389575"/>
            </a:xfrm>
            <a:custGeom>
              <a:avLst/>
              <a:gdLst/>
              <a:ahLst/>
              <a:cxnLst/>
              <a:rect l="l" t="t" r="r" b="b"/>
              <a:pathLst>
                <a:path w="11118" h="15583" extrusionOk="0">
                  <a:moveTo>
                    <a:pt x="10669" y="1"/>
                  </a:moveTo>
                  <a:lnTo>
                    <a:pt x="10669" y="15105"/>
                  </a:lnTo>
                  <a:lnTo>
                    <a:pt x="0" y="15105"/>
                  </a:lnTo>
                  <a:lnTo>
                    <a:pt x="0" y="15582"/>
                  </a:lnTo>
                  <a:lnTo>
                    <a:pt x="11118" y="15582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4061;p64">
              <a:extLst>
                <a:ext uri="{FF2B5EF4-FFF2-40B4-BE49-F238E27FC236}">
                  <a16:creationId xmlns:a16="http://schemas.microsoft.com/office/drawing/2014/main" id="{E6EA5C32-BFCD-2082-0DA0-AA94EBAF3D5C}"/>
                </a:ext>
              </a:extLst>
            </p:cNvPr>
            <p:cNvSpPr/>
            <p:nvPr/>
          </p:nvSpPr>
          <p:spPr>
            <a:xfrm>
              <a:off x="1997775" y="759600"/>
              <a:ext cx="2480425" cy="1965250"/>
            </a:xfrm>
            <a:custGeom>
              <a:avLst/>
              <a:gdLst/>
              <a:ahLst/>
              <a:cxnLst/>
              <a:rect l="l" t="t" r="r" b="b"/>
              <a:pathLst>
                <a:path w="99217" h="78610" extrusionOk="0">
                  <a:moveTo>
                    <a:pt x="0" y="1"/>
                  </a:moveTo>
                  <a:lnTo>
                    <a:pt x="0" y="78610"/>
                  </a:lnTo>
                  <a:lnTo>
                    <a:pt x="99216" y="78610"/>
                  </a:lnTo>
                  <a:lnTo>
                    <a:pt x="99216" y="4380"/>
                  </a:lnTo>
                  <a:lnTo>
                    <a:pt x="26839" y="4380"/>
                  </a:lnTo>
                  <a:lnTo>
                    <a:pt x="24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4062;p64">
              <a:extLst>
                <a:ext uri="{FF2B5EF4-FFF2-40B4-BE49-F238E27FC236}">
                  <a16:creationId xmlns:a16="http://schemas.microsoft.com/office/drawing/2014/main" id="{9AF006E3-F0CB-A72F-401E-44B64B97043D}"/>
                </a:ext>
              </a:extLst>
            </p:cNvPr>
            <p:cNvSpPr/>
            <p:nvPr/>
          </p:nvSpPr>
          <p:spPr>
            <a:xfrm>
              <a:off x="2016000" y="918925"/>
              <a:ext cx="2445350" cy="1766625"/>
            </a:xfrm>
            <a:custGeom>
              <a:avLst/>
              <a:gdLst/>
              <a:ahLst/>
              <a:cxnLst/>
              <a:rect l="l" t="t" r="r" b="b"/>
              <a:pathLst>
                <a:path w="97814" h="70665" extrusionOk="0">
                  <a:moveTo>
                    <a:pt x="1" y="1"/>
                  </a:moveTo>
                  <a:lnTo>
                    <a:pt x="1" y="70665"/>
                  </a:lnTo>
                  <a:lnTo>
                    <a:pt x="97813" y="70665"/>
                  </a:lnTo>
                  <a:lnTo>
                    <a:pt x="978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4063;p64">
              <a:extLst>
                <a:ext uri="{FF2B5EF4-FFF2-40B4-BE49-F238E27FC236}">
                  <a16:creationId xmlns:a16="http://schemas.microsoft.com/office/drawing/2014/main" id="{EE3F1759-18B9-B86A-7E03-EA203BE4B307}"/>
                </a:ext>
              </a:extLst>
            </p:cNvPr>
            <p:cNvSpPr/>
            <p:nvPr/>
          </p:nvSpPr>
          <p:spPr>
            <a:xfrm>
              <a:off x="4417100" y="924550"/>
              <a:ext cx="38625" cy="1064750"/>
            </a:xfrm>
            <a:custGeom>
              <a:avLst/>
              <a:gdLst/>
              <a:ahLst/>
              <a:cxnLst/>
              <a:rect l="l" t="t" r="r" b="b"/>
              <a:pathLst>
                <a:path w="1545" h="42590" extrusionOk="0">
                  <a:moveTo>
                    <a:pt x="1" y="0"/>
                  </a:moveTo>
                  <a:lnTo>
                    <a:pt x="1" y="42590"/>
                  </a:lnTo>
                  <a:lnTo>
                    <a:pt x="1545" y="42590"/>
                  </a:lnTo>
                  <a:lnTo>
                    <a:pt x="1545" y="0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4064;p64">
              <a:extLst>
                <a:ext uri="{FF2B5EF4-FFF2-40B4-BE49-F238E27FC236}">
                  <a16:creationId xmlns:a16="http://schemas.microsoft.com/office/drawing/2014/main" id="{E1620384-26C9-9508-B1AC-1A07BCF05782}"/>
                </a:ext>
              </a:extLst>
            </p:cNvPr>
            <p:cNvSpPr/>
            <p:nvPr/>
          </p:nvSpPr>
          <p:spPr>
            <a:xfrm>
              <a:off x="4417100" y="1989275"/>
              <a:ext cx="38625" cy="689975"/>
            </a:xfrm>
            <a:custGeom>
              <a:avLst/>
              <a:gdLst/>
              <a:ahLst/>
              <a:cxnLst/>
              <a:rect l="l" t="t" r="r" b="b"/>
              <a:pathLst>
                <a:path w="1545" h="27599" extrusionOk="0">
                  <a:moveTo>
                    <a:pt x="1" y="1"/>
                  </a:moveTo>
                  <a:lnTo>
                    <a:pt x="1" y="27598"/>
                  </a:lnTo>
                  <a:lnTo>
                    <a:pt x="1545" y="27598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4065;p64">
              <a:extLst>
                <a:ext uri="{FF2B5EF4-FFF2-40B4-BE49-F238E27FC236}">
                  <a16:creationId xmlns:a16="http://schemas.microsoft.com/office/drawing/2014/main" id="{C93C4644-6340-B9CA-5B1C-49B9B9740958}"/>
                </a:ext>
              </a:extLst>
            </p:cNvPr>
            <p:cNvSpPr/>
            <p:nvPr/>
          </p:nvSpPr>
          <p:spPr>
            <a:xfrm>
              <a:off x="2006175" y="895050"/>
              <a:ext cx="2458675" cy="96200"/>
            </a:xfrm>
            <a:custGeom>
              <a:avLst/>
              <a:gdLst/>
              <a:ahLst/>
              <a:cxnLst/>
              <a:rect l="l" t="t" r="r" b="b"/>
              <a:pathLst>
                <a:path w="98347" h="3848" extrusionOk="0">
                  <a:moveTo>
                    <a:pt x="1" y="1"/>
                  </a:moveTo>
                  <a:lnTo>
                    <a:pt x="1" y="3847"/>
                  </a:lnTo>
                  <a:lnTo>
                    <a:pt x="98347" y="3847"/>
                  </a:lnTo>
                  <a:lnTo>
                    <a:pt x="983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4066;p64">
              <a:extLst>
                <a:ext uri="{FF2B5EF4-FFF2-40B4-BE49-F238E27FC236}">
                  <a16:creationId xmlns:a16="http://schemas.microsoft.com/office/drawing/2014/main" id="{F03FCE96-B161-1753-C6D3-40C5BAE85B2B}"/>
                </a:ext>
              </a:extLst>
            </p:cNvPr>
            <p:cNvSpPr/>
            <p:nvPr/>
          </p:nvSpPr>
          <p:spPr>
            <a:xfrm>
              <a:off x="2000575" y="889450"/>
              <a:ext cx="2469900" cy="107400"/>
            </a:xfrm>
            <a:custGeom>
              <a:avLst/>
              <a:gdLst/>
              <a:ahLst/>
              <a:cxnLst/>
              <a:rect l="l" t="t" r="r" b="b"/>
              <a:pathLst>
                <a:path w="98796" h="4296" extrusionOk="0">
                  <a:moveTo>
                    <a:pt x="98346" y="450"/>
                  </a:moveTo>
                  <a:lnTo>
                    <a:pt x="98346" y="3847"/>
                  </a:lnTo>
                  <a:lnTo>
                    <a:pt x="478" y="3847"/>
                  </a:lnTo>
                  <a:lnTo>
                    <a:pt x="478" y="450"/>
                  </a:lnTo>
                  <a:close/>
                  <a:moveTo>
                    <a:pt x="0" y="0"/>
                  </a:moveTo>
                  <a:lnTo>
                    <a:pt x="0" y="4296"/>
                  </a:lnTo>
                  <a:lnTo>
                    <a:pt x="98795" y="4296"/>
                  </a:lnTo>
                  <a:lnTo>
                    <a:pt x="98795" y="4071"/>
                  </a:lnTo>
                  <a:lnTo>
                    <a:pt x="987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4067;p64">
              <a:extLst>
                <a:ext uri="{FF2B5EF4-FFF2-40B4-BE49-F238E27FC236}">
                  <a16:creationId xmlns:a16="http://schemas.microsoft.com/office/drawing/2014/main" id="{3F19E751-F3A5-D5B3-1039-2CE5671A3B9E}"/>
                </a:ext>
              </a:extLst>
            </p:cNvPr>
            <p:cNvSpPr/>
            <p:nvPr/>
          </p:nvSpPr>
          <p:spPr>
            <a:xfrm>
              <a:off x="2010400" y="913300"/>
              <a:ext cx="2457275" cy="1777875"/>
            </a:xfrm>
            <a:custGeom>
              <a:avLst/>
              <a:gdLst/>
              <a:ahLst/>
              <a:cxnLst/>
              <a:rect l="l" t="t" r="r" b="b"/>
              <a:pathLst>
                <a:path w="98291" h="71115" extrusionOk="0">
                  <a:moveTo>
                    <a:pt x="97813" y="450"/>
                  </a:moveTo>
                  <a:lnTo>
                    <a:pt x="97813" y="70637"/>
                  </a:lnTo>
                  <a:lnTo>
                    <a:pt x="450" y="70637"/>
                  </a:lnTo>
                  <a:lnTo>
                    <a:pt x="450" y="450"/>
                  </a:lnTo>
                  <a:close/>
                  <a:moveTo>
                    <a:pt x="225" y="1"/>
                  </a:moveTo>
                  <a:cubicBezTo>
                    <a:pt x="169" y="1"/>
                    <a:pt x="113" y="29"/>
                    <a:pt x="57" y="57"/>
                  </a:cubicBezTo>
                  <a:cubicBezTo>
                    <a:pt x="28" y="113"/>
                    <a:pt x="0" y="169"/>
                    <a:pt x="0" y="226"/>
                  </a:cubicBezTo>
                  <a:lnTo>
                    <a:pt x="0" y="70890"/>
                  </a:lnTo>
                  <a:cubicBezTo>
                    <a:pt x="0" y="70946"/>
                    <a:pt x="28" y="71002"/>
                    <a:pt x="57" y="71030"/>
                  </a:cubicBezTo>
                  <a:cubicBezTo>
                    <a:pt x="113" y="71086"/>
                    <a:pt x="169" y="71114"/>
                    <a:pt x="225" y="71114"/>
                  </a:cubicBezTo>
                  <a:lnTo>
                    <a:pt x="98037" y="71114"/>
                  </a:lnTo>
                  <a:cubicBezTo>
                    <a:pt x="98122" y="71114"/>
                    <a:pt x="98178" y="71086"/>
                    <a:pt x="98206" y="71030"/>
                  </a:cubicBezTo>
                  <a:cubicBezTo>
                    <a:pt x="98262" y="71002"/>
                    <a:pt x="98290" y="70946"/>
                    <a:pt x="98290" y="70890"/>
                  </a:cubicBezTo>
                  <a:lnTo>
                    <a:pt x="98290" y="226"/>
                  </a:lnTo>
                  <a:cubicBezTo>
                    <a:pt x="98290" y="169"/>
                    <a:pt x="98262" y="113"/>
                    <a:pt x="98206" y="57"/>
                  </a:cubicBezTo>
                  <a:cubicBezTo>
                    <a:pt x="98178" y="29"/>
                    <a:pt x="98122" y="1"/>
                    <a:pt x="98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4068;p64">
              <a:extLst>
                <a:ext uri="{FF2B5EF4-FFF2-40B4-BE49-F238E27FC236}">
                  <a16:creationId xmlns:a16="http://schemas.microsoft.com/office/drawing/2014/main" id="{679ED617-6CB9-E66D-546E-C46CF0D34B2B}"/>
                </a:ext>
              </a:extLst>
            </p:cNvPr>
            <p:cNvSpPr/>
            <p:nvPr/>
          </p:nvSpPr>
          <p:spPr>
            <a:xfrm>
              <a:off x="3103900" y="1053675"/>
              <a:ext cx="201475" cy="30225"/>
            </a:xfrm>
            <a:custGeom>
              <a:avLst/>
              <a:gdLst/>
              <a:ahLst/>
              <a:cxnLst/>
              <a:rect l="l" t="t" r="r" b="b"/>
              <a:pathLst>
                <a:path w="8059" h="1209" extrusionOk="0">
                  <a:moveTo>
                    <a:pt x="618" y="1"/>
                  </a:moveTo>
                  <a:cubicBezTo>
                    <a:pt x="282" y="1"/>
                    <a:pt x="1" y="254"/>
                    <a:pt x="1" y="590"/>
                  </a:cubicBezTo>
                  <a:cubicBezTo>
                    <a:pt x="1" y="927"/>
                    <a:pt x="282" y="1208"/>
                    <a:pt x="618" y="1208"/>
                  </a:cubicBezTo>
                  <a:lnTo>
                    <a:pt x="7441" y="1208"/>
                  </a:lnTo>
                  <a:cubicBezTo>
                    <a:pt x="7778" y="1208"/>
                    <a:pt x="8058" y="927"/>
                    <a:pt x="8058" y="590"/>
                  </a:cubicBezTo>
                  <a:cubicBezTo>
                    <a:pt x="8058" y="254"/>
                    <a:pt x="7778" y="1"/>
                    <a:pt x="7441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4069;p64">
              <a:extLst>
                <a:ext uri="{FF2B5EF4-FFF2-40B4-BE49-F238E27FC236}">
                  <a16:creationId xmlns:a16="http://schemas.microsoft.com/office/drawing/2014/main" id="{50EDDB21-B20F-FD7B-9325-9F768441BA12}"/>
                </a:ext>
              </a:extLst>
            </p:cNvPr>
            <p:cNvSpPr/>
            <p:nvPr/>
          </p:nvSpPr>
          <p:spPr>
            <a:xfrm>
              <a:off x="3446425" y="1053675"/>
              <a:ext cx="200750" cy="30225"/>
            </a:xfrm>
            <a:custGeom>
              <a:avLst/>
              <a:gdLst/>
              <a:ahLst/>
              <a:cxnLst/>
              <a:rect l="l" t="t" r="r" b="b"/>
              <a:pathLst>
                <a:path w="8030" h="1209" extrusionOk="0">
                  <a:moveTo>
                    <a:pt x="590" y="1"/>
                  </a:moveTo>
                  <a:cubicBezTo>
                    <a:pt x="253" y="1"/>
                    <a:pt x="0" y="254"/>
                    <a:pt x="0" y="590"/>
                  </a:cubicBezTo>
                  <a:cubicBezTo>
                    <a:pt x="0" y="927"/>
                    <a:pt x="253" y="1208"/>
                    <a:pt x="590" y="1208"/>
                  </a:cubicBezTo>
                  <a:lnTo>
                    <a:pt x="7440" y="1208"/>
                  </a:lnTo>
                  <a:cubicBezTo>
                    <a:pt x="7777" y="1208"/>
                    <a:pt x="8030" y="927"/>
                    <a:pt x="8030" y="590"/>
                  </a:cubicBezTo>
                  <a:cubicBezTo>
                    <a:pt x="8030" y="254"/>
                    <a:pt x="7777" y="1"/>
                    <a:pt x="7440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4070;p64">
              <a:extLst>
                <a:ext uri="{FF2B5EF4-FFF2-40B4-BE49-F238E27FC236}">
                  <a16:creationId xmlns:a16="http://schemas.microsoft.com/office/drawing/2014/main" id="{24B709A2-D094-672A-D882-400480F770DB}"/>
                </a:ext>
              </a:extLst>
            </p:cNvPr>
            <p:cNvSpPr/>
            <p:nvPr/>
          </p:nvSpPr>
          <p:spPr>
            <a:xfrm>
              <a:off x="3788225" y="1053675"/>
              <a:ext cx="201475" cy="30225"/>
            </a:xfrm>
            <a:custGeom>
              <a:avLst/>
              <a:gdLst/>
              <a:ahLst/>
              <a:cxnLst/>
              <a:rect l="l" t="t" r="r" b="b"/>
              <a:pathLst>
                <a:path w="8059" h="1209" extrusionOk="0">
                  <a:moveTo>
                    <a:pt x="618" y="1"/>
                  </a:moveTo>
                  <a:cubicBezTo>
                    <a:pt x="281" y="1"/>
                    <a:pt x="1" y="254"/>
                    <a:pt x="1" y="590"/>
                  </a:cubicBezTo>
                  <a:cubicBezTo>
                    <a:pt x="1" y="927"/>
                    <a:pt x="281" y="1208"/>
                    <a:pt x="618" y="1208"/>
                  </a:cubicBezTo>
                  <a:lnTo>
                    <a:pt x="7440" y="1208"/>
                  </a:lnTo>
                  <a:cubicBezTo>
                    <a:pt x="7777" y="1208"/>
                    <a:pt x="8058" y="927"/>
                    <a:pt x="8058" y="590"/>
                  </a:cubicBezTo>
                  <a:cubicBezTo>
                    <a:pt x="8058" y="254"/>
                    <a:pt x="7777" y="1"/>
                    <a:pt x="7440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4071;p64">
              <a:extLst>
                <a:ext uri="{FF2B5EF4-FFF2-40B4-BE49-F238E27FC236}">
                  <a16:creationId xmlns:a16="http://schemas.microsoft.com/office/drawing/2014/main" id="{381FFAF1-1EE2-29D6-1103-9A1C618A3897}"/>
                </a:ext>
              </a:extLst>
            </p:cNvPr>
            <p:cNvSpPr/>
            <p:nvPr/>
          </p:nvSpPr>
          <p:spPr>
            <a:xfrm>
              <a:off x="4130750" y="1053675"/>
              <a:ext cx="201450" cy="30225"/>
            </a:xfrm>
            <a:custGeom>
              <a:avLst/>
              <a:gdLst/>
              <a:ahLst/>
              <a:cxnLst/>
              <a:rect l="l" t="t" r="r" b="b"/>
              <a:pathLst>
                <a:path w="8058" h="1209" extrusionOk="0">
                  <a:moveTo>
                    <a:pt x="590" y="1"/>
                  </a:moveTo>
                  <a:cubicBezTo>
                    <a:pt x="253" y="1"/>
                    <a:pt x="0" y="254"/>
                    <a:pt x="0" y="590"/>
                  </a:cubicBezTo>
                  <a:cubicBezTo>
                    <a:pt x="0" y="927"/>
                    <a:pt x="253" y="1208"/>
                    <a:pt x="590" y="1208"/>
                  </a:cubicBezTo>
                  <a:lnTo>
                    <a:pt x="7440" y="1208"/>
                  </a:lnTo>
                  <a:cubicBezTo>
                    <a:pt x="7777" y="1208"/>
                    <a:pt x="8058" y="927"/>
                    <a:pt x="8058" y="590"/>
                  </a:cubicBezTo>
                  <a:cubicBezTo>
                    <a:pt x="8058" y="254"/>
                    <a:pt x="7777" y="1"/>
                    <a:pt x="7440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4072;p64">
              <a:extLst>
                <a:ext uri="{FF2B5EF4-FFF2-40B4-BE49-F238E27FC236}">
                  <a16:creationId xmlns:a16="http://schemas.microsoft.com/office/drawing/2014/main" id="{7277E1C1-5E63-3C72-E76C-8FF84297B769}"/>
                </a:ext>
              </a:extLst>
            </p:cNvPr>
            <p:cNvSpPr/>
            <p:nvPr/>
          </p:nvSpPr>
          <p:spPr>
            <a:xfrm>
              <a:off x="2149375" y="1931025"/>
              <a:ext cx="2203175" cy="5625"/>
            </a:xfrm>
            <a:custGeom>
              <a:avLst/>
              <a:gdLst/>
              <a:ahLst/>
              <a:cxnLst/>
              <a:rect l="l" t="t" r="r" b="b"/>
              <a:pathLst>
                <a:path w="88127" h="225" extrusionOk="0">
                  <a:moveTo>
                    <a:pt x="0" y="0"/>
                  </a:moveTo>
                  <a:lnTo>
                    <a:pt x="0" y="225"/>
                  </a:lnTo>
                  <a:lnTo>
                    <a:pt x="88127" y="225"/>
                  </a:lnTo>
                  <a:lnTo>
                    <a:pt x="881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4073;p64">
              <a:extLst>
                <a:ext uri="{FF2B5EF4-FFF2-40B4-BE49-F238E27FC236}">
                  <a16:creationId xmlns:a16="http://schemas.microsoft.com/office/drawing/2014/main" id="{3B308767-F33B-C459-DF0F-0C0B09450C31}"/>
                </a:ext>
              </a:extLst>
            </p:cNvPr>
            <p:cNvSpPr/>
            <p:nvPr/>
          </p:nvSpPr>
          <p:spPr>
            <a:xfrm>
              <a:off x="2146550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4074;p64">
              <a:extLst>
                <a:ext uri="{FF2B5EF4-FFF2-40B4-BE49-F238E27FC236}">
                  <a16:creationId xmlns:a16="http://schemas.microsoft.com/office/drawing/2014/main" id="{85E25175-A33B-E8FE-D776-AFDA96BB2ABD}"/>
                </a:ext>
              </a:extLst>
            </p:cNvPr>
            <p:cNvSpPr/>
            <p:nvPr/>
          </p:nvSpPr>
          <p:spPr>
            <a:xfrm>
              <a:off x="2421700" y="1916975"/>
              <a:ext cx="6325" cy="16875"/>
            </a:xfrm>
            <a:custGeom>
              <a:avLst/>
              <a:gdLst/>
              <a:ahLst/>
              <a:cxnLst/>
              <a:rect l="l" t="t" r="r" b="b"/>
              <a:pathLst>
                <a:path w="253" h="675" extrusionOk="0">
                  <a:moveTo>
                    <a:pt x="0" y="1"/>
                  </a:moveTo>
                  <a:lnTo>
                    <a:pt x="0" y="675"/>
                  </a:lnTo>
                  <a:lnTo>
                    <a:pt x="253" y="675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4075;p64">
              <a:extLst>
                <a:ext uri="{FF2B5EF4-FFF2-40B4-BE49-F238E27FC236}">
                  <a16:creationId xmlns:a16="http://schemas.microsoft.com/office/drawing/2014/main" id="{4218BF21-32D6-D81D-ABFB-D22D97222EB2}"/>
                </a:ext>
              </a:extLst>
            </p:cNvPr>
            <p:cNvSpPr/>
            <p:nvPr/>
          </p:nvSpPr>
          <p:spPr>
            <a:xfrm>
              <a:off x="2697525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4076;p64">
              <a:extLst>
                <a:ext uri="{FF2B5EF4-FFF2-40B4-BE49-F238E27FC236}">
                  <a16:creationId xmlns:a16="http://schemas.microsoft.com/office/drawing/2014/main" id="{B46840CE-C236-282F-C2B4-506CCCE7100A}"/>
                </a:ext>
              </a:extLst>
            </p:cNvPr>
            <p:cNvSpPr/>
            <p:nvPr/>
          </p:nvSpPr>
          <p:spPr>
            <a:xfrm>
              <a:off x="2972650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4077;p64">
              <a:extLst>
                <a:ext uri="{FF2B5EF4-FFF2-40B4-BE49-F238E27FC236}">
                  <a16:creationId xmlns:a16="http://schemas.microsoft.com/office/drawing/2014/main" id="{A4CAB09B-F367-E348-9A4D-C4A88BB10B1D}"/>
                </a:ext>
              </a:extLst>
            </p:cNvPr>
            <p:cNvSpPr/>
            <p:nvPr/>
          </p:nvSpPr>
          <p:spPr>
            <a:xfrm>
              <a:off x="3247800" y="1916975"/>
              <a:ext cx="6325" cy="16875"/>
            </a:xfrm>
            <a:custGeom>
              <a:avLst/>
              <a:gdLst/>
              <a:ahLst/>
              <a:cxnLst/>
              <a:rect l="l" t="t" r="r" b="b"/>
              <a:pathLst>
                <a:path w="253" h="675" extrusionOk="0">
                  <a:moveTo>
                    <a:pt x="0" y="1"/>
                  </a:moveTo>
                  <a:lnTo>
                    <a:pt x="0" y="675"/>
                  </a:lnTo>
                  <a:lnTo>
                    <a:pt x="253" y="675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4078;p64">
              <a:extLst>
                <a:ext uri="{FF2B5EF4-FFF2-40B4-BE49-F238E27FC236}">
                  <a16:creationId xmlns:a16="http://schemas.microsoft.com/office/drawing/2014/main" id="{C2695FE4-512F-05C0-33EB-CEC5B503029D}"/>
                </a:ext>
              </a:extLst>
            </p:cNvPr>
            <p:cNvSpPr/>
            <p:nvPr/>
          </p:nvSpPr>
          <p:spPr>
            <a:xfrm>
              <a:off x="3523625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4079;p64">
              <a:extLst>
                <a:ext uri="{FF2B5EF4-FFF2-40B4-BE49-F238E27FC236}">
                  <a16:creationId xmlns:a16="http://schemas.microsoft.com/office/drawing/2014/main" id="{EB9C8454-28DC-1165-84AA-62200FBF8DF0}"/>
                </a:ext>
              </a:extLst>
            </p:cNvPr>
            <p:cNvSpPr/>
            <p:nvPr/>
          </p:nvSpPr>
          <p:spPr>
            <a:xfrm>
              <a:off x="3798750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4080;p64">
              <a:extLst>
                <a:ext uri="{FF2B5EF4-FFF2-40B4-BE49-F238E27FC236}">
                  <a16:creationId xmlns:a16="http://schemas.microsoft.com/office/drawing/2014/main" id="{38CC581D-BD8B-3C82-344C-AD5805FC25B6}"/>
                </a:ext>
              </a:extLst>
            </p:cNvPr>
            <p:cNvSpPr/>
            <p:nvPr/>
          </p:nvSpPr>
          <p:spPr>
            <a:xfrm>
              <a:off x="4073900" y="1916975"/>
              <a:ext cx="6325" cy="16875"/>
            </a:xfrm>
            <a:custGeom>
              <a:avLst/>
              <a:gdLst/>
              <a:ahLst/>
              <a:cxnLst/>
              <a:rect l="l" t="t" r="r" b="b"/>
              <a:pathLst>
                <a:path w="253" h="675" extrusionOk="0">
                  <a:moveTo>
                    <a:pt x="0" y="1"/>
                  </a:moveTo>
                  <a:lnTo>
                    <a:pt x="0" y="675"/>
                  </a:lnTo>
                  <a:lnTo>
                    <a:pt x="253" y="675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4081;p64">
              <a:extLst>
                <a:ext uri="{FF2B5EF4-FFF2-40B4-BE49-F238E27FC236}">
                  <a16:creationId xmlns:a16="http://schemas.microsoft.com/office/drawing/2014/main" id="{389F6986-994D-0C86-0927-AB25AAFD7D9B}"/>
                </a:ext>
              </a:extLst>
            </p:cNvPr>
            <p:cNvSpPr/>
            <p:nvPr/>
          </p:nvSpPr>
          <p:spPr>
            <a:xfrm>
              <a:off x="4349725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0" y="1"/>
                  </a:moveTo>
                  <a:lnTo>
                    <a:pt x="0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4082;p64">
              <a:extLst>
                <a:ext uri="{FF2B5EF4-FFF2-40B4-BE49-F238E27FC236}">
                  <a16:creationId xmlns:a16="http://schemas.microsoft.com/office/drawing/2014/main" id="{39A8E804-C98F-DDB8-46FB-91CF1C74AD59}"/>
                </a:ext>
              </a:extLst>
            </p:cNvPr>
            <p:cNvSpPr/>
            <p:nvPr/>
          </p:nvSpPr>
          <p:spPr>
            <a:xfrm>
              <a:off x="2274300" y="1744725"/>
              <a:ext cx="301125" cy="108725"/>
            </a:xfrm>
            <a:custGeom>
              <a:avLst/>
              <a:gdLst/>
              <a:ahLst/>
              <a:cxnLst/>
              <a:rect l="l" t="t" r="r" b="b"/>
              <a:pathLst>
                <a:path w="12045" h="4349" extrusionOk="0">
                  <a:moveTo>
                    <a:pt x="11502" y="0"/>
                  </a:moveTo>
                  <a:cubicBezTo>
                    <a:pt x="11467" y="0"/>
                    <a:pt x="11432" y="4"/>
                    <a:pt x="11399" y="13"/>
                  </a:cubicBezTo>
                  <a:lnTo>
                    <a:pt x="365" y="3438"/>
                  </a:lnTo>
                  <a:cubicBezTo>
                    <a:pt x="141" y="3494"/>
                    <a:pt x="0" y="3775"/>
                    <a:pt x="57" y="4027"/>
                  </a:cubicBezTo>
                  <a:cubicBezTo>
                    <a:pt x="128" y="4218"/>
                    <a:pt x="322" y="4348"/>
                    <a:pt x="534" y="4348"/>
                  </a:cubicBezTo>
                  <a:cubicBezTo>
                    <a:pt x="571" y="4348"/>
                    <a:pt x="608" y="4344"/>
                    <a:pt x="646" y="4336"/>
                  </a:cubicBezTo>
                  <a:lnTo>
                    <a:pt x="11680" y="911"/>
                  </a:lnTo>
                  <a:cubicBezTo>
                    <a:pt x="11904" y="827"/>
                    <a:pt x="12045" y="574"/>
                    <a:pt x="11988" y="321"/>
                  </a:cubicBezTo>
                  <a:cubicBezTo>
                    <a:pt x="11917" y="130"/>
                    <a:pt x="11703" y="0"/>
                    <a:pt x="11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4083;p64">
              <a:extLst>
                <a:ext uri="{FF2B5EF4-FFF2-40B4-BE49-F238E27FC236}">
                  <a16:creationId xmlns:a16="http://schemas.microsoft.com/office/drawing/2014/main" id="{E9C10B2A-425C-43A9-1293-8459FD0EFDBE}"/>
                </a:ext>
              </a:extLst>
            </p:cNvPr>
            <p:cNvSpPr/>
            <p:nvPr/>
          </p:nvSpPr>
          <p:spPr>
            <a:xfrm>
              <a:off x="2549425" y="1557275"/>
              <a:ext cx="301825" cy="210775"/>
            </a:xfrm>
            <a:custGeom>
              <a:avLst/>
              <a:gdLst/>
              <a:ahLst/>
              <a:cxnLst/>
              <a:rect l="l" t="t" r="r" b="b"/>
              <a:pathLst>
                <a:path w="12073" h="8431" extrusionOk="0">
                  <a:moveTo>
                    <a:pt x="11555" y="1"/>
                  </a:moveTo>
                  <a:cubicBezTo>
                    <a:pt x="11459" y="1"/>
                    <a:pt x="11364" y="32"/>
                    <a:pt x="11287" y="99"/>
                  </a:cubicBezTo>
                  <a:lnTo>
                    <a:pt x="253" y="7595"/>
                  </a:lnTo>
                  <a:cubicBezTo>
                    <a:pt x="57" y="7735"/>
                    <a:pt x="1" y="8016"/>
                    <a:pt x="141" y="8240"/>
                  </a:cubicBezTo>
                  <a:cubicBezTo>
                    <a:pt x="229" y="8363"/>
                    <a:pt x="370" y="8431"/>
                    <a:pt x="519" y="8431"/>
                  </a:cubicBezTo>
                  <a:cubicBezTo>
                    <a:pt x="609" y="8431"/>
                    <a:pt x="702" y="8406"/>
                    <a:pt x="787" y="8353"/>
                  </a:cubicBezTo>
                  <a:lnTo>
                    <a:pt x="11792" y="857"/>
                  </a:lnTo>
                  <a:cubicBezTo>
                    <a:pt x="12017" y="716"/>
                    <a:pt x="12073" y="436"/>
                    <a:pt x="11933" y="211"/>
                  </a:cubicBezTo>
                  <a:cubicBezTo>
                    <a:pt x="11848" y="75"/>
                    <a:pt x="11701" y="1"/>
                    <a:pt x="11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4084;p64">
              <a:extLst>
                <a:ext uri="{FF2B5EF4-FFF2-40B4-BE49-F238E27FC236}">
                  <a16:creationId xmlns:a16="http://schemas.microsoft.com/office/drawing/2014/main" id="{11400165-D9C6-E8D4-25F7-3EA35F997784}"/>
                </a:ext>
              </a:extLst>
            </p:cNvPr>
            <p:cNvSpPr/>
            <p:nvPr/>
          </p:nvSpPr>
          <p:spPr>
            <a:xfrm>
              <a:off x="2824575" y="1301875"/>
              <a:ext cx="301825" cy="278950"/>
            </a:xfrm>
            <a:custGeom>
              <a:avLst/>
              <a:gdLst/>
              <a:ahLst/>
              <a:cxnLst/>
              <a:rect l="l" t="t" r="r" b="b"/>
              <a:pathLst>
                <a:path w="12073" h="11158" extrusionOk="0">
                  <a:moveTo>
                    <a:pt x="11550" y="1"/>
                  </a:moveTo>
                  <a:cubicBezTo>
                    <a:pt x="11438" y="1"/>
                    <a:pt x="11324" y="43"/>
                    <a:pt x="11230" y="124"/>
                  </a:cubicBezTo>
                  <a:lnTo>
                    <a:pt x="225" y="10343"/>
                  </a:lnTo>
                  <a:cubicBezTo>
                    <a:pt x="28" y="10511"/>
                    <a:pt x="0" y="10820"/>
                    <a:pt x="197" y="11017"/>
                  </a:cubicBezTo>
                  <a:cubicBezTo>
                    <a:pt x="288" y="11108"/>
                    <a:pt x="412" y="11158"/>
                    <a:pt x="538" y="11158"/>
                  </a:cubicBezTo>
                  <a:cubicBezTo>
                    <a:pt x="644" y="11158"/>
                    <a:pt x="752" y="11122"/>
                    <a:pt x="842" y="11045"/>
                  </a:cubicBezTo>
                  <a:lnTo>
                    <a:pt x="11876" y="826"/>
                  </a:lnTo>
                  <a:cubicBezTo>
                    <a:pt x="12044" y="629"/>
                    <a:pt x="12072" y="348"/>
                    <a:pt x="11876" y="152"/>
                  </a:cubicBezTo>
                  <a:cubicBezTo>
                    <a:pt x="11788" y="50"/>
                    <a:pt x="11670" y="1"/>
                    <a:pt x="115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4085;p64">
              <a:extLst>
                <a:ext uri="{FF2B5EF4-FFF2-40B4-BE49-F238E27FC236}">
                  <a16:creationId xmlns:a16="http://schemas.microsoft.com/office/drawing/2014/main" id="{41903F72-4D2F-314D-CC54-0C10D06D6283}"/>
                </a:ext>
              </a:extLst>
            </p:cNvPr>
            <p:cNvSpPr/>
            <p:nvPr/>
          </p:nvSpPr>
          <p:spPr>
            <a:xfrm>
              <a:off x="3101100" y="1276175"/>
              <a:ext cx="299725" cy="49225"/>
            </a:xfrm>
            <a:custGeom>
              <a:avLst/>
              <a:gdLst/>
              <a:ahLst/>
              <a:cxnLst/>
              <a:rect l="l" t="t" r="r" b="b"/>
              <a:pathLst>
                <a:path w="11989" h="1969" extrusionOk="0">
                  <a:moveTo>
                    <a:pt x="11455" y="1"/>
                  </a:moveTo>
                  <a:lnTo>
                    <a:pt x="450" y="1039"/>
                  </a:lnTo>
                  <a:cubicBezTo>
                    <a:pt x="197" y="1067"/>
                    <a:pt x="1" y="1292"/>
                    <a:pt x="29" y="1545"/>
                  </a:cubicBezTo>
                  <a:cubicBezTo>
                    <a:pt x="55" y="1781"/>
                    <a:pt x="253" y="1968"/>
                    <a:pt x="486" y="1968"/>
                  </a:cubicBezTo>
                  <a:cubicBezTo>
                    <a:pt x="502" y="1968"/>
                    <a:pt x="518" y="1968"/>
                    <a:pt x="534" y="1966"/>
                  </a:cubicBezTo>
                  <a:lnTo>
                    <a:pt x="11539" y="955"/>
                  </a:lnTo>
                  <a:cubicBezTo>
                    <a:pt x="11792" y="927"/>
                    <a:pt x="11988" y="702"/>
                    <a:pt x="11960" y="422"/>
                  </a:cubicBezTo>
                  <a:cubicBezTo>
                    <a:pt x="11932" y="169"/>
                    <a:pt x="11708" y="1"/>
                    <a:pt x="11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4086;p64">
              <a:extLst>
                <a:ext uri="{FF2B5EF4-FFF2-40B4-BE49-F238E27FC236}">
                  <a16:creationId xmlns:a16="http://schemas.microsoft.com/office/drawing/2014/main" id="{F4189DA3-717F-DB02-1D7B-5A0214EAA8D2}"/>
                </a:ext>
              </a:extLst>
            </p:cNvPr>
            <p:cNvSpPr/>
            <p:nvPr/>
          </p:nvSpPr>
          <p:spPr>
            <a:xfrm>
              <a:off x="3375525" y="1276375"/>
              <a:ext cx="301825" cy="210900"/>
            </a:xfrm>
            <a:custGeom>
              <a:avLst/>
              <a:gdLst/>
              <a:ahLst/>
              <a:cxnLst/>
              <a:rect l="l" t="t" r="r" b="b"/>
              <a:pathLst>
                <a:path w="12073" h="8436" extrusionOk="0">
                  <a:moveTo>
                    <a:pt x="527" y="0"/>
                  </a:moveTo>
                  <a:cubicBezTo>
                    <a:pt x="375" y="0"/>
                    <a:pt x="230" y="75"/>
                    <a:pt x="141" y="217"/>
                  </a:cubicBezTo>
                  <a:cubicBezTo>
                    <a:pt x="1" y="414"/>
                    <a:pt x="57" y="723"/>
                    <a:pt x="253" y="863"/>
                  </a:cubicBezTo>
                  <a:lnTo>
                    <a:pt x="11287" y="8359"/>
                  </a:lnTo>
                  <a:cubicBezTo>
                    <a:pt x="11359" y="8410"/>
                    <a:pt x="11446" y="8435"/>
                    <a:pt x="11534" y="8435"/>
                  </a:cubicBezTo>
                  <a:cubicBezTo>
                    <a:pt x="11687" y="8435"/>
                    <a:pt x="11844" y="8361"/>
                    <a:pt x="11933" y="8218"/>
                  </a:cubicBezTo>
                  <a:cubicBezTo>
                    <a:pt x="12073" y="8022"/>
                    <a:pt x="12017" y="7713"/>
                    <a:pt x="11792" y="7573"/>
                  </a:cubicBezTo>
                  <a:lnTo>
                    <a:pt x="787" y="77"/>
                  </a:lnTo>
                  <a:cubicBezTo>
                    <a:pt x="704" y="25"/>
                    <a:pt x="615" y="0"/>
                    <a:pt x="5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4087;p64">
              <a:extLst>
                <a:ext uri="{FF2B5EF4-FFF2-40B4-BE49-F238E27FC236}">
                  <a16:creationId xmlns:a16="http://schemas.microsoft.com/office/drawing/2014/main" id="{BD2AE9CF-E998-39C0-5DD7-68DFC9A9DFF8}"/>
                </a:ext>
              </a:extLst>
            </p:cNvPr>
            <p:cNvSpPr/>
            <p:nvPr/>
          </p:nvSpPr>
          <p:spPr>
            <a:xfrm>
              <a:off x="3650675" y="1463775"/>
              <a:ext cx="301825" cy="202300"/>
            </a:xfrm>
            <a:custGeom>
              <a:avLst/>
              <a:gdLst/>
              <a:ahLst/>
              <a:cxnLst/>
              <a:rect l="l" t="t" r="r" b="b"/>
              <a:pathLst>
                <a:path w="12073" h="8092" extrusionOk="0">
                  <a:moveTo>
                    <a:pt x="526" y="0"/>
                  </a:moveTo>
                  <a:cubicBezTo>
                    <a:pt x="374" y="0"/>
                    <a:pt x="229" y="75"/>
                    <a:pt x="140" y="217"/>
                  </a:cubicBezTo>
                  <a:cubicBezTo>
                    <a:pt x="0" y="442"/>
                    <a:pt x="56" y="722"/>
                    <a:pt x="281" y="863"/>
                  </a:cubicBezTo>
                  <a:lnTo>
                    <a:pt x="11286" y="8022"/>
                  </a:lnTo>
                  <a:cubicBezTo>
                    <a:pt x="11363" y="8070"/>
                    <a:pt x="11446" y="8092"/>
                    <a:pt x="11528" y="8092"/>
                  </a:cubicBezTo>
                  <a:cubicBezTo>
                    <a:pt x="11686" y="8092"/>
                    <a:pt x="11839" y="8011"/>
                    <a:pt x="11932" y="7882"/>
                  </a:cubicBezTo>
                  <a:cubicBezTo>
                    <a:pt x="12072" y="7657"/>
                    <a:pt x="12016" y="7376"/>
                    <a:pt x="11791" y="7236"/>
                  </a:cubicBezTo>
                  <a:lnTo>
                    <a:pt x="786" y="77"/>
                  </a:lnTo>
                  <a:cubicBezTo>
                    <a:pt x="704" y="25"/>
                    <a:pt x="614" y="0"/>
                    <a:pt x="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4088;p64">
              <a:extLst>
                <a:ext uri="{FF2B5EF4-FFF2-40B4-BE49-F238E27FC236}">
                  <a16:creationId xmlns:a16="http://schemas.microsoft.com/office/drawing/2014/main" id="{C598D11A-22BE-0404-A8B8-74C53166AD2A}"/>
                </a:ext>
              </a:extLst>
            </p:cNvPr>
            <p:cNvSpPr/>
            <p:nvPr/>
          </p:nvSpPr>
          <p:spPr>
            <a:xfrm>
              <a:off x="3925800" y="1267900"/>
              <a:ext cx="301825" cy="398225"/>
            </a:xfrm>
            <a:custGeom>
              <a:avLst/>
              <a:gdLst/>
              <a:ahLst/>
              <a:cxnLst/>
              <a:rect l="l" t="t" r="r" b="b"/>
              <a:pathLst>
                <a:path w="12073" h="15929" extrusionOk="0">
                  <a:moveTo>
                    <a:pt x="11572" y="1"/>
                  </a:moveTo>
                  <a:cubicBezTo>
                    <a:pt x="11427" y="1"/>
                    <a:pt x="11279" y="69"/>
                    <a:pt x="11174" y="191"/>
                  </a:cubicBezTo>
                  <a:lnTo>
                    <a:pt x="169" y="15183"/>
                  </a:lnTo>
                  <a:cubicBezTo>
                    <a:pt x="0" y="15380"/>
                    <a:pt x="56" y="15688"/>
                    <a:pt x="253" y="15829"/>
                  </a:cubicBezTo>
                  <a:cubicBezTo>
                    <a:pt x="344" y="15897"/>
                    <a:pt x="445" y="15929"/>
                    <a:pt x="543" y="15929"/>
                  </a:cubicBezTo>
                  <a:cubicBezTo>
                    <a:pt x="687" y="15929"/>
                    <a:pt x="827" y="15861"/>
                    <a:pt x="927" y="15745"/>
                  </a:cubicBezTo>
                  <a:lnTo>
                    <a:pt x="11932" y="753"/>
                  </a:lnTo>
                  <a:cubicBezTo>
                    <a:pt x="12072" y="528"/>
                    <a:pt x="12044" y="247"/>
                    <a:pt x="11820" y="79"/>
                  </a:cubicBezTo>
                  <a:cubicBezTo>
                    <a:pt x="11746" y="26"/>
                    <a:pt x="11659" y="1"/>
                    <a:pt x="115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4089;p64">
              <a:extLst>
                <a:ext uri="{FF2B5EF4-FFF2-40B4-BE49-F238E27FC236}">
                  <a16:creationId xmlns:a16="http://schemas.microsoft.com/office/drawing/2014/main" id="{4A5DBDAB-71C6-1F04-B0FE-555718382882}"/>
                </a:ext>
              </a:extLst>
            </p:cNvPr>
            <p:cNvSpPr/>
            <p:nvPr/>
          </p:nvSpPr>
          <p:spPr>
            <a:xfrm>
              <a:off x="2251850" y="1806800"/>
              <a:ext cx="70200" cy="70200"/>
            </a:xfrm>
            <a:custGeom>
              <a:avLst/>
              <a:gdLst/>
              <a:ahLst/>
              <a:cxnLst/>
              <a:rect l="l" t="t" r="r" b="b"/>
              <a:pathLst>
                <a:path w="2808" h="2808" extrusionOk="0">
                  <a:moveTo>
                    <a:pt x="1404" y="0"/>
                  </a:moveTo>
                  <a:cubicBezTo>
                    <a:pt x="646" y="0"/>
                    <a:pt x="0" y="618"/>
                    <a:pt x="0" y="1404"/>
                  </a:cubicBezTo>
                  <a:cubicBezTo>
                    <a:pt x="0" y="2162"/>
                    <a:pt x="646" y="2808"/>
                    <a:pt x="1404" y="2808"/>
                  </a:cubicBezTo>
                  <a:cubicBezTo>
                    <a:pt x="2190" y="2808"/>
                    <a:pt x="2808" y="2162"/>
                    <a:pt x="2808" y="1404"/>
                  </a:cubicBezTo>
                  <a:cubicBezTo>
                    <a:pt x="2808" y="618"/>
                    <a:pt x="2190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4090;p64">
              <a:extLst>
                <a:ext uri="{FF2B5EF4-FFF2-40B4-BE49-F238E27FC236}">
                  <a16:creationId xmlns:a16="http://schemas.microsoft.com/office/drawing/2014/main" id="{171B4D47-0165-8387-3533-3A085F56F1DB}"/>
                </a:ext>
              </a:extLst>
            </p:cNvPr>
            <p:cNvSpPr/>
            <p:nvPr/>
          </p:nvSpPr>
          <p:spPr>
            <a:xfrm>
              <a:off x="2246225" y="1800475"/>
              <a:ext cx="82150" cy="82150"/>
            </a:xfrm>
            <a:custGeom>
              <a:avLst/>
              <a:gdLst/>
              <a:ahLst/>
              <a:cxnLst/>
              <a:rect l="l" t="t" r="r" b="b"/>
              <a:pathLst>
                <a:path w="3286" h="3286" extrusionOk="0">
                  <a:moveTo>
                    <a:pt x="1629" y="478"/>
                  </a:moveTo>
                  <a:cubicBezTo>
                    <a:pt x="2275" y="478"/>
                    <a:pt x="2808" y="1011"/>
                    <a:pt x="2808" y="1657"/>
                  </a:cubicBezTo>
                  <a:cubicBezTo>
                    <a:pt x="2808" y="2303"/>
                    <a:pt x="2275" y="2808"/>
                    <a:pt x="1629" y="2808"/>
                  </a:cubicBezTo>
                  <a:cubicBezTo>
                    <a:pt x="983" y="2808"/>
                    <a:pt x="478" y="2303"/>
                    <a:pt x="478" y="1657"/>
                  </a:cubicBezTo>
                  <a:cubicBezTo>
                    <a:pt x="478" y="1011"/>
                    <a:pt x="983" y="478"/>
                    <a:pt x="1629" y="478"/>
                  </a:cubicBezTo>
                  <a:close/>
                  <a:moveTo>
                    <a:pt x="1629" y="0"/>
                  </a:moveTo>
                  <a:cubicBezTo>
                    <a:pt x="730" y="0"/>
                    <a:pt x="0" y="730"/>
                    <a:pt x="0" y="1657"/>
                  </a:cubicBezTo>
                  <a:cubicBezTo>
                    <a:pt x="0" y="2555"/>
                    <a:pt x="730" y="3285"/>
                    <a:pt x="1629" y="3285"/>
                  </a:cubicBezTo>
                  <a:cubicBezTo>
                    <a:pt x="2527" y="3285"/>
                    <a:pt x="3285" y="2555"/>
                    <a:pt x="3285" y="1657"/>
                  </a:cubicBezTo>
                  <a:cubicBezTo>
                    <a:pt x="3285" y="730"/>
                    <a:pt x="2527" y="0"/>
                    <a:pt x="1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4091;p64">
              <a:extLst>
                <a:ext uri="{FF2B5EF4-FFF2-40B4-BE49-F238E27FC236}">
                  <a16:creationId xmlns:a16="http://schemas.microsoft.com/office/drawing/2014/main" id="{C9E88E7A-4754-319E-9F88-FD17EBD3320F}"/>
                </a:ext>
              </a:extLst>
            </p:cNvPr>
            <p:cNvSpPr/>
            <p:nvPr/>
          </p:nvSpPr>
          <p:spPr>
            <a:xfrm>
              <a:off x="2527675" y="1721150"/>
              <a:ext cx="70200" cy="70225"/>
            </a:xfrm>
            <a:custGeom>
              <a:avLst/>
              <a:gdLst/>
              <a:ahLst/>
              <a:cxnLst/>
              <a:rect l="l" t="t" r="r" b="b"/>
              <a:pathLst>
                <a:path w="2808" h="2809" extrusionOk="0">
                  <a:moveTo>
                    <a:pt x="1404" y="1"/>
                  </a:moveTo>
                  <a:cubicBezTo>
                    <a:pt x="618" y="1"/>
                    <a:pt x="0" y="647"/>
                    <a:pt x="0" y="1405"/>
                  </a:cubicBezTo>
                  <a:cubicBezTo>
                    <a:pt x="0" y="2191"/>
                    <a:pt x="618" y="2808"/>
                    <a:pt x="1404" y="2808"/>
                  </a:cubicBezTo>
                  <a:cubicBezTo>
                    <a:pt x="2162" y="2808"/>
                    <a:pt x="2808" y="2191"/>
                    <a:pt x="2808" y="1405"/>
                  </a:cubicBezTo>
                  <a:cubicBezTo>
                    <a:pt x="2808" y="647"/>
                    <a:pt x="2162" y="1"/>
                    <a:pt x="14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4092;p64">
              <a:extLst>
                <a:ext uri="{FF2B5EF4-FFF2-40B4-BE49-F238E27FC236}">
                  <a16:creationId xmlns:a16="http://schemas.microsoft.com/office/drawing/2014/main" id="{C7AA2242-F9DD-2141-14F0-3985366305B5}"/>
                </a:ext>
              </a:extLst>
            </p:cNvPr>
            <p:cNvSpPr/>
            <p:nvPr/>
          </p:nvSpPr>
          <p:spPr>
            <a:xfrm>
              <a:off x="2521350" y="1715550"/>
              <a:ext cx="82150" cy="82150"/>
            </a:xfrm>
            <a:custGeom>
              <a:avLst/>
              <a:gdLst/>
              <a:ahLst/>
              <a:cxnLst/>
              <a:rect l="l" t="t" r="r" b="b"/>
              <a:pathLst>
                <a:path w="3286" h="3286" extrusionOk="0">
                  <a:moveTo>
                    <a:pt x="1657" y="478"/>
                  </a:moveTo>
                  <a:cubicBezTo>
                    <a:pt x="2303" y="478"/>
                    <a:pt x="2808" y="983"/>
                    <a:pt x="2808" y="1629"/>
                  </a:cubicBezTo>
                  <a:cubicBezTo>
                    <a:pt x="2808" y="2274"/>
                    <a:pt x="2303" y="2808"/>
                    <a:pt x="1657" y="2808"/>
                  </a:cubicBezTo>
                  <a:cubicBezTo>
                    <a:pt x="1011" y="2808"/>
                    <a:pt x="478" y="2274"/>
                    <a:pt x="478" y="1629"/>
                  </a:cubicBezTo>
                  <a:cubicBezTo>
                    <a:pt x="478" y="983"/>
                    <a:pt x="1011" y="478"/>
                    <a:pt x="1657" y="478"/>
                  </a:cubicBezTo>
                  <a:close/>
                  <a:moveTo>
                    <a:pt x="1657" y="0"/>
                  </a:moveTo>
                  <a:cubicBezTo>
                    <a:pt x="731" y="0"/>
                    <a:pt x="1" y="730"/>
                    <a:pt x="1" y="1629"/>
                  </a:cubicBezTo>
                  <a:cubicBezTo>
                    <a:pt x="1" y="2555"/>
                    <a:pt x="731" y="3285"/>
                    <a:pt x="1657" y="3285"/>
                  </a:cubicBezTo>
                  <a:cubicBezTo>
                    <a:pt x="2556" y="3285"/>
                    <a:pt x="3286" y="2555"/>
                    <a:pt x="3286" y="1629"/>
                  </a:cubicBezTo>
                  <a:cubicBezTo>
                    <a:pt x="3286" y="730"/>
                    <a:pt x="2556" y="0"/>
                    <a:pt x="1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4093;p64">
              <a:extLst>
                <a:ext uri="{FF2B5EF4-FFF2-40B4-BE49-F238E27FC236}">
                  <a16:creationId xmlns:a16="http://schemas.microsoft.com/office/drawing/2014/main" id="{346C73B6-FB4A-F5C5-EA0D-9F209858AEC0}"/>
                </a:ext>
              </a:extLst>
            </p:cNvPr>
            <p:cNvSpPr/>
            <p:nvPr/>
          </p:nvSpPr>
          <p:spPr>
            <a:xfrm>
              <a:off x="2802800" y="1533775"/>
              <a:ext cx="70225" cy="70200"/>
            </a:xfrm>
            <a:custGeom>
              <a:avLst/>
              <a:gdLst/>
              <a:ahLst/>
              <a:cxnLst/>
              <a:rect l="l" t="t" r="r" b="b"/>
              <a:pathLst>
                <a:path w="2809" h="2808" extrusionOk="0">
                  <a:moveTo>
                    <a:pt x="1404" y="0"/>
                  </a:moveTo>
                  <a:cubicBezTo>
                    <a:pt x="618" y="0"/>
                    <a:pt x="1" y="646"/>
                    <a:pt x="1" y="1404"/>
                  </a:cubicBezTo>
                  <a:cubicBezTo>
                    <a:pt x="1" y="2190"/>
                    <a:pt x="618" y="2807"/>
                    <a:pt x="1404" y="2807"/>
                  </a:cubicBezTo>
                  <a:cubicBezTo>
                    <a:pt x="2191" y="2807"/>
                    <a:pt x="2808" y="2190"/>
                    <a:pt x="2808" y="1404"/>
                  </a:cubicBezTo>
                  <a:cubicBezTo>
                    <a:pt x="2808" y="646"/>
                    <a:pt x="2191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4094;p64">
              <a:extLst>
                <a:ext uri="{FF2B5EF4-FFF2-40B4-BE49-F238E27FC236}">
                  <a16:creationId xmlns:a16="http://schemas.microsoft.com/office/drawing/2014/main" id="{19574982-47E3-81FD-DBF9-BFB7B0CAA9FB}"/>
                </a:ext>
              </a:extLst>
            </p:cNvPr>
            <p:cNvSpPr/>
            <p:nvPr/>
          </p:nvSpPr>
          <p:spPr>
            <a:xfrm>
              <a:off x="2797200" y="1528150"/>
              <a:ext cx="81425" cy="82150"/>
            </a:xfrm>
            <a:custGeom>
              <a:avLst/>
              <a:gdLst/>
              <a:ahLst/>
              <a:cxnLst/>
              <a:rect l="l" t="t" r="r" b="b"/>
              <a:pathLst>
                <a:path w="3257" h="3286" extrusionOk="0">
                  <a:moveTo>
                    <a:pt x="1628" y="478"/>
                  </a:moveTo>
                  <a:cubicBezTo>
                    <a:pt x="2274" y="478"/>
                    <a:pt x="2808" y="983"/>
                    <a:pt x="2808" y="1629"/>
                  </a:cubicBezTo>
                  <a:cubicBezTo>
                    <a:pt x="2808" y="2274"/>
                    <a:pt x="2274" y="2808"/>
                    <a:pt x="1628" y="2808"/>
                  </a:cubicBezTo>
                  <a:cubicBezTo>
                    <a:pt x="983" y="2808"/>
                    <a:pt x="449" y="2274"/>
                    <a:pt x="449" y="1629"/>
                  </a:cubicBezTo>
                  <a:cubicBezTo>
                    <a:pt x="449" y="983"/>
                    <a:pt x="983" y="478"/>
                    <a:pt x="1628" y="478"/>
                  </a:cubicBezTo>
                  <a:close/>
                  <a:moveTo>
                    <a:pt x="1628" y="0"/>
                  </a:moveTo>
                  <a:cubicBezTo>
                    <a:pt x="730" y="0"/>
                    <a:pt x="0" y="730"/>
                    <a:pt x="0" y="1629"/>
                  </a:cubicBezTo>
                  <a:cubicBezTo>
                    <a:pt x="0" y="2555"/>
                    <a:pt x="730" y="3285"/>
                    <a:pt x="1628" y="3285"/>
                  </a:cubicBezTo>
                  <a:cubicBezTo>
                    <a:pt x="2527" y="3285"/>
                    <a:pt x="3257" y="2555"/>
                    <a:pt x="3257" y="1629"/>
                  </a:cubicBezTo>
                  <a:cubicBezTo>
                    <a:pt x="3257" y="730"/>
                    <a:pt x="2527" y="0"/>
                    <a:pt x="1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4095;p64">
              <a:extLst>
                <a:ext uri="{FF2B5EF4-FFF2-40B4-BE49-F238E27FC236}">
                  <a16:creationId xmlns:a16="http://schemas.microsoft.com/office/drawing/2014/main" id="{9D7EFABB-B46E-368E-6420-233B9ABD9234}"/>
                </a:ext>
              </a:extLst>
            </p:cNvPr>
            <p:cNvSpPr/>
            <p:nvPr/>
          </p:nvSpPr>
          <p:spPr>
            <a:xfrm>
              <a:off x="3077950" y="1278275"/>
              <a:ext cx="70200" cy="70225"/>
            </a:xfrm>
            <a:custGeom>
              <a:avLst/>
              <a:gdLst/>
              <a:ahLst/>
              <a:cxnLst/>
              <a:rect l="l" t="t" r="r" b="b"/>
              <a:pathLst>
                <a:path w="2808" h="2809" extrusionOk="0">
                  <a:moveTo>
                    <a:pt x="1404" y="1"/>
                  </a:moveTo>
                  <a:cubicBezTo>
                    <a:pt x="646" y="1"/>
                    <a:pt x="0" y="647"/>
                    <a:pt x="0" y="1405"/>
                  </a:cubicBezTo>
                  <a:cubicBezTo>
                    <a:pt x="0" y="2191"/>
                    <a:pt x="646" y="2808"/>
                    <a:pt x="1404" y="2808"/>
                  </a:cubicBezTo>
                  <a:cubicBezTo>
                    <a:pt x="2190" y="2808"/>
                    <a:pt x="2808" y="2191"/>
                    <a:pt x="2808" y="1405"/>
                  </a:cubicBezTo>
                  <a:cubicBezTo>
                    <a:pt x="2808" y="647"/>
                    <a:pt x="2190" y="1"/>
                    <a:pt x="14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4096;p64">
              <a:extLst>
                <a:ext uri="{FF2B5EF4-FFF2-40B4-BE49-F238E27FC236}">
                  <a16:creationId xmlns:a16="http://schemas.microsoft.com/office/drawing/2014/main" id="{89172BD2-ACBC-E6DD-93A3-AADB03032F54}"/>
                </a:ext>
              </a:extLst>
            </p:cNvPr>
            <p:cNvSpPr/>
            <p:nvPr/>
          </p:nvSpPr>
          <p:spPr>
            <a:xfrm>
              <a:off x="3072325" y="1272675"/>
              <a:ext cx="82150" cy="82125"/>
            </a:xfrm>
            <a:custGeom>
              <a:avLst/>
              <a:gdLst/>
              <a:ahLst/>
              <a:cxnLst/>
              <a:rect l="l" t="t" r="r" b="b"/>
              <a:pathLst>
                <a:path w="3286" h="3285" extrusionOk="0">
                  <a:moveTo>
                    <a:pt x="1629" y="477"/>
                  </a:moveTo>
                  <a:cubicBezTo>
                    <a:pt x="2275" y="477"/>
                    <a:pt x="2808" y="983"/>
                    <a:pt x="2808" y="1629"/>
                  </a:cubicBezTo>
                  <a:cubicBezTo>
                    <a:pt x="2808" y="2274"/>
                    <a:pt x="2275" y="2808"/>
                    <a:pt x="1629" y="2808"/>
                  </a:cubicBezTo>
                  <a:cubicBezTo>
                    <a:pt x="983" y="2808"/>
                    <a:pt x="478" y="2274"/>
                    <a:pt x="478" y="1629"/>
                  </a:cubicBezTo>
                  <a:cubicBezTo>
                    <a:pt x="478" y="983"/>
                    <a:pt x="983" y="477"/>
                    <a:pt x="1629" y="477"/>
                  </a:cubicBezTo>
                  <a:close/>
                  <a:moveTo>
                    <a:pt x="1629" y="0"/>
                  </a:moveTo>
                  <a:cubicBezTo>
                    <a:pt x="730" y="0"/>
                    <a:pt x="0" y="730"/>
                    <a:pt x="0" y="1629"/>
                  </a:cubicBezTo>
                  <a:cubicBezTo>
                    <a:pt x="0" y="2555"/>
                    <a:pt x="730" y="3285"/>
                    <a:pt x="1629" y="3285"/>
                  </a:cubicBezTo>
                  <a:cubicBezTo>
                    <a:pt x="2527" y="3285"/>
                    <a:pt x="3285" y="2555"/>
                    <a:pt x="3285" y="1629"/>
                  </a:cubicBezTo>
                  <a:cubicBezTo>
                    <a:pt x="3285" y="730"/>
                    <a:pt x="2527" y="0"/>
                    <a:pt x="1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4097;p64">
              <a:extLst>
                <a:ext uri="{FF2B5EF4-FFF2-40B4-BE49-F238E27FC236}">
                  <a16:creationId xmlns:a16="http://schemas.microsoft.com/office/drawing/2014/main" id="{7701ADB2-6BC0-B2E3-F717-3EAA9714FBD6}"/>
                </a:ext>
              </a:extLst>
            </p:cNvPr>
            <p:cNvSpPr/>
            <p:nvPr/>
          </p:nvSpPr>
          <p:spPr>
            <a:xfrm>
              <a:off x="3353775" y="1253025"/>
              <a:ext cx="70200" cy="70200"/>
            </a:xfrm>
            <a:custGeom>
              <a:avLst/>
              <a:gdLst/>
              <a:ahLst/>
              <a:cxnLst/>
              <a:rect l="l" t="t" r="r" b="b"/>
              <a:pathLst>
                <a:path w="2808" h="2808" extrusionOk="0">
                  <a:moveTo>
                    <a:pt x="1404" y="0"/>
                  </a:moveTo>
                  <a:cubicBezTo>
                    <a:pt x="618" y="0"/>
                    <a:pt x="0" y="618"/>
                    <a:pt x="0" y="1404"/>
                  </a:cubicBezTo>
                  <a:cubicBezTo>
                    <a:pt x="0" y="2190"/>
                    <a:pt x="618" y="2808"/>
                    <a:pt x="1404" y="2808"/>
                  </a:cubicBezTo>
                  <a:cubicBezTo>
                    <a:pt x="2162" y="2808"/>
                    <a:pt x="2808" y="2190"/>
                    <a:pt x="2808" y="1404"/>
                  </a:cubicBezTo>
                  <a:cubicBezTo>
                    <a:pt x="2808" y="618"/>
                    <a:pt x="2162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4098;p64">
              <a:extLst>
                <a:ext uri="{FF2B5EF4-FFF2-40B4-BE49-F238E27FC236}">
                  <a16:creationId xmlns:a16="http://schemas.microsoft.com/office/drawing/2014/main" id="{1F865814-01D9-55CE-3905-55434F6E16FF}"/>
                </a:ext>
              </a:extLst>
            </p:cNvPr>
            <p:cNvSpPr/>
            <p:nvPr/>
          </p:nvSpPr>
          <p:spPr>
            <a:xfrm>
              <a:off x="3347450" y="1247400"/>
              <a:ext cx="82150" cy="81450"/>
            </a:xfrm>
            <a:custGeom>
              <a:avLst/>
              <a:gdLst/>
              <a:ahLst/>
              <a:cxnLst/>
              <a:rect l="l" t="t" r="r" b="b"/>
              <a:pathLst>
                <a:path w="3286" h="3258" extrusionOk="0">
                  <a:moveTo>
                    <a:pt x="1657" y="450"/>
                  </a:moveTo>
                  <a:cubicBezTo>
                    <a:pt x="2303" y="450"/>
                    <a:pt x="2808" y="983"/>
                    <a:pt x="2808" y="1629"/>
                  </a:cubicBezTo>
                  <a:cubicBezTo>
                    <a:pt x="2808" y="2275"/>
                    <a:pt x="2303" y="2808"/>
                    <a:pt x="1657" y="2808"/>
                  </a:cubicBezTo>
                  <a:cubicBezTo>
                    <a:pt x="1011" y="2808"/>
                    <a:pt x="478" y="2275"/>
                    <a:pt x="478" y="1629"/>
                  </a:cubicBezTo>
                  <a:cubicBezTo>
                    <a:pt x="478" y="983"/>
                    <a:pt x="1011" y="450"/>
                    <a:pt x="1657" y="450"/>
                  </a:cubicBezTo>
                  <a:close/>
                  <a:moveTo>
                    <a:pt x="1657" y="1"/>
                  </a:moveTo>
                  <a:cubicBezTo>
                    <a:pt x="731" y="1"/>
                    <a:pt x="1" y="730"/>
                    <a:pt x="1" y="1629"/>
                  </a:cubicBezTo>
                  <a:cubicBezTo>
                    <a:pt x="1" y="2527"/>
                    <a:pt x="731" y="3257"/>
                    <a:pt x="1657" y="3257"/>
                  </a:cubicBezTo>
                  <a:cubicBezTo>
                    <a:pt x="2556" y="3257"/>
                    <a:pt x="3285" y="2527"/>
                    <a:pt x="3285" y="1629"/>
                  </a:cubicBezTo>
                  <a:cubicBezTo>
                    <a:pt x="3285" y="730"/>
                    <a:pt x="2556" y="1"/>
                    <a:pt x="1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4099;p64">
              <a:extLst>
                <a:ext uri="{FF2B5EF4-FFF2-40B4-BE49-F238E27FC236}">
                  <a16:creationId xmlns:a16="http://schemas.microsoft.com/office/drawing/2014/main" id="{98737416-E42B-BC70-B32B-2A0650184C3C}"/>
                </a:ext>
              </a:extLst>
            </p:cNvPr>
            <p:cNvSpPr/>
            <p:nvPr/>
          </p:nvSpPr>
          <p:spPr>
            <a:xfrm>
              <a:off x="3628900" y="1440425"/>
              <a:ext cx="70225" cy="70200"/>
            </a:xfrm>
            <a:custGeom>
              <a:avLst/>
              <a:gdLst/>
              <a:ahLst/>
              <a:cxnLst/>
              <a:rect l="l" t="t" r="r" b="b"/>
              <a:pathLst>
                <a:path w="2809" h="2808" extrusionOk="0">
                  <a:moveTo>
                    <a:pt x="1404" y="0"/>
                  </a:moveTo>
                  <a:cubicBezTo>
                    <a:pt x="618" y="0"/>
                    <a:pt x="1" y="618"/>
                    <a:pt x="1" y="1404"/>
                  </a:cubicBezTo>
                  <a:cubicBezTo>
                    <a:pt x="1" y="2190"/>
                    <a:pt x="618" y="2808"/>
                    <a:pt x="1404" y="2808"/>
                  </a:cubicBezTo>
                  <a:cubicBezTo>
                    <a:pt x="2191" y="2808"/>
                    <a:pt x="2808" y="2190"/>
                    <a:pt x="2808" y="1404"/>
                  </a:cubicBezTo>
                  <a:cubicBezTo>
                    <a:pt x="2808" y="618"/>
                    <a:pt x="2191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4100;p64">
              <a:extLst>
                <a:ext uri="{FF2B5EF4-FFF2-40B4-BE49-F238E27FC236}">
                  <a16:creationId xmlns:a16="http://schemas.microsoft.com/office/drawing/2014/main" id="{1B465B53-E862-BAE0-56F7-FD4AD3651A57}"/>
                </a:ext>
              </a:extLst>
            </p:cNvPr>
            <p:cNvSpPr/>
            <p:nvPr/>
          </p:nvSpPr>
          <p:spPr>
            <a:xfrm>
              <a:off x="3623300" y="1434800"/>
              <a:ext cx="81425" cy="81450"/>
            </a:xfrm>
            <a:custGeom>
              <a:avLst/>
              <a:gdLst/>
              <a:ahLst/>
              <a:cxnLst/>
              <a:rect l="l" t="t" r="r" b="b"/>
              <a:pathLst>
                <a:path w="3257" h="3258" extrusionOk="0">
                  <a:moveTo>
                    <a:pt x="1628" y="450"/>
                  </a:moveTo>
                  <a:cubicBezTo>
                    <a:pt x="2274" y="450"/>
                    <a:pt x="2808" y="983"/>
                    <a:pt x="2808" y="1629"/>
                  </a:cubicBezTo>
                  <a:cubicBezTo>
                    <a:pt x="2808" y="2275"/>
                    <a:pt x="2274" y="2808"/>
                    <a:pt x="1628" y="2808"/>
                  </a:cubicBezTo>
                  <a:cubicBezTo>
                    <a:pt x="983" y="2808"/>
                    <a:pt x="449" y="2275"/>
                    <a:pt x="449" y="1629"/>
                  </a:cubicBezTo>
                  <a:cubicBezTo>
                    <a:pt x="449" y="983"/>
                    <a:pt x="983" y="450"/>
                    <a:pt x="1628" y="450"/>
                  </a:cubicBezTo>
                  <a:close/>
                  <a:moveTo>
                    <a:pt x="1628" y="0"/>
                  </a:moveTo>
                  <a:cubicBezTo>
                    <a:pt x="730" y="0"/>
                    <a:pt x="0" y="730"/>
                    <a:pt x="0" y="1629"/>
                  </a:cubicBezTo>
                  <a:cubicBezTo>
                    <a:pt x="0" y="2527"/>
                    <a:pt x="730" y="3257"/>
                    <a:pt x="1628" y="3257"/>
                  </a:cubicBezTo>
                  <a:cubicBezTo>
                    <a:pt x="2527" y="3257"/>
                    <a:pt x="3257" y="2527"/>
                    <a:pt x="3257" y="1629"/>
                  </a:cubicBezTo>
                  <a:cubicBezTo>
                    <a:pt x="3257" y="730"/>
                    <a:pt x="2527" y="0"/>
                    <a:pt x="1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4101;p64">
              <a:extLst>
                <a:ext uri="{FF2B5EF4-FFF2-40B4-BE49-F238E27FC236}">
                  <a16:creationId xmlns:a16="http://schemas.microsoft.com/office/drawing/2014/main" id="{D717FEA6-4875-8C82-AD55-AC8C6F4EB064}"/>
                </a:ext>
              </a:extLst>
            </p:cNvPr>
            <p:cNvSpPr/>
            <p:nvPr/>
          </p:nvSpPr>
          <p:spPr>
            <a:xfrm>
              <a:off x="3904050" y="1619400"/>
              <a:ext cx="70200" cy="70200"/>
            </a:xfrm>
            <a:custGeom>
              <a:avLst/>
              <a:gdLst/>
              <a:ahLst/>
              <a:cxnLst/>
              <a:rect l="l" t="t" r="r" b="b"/>
              <a:pathLst>
                <a:path w="2808" h="2808" extrusionOk="0">
                  <a:moveTo>
                    <a:pt x="1404" y="0"/>
                  </a:moveTo>
                  <a:cubicBezTo>
                    <a:pt x="646" y="0"/>
                    <a:pt x="0" y="618"/>
                    <a:pt x="0" y="1404"/>
                  </a:cubicBezTo>
                  <a:cubicBezTo>
                    <a:pt x="0" y="2162"/>
                    <a:pt x="646" y="2808"/>
                    <a:pt x="1404" y="2808"/>
                  </a:cubicBezTo>
                  <a:cubicBezTo>
                    <a:pt x="2190" y="2808"/>
                    <a:pt x="2807" y="2162"/>
                    <a:pt x="2807" y="1404"/>
                  </a:cubicBezTo>
                  <a:cubicBezTo>
                    <a:pt x="2807" y="618"/>
                    <a:pt x="2190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4102;p64">
              <a:extLst>
                <a:ext uri="{FF2B5EF4-FFF2-40B4-BE49-F238E27FC236}">
                  <a16:creationId xmlns:a16="http://schemas.microsoft.com/office/drawing/2014/main" id="{A4F6CD2D-511D-3857-3152-C1BCE0A20E4D}"/>
                </a:ext>
              </a:extLst>
            </p:cNvPr>
            <p:cNvSpPr/>
            <p:nvPr/>
          </p:nvSpPr>
          <p:spPr>
            <a:xfrm>
              <a:off x="3898425" y="1613075"/>
              <a:ext cx="82150" cy="82150"/>
            </a:xfrm>
            <a:custGeom>
              <a:avLst/>
              <a:gdLst/>
              <a:ahLst/>
              <a:cxnLst/>
              <a:rect l="l" t="t" r="r" b="b"/>
              <a:pathLst>
                <a:path w="3286" h="3286" extrusionOk="0">
                  <a:moveTo>
                    <a:pt x="1629" y="478"/>
                  </a:moveTo>
                  <a:cubicBezTo>
                    <a:pt x="2274" y="478"/>
                    <a:pt x="2808" y="1011"/>
                    <a:pt x="2808" y="1657"/>
                  </a:cubicBezTo>
                  <a:cubicBezTo>
                    <a:pt x="2808" y="2303"/>
                    <a:pt x="2274" y="2808"/>
                    <a:pt x="1629" y="2808"/>
                  </a:cubicBezTo>
                  <a:cubicBezTo>
                    <a:pt x="983" y="2808"/>
                    <a:pt x="478" y="2303"/>
                    <a:pt x="478" y="1657"/>
                  </a:cubicBezTo>
                  <a:cubicBezTo>
                    <a:pt x="478" y="1011"/>
                    <a:pt x="983" y="478"/>
                    <a:pt x="1629" y="478"/>
                  </a:cubicBezTo>
                  <a:close/>
                  <a:moveTo>
                    <a:pt x="1629" y="0"/>
                  </a:moveTo>
                  <a:cubicBezTo>
                    <a:pt x="730" y="0"/>
                    <a:pt x="0" y="730"/>
                    <a:pt x="0" y="1657"/>
                  </a:cubicBezTo>
                  <a:cubicBezTo>
                    <a:pt x="0" y="2555"/>
                    <a:pt x="730" y="3285"/>
                    <a:pt x="1629" y="3285"/>
                  </a:cubicBezTo>
                  <a:cubicBezTo>
                    <a:pt x="2527" y="3285"/>
                    <a:pt x="3285" y="2555"/>
                    <a:pt x="3285" y="1657"/>
                  </a:cubicBezTo>
                  <a:cubicBezTo>
                    <a:pt x="3285" y="730"/>
                    <a:pt x="2527" y="0"/>
                    <a:pt x="1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4103;p64">
              <a:extLst>
                <a:ext uri="{FF2B5EF4-FFF2-40B4-BE49-F238E27FC236}">
                  <a16:creationId xmlns:a16="http://schemas.microsoft.com/office/drawing/2014/main" id="{217CBD40-8904-4CF1-8EDB-84C341FE8306}"/>
                </a:ext>
              </a:extLst>
            </p:cNvPr>
            <p:cNvSpPr/>
            <p:nvPr/>
          </p:nvSpPr>
          <p:spPr>
            <a:xfrm>
              <a:off x="4179875" y="1244600"/>
              <a:ext cx="70200" cy="70200"/>
            </a:xfrm>
            <a:custGeom>
              <a:avLst/>
              <a:gdLst/>
              <a:ahLst/>
              <a:cxnLst/>
              <a:rect l="l" t="t" r="r" b="b"/>
              <a:pathLst>
                <a:path w="2808" h="2808" extrusionOk="0">
                  <a:moveTo>
                    <a:pt x="1404" y="0"/>
                  </a:moveTo>
                  <a:cubicBezTo>
                    <a:pt x="618" y="0"/>
                    <a:pt x="0" y="618"/>
                    <a:pt x="0" y="1404"/>
                  </a:cubicBezTo>
                  <a:cubicBezTo>
                    <a:pt x="0" y="2162"/>
                    <a:pt x="618" y="2808"/>
                    <a:pt x="1404" y="2808"/>
                  </a:cubicBezTo>
                  <a:cubicBezTo>
                    <a:pt x="2162" y="2808"/>
                    <a:pt x="2808" y="2162"/>
                    <a:pt x="2808" y="1404"/>
                  </a:cubicBezTo>
                  <a:cubicBezTo>
                    <a:pt x="2808" y="618"/>
                    <a:pt x="2162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4104;p64">
              <a:extLst>
                <a:ext uri="{FF2B5EF4-FFF2-40B4-BE49-F238E27FC236}">
                  <a16:creationId xmlns:a16="http://schemas.microsoft.com/office/drawing/2014/main" id="{C06A639C-C901-DF5C-F001-6AE84AC20E8D}"/>
                </a:ext>
              </a:extLst>
            </p:cNvPr>
            <p:cNvSpPr/>
            <p:nvPr/>
          </p:nvSpPr>
          <p:spPr>
            <a:xfrm>
              <a:off x="4173550" y="1238975"/>
              <a:ext cx="82150" cy="81450"/>
            </a:xfrm>
            <a:custGeom>
              <a:avLst/>
              <a:gdLst/>
              <a:ahLst/>
              <a:cxnLst/>
              <a:rect l="l" t="t" r="r" b="b"/>
              <a:pathLst>
                <a:path w="3286" h="3258" extrusionOk="0">
                  <a:moveTo>
                    <a:pt x="1657" y="450"/>
                  </a:moveTo>
                  <a:cubicBezTo>
                    <a:pt x="2303" y="450"/>
                    <a:pt x="2808" y="983"/>
                    <a:pt x="2808" y="1629"/>
                  </a:cubicBezTo>
                  <a:cubicBezTo>
                    <a:pt x="2808" y="2275"/>
                    <a:pt x="2303" y="2780"/>
                    <a:pt x="1657" y="2808"/>
                  </a:cubicBezTo>
                  <a:cubicBezTo>
                    <a:pt x="1011" y="2780"/>
                    <a:pt x="478" y="2275"/>
                    <a:pt x="478" y="1629"/>
                  </a:cubicBezTo>
                  <a:cubicBezTo>
                    <a:pt x="478" y="983"/>
                    <a:pt x="1011" y="450"/>
                    <a:pt x="1657" y="450"/>
                  </a:cubicBezTo>
                  <a:close/>
                  <a:moveTo>
                    <a:pt x="1657" y="1"/>
                  </a:moveTo>
                  <a:cubicBezTo>
                    <a:pt x="731" y="1"/>
                    <a:pt x="1" y="731"/>
                    <a:pt x="1" y="1629"/>
                  </a:cubicBezTo>
                  <a:cubicBezTo>
                    <a:pt x="1" y="2527"/>
                    <a:pt x="731" y="3257"/>
                    <a:pt x="1657" y="3257"/>
                  </a:cubicBezTo>
                  <a:cubicBezTo>
                    <a:pt x="2556" y="3257"/>
                    <a:pt x="3285" y="2527"/>
                    <a:pt x="3285" y="1629"/>
                  </a:cubicBezTo>
                  <a:cubicBezTo>
                    <a:pt x="3285" y="731"/>
                    <a:pt x="2556" y="1"/>
                    <a:pt x="1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4105;p64">
              <a:extLst>
                <a:ext uri="{FF2B5EF4-FFF2-40B4-BE49-F238E27FC236}">
                  <a16:creationId xmlns:a16="http://schemas.microsoft.com/office/drawing/2014/main" id="{554A24C9-EDA9-B232-2CB6-1D9A854B2DD2}"/>
                </a:ext>
              </a:extLst>
            </p:cNvPr>
            <p:cNvSpPr/>
            <p:nvPr/>
          </p:nvSpPr>
          <p:spPr>
            <a:xfrm>
              <a:off x="2899675" y="2124725"/>
              <a:ext cx="271625" cy="294825"/>
            </a:xfrm>
            <a:custGeom>
              <a:avLst/>
              <a:gdLst/>
              <a:ahLst/>
              <a:cxnLst/>
              <a:rect l="l" t="t" r="r" b="b"/>
              <a:pathLst>
                <a:path w="10865" h="11793" extrusionOk="0">
                  <a:moveTo>
                    <a:pt x="10865" y="1"/>
                  </a:moveTo>
                  <a:cubicBezTo>
                    <a:pt x="10275" y="1"/>
                    <a:pt x="9686" y="57"/>
                    <a:pt x="9124" y="141"/>
                  </a:cubicBezTo>
                  <a:cubicBezTo>
                    <a:pt x="3650" y="1096"/>
                    <a:pt x="0" y="6318"/>
                    <a:pt x="955" y="11792"/>
                  </a:cubicBezTo>
                  <a:lnTo>
                    <a:pt x="10865" y="10052"/>
                  </a:lnTo>
                  <a:lnTo>
                    <a:pt x="108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4106;p64">
              <a:extLst>
                <a:ext uri="{FF2B5EF4-FFF2-40B4-BE49-F238E27FC236}">
                  <a16:creationId xmlns:a16="http://schemas.microsoft.com/office/drawing/2014/main" id="{FAFEC0EB-EE8B-4213-AA0D-A1139BCE280A}"/>
                </a:ext>
              </a:extLst>
            </p:cNvPr>
            <p:cNvSpPr/>
            <p:nvPr/>
          </p:nvSpPr>
          <p:spPr>
            <a:xfrm>
              <a:off x="2913700" y="2118425"/>
              <a:ext cx="263225" cy="306875"/>
            </a:xfrm>
            <a:custGeom>
              <a:avLst/>
              <a:gdLst/>
              <a:ahLst/>
              <a:cxnLst/>
              <a:rect l="l" t="t" r="r" b="b"/>
              <a:pathLst>
                <a:path w="10529" h="12275" extrusionOk="0">
                  <a:moveTo>
                    <a:pt x="10051" y="481"/>
                  </a:moveTo>
                  <a:lnTo>
                    <a:pt x="10051" y="10114"/>
                  </a:lnTo>
                  <a:lnTo>
                    <a:pt x="10051" y="10114"/>
                  </a:lnTo>
                  <a:lnTo>
                    <a:pt x="586" y="11781"/>
                  </a:lnTo>
                  <a:lnTo>
                    <a:pt x="586" y="11781"/>
                  </a:lnTo>
                  <a:cubicBezTo>
                    <a:pt x="520" y="11276"/>
                    <a:pt x="478" y="10786"/>
                    <a:pt x="478" y="10276"/>
                  </a:cubicBezTo>
                  <a:cubicBezTo>
                    <a:pt x="478" y="5615"/>
                    <a:pt x="3819" y="1460"/>
                    <a:pt x="8591" y="618"/>
                  </a:cubicBezTo>
                  <a:cubicBezTo>
                    <a:pt x="9069" y="546"/>
                    <a:pt x="9567" y="495"/>
                    <a:pt x="10051" y="481"/>
                  </a:cubicBezTo>
                  <a:close/>
                  <a:moveTo>
                    <a:pt x="10304" y="0"/>
                  </a:moveTo>
                  <a:cubicBezTo>
                    <a:pt x="9714" y="0"/>
                    <a:pt x="9097" y="56"/>
                    <a:pt x="8507" y="169"/>
                  </a:cubicBezTo>
                  <a:cubicBezTo>
                    <a:pt x="3510" y="1039"/>
                    <a:pt x="1" y="5391"/>
                    <a:pt x="1" y="10276"/>
                  </a:cubicBezTo>
                  <a:cubicBezTo>
                    <a:pt x="1" y="10893"/>
                    <a:pt x="57" y="11483"/>
                    <a:pt x="169" y="12072"/>
                  </a:cubicBezTo>
                  <a:cubicBezTo>
                    <a:pt x="193" y="12195"/>
                    <a:pt x="282" y="12274"/>
                    <a:pt x="397" y="12274"/>
                  </a:cubicBezTo>
                  <a:cubicBezTo>
                    <a:pt x="414" y="12274"/>
                    <a:pt x="432" y="12273"/>
                    <a:pt x="450" y="12269"/>
                  </a:cubicBezTo>
                  <a:lnTo>
                    <a:pt x="10332" y="10528"/>
                  </a:lnTo>
                  <a:cubicBezTo>
                    <a:pt x="10444" y="10500"/>
                    <a:pt x="10529" y="10416"/>
                    <a:pt x="10529" y="10304"/>
                  </a:cubicBezTo>
                  <a:lnTo>
                    <a:pt x="10529" y="253"/>
                  </a:lnTo>
                  <a:cubicBezTo>
                    <a:pt x="10529" y="169"/>
                    <a:pt x="10501" y="113"/>
                    <a:pt x="10472" y="85"/>
                  </a:cubicBezTo>
                  <a:cubicBezTo>
                    <a:pt x="10416" y="28"/>
                    <a:pt x="10360" y="0"/>
                    <a:pt x="10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4107;p64">
              <a:extLst>
                <a:ext uri="{FF2B5EF4-FFF2-40B4-BE49-F238E27FC236}">
                  <a16:creationId xmlns:a16="http://schemas.microsoft.com/office/drawing/2014/main" id="{A3FCBBF9-8758-DBA0-F4B3-9A89A254FDCF}"/>
                </a:ext>
              </a:extLst>
            </p:cNvPr>
            <p:cNvSpPr/>
            <p:nvPr/>
          </p:nvSpPr>
          <p:spPr>
            <a:xfrm>
              <a:off x="2923525" y="2376000"/>
              <a:ext cx="247775" cy="197950"/>
            </a:xfrm>
            <a:custGeom>
              <a:avLst/>
              <a:gdLst/>
              <a:ahLst/>
              <a:cxnLst/>
              <a:rect l="l" t="t" r="r" b="b"/>
              <a:pathLst>
                <a:path w="9911" h="7918" extrusionOk="0">
                  <a:moveTo>
                    <a:pt x="9911" y="1"/>
                  </a:moveTo>
                  <a:lnTo>
                    <a:pt x="1" y="1741"/>
                  </a:lnTo>
                  <a:cubicBezTo>
                    <a:pt x="450" y="4324"/>
                    <a:pt x="1657" y="6318"/>
                    <a:pt x="3706" y="7918"/>
                  </a:cubicBezTo>
                  <a:lnTo>
                    <a:pt x="99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4108;p64">
              <a:extLst>
                <a:ext uri="{FF2B5EF4-FFF2-40B4-BE49-F238E27FC236}">
                  <a16:creationId xmlns:a16="http://schemas.microsoft.com/office/drawing/2014/main" id="{640C370D-5F49-6E42-DACA-6784C2A39333}"/>
                </a:ext>
              </a:extLst>
            </p:cNvPr>
            <p:cNvSpPr/>
            <p:nvPr/>
          </p:nvSpPr>
          <p:spPr>
            <a:xfrm>
              <a:off x="2916500" y="2367575"/>
              <a:ext cx="268850" cy="214800"/>
            </a:xfrm>
            <a:custGeom>
              <a:avLst/>
              <a:gdLst/>
              <a:ahLst/>
              <a:cxnLst/>
              <a:rect l="l" t="t" r="r" b="b"/>
              <a:pathLst>
                <a:path w="10754" h="8592" extrusionOk="0">
                  <a:moveTo>
                    <a:pt x="9630" y="666"/>
                  </a:moveTo>
                  <a:lnTo>
                    <a:pt x="3964" y="7929"/>
                  </a:lnTo>
                  <a:lnTo>
                    <a:pt x="3964" y="7929"/>
                  </a:lnTo>
                  <a:cubicBezTo>
                    <a:pt x="2101" y="6427"/>
                    <a:pt x="1009" y="4618"/>
                    <a:pt x="547" y="2266"/>
                  </a:cubicBezTo>
                  <a:lnTo>
                    <a:pt x="547" y="2266"/>
                  </a:lnTo>
                  <a:lnTo>
                    <a:pt x="9630" y="666"/>
                  </a:lnTo>
                  <a:close/>
                  <a:moveTo>
                    <a:pt x="10753" y="1"/>
                  </a:moveTo>
                  <a:lnTo>
                    <a:pt x="10136" y="113"/>
                  </a:lnTo>
                  <a:lnTo>
                    <a:pt x="1" y="1882"/>
                  </a:lnTo>
                  <a:lnTo>
                    <a:pt x="57" y="2106"/>
                  </a:lnTo>
                  <a:cubicBezTo>
                    <a:pt x="506" y="4745"/>
                    <a:pt x="1741" y="6795"/>
                    <a:pt x="3847" y="8451"/>
                  </a:cubicBezTo>
                  <a:lnTo>
                    <a:pt x="4044" y="8592"/>
                  </a:lnTo>
                  <a:lnTo>
                    <a:pt x="107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4109;p64">
              <a:extLst>
                <a:ext uri="{FF2B5EF4-FFF2-40B4-BE49-F238E27FC236}">
                  <a16:creationId xmlns:a16="http://schemas.microsoft.com/office/drawing/2014/main" id="{A9CBC65D-509D-BEFB-DD41-BF2B38618422}"/>
                </a:ext>
              </a:extLst>
            </p:cNvPr>
            <p:cNvSpPr/>
            <p:nvPr/>
          </p:nvSpPr>
          <p:spPr>
            <a:xfrm>
              <a:off x="3016175" y="2250375"/>
              <a:ext cx="442200" cy="377675"/>
            </a:xfrm>
            <a:custGeom>
              <a:avLst/>
              <a:gdLst/>
              <a:ahLst/>
              <a:cxnLst/>
              <a:rect l="l" t="t" r="r" b="b"/>
              <a:pathLst>
                <a:path w="17688" h="15107" extrusionOk="0">
                  <a:moveTo>
                    <a:pt x="14908" y="0"/>
                  </a:moveTo>
                  <a:lnTo>
                    <a:pt x="6205" y="5026"/>
                  </a:lnTo>
                  <a:lnTo>
                    <a:pt x="0" y="12943"/>
                  </a:lnTo>
                  <a:cubicBezTo>
                    <a:pt x="1846" y="14382"/>
                    <a:pt x="3997" y="15106"/>
                    <a:pt x="6167" y="15106"/>
                  </a:cubicBezTo>
                  <a:cubicBezTo>
                    <a:pt x="7891" y="15106"/>
                    <a:pt x="9627" y="14649"/>
                    <a:pt x="11230" y="13729"/>
                  </a:cubicBezTo>
                  <a:cubicBezTo>
                    <a:pt x="16031" y="10949"/>
                    <a:pt x="17688" y="4801"/>
                    <a:pt x="149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4110;p64">
              <a:extLst>
                <a:ext uri="{FF2B5EF4-FFF2-40B4-BE49-F238E27FC236}">
                  <a16:creationId xmlns:a16="http://schemas.microsoft.com/office/drawing/2014/main" id="{080A4C11-A519-2786-8805-C711981B9CA3}"/>
                </a:ext>
              </a:extLst>
            </p:cNvPr>
            <p:cNvSpPr/>
            <p:nvPr/>
          </p:nvSpPr>
          <p:spPr>
            <a:xfrm>
              <a:off x="3009850" y="2244450"/>
              <a:ext cx="418350" cy="389175"/>
            </a:xfrm>
            <a:custGeom>
              <a:avLst/>
              <a:gdLst/>
              <a:ahLst/>
              <a:cxnLst/>
              <a:rect l="l" t="t" r="r" b="b"/>
              <a:pathLst>
                <a:path w="16734" h="15567" extrusionOk="0">
                  <a:moveTo>
                    <a:pt x="15077" y="547"/>
                  </a:moveTo>
                  <a:cubicBezTo>
                    <a:pt x="15898" y="2037"/>
                    <a:pt x="16284" y="3649"/>
                    <a:pt x="16284" y="5235"/>
                  </a:cubicBezTo>
                  <a:cubicBezTo>
                    <a:pt x="16284" y="8632"/>
                    <a:pt x="14515" y="11945"/>
                    <a:pt x="11371" y="13769"/>
                  </a:cubicBezTo>
                  <a:cubicBezTo>
                    <a:pt x="9799" y="14668"/>
                    <a:pt x="8114" y="15117"/>
                    <a:pt x="6430" y="15117"/>
                  </a:cubicBezTo>
                  <a:cubicBezTo>
                    <a:pt x="4374" y="15117"/>
                    <a:pt x="2371" y="14439"/>
                    <a:pt x="595" y="13134"/>
                  </a:cubicBezTo>
                  <a:lnTo>
                    <a:pt x="595" y="13134"/>
                  </a:lnTo>
                  <a:lnTo>
                    <a:pt x="6593" y="5446"/>
                  </a:lnTo>
                  <a:lnTo>
                    <a:pt x="6593" y="5446"/>
                  </a:lnTo>
                  <a:lnTo>
                    <a:pt x="15077" y="547"/>
                  </a:lnTo>
                  <a:close/>
                  <a:moveTo>
                    <a:pt x="15166" y="0"/>
                  </a:moveTo>
                  <a:cubicBezTo>
                    <a:pt x="15127" y="0"/>
                    <a:pt x="15086" y="13"/>
                    <a:pt x="15049" y="41"/>
                  </a:cubicBezTo>
                  <a:lnTo>
                    <a:pt x="6346" y="5066"/>
                  </a:lnTo>
                  <a:lnTo>
                    <a:pt x="6261" y="5122"/>
                  </a:lnTo>
                  <a:lnTo>
                    <a:pt x="85" y="13039"/>
                  </a:lnTo>
                  <a:cubicBezTo>
                    <a:pt x="1" y="13124"/>
                    <a:pt x="29" y="13292"/>
                    <a:pt x="113" y="13376"/>
                  </a:cubicBezTo>
                  <a:cubicBezTo>
                    <a:pt x="1994" y="14836"/>
                    <a:pt x="4212" y="15566"/>
                    <a:pt x="6430" y="15566"/>
                  </a:cubicBezTo>
                  <a:cubicBezTo>
                    <a:pt x="8199" y="15566"/>
                    <a:pt x="9967" y="15117"/>
                    <a:pt x="11596" y="14162"/>
                  </a:cubicBezTo>
                  <a:cubicBezTo>
                    <a:pt x="14908" y="12253"/>
                    <a:pt x="16733" y="8800"/>
                    <a:pt x="16733" y="5235"/>
                  </a:cubicBezTo>
                  <a:cubicBezTo>
                    <a:pt x="16733" y="3494"/>
                    <a:pt x="16284" y="1725"/>
                    <a:pt x="15358" y="125"/>
                  </a:cubicBezTo>
                  <a:cubicBezTo>
                    <a:pt x="15320" y="50"/>
                    <a:pt x="15245" y="0"/>
                    <a:pt x="15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4111;p64">
              <a:extLst>
                <a:ext uri="{FF2B5EF4-FFF2-40B4-BE49-F238E27FC236}">
                  <a16:creationId xmlns:a16="http://schemas.microsoft.com/office/drawing/2014/main" id="{9C3149B6-682B-0E79-BCC7-8E2920ECF96B}"/>
                </a:ext>
              </a:extLst>
            </p:cNvPr>
            <p:cNvSpPr/>
            <p:nvPr/>
          </p:nvSpPr>
          <p:spPr>
            <a:xfrm>
              <a:off x="3171275" y="2124725"/>
              <a:ext cx="217625" cy="251300"/>
            </a:xfrm>
            <a:custGeom>
              <a:avLst/>
              <a:gdLst/>
              <a:ahLst/>
              <a:cxnLst/>
              <a:rect l="l" t="t" r="r" b="b"/>
              <a:pathLst>
                <a:path w="8705" h="10052" extrusionOk="0">
                  <a:moveTo>
                    <a:pt x="1" y="1"/>
                  </a:moveTo>
                  <a:lnTo>
                    <a:pt x="1" y="10052"/>
                  </a:lnTo>
                  <a:lnTo>
                    <a:pt x="8704" y="5026"/>
                  </a:lnTo>
                  <a:cubicBezTo>
                    <a:pt x="6851" y="1798"/>
                    <a:pt x="3707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4112;p64">
              <a:extLst>
                <a:ext uri="{FF2B5EF4-FFF2-40B4-BE49-F238E27FC236}">
                  <a16:creationId xmlns:a16="http://schemas.microsoft.com/office/drawing/2014/main" id="{DE78EB0A-623D-BFD3-A8F4-AFCEA0D0DC63}"/>
                </a:ext>
              </a:extLst>
            </p:cNvPr>
            <p:cNvSpPr/>
            <p:nvPr/>
          </p:nvSpPr>
          <p:spPr>
            <a:xfrm>
              <a:off x="3164975" y="2118425"/>
              <a:ext cx="231625" cy="267425"/>
            </a:xfrm>
            <a:custGeom>
              <a:avLst/>
              <a:gdLst/>
              <a:ahLst/>
              <a:cxnLst/>
              <a:rect l="l" t="t" r="r" b="b"/>
              <a:pathLst>
                <a:path w="9265" h="10697" extrusionOk="0">
                  <a:moveTo>
                    <a:pt x="478" y="480"/>
                  </a:moveTo>
                  <a:cubicBezTo>
                    <a:pt x="3926" y="550"/>
                    <a:pt x="6847" y="2238"/>
                    <a:pt x="8645" y="5197"/>
                  </a:cubicBezTo>
                  <a:lnTo>
                    <a:pt x="8645" y="5197"/>
                  </a:lnTo>
                  <a:lnTo>
                    <a:pt x="478" y="9913"/>
                  </a:lnTo>
                  <a:lnTo>
                    <a:pt x="478" y="480"/>
                  </a:lnTo>
                  <a:close/>
                  <a:moveTo>
                    <a:pt x="0" y="0"/>
                  </a:moveTo>
                  <a:lnTo>
                    <a:pt x="0" y="10697"/>
                  </a:lnTo>
                  <a:lnTo>
                    <a:pt x="365" y="10500"/>
                  </a:lnTo>
                  <a:lnTo>
                    <a:pt x="9265" y="5363"/>
                  </a:lnTo>
                  <a:lnTo>
                    <a:pt x="9153" y="5166"/>
                  </a:lnTo>
                  <a:cubicBezTo>
                    <a:pt x="7272" y="1881"/>
                    <a:pt x="4043" y="0"/>
                    <a:pt x="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4113;p64">
              <a:extLst>
                <a:ext uri="{FF2B5EF4-FFF2-40B4-BE49-F238E27FC236}">
                  <a16:creationId xmlns:a16="http://schemas.microsoft.com/office/drawing/2014/main" id="{0AA346D0-5738-B356-8881-5FD9FAB10736}"/>
                </a:ext>
              </a:extLst>
            </p:cNvPr>
            <p:cNvSpPr/>
            <p:nvPr/>
          </p:nvSpPr>
          <p:spPr>
            <a:xfrm>
              <a:off x="3048450" y="2253175"/>
              <a:ext cx="244975" cy="244975"/>
            </a:xfrm>
            <a:custGeom>
              <a:avLst/>
              <a:gdLst/>
              <a:ahLst/>
              <a:cxnLst/>
              <a:rect l="l" t="t" r="r" b="b"/>
              <a:pathLst>
                <a:path w="9799" h="9799" extrusionOk="0">
                  <a:moveTo>
                    <a:pt x="4914" y="1"/>
                  </a:moveTo>
                  <a:cubicBezTo>
                    <a:pt x="2191" y="1"/>
                    <a:pt x="1" y="2190"/>
                    <a:pt x="1" y="4914"/>
                  </a:cubicBezTo>
                  <a:cubicBezTo>
                    <a:pt x="1" y="7609"/>
                    <a:pt x="2191" y="9799"/>
                    <a:pt x="4914" y="9799"/>
                  </a:cubicBezTo>
                  <a:cubicBezTo>
                    <a:pt x="7609" y="9799"/>
                    <a:pt x="9799" y="7609"/>
                    <a:pt x="9799" y="4914"/>
                  </a:cubicBezTo>
                  <a:cubicBezTo>
                    <a:pt x="9799" y="2190"/>
                    <a:pt x="7609" y="1"/>
                    <a:pt x="4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4114;p64">
              <a:extLst>
                <a:ext uri="{FF2B5EF4-FFF2-40B4-BE49-F238E27FC236}">
                  <a16:creationId xmlns:a16="http://schemas.microsoft.com/office/drawing/2014/main" id="{8A238161-F8C3-E980-D3F5-159FD8336677}"/>
                </a:ext>
              </a:extLst>
            </p:cNvPr>
            <p:cNvSpPr/>
            <p:nvPr/>
          </p:nvSpPr>
          <p:spPr>
            <a:xfrm>
              <a:off x="3042850" y="2247575"/>
              <a:ext cx="256900" cy="256900"/>
            </a:xfrm>
            <a:custGeom>
              <a:avLst/>
              <a:gdLst/>
              <a:ahLst/>
              <a:cxnLst/>
              <a:rect l="l" t="t" r="r" b="b"/>
              <a:pathLst>
                <a:path w="10276" h="10276" extrusionOk="0">
                  <a:moveTo>
                    <a:pt x="5138" y="477"/>
                  </a:moveTo>
                  <a:cubicBezTo>
                    <a:pt x="6429" y="477"/>
                    <a:pt x="7580" y="983"/>
                    <a:pt x="8423" y="1825"/>
                  </a:cubicBezTo>
                  <a:cubicBezTo>
                    <a:pt x="9265" y="2667"/>
                    <a:pt x="9798" y="3846"/>
                    <a:pt x="9798" y="5138"/>
                  </a:cubicBezTo>
                  <a:cubicBezTo>
                    <a:pt x="9798" y="6429"/>
                    <a:pt x="9265" y="7580"/>
                    <a:pt x="8423" y="8422"/>
                  </a:cubicBezTo>
                  <a:cubicBezTo>
                    <a:pt x="7580" y="9265"/>
                    <a:pt x="6429" y="9798"/>
                    <a:pt x="5138" y="9798"/>
                  </a:cubicBezTo>
                  <a:cubicBezTo>
                    <a:pt x="3847" y="9798"/>
                    <a:pt x="2667" y="9265"/>
                    <a:pt x="1825" y="8422"/>
                  </a:cubicBezTo>
                  <a:cubicBezTo>
                    <a:pt x="983" y="7580"/>
                    <a:pt x="478" y="6429"/>
                    <a:pt x="478" y="5138"/>
                  </a:cubicBezTo>
                  <a:cubicBezTo>
                    <a:pt x="478" y="3846"/>
                    <a:pt x="983" y="2667"/>
                    <a:pt x="1825" y="1825"/>
                  </a:cubicBezTo>
                  <a:cubicBezTo>
                    <a:pt x="2667" y="983"/>
                    <a:pt x="3847" y="477"/>
                    <a:pt x="5138" y="477"/>
                  </a:cubicBezTo>
                  <a:close/>
                  <a:moveTo>
                    <a:pt x="5138" y="0"/>
                  </a:moveTo>
                  <a:cubicBezTo>
                    <a:pt x="2302" y="0"/>
                    <a:pt x="0" y="2302"/>
                    <a:pt x="0" y="5138"/>
                  </a:cubicBezTo>
                  <a:cubicBezTo>
                    <a:pt x="0" y="7973"/>
                    <a:pt x="2302" y="10275"/>
                    <a:pt x="5138" y="10275"/>
                  </a:cubicBezTo>
                  <a:cubicBezTo>
                    <a:pt x="7974" y="10275"/>
                    <a:pt x="10276" y="7973"/>
                    <a:pt x="10276" y="5138"/>
                  </a:cubicBezTo>
                  <a:cubicBezTo>
                    <a:pt x="10276" y="2302"/>
                    <a:pt x="7974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4115;p64">
              <a:extLst>
                <a:ext uri="{FF2B5EF4-FFF2-40B4-BE49-F238E27FC236}">
                  <a16:creationId xmlns:a16="http://schemas.microsoft.com/office/drawing/2014/main" id="{B79009A5-EBF6-24B3-B7F1-4DB1B8359759}"/>
                </a:ext>
              </a:extLst>
            </p:cNvPr>
            <p:cNvSpPr/>
            <p:nvPr/>
          </p:nvSpPr>
          <p:spPr>
            <a:xfrm>
              <a:off x="2176025" y="2376000"/>
              <a:ext cx="295525" cy="251575"/>
            </a:xfrm>
            <a:custGeom>
              <a:avLst/>
              <a:gdLst/>
              <a:ahLst/>
              <a:cxnLst/>
              <a:rect l="l" t="t" r="r" b="b"/>
              <a:pathLst>
                <a:path w="11821" h="10063" extrusionOk="0">
                  <a:moveTo>
                    <a:pt x="1" y="1"/>
                  </a:moveTo>
                  <a:cubicBezTo>
                    <a:pt x="1" y="590"/>
                    <a:pt x="57" y="1208"/>
                    <a:pt x="169" y="1769"/>
                  </a:cubicBezTo>
                  <a:cubicBezTo>
                    <a:pt x="1022" y="6632"/>
                    <a:pt x="5276" y="10063"/>
                    <a:pt x="10074" y="10063"/>
                  </a:cubicBezTo>
                  <a:cubicBezTo>
                    <a:pt x="10650" y="10063"/>
                    <a:pt x="11234" y="10013"/>
                    <a:pt x="11820" y="9911"/>
                  </a:cubicBezTo>
                  <a:lnTo>
                    <a:pt x="100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4116;p64">
              <a:extLst>
                <a:ext uri="{FF2B5EF4-FFF2-40B4-BE49-F238E27FC236}">
                  <a16:creationId xmlns:a16="http://schemas.microsoft.com/office/drawing/2014/main" id="{0FFDFB1F-B615-4420-20A4-40D3B512B621}"/>
                </a:ext>
              </a:extLst>
            </p:cNvPr>
            <p:cNvSpPr/>
            <p:nvPr/>
          </p:nvSpPr>
          <p:spPr>
            <a:xfrm>
              <a:off x="2170425" y="2370400"/>
              <a:ext cx="306750" cy="263225"/>
            </a:xfrm>
            <a:custGeom>
              <a:avLst/>
              <a:gdLst/>
              <a:ahLst/>
              <a:cxnLst/>
              <a:rect l="l" t="t" r="r" b="b"/>
              <a:pathLst>
                <a:path w="12270" h="10529" extrusionOk="0">
                  <a:moveTo>
                    <a:pt x="10086" y="477"/>
                  </a:moveTo>
                  <a:lnTo>
                    <a:pt x="11775" y="9941"/>
                  </a:lnTo>
                  <a:lnTo>
                    <a:pt x="11775" y="9941"/>
                  </a:lnTo>
                  <a:cubicBezTo>
                    <a:pt x="11279" y="10008"/>
                    <a:pt x="10767" y="10051"/>
                    <a:pt x="10276" y="10051"/>
                  </a:cubicBezTo>
                  <a:cubicBezTo>
                    <a:pt x="5615" y="10051"/>
                    <a:pt x="1460" y="6710"/>
                    <a:pt x="618" y="1937"/>
                  </a:cubicBezTo>
                  <a:cubicBezTo>
                    <a:pt x="546" y="1483"/>
                    <a:pt x="495" y="967"/>
                    <a:pt x="481" y="477"/>
                  </a:cubicBez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85" y="56"/>
                  </a:cubicBezTo>
                  <a:cubicBezTo>
                    <a:pt x="28" y="112"/>
                    <a:pt x="0" y="169"/>
                    <a:pt x="0" y="225"/>
                  </a:cubicBezTo>
                  <a:cubicBezTo>
                    <a:pt x="0" y="814"/>
                    <a:pt x="57" y="1432"/>
                    <a:pt x="169" y="2022"/>
                  </a:cubicBezTo>
                  <a:cubicBezTo>
                    <a:pt x="1039" y="7019"/>
                    <a:pt x="5391" y="10528"/>
                    <a:pt x="10276" y="10528"/>
                  </a:cubicBezTo>
                  <a:cubicBezTo>
                    <a:pt x="10865" y="10528"/>
                    <a:pt x="11483" y="10472"/>
                    <a:pt x="12073" y="10360"/>
                  </a:cubicBezTo>
                  <a:cubicBezTo>
                    <a:pt x="12129" y="10360"/>
                    <a:pt x="12185" y="10332"/>
                    <a:pt x="12241" y="10275"/>
                  </a:cubicBezTo>
                  <a:cubicBezTo>
                    <a:pt x="12269" y="10219"/>
                    <a:pt x="12269" y="10163"/>
                    <a:pt x="12269" y="10107"/>
                  </a:cubicBezTo>
                  <a:lnTo>
                    <a:pt x="10528" y="197"/>
                  </a:lnTo>
                  <a:cubicBezTo>
                    <a:pt x="10500" y="84"/>
                    <a:pt x="10416" y="0"/>
                    <a:pt x="10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4117;p64">
              <a:extLst>
                <a:ext uri="{FF2B5EF4-FFF2-40B4-BE49-F238E27FC236}">
                  <a16:creationId xmlns:a16="http://schemas.microsoft.com/office/drawing/2014/main" id="{98B72826-A8BC-CEBC-0F35-A56F4FCA4E99}"/>
                </a:ext>
              </a:extLst>
            </p:cNvPr>
            <p:cNvSpPr/>
            <p:nvPr/>
          </p:nvSpPr>
          <p:spPr>
            <a:xfrm>
              <a:off x="2428000" y="2376000"/>
              <a:ext cx="197950" cy="247800"/>
            </a:xfrm>
            <a:custGeom>
              <a:avLst/>
              <a:gdLst/>
              <a:ahLst/>
              <a:cxnLst/>
              <a:rect l="l" t="t" r="r" b="b"/>
              <a:pathLst>
                <a:path w="7918" h="9912" extrusionOk="0">
                  <a:moveTo>
                    <a:pt x="1" y="1"/>
                  </a:moveTo>
                  <a:lnTo>
                    <a:pt x="1741" y="9911"/>
                  </a:lnTo>
                  <a:cubicBezTo>
                    <a:pt x="4324" y="9462"/>
                    <a:pt x="6290" y="8255"/>
                    <a:pt x="7918" y="620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4118;p64">
              <a:extLst>
                <a:ext uri="{FF2B5EF4-FFF2-40B4-BE49-F238E27FC236}">
                  <a16:creationId xmlns:a16="http://schemas.microsoft.com/office/drawing/2014/main" id="{7F0568BD-533F-B252-1C3F-47255DD13AD3}"/>
                </a:ext>
              </a:extLst>
            </p:cNvPr>
            <p:cNvSpPr/>
            <p:nvPr/>
          </p:nvSpPr>
          <p:spPr>
            <a:xfrm>
              <a:off x="2419575" y="2361975"/>
              <a:ext cx="214100" cy="268825"/>
            </a:xfrm>
            <a:custGeom>
              <a:avLst/>
              <a:gdLst/>
              <a:ahLst/>
              <a:cxnLst/>
              <a:rect l="l" t="t" r="r" b="b"/>
              <a:pathLst>
                <a:path w="8564" h="10753" extrusionOk="0">
                  <a:moveTo>
                    <a:pt x="670" y="1148"/>
                  </a:moveTo>
                  <a:lnTo>
                    <a:pt x="7928" y="6790"/>
                  </a:lnTo>
                  <a:lnTo>
                    <a:pt x="7928" y="6790"/>
                  </a:lnTo>
                  <a:cubicBezTo>
                    <a:pt x="6430" y="8647"/>
                    <a:pt x="4603" y="9738"/>
                    <a:pt x="2261" y="10203"/>
                  </a:cubicBezTo>
                  <a:lnTo>
                    <a:pt x="2261" y="10203"/>
                  </a:lnTo>
                  <a:lnTo>
                    <a:pt x="670" y="1148"/>
                  </a:lnTo>
                  <a:close/>
                  <a:moveTo>
                    <a:pt x="1" y="0"/>
                  </a:moveTo>
                  <a:lnTo>
                    <a:pt x="85" y="618"/>
                  </a:lnTo>
                  <a:lnTo>
                    <a:pt x="1882" y="10753"/>
                  </a:lnTo>
                  <a:lnTo>
                    <a:pt x="2107" y="10697"/>
                  </a:lnTo>
                  <a:cubicBezTo>
                    <a:pt x="4746" y="10248"/>
                    <a:pt x="6795" y="9012"/>
                    <a:pt x="8423" y="6907"/>
                  </a:cubicBezTo>
                  <a:lnTo>
                    <a:pt x="8564" y="6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4119;p64">
              <a:extLst>
                <a:ext uri="{FF2B5EF4-FFF2-40B4-BE49-F238E27FC236}">
                  <a16:creationId xmlns:a16="http://schemas.microsoft.com/office/drawing/2014/main" id="{3225B7B5-39C5-E33F-B550-3178DE4D4302}"/>
                </a:ext>
              </a:extLst>
            </p:cNvPr>
            <p:cNvSpPr/>
            <p:nvPr/>
          </p:nvSpPr>
          <p:spPr>
            <a:xfrm>
              <a:off x="2302375" y="2124700"/>
              <a:ext cx="395175" cy="406450"/>
            </a:xfrm>
            <a:custGeom>
              <a:avLst/>
              <a:gdLst/>
              <a:ahLst/>
              <a:cxnLst/>
              <a:rect l="l" t="t" r="r" b="b"/>
              <a:pathLst>
                <a:path w="15807" h="16258" extrusionOk="0">
                  <a:moveTo>
                    <a:pt x="5009" y="1"/>
                  </a:moveTo>
                  <a:cubicBezTo>
                    <a:pt x="3306" y="1"/>
                    <a:pt x="1580" y="435"/>
                    <a:pt x="0" y="1350"/>
                  </a:cubicBezTo>
                  <a:lnTo>
                    <a:pt x="5026" y="10053"/>
                  </a:lnTo>
                  <a:lnTo>
                    <a:pt x="12943" y="16257"/>
                  </a:lnTo>
                  <a:cubicBezTo>
                    <a:pt x="15498" y="12972"/>
                    <a:pt x="15807" y="8649"/>
                    <a:pt x="13729" y="5027"/>
                  </a:cubicBezTo>
                  <a:cubicBezTo>
                    <a:pt x="11864" y="1806"/>
                    <a:pt x="8483" y="1"/>
                    <a:pt x="5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4120;p64">
              <a:extLst>
                <a:ext uri="{FF2B5EF4-FFF2-40B4-BE49-F238E27FC236}">
                  <a16:creationId xmlns:a16="http://schemas.microsoft.com/office/drawing/2014/main" id="{04CA22D5-7910-FD60-B0F6-856D1363720F}"/>
                </a:ext>
              </a:extLst>
            </p:cNvPr>
            <p:cNvSpPr/>
            <p:nvPr/>
          </p:nvSpPr>
          <p:spPr>
            <a:xfrm>
              <a:off x="2295350" y="2119125"/>
              <a:ext cx="390275" cy="417625"/>
            </a:xfrm>
            <a:custGeom>
              <a:avLst/>
              <a:gdLst/>
              <a:ahLst/>
              <a:cxnLst/>
              <a:rect l="l" t="t" r="r" b="b"/>
              <a:pathLst>
                <a:path w="15611" h="16705" extrusionOk="0">
                  <a:moveTo>
                    <a:pt x="5279" y="478"/>
                  </a:moveTo>
                  <a:cubicBezTo>
                    <a:pt x="8676" y="478"/>
                    <a:pt x="11989" y="2218"/>
                    <a:pt x="13785" y="5391"/>
                  </a:cubicBezTo>
                  <a:cubicBezTo>
                    <a:pt x="14712" y="6935"/>
                    <a:pt x="15161" y="8647"/>
                    <a:pt x="15161" y="10304"/>
                  </a:cubicBezTo>
                  <a:cubicBezTo>
                    <a:pt x="15134" y="12359"/>
                    <a:pt x="14482" y="14388"/>
                    <a:pt x="13180" y="16140"/>
                  </a:cubicBezTo>
                  <a:lnTo>
                    <a:pt x="13180" y="16140"/>
                  </a:lnTo>
                  <a:lnTo>
                    <a:pt x="5490" y="10141"/>
                  </a:lnTo>
                  <a:lnTo>
                    <a:pt x="5490" y="10141"/>
                  </a:lnTo>
                  <a:lnTo>
                    <a:pt x="593" y="1660"/>
                  </a:lnTo>
                  <a:lnTo>
                    <a:pt x="593" y="1660"/>
                  </a:lnTo>
                  <a:cubicBezTo>
                    <a:pt x="2082" y="863"/>
                    <a:pt x="3693" y="478"/>
                    <a:pt x="5279" y="478"/>
                  </a:cubicBezTo>
                  <a:close/>
                  <a:moveTo>
                    <a:pt x="5279" y="0"/>
                  </a:moveTo>
                  <a:cubicBezTo>
                    <a:pt x="3538" y="0"/>
                    <a:pt x="1769" y="450"/>
                    <a:pt x="141" y="1376"/>
                  </a:cubicBezTo>
                  <a:cubicBezTo>
                    <a:pt x="29" y="1432"/>
                    <a:pt x="1" y="1573"/>
                    <a:pt x="57" y="1685"/>
                  </a:cubicBezTo>
                  <a:lnTo>
                    <a:pt x="5082" y="10416"/>
                  </a:lnTo>
                  <a:lnTo>
                    <a:pt x="5138" y="10472"/>
                  </a:lnTo>
                  <a:lnTo>
                    <a:pt x="13084" y="16649"/>
                  </a:lnTo>
                  <a:cubicBezTo>
                    <a:pt x="13112" y="16705"/>
                    <a:pt x="13196" y="16705"/>
                    <a:pt x="13252" y="16705"/>
                  </a:cubicBezTo>
                  <a:cubicBezTo>
                    <a:pt x="13308" y="16705"/>
                    <a:pt x="13364" y="16677"/>
                    <a:pt x="13392" y="16621"/>
                  </a:cubicBezTo>
                  <a:cubicBezTo>
                    <a:pt x="14880" y="14740"/>
                    <a:pt x="15610" y="12550"/>
                    <a:pt x="15610" y="10304"/>
                  </a:cubicBezTo>
                  <a:cubicBezTo>
                    <a:pt x="15610" y="8563"/>
                    <a:pt x="15161" y="6766"/>
                    <a:pt x="14207" y="5138"/>
                  </a:cubicBezTo>
                  <a:cubicBezTo>
                    <a:pt x="12297" y="1853"/>
                    <a:pt x="8844" y="0"/>
                    <a:pt x="5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4121;p64">
              <a:extLst>
                <a:ext uri="{FF2B5EF4-FFF2-40B4-BE49-F238E27FC236}">
                  <a16:creationId xmlns:a16="http://schemas.microsoft.com/office/drawing/2014/main" id="{06645628-81D3-649B-B998-3CCCB4230551}"/>
                </a:ext>
              </a:extLst>
            </p:cNvPr>
            <p:cNvSpPr/>
            <p:nvPr/>
          </p:nvSpPr>
          <p:spPr>
            <a:xfrm>
              <a:off x="2176025" y="2158425"/>
              <a:ext cx="252000" cy="217600"/>
            </a:xfrm>
            <a:custGeom>
              <a:avLst/>
              <a:gdLst/>
              <a:ahLst/>
              <a:cxnLst/>
              <a:rect l="l" t="t" r="r" b="b"/>
              <a:pathLst>
                <a:path w="10080" h="8704" extrusionOk="0">
                  <a:moveTo>
                    <a:pt x="5054" y="1"/>
                  </a:moveTo>
                  <a:cubicBezTo>
                    <a:pt x="1826" y="1853"/>
                    <a:pt x="1" y="4998"/>
                    <a:pt x="1" y="8704"/>
                  </a:cubicBezTo>
                  <a:lnTo>
                    <a:pt x="10080" y="8704"/>
                  </a:lnTo>
                  <a:lnTo>
                    <a:pt x="50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4122;p64">
              <a:extLst>
                <a:ext uri="{FF2B5EF4-FFF2-40B4-BE49-F238E27FC236}">
                  <a16:creationId xmlns:a16="http://schemas.microsoft.com/office/drawing/2014/main" id="{14E2AFEC-9CA7-0B39-A835-15A207395399}"/>
                </a:ext>
              </a:extLst>
            </p:cNvPr>
            <p:cNvSpPr/>
            <p:nvPr/>
          </p:nvSpPr>
          <p:spPr>
            <a:xfrm>
              <a:off x="2170425" y="2150700"/>
              <a:ext cx="267425" cy="231650"/>
            </a:xfrm>
            <a:custGeom>
              <a:avLst/>
              <a:gdLst/>
              <a:ahLst/>
              <a:cxnLst/>
              <a:rect l="l" t="t" r="r" b="b"/>
              <a:pathLst>
                <a:path w="10697" h="9266" extrusionOk="0">
                  <a:moveTo>
                    <a:pt x="5176" y="634"/>
                  </a:moveTo>
                  <a:lnTo>
                    <a:pt x="9869" y="8788"/>
                  </a:lnTo>
                  <a:lnTo>
                    <a:pt x="480" y="8788"/>
                  </a:lnTo>
                  <a:cubicBezTo>
                    <a:pt x="550" y="5347"/>
                    <a:pt x="2230" y="2433"/>
                    <a:pt x="5176" y="634"/>
                  </a:cubicBezTo>
                  <a:close/>
                  <a:moveTo>
                    <a:pt x="5363" y="1"/>
                  </a:moveTo>
                  <a:lnTo>
                    <a:pt x="5138" y="113"/>
                  </a:lnTo>
                  <a:cubicBezTo>
                    <a:pt x="1853" y="1994"/>
                    <a:pt x="0" y="5223"/>
                    <a:pt x="0" y="9013"/>
                  </a:cubicBezTo>
                  <a:lnTo>
                    <a:pt x="0" y="9265"/>
                  </a:lnTo>
                  <a:lnTo>
                    <a:pt x="10697" y="9265"/>
                  </a:lnTo>
                  <a:lnTo>
                    <a:pt x="10500" y="8900"/>
                  </a:lnTo>
                  <a:lnTo>
                    <a:pt x="53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4123;p64">
              <a:extLst>
                <a:ext uri="{FF2B5EF4-FFF2-40B4-BE49-F238E27FC236}">
                  <a16:creationId xmlns:a16="http://schemas.microsoft.com/office/drawing/2014/main" id="{B10F4D12-BCEB-49BA-5D62-74FE63705CB1}"/>
                </a:ext>
              </a:extLst>
            </p:cNvPr>
            <p:cNvSpPr/>
            <p:nvPr/>
          </p:nvSpPr>
          <p:spPr>
            <a:xfrm>
              <a:off x="2305175" y="2253875"/>
              <a:ext cx="244975" cy="244975"/>
            </a:xfrm>
            <a:custGeom>
              <a:avLst/>
              <a:gdLst/>
              <a:ahLst/>
              <a:cxnLst/>
              <a:rect l="l" t="t" r="r" b="b"/>
              <a:pathLst>
                <a:path w="9799" h="9799" extrusionOk="0">
                  <a:moveTo>
                    <a:pt x="4914" y="1"/>
                  </a:moveTo>
                  <a:cubicBezTo>
                    <a:pt x="2191" y="1"/>
                    <a:pt x="1" y="2191"/>
                    <a:pt x="1" y="4886"/>
                  </a:cubicBezTo>
                  <a:cubicBezTo>
                    <a:pt x="1" y="7609"/>
                    <a:pt x="2191" y="9799"/>
                    <a:pt x="4914" y="9799"/>
                  </a:cubicBezTo>
                  <a:cubicBezTo>
                    <a:pt x="7609" y="9799"/>
                    <a:pt x="9799" y="7609"/>
                    <a:pt x="9799" y="4886"/>
                  </a:cubicBezTo>
                  <a:cubicBezTo>
                    <a:pt x="9799" y="2191"/>
                    <a:pt x="7609" y="1"/>
                    <a:pt x="4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4124;p64">
              <a:extLst>
                <a:ext uri="{FF2B5EF4-FFF2-40B4-BE49-F238E27FC236}">
                  <a16:creationId xmlns:a16="http://schemas.microsoft.com/office/drawing/2014/main" id="{A13DFB9C-AB3F-7ACB-E4CC-9A0503A25D49}"/>
                </a:ext>
              </a:extLst>
            </p:cNvPr>
            <p:cNvSpPr/>
            <p:nvPr/>
          </p:nvSpPr>
          <p:spPr>
            <a:xfrm>
              <a:off x="2299575" y="2247575"/>
              <a:ext cx="256200" cy="256900"/>
            </a:xfrm>
            <a:custGeom>
              <a:avLst/>
              <a:gdLst/>
              <a:ahLst/>
              <a:cxnLst/>
              <a:rect l="l" t="t" r="r" b="b"/>
              <a:pathLst>
                <a:path w="10248" h="10276" extrusionOk="0">
                  <a:moveTo>
                    <a:pt x="5138" y="477"/>
                  </a:moveTo>
                  <a:cubicBezTo>
                    <a:pt x="6401" y="477"/>
                    <a:pt x="7580" y="1011"/>
                    <a:pt x="8423" y="1853"/>
                  </a:cubicBezTo>
                  <a:cubicBezTo>
                    <a:pt x="9265" y="2695"/>
                    <a:pt x="9798" y="3846"/>
                    <a:pt x="9798" y="5138"/>
                  </a:cubicBezTo>
                  <a:cubicBezTo>
                    <a:pt x="9798" y="6429"/>
                    <a:pt x="9265" y="7608"/>
                    <a:pt x="8423" y="8451"/>
                  </a:cubicBezTo>
                  <a:cubicBezTo>
                    <a:pt x="7580" y="9293"/>
                    <a:pt x="6401" y="9826"/>
                    <a:pt x="5138" y="9826"/>
                  </a:cubicBezTo>
                  <a:cubicBezTo>
                    <a:pt x="3846" y="9826"/>
                    <a:pt x="2667" y="9293"/>
                    <a:pt x="1825" y="8451"/>
                  </a:cubicBezTo>
                  <a:cubicBezTo>
                    <a:pt x="983" y="7608"/>
                    <a:pt x="449" y="6429"/>
                    <a:pt x="449" y="5138"/>
                  </a:cubicBezTo>
                  <a:cubicBezTo>
                    <a:pt x="449" y="3846"/>
                    <a:pt x="983" y="2695"/>
                    <a:pt x="1825" y="1853"/>
                  </a:cubicBezTo>
                  <a:cubicBezTo>
                    <a:pt x="2667" y="1011"/>
                    <a:pt x="3846" y="477"/>
                    <a:pt x="5138" y="477"/>
                  </a:cubicBezTo>
                  <a:close/>
                  <a:moveTo>
                    <a:pt x="5138" y="0"/>
                  </a:moveTo>
                  <a:cubicBezTo>
                    <a:pt x="2302" y="0"/>
                    <a:pt x="0" y="2302"/>
                    <a:pt x="0" y="5138"/>
                  </a:cubicBezTo>
                  <a:cubicBezTo>
                    <a:pt x="0" y="7973"/>
                    <a:pt x="2302" y="10275"/>
                    <a:pt x="5138" y="10275"/>
                  </a:cubicBezTo>
                  <a:cubicBezTo>
                    <a:pt x="7973" y="10275"/>
                    <a:pt x="10247" y="7973"/>
                    <a:pt x="10247" y="5138"/>
                  </a:cubicBezTo>
                  <a:cubicBezTo>
                    <a:pt x="10247" y="2302"/>
                    <a:pt x="7973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4125;p64">
              <a:extLst>
                <a:ext uri="{FF2B5EF4-FFF2-40B4-BE49-F238E27FC236}">
                  <a16:creationId xmlns:a16="http://schemas.microsoft.com/office/drawing/2014/main" id="{C357A466-E4B2-42B1-6669-2AF4166D466A}"/>
                </a:ext>
              </a:extLst>
            </p:cNvPr>
            <p:cNvSpPr/>
            <p:nvPr/>
          </p:nvSpPr>
          <p:spPr>
            <a:xfrm>
              <a:off x="3662600" y="2376000"/>
              <a:ext cx="294800" cy="251575"/>
            </a:xfrm>
            <a:custGeom>
              <a:avLst/>
              <a:gdLst/>
              <a:ahLst/>
              <a:cxnLst/>
              <a:rect l="l" t="t" r="r" b="b"/>
              <a:pathLst>
                <a:path w="11792" h="10063" extrusionOk="0">
                  <a:moveTo>
                    <a:pt x="0" y="1"/>
                  </a:moveTo>
                  <a:cubicBezTo>
                    <a:pt x="0" y="590"/>
                    <a:pt x="56" y="1208"/>
                    <a:pt x="141" y="1769"/>
                  </a:cubicBezTo>
                  <a:cubicBezTo>
                    <a:pt x="1018" y="6632"/>
                    <a:pt x="5252" y="10063"/>
                    <a:pt x="10046" y="10063"/>
                  </a:cubicBezTo>
                  <a:cubicBezTo>
                    <a:pt x="10622" y="10063"/>
                    <a:pt x="11205" y="10013"/>
                    <a:pt x="11792" y="9911"/>
                  </a:cubicBezTo>
                  <a:lnTo>
                    <a:pt x="100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4126;p64">
              <a:extLst>
                <a:ext uri="{FF2B5EF4-FFF2-40B4-BE49-F238E27FC236}">
                  <a16:creationId xmlns:a16="http://schemas.microsoft.com/office/drawing/2014/main" id="{0268A39B-20BB-C6AE-6A02-61D2443ED2D2}"/>
                </a:ext>
              </a:extLst>
            </p:cNvPr>
            <p:cNvSpPr/>
            <p:nvPr/>
          </p:nvSpPr>
          <p:spPr>
            <a:xfrm>
              <a:off x="3656275" y="2370400"/>
              <a:ext cx="307450" cy="263225"/>
            </a:xfrm>
            <a:custGeom>
              <a:avLst/>
              <a:gdLst/>
              <a:ahLst/>
              <a:cxnLst/>
              <a:rect l="l" t="t" r="r" b="b"/>
              <a:pathLst>
                <a:path w="12298" h="10529" extrusionOk="0">
                  <a:moveTo>
                    <a:pt x="10114" y="477"/>
                  </a:moveTo>
                  <a:lnTo>
                    <a:pt x="11777" y="9943"/>
                  </a:lnTo>
                  <a:lnTo>
                    <a:pt x="11777" y="9943"/>
                  </a:lnTo>
                  <a:cubicBezTo>
                    <a:pt x="11273" y="10009"/>
                    <a:pt x="10785" y="10051"/>
                    <a:pt x="10276" y="10051"/>
                  </a:cubicBezTo>
                  <a:cubicBezTo>
                    <a:pt x="5616" y="10051"/>
                    <a:pt x="1461" y="6710"/>
                    <a:pt x="618" y="1937"/>
                  </a:cubicBezTo>
                  <a:cubicBezTo>
                    <a:pt x="547" y="1483"/>
                    <a:pt x="495" y="967"/>
                    <a:pt x="482" y="477"/>
                  </a:cubicBezTo>
                  <a:close/>
                  <a:moveTo>
                    <a:pt x="253" y="0"/>
                  </a:moveTo>
                  <a:cubicBezTo>
                    <a:pt x="197" y="0"/>
                    <a:pt x="113" y="28"/>
                    <a:pt x="85" y="56"/>
                  </a:cubicBezTo>
                  <a:cubicBezTo>
                    <a:pt x="29" y="112"/>
                    <a:pt x="1" y="169"/>
                    <a:pt x="1" y="225"/>
                  </a:cubicBezTo>
                  <a:cubicBezTo>
                    <a:pt x="1" y="814"/>
                    <a:pt x="57" y="1432"/>
                    <a:pt x="169" y="2022"/>
                  </a:cubicBezTo>
                  <a:cubicBezTo>
                    <a:pt x="1039" y="7019"/>
                    <a:pt x="5391" y="10528"/>
                    <a:pt x="10276" y="10528"/>
                  </a:cubicBezTo>
                  <a:cubicBezTo>
                    <a:pt x="10894" y="10528"/>
                    <a:pt x="11483" y="10472"/>
                    <a:pt x="12101" y="10360"/>
                  </a:cubicBezTo>
                  <a:cubicBezTo>
                    <a:pt x="12157" y="10360"/>
                    <a:pt x="12213" y="10332"/>
                    <a:pt x="12241" y="10275"/>
                  </a:cubicBezTo>
                  <a:cubicBezTo>
                    <a:pt x="12269" y="10219"/>
                    <a:pt x="12297" y="10163"/>
                    <a:pt x="12269" y="10107"/>
                  </a:cubicBezTo>
                  <a:lnTo>
                    <a:pt x="10529" y="197"/>
                  </a:lnTo>
                  <a:cubicBezTo>
                    <a:pt x="10501" y="84"/>
                    <a:pt x="10416" y="0"/>
                    <a:pt x="10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4127;p64">
              <a:extLst>
                <a:ext uri="{FF2B5EF4-FFF2-40B4-BE49-F238E27FC236}">
                  <a16:creationId xmlns:a16="http://schemas.microsoft.com/office/drawing/2014/main" id="{FF2654F3-D06B-A12E-083C-60C51BF0274D}"/>
                </a:ext>
              </a:extLst>
            </p:cNvPr>
            <p:cNvSpPr/>
            <p:nvPr/>
          </p:nvSpPr>
          <p:spPr>
            <a:xfrm>
              <a:off x="3913875" y="2376000"/>
              <a:ext cx="197950" cy="247800"/>
            </a:xfrm>
            <a:custGeom>
              <a:avLst/>
              <a:gdLst/>
              <a:ahLst/>
              <a:cxnLst/>
              <a:rect l="l" t="t" r="r" b="b"/>
              <a:pathLst>
                <a:path w="7918" h="9912" extrusionOk="0">
                  <a:moveTo>
                    <a:pt x="0" y="1"/>
                  </a:moveTo>
                  <a:lnTo>
                    <a:pt x="1741" y="9911"/>
                  </a:lnTo>
                  <a:cubicBezTo>
                    <a:pt x="4324" y="9462"/>
                    <a:pt x="6317" y="8255"/>
                    <a:pt x="7917" y="620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4128;p64">
              <a:extLst>
                <a:ext uri="{FF2B5EF4-FFF2-40B4-BE49-F238E27FC236}">
                  <a16:creationId xmlns:a16="http://schemas.microsoft.com/office/drawing/2014/main" id="{16E908CC-A37F-EE06-EFDE-9BE07C7091B0}"/>
                </a:ext>
              </a:extLst>
            </p:cNvPr>
            <p:cNvSpPr/>
            <p:nvPr/>
          </p:nvSpPr>
          <p:spPr>
            <a:xfrm>
              <a:off x="3905450" y="2361975"/>
              <a:ext cx="214800" cy="268825"/>
            </a:xfrm>
            <a:custGeom>
              <a:avLst/>
              <a:gdLst/>
              <a:ahLst/>
              <a:cxnLst/>
              <a:rect l="l" t="t" r="r" b="b"/>
              <a:pathLst>
                <a:path w="8592" h="10753" extrusionOk="0">
                  <a:moveTo>
                    <a:pt x="665" y="1124"/>
                  </a:moveTo>
                  <a:lnTo>
                    <a:pt x="7944" y="6802"/>
                  </a:lnTo>
                  <a:lnTo>
                    <a:pt x="7944" y="6802"/>
                  </a:lnTo>
                  <a:cubicBezTo>
                    <a:pt x="6418" y="8659"/>
                    <a:pt x="4610" y="9747"/>
                    <a:pt x="2261" y="10208"/>
                  </a:cubicBezTo>
                  <a:lnTo>
                    <a:pt x="2261" y="10208"/>
                  </a:lnTo>
                  <a:lnTo>
                    <a:pt x="665" y="1124"/>
                  </a:lnTo>
                  <a:close/>
                  <a:moveTo>
                    <a:pt x="0" y="0"/>
                  </a:moveTo>
                  <a:lnTo>
                    <a:pt x="112" y="618"/>
                  </a:lnTo>
                  <a:lnTo>
                    <a:pt x="1881" y="10753"/>
                  </a:lnTo>
                  <a:lnTo>
                    <a:pt x="2134" y="10697"/>
                  </a:lnTo>
                  <a:cubicBezTo>
                    <a:pt x="4745" y="10248"/>
                    <a:pt x="6794" y="9012"/>
                    <a:pt x="8451" y="6907"/>
                  </a:cubicBezTo>
                  <a:lnTo>
                    <a:pt x="8591" y="6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4129;p64">
              <a:extLst>
                <a:ext uri="{FF2B5EF4-FFF2-40B4-BE49-F238E27FC236}">
                  <a16:creationId xmlns:a16="http://schemas.microsoft.com/office/drawing/2014/main" id="{E05DEE42-29E4-BBBD-A471-051B3B0DD55C}"/>
                </a:ext>
              </a:extLst>
            </p:cNvPr>
            <p:cNvSpPr/>
            <p:nvPr/>
          </p:nvSpPr>
          <p:spPr>
            <a:xfrm>
              <a:off x="3788225" y="2124700"/>
              <a:ext cx="395175" cy="406450"/>
            </a:xfrm>
            <a:custGeom>
              <a:avLst/>
              <a:gdLst/>
              <a:ahLst/>
              <a:cxnLst/>
              <a:rect l="l" t="t" r="r" b="b"/>
              <a:pathLst>
                <a:path w="15807" h="16258" extrusionOk="0">
                  <a:moveTo>
                    <a:pt x="5010" y="1"/>
                  </a:moveTo>
                  <a:cubicBezTo>
                    <a:pt x="3306" y="1"/>
                    <a:pt x="1580" y="435"/>
                    <a:pt x="1" y="1350"/>
                  </a:cubicBezTo>
                  <a:lnTo>
                    <a:pt x="5026" y="10053"/>
                  </a:lnTo>
                  <a:lnTo>
                    <a:pt x="12943" y="16257"/>
                  </a:lnTo>
                  <a:cubicBezTo>
                    <a:pt x="15526" y="12972"/>
                    <a:pt x="15807" y="8649"/>
                    <a:pt x="13729" y="5027"/>
                  </a:cubicBezTo>
                  <a:cubicBezTo>
                    <a:pt x="11864" y="1806"/>
                    <a:pt x="8483" y="1"/>
                    <a:pt x="50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4130;p64">
              <a:extLst>
                <a:ext uri="{FF2B5EF4-FFF2-40B4-BE49-F238E27FC236}">
                  <a16:creationId xmlns:a16="http://schemas.microsoft.com/office/drawing/2014/main" id="{8F3C2425-25B2-F64C-57FD-6F469B37C436}"/>
                </a:ext>
              </a:extLst>
            </p:cNvPr>
            <p:cNvSpPr/>
            <p:nvPr/>
          </p:nvSpPr>
          <p:spPr>
            <a:xfrm>
              <a:off x="3781200" y="2119125"/>
              <a:ext cx="390975" cy="417625"/>
            </a:xfrm>
            <a:custGeom>
              <a:avLst/>
              <a:gdLst/>
              <a:ahLst/>
              <a:cxnLst/>
              <a:rect l="l" t="t" r="r" b="b"/>
              <a:pathLst>
                <a:path w="15639" h="16705" extrusionOk="0">
                  <a:moveTo>
                    <a:pt x="5307" y="478"/>
                  </a:moveTo>
                  <a:cubicBezTo>
                    <a:pt x="8676" y="478"/>
                    <a:pt x="11989" y="2218"/>
                    <a:pt x="13814" y="5391"/>
                  </a:cubicBezTo>
                  <a:cubicBezTo>
                    <a:pt x="14712" y="6935"/>
                    <a:pt x="15161" y="8647"/>
                    <a:pt x="15161" y="10304"/>
                  </a:cubicBezTo>
                  <a:cubicBezTo>
                    <a:pt x="15161" y="12364"/>
                    <a:pt x="14507" y="14398"/>
                    <a:pt x="13198" y="16154"/>
                  </a:cubicBezTo>
                  <a:lnTo>
                    <a:pt x="13198" y="16154"/>
                  </a:lnTo>
                  <a:lnTo>
                    <a:pt x="5491" y="10141"/>
                  </a:lnTo>
                  <a:lnTo>
                    <a:pt x="5491" y="10141"/>
                  </a:lnTo>
                  <a:lnTo>
                    <a:pt x="593" y="1660"/>
                  </a:lnTo>
                  <a:lnTo>
                    <a:pt x="593" y="1660"/>
                  </a:lnTo>
                  <a:cubicBezTo>
                    <a:pt x="2083" y="863"/>
                    <a:pt x="3695" y="478"/>
                    <a:pt x="5307" y="478"/>
                  </a:cubicBezTo>
                  <a:close/>
                  <a:moveTo>
                    <a:pt x="5307" y="0"/>
                  </a:moveTo>
                  <a:cubicBezTo>
                    <a:pt x="3538" y="0"/>
                    <a:pt x="1770" y="450"/>
                    <a:pt x="169" y="1376"/>
                  </a:cubicBezTo>
                  <a:cubicBezTo>
                    <a:pt x="57" y="1432"/>
                    <a:pt x="1" y="1573"/>
                    <a:pt x="85" y="1685"/>
                  </a:cubicBezTo>
                  <a:lnTo>
                    <a:pt x="5111" y="10416"/>
                  </a:lnTo>
                  <a:lnTo>
                    <a:pt x="5167" y="10472"/>
                  </a:lnTo>
                  <a:lnTo>
                    <a:pt x="13084" y="16649"/>
                  </a:lnTo>
                  <a:cubicBezTo>
                    <a:pt x="13140" y="16705"/>
                    <a:pt x="13196" y="16705"/>
                    <a:pt x="13252" y="16705"/>
                  </a:cubicBezTo>
                  <a:cubicBezTo>
                    <a:pt x="13308" y="16705"/>
                    <a:pt x="13365" y="16677"/>
                    <a:pt x="13421" y="16621"/>
                  </a:cubicBezTo>
                  <a:cubicBezTo>
                    <a:pt x="14881" y="14740"/>
                    <a:pt x="15639" y="12550"/>
                    <a:pt x="15639" y="10304"/>
                  </a:cubicBezTo>
                  <a:cubicBezTo>
                    <a:pt x="15639" y="8563"/>
                    <a:pt x="15161" y="6766"/>
                    <a:pt x="14207" y="5138"/>
                  </a:cubicBezTo>
                  <a:cubicBezTo>
                    <a:pt x="12298" y="1853"/>
                    <a:pt x="8844" y="0"/>
                    <a:pt x="53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4131;p64">
              <a:extLst>
                <a:ext uri="{FF2B5EF4-FFF2-40B4-BE49-F238E27FC236}">
                  <a16:creationId xmlns:a16="http://schemas.microsoft.com/office/drawing/2014/main" id="{0D7D67B6-6349-6D84-4F27-B41F169B9F32}"/>
                </a:ext>
              </a:extLst>
            </p:cNvPr>
            <p:cNvSpPr/>
            <p:nvPr/>
          </p:nvSpPr>
          <p:spPr>
            <a:xfrm>
              <a:off x="3662600" y="2158425"/>
              <a:ext cx="251300" cy="217600"/>
            </a:xfrm>
            <a:custGeom>
              <a:avLst/>
              <a:gdLst/>
              <a:ahLst/>
              <a:cxnLst/>
              <a:rect l="l" t="t" r="r" b="b"/>
              <a:pathLst>
                <a:path w="10052" h="8704" extrusionOk="0">
                  <a:moveTo>
                    <a:pt x="5026" y="1"/>
                  </a:moveTo>
                  <a:cubicBezTo>
                    <a:pt x="1797" y="1853"/>
                    <a:pt x="0" y="4998"/>
                    <a:pt x="0" y="8704"/>
                  </a:cubicBezTo>
                  <a:lnTo>
                    <a:pt x="10051" y="8704"/>
                  </a:lnTo>
                  <a:lnTo>
                    <a:pt x="50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4132;p64">
              <a:extLst>
                <a:ext uri="{FF2B5EF4-FFF2-40B4-BE49-F238E27FC236}">
                  <a16:creationId xmlns:a16="http://schemas.microsoft.com/office/drawing/2014/main" id="{21AACD8C-3857-D4B1-E05A-4399E0CE7258}"/>
                </a:ext>
              </a:extLst>
            </p:cNvPr>
            <p:cNvSpPr/>
            <p:nvPr/>
          </p:nvSpPr>
          <p:spPr>
            <a:xfrm>
              <a:off x="3656275" y="2150700"/>
              <a:ext cx="267450" cy="231650"/>
            </a:xfrm>
            <a:custGeom>
              <a:avLst/>
              <a:gdLst/>
              <a:ahLst/>
              <a:cxnLst/>
              <a:rect l="l" t="t" r="r" b="b"/>
              <a:pathLst>
                <a:path w="10698" h="9266" extrusionOk="0">
                  <a:moveTo>
                    <a:pt x="5197" y="621"/>
                  </a:moveTo>
                  <a:lnTo>
                    <a:pt x="9897" y="8788"/>
                  </a:lnTo>
                  <a:lnTo>
                    <a:pt x="480" y="8788"/>
                  </a:lnTo>
                  <a:cubicBezTo>
                    <a:pt x="550" y="5339"/>
                    <a:pt x="2238" y="2419"/>
                    <a:pt x="5197" y="621"/>
                  </a:cubicBezTo>
                  <a:close/>
                  <a:moveTo>
                    <a:pt x="5363" y="1"/>
                  </a:moveTo>
                  <a:lnTo>
                    <a:pt x="5166" y="113"/>
                  </a:lnTo>
                  <a:cubicBezTo>
                    <a:pt x="1882" y="1994"/>
                    <a:pt x="1" y="5223"/>
                    <a:pt x="1" y="9013"/>
                  </a:cubicBezTo>
                  <a:lnTo>
                    <a:pt x="1" y="9265"/>
                  </a:lnTo>
                  <a:lnTo>
                    <a:pt x="10697" y="9265"/>
                  </a:lnTo>
                  <a:lnTo>
                    <a:pt x="10501" y="8900"/>
                  </a:lnTo>
                  <a:lnTo>
                    <a:pt x="53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4133;p64">
              <a:extLst>
                <a:ext uri="{FF2B5EF4-FFF2-40B4-BE49-F238E27FC236}">
                  <a16:creationId xmlns:a16="http://schemas.microsoft.com/office/drawing/2014/main" id="{7E299807-F553-F495-622A-F9DD51CD0495}"/>
                </a:ext>
              </a:extLst>
            </p:cNvPr>
            <p:cNvSpPr/>
            <p:nvPr/>
          </p:nvSpPr>
          <p:spPr>
            <a:xfrm>
              <a:off x="3791025" y="2253875"/>
              <a:ext cx="245000" cy="244975"/>
            </a:xfrm>
            <a:custGeom>
              <a:avLst/>
              <a:gdLst/>
              <a:ahLst/>
              <a:cxnLst/>
              <a:rect l="l" t="t" r="r" b="b"/>
              <a:pathLst>
                <a:path w="9800" h="9799" extrusionOk="0">
                  <a:moveTo>
                    <a:pt x="4914" y="1"/>
                  </a:moveTo>
                  <a:cubicBezTo>
                    <a:pt x="2191" y="1"/>
                    <a:pt x="1" y="2191"/>
                    <a:pt x="1" y="4886"/>
                  </a:cubicBezTo>
                  <a:cubicBezTo>
                    <a:pt x="1" y="7609"/>
                    <a:pt x="2191" y="9799"/>
                    <a:pt x="4914" y="9799"/>
                  </a:cubicBezTo>
                  <a:cubicBezTo>
                    <a:pt x="7609" y="9799"/>
                    <a:pt x="9799" y="7609"/>
                    <a:pt x="9799" y="4886"/>
                  </a:cubicBezTo>
                  <a:cubicBezTo>
                    <a:pt x="9799" y="2191"/>
                    <a:pt x="7609" y="1"/>
                    <a:pt x="4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4134;p64">
              <a:extLst>
                <a:ext uri="{FF2B5EF4-FFF2-40B4-BE49-F238E27FC236}">
                  <a16:creationId xmlns:a16="http://schemas.microsoft.com/office/drawing/2014/main" id="{8163EA76-19D7-E892-A69D-4FD88FB00193}"/>
                </a:ext>
              </a:extLst>
            </p:cNvPr>
            <p:cNvSpPr/>
            <p:nvPr/>
          </p:nvSpPr>
          <p:spPr>
            <a:xfrm>
              <a:off x="3785425" y="2247575"/>
              <a:ext cx="256900" cy="256900"/>
            </a:xfrm>
            <a:custGeom>
              <a:avLst/>
              <a:gdLst/>
              <a:ahLst/>
              <a:cxnLst/>
              <a:rect l="l" t="t" r="r" b="b"/>
              <a:pathLst>
                <a:path w="10276" h="10276" extrusionOk="0">
                  <a:moveTo>
                    <a:pt x="5138" y="477"/>
                  </a:moveTo>
                  <a:cubicBezTo>
                    <a:pt x="6430" y="477"/>
                    <a:pt x="7581" y="1011"/>
                    <a:pt x="8423" y="1853"/>
                  </a:cubicBezTo>
                  <a:cubicBezTo>
                    <a:pt x="9293" y="2695"/>
                    <a:pt x="9798" y="3846"/>
                    <a:pt x="9798" y="5138"/>
                  </a:cubicBezTo>
                  <a:cubicBezTo>
                    <a:pt x="9798" y="6429"/>
                    <a:pt x="9293" y="7608"/>
                    <a:pt x="8423" y="8451"/>
                  </a:cubicBezTo>
                  <a:cubicBezTo>
                    <a:pt x="7581" y="9293"/>
                    <a:pt x="6430" y="9826"/>
                    <a:pt x="5138" y="9826"/>
                  </a:cubicBezTo>
                  <a:cubicBezTo>
                    <a:pt x="3847" y="9826"/>
                    <a:pt x="2667" y="9293"/>
                    <a:pt x="1825" y="8451"/>
                  </a:cubicBezTo>
                  <a:cubicBezTo>
                    <a:pt x="983" y="7608"/>
                    <a:pt x="478" y="6429"/>
                    <a:pt x="478" y="5138"/>
                  </a:cubicBezTo>
                  <a:cubicBezTo>
                    <a:pt x="478" y="3846"/>
                    <a:pt x="983" y="2695"/>
                    <a:pt x="1825" y="1853"/>
                  </a:cubicBezTo>
                  <a:cubicBezTo>
                    <a:pt x="2667" y="1011"/>
                    <a:pt x="3847" y="477"/>
                    <a:pt x="5138" y="477"/>
                  </a:cubicBezTo>
                  <a:close/>
                  <a:moveTo>
                    <a:pt x="5138" y="0"/>
                  </a:moveTo>
                  <a:cubicBezTo>
                    <a:pt x="2303" y="0"/>
                    <a:pt x="0" y="2302"/>
                    <a:pt x="0" y="5138"/>
                  </a:cubicBezTo>
                  <a:cubicBezTo>
                    <a:pt x="0" y="7973"/>
                    <a:pt x="2303" y="10275"/>
                    <a:pt x="5138" y="10275"/>
                  </a:cubicBezTo>
                  <a:cubicBezTo>
                    <a:pt x="7974" y="10275"/>
                    <a:pt x="10276" y="7973"/>
                    <a:pt x="10276" y="5138"/>
                  </a:cubicBezTo>
                  <a:cubicBezTo>
                    <a:pt x="10276" y="2302"/>
                    <a:pt x="7974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4135;p64">
              <a:extLst>
                <a:ext uri="{FF2B5EF4-FFF2-40B4-BE49-F238E27FC236}">
                  <a16:creationId xmlns:a16="http://schemas.microsoft.com/office/drawing/2014/main" id="{E1C69E69-BCB3-88FB-67EC-EE2925ABC45B}"/>
                </a:ext>
              </a:extLst>
            </p:cNvPr>
            <p:cNvSpPr/>
            <p:nvPr/>
          </p:nvSpPr>
          <p:spPr>
            <a:xfrm>
              <a:off x="2155675" y="118282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4136;p64">
              <a:extLst>
                <a:ext uri="{FF2B5EF4-FFF2-40B4-BE49-F238E27FC236}">
                  <a16:creationId xmlns:a16="http://schemas.microsoft.com/office/drawing/2014/main" id="{AB5BE13A-1745-8940-E5D9-2817613E2F42}"/>
                </a:ext>
              </a:extLst>
            </p:cNvPr>
            <p:cNvSpPr/>
            <p:nvPr/>
          </p:nvSpPr>
          <p:spPr>
            <a:xfrm>
              <a:off x="2155675" y="122985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4137;p64">
              <a:extLst>
                <a:ext uri="{FF2B5EF4-FFF2-40B4-BE49-F238E27FC236}">
                  <a16:creationId xmlns:a16="http://schemas.microsoft.com/office/drawing/2014/main" id="{A8B57A06-8E99-4DB1-55A8-FAE44F22554F}"/>
                </a:ext>
              </a:extLst>
            </p:cNvPr>
            <p:cNvSpPr/>
            <p:nvPr/>
          </p:nvSpPr>
          <p:spPr>
            <a:xfrm>
              <a:off x="2155675" y="127757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4138;p64">
              <a:extLst>
                <a:ext uri="{FF2B5EF4-FFF2-40B4-BE49-F238E27FC236}">
                  <a16:creationId xmlns:a16="http://schemas.microsoft.com/office/drawing/2014/main" id="{201855BE-CEF1-E09C-ED22-7F8606FB460A}"/>
                </a:ext>
              </a:extLst>
            </p:cNvPr>
            <p:cNvSpPr/>
            <p:nvPr/>
          </p:nvSpPr>
          <p:spPr>
            <a:xfrm>
              <a:off x="2155675" y="132460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4139;p64">
              <a:extLst>
                <a:ext uri="{FF2B5EF4-FFF2-40B4-BE49-F238E27FC236}">
                  <a16:creationId xmlns:a16="http://schemas.microsoft.com/office/drawing/2014/main" id="{5C0FF0D8-C9F4-EF31-7503-92D4607448A6}"/>
                </a:ext>
              </a:extLst>
            </p:cNvPr>
            <p:cNvSpPr/>
            <p:nvPr/>
          </p:nvSpPr>
          <p:spPr>
            <a:xfrm>
              <a:off x="4314625" y="1290925"/>
              <a:ext cx="604350" cy="291850"/>
            </a:xfrm>
            <a:custGeom>
              <a:avLst/>
              <a:gdLst/>
              <a:ahLst/>
              <a:cxnLst/>
              <a:rect l="l" t="t" r="r" b="b"/>
              <a:pathLst>
                <a:path w="24174" h="11674" extrusionOk="0">
                  <a:moveTo>
                    <a:pt x="225" y="0"/>
                  </a:moveTo>
                  <a:cubicBezTo>
                    <a:pt x="113" y="0"/>
                    <a:pt x="1" y="112"/>
                    <a:pt x="1" y="225"/>
                  </a:cubicBezTo>
                  <a:cubicBezTo>
                    <a:pt x="1" y="365"/>
                    <a:pt x="113" y="477"/>
                    <a:pt x="225" y="477"/>
                  </a:cubicBezTo>
                  <a:lnTo>
                    <a:pt x="11034" y="477"/>
                  </a:lnTo>
                  <a:lnTo>
                    <a:pt x="23752" y="11623"/>
                  </a:lnTo>
                  <a:cubicBezTo>
                    <a:pt x="23799" y="11658"/>
                    <a:pt x="23851" y="11674"/>
                    <a:pt x="23902" y="11674"/>
                  </a:cubicBezTo>
                  <a:cubicBezTo>
                    <a:pt x="23972" y="11674"/>
                    <a:pt x="24040" y="11644"/>
                    <a:pt x="24089" y="11595"/>
                  </a:cubicBezTo>
                  <a:cubicBezTo>
                    <a:pt x="24173" y="11483"/>
                    <a:pt x="24173" y="11342"/>
                    <a:pt x="24061" y="11258"/>
                  </a:cubicBezTo>
                  <a:lnTo>
                    <a:pt x="11259" y="56"/>
                  </a:lnTo>
                  <a:cubicBezTo>
                    <a:pt x="11231" y="28"/>
                    <a:pt x="11174" y="0"/>
                    <a:pt x="11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4140;p64">
              <a:extLst>
                <a:ext uri="{FF2B5EF4-FFF2-40B4-BE49-F238E27FC236}">
                  <a16:creationId xmlns:a16="http://schemas.microsoft.com/office/drawing/2014/main" id="{407A645C-EDFE-70F9-3943-7587C617BA87}"/>
                </a:ext>
              </a:extLst>
            </p:cNvPr>
            <p:cNvSpPr/>
            <p:nvPr/>
          </p:nvSpPr>
          <p:spPr>
            <a:xfrm>
              <a:off x="4963850" y="149095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0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4141;p64">
              <a:extLst>
                <a:ext uri="{FF2B5EF4-FFF2-40B4-BE49-F238E27FC236}">
                  <a16:creationId xmlns:a16="http://schemas.microsoft.com/office/drawing/2014/main" id="{B0118D81-6070-F7E6-54A1-5089AAF2ABFB}"/>
                </a:ext>
              </a:extLst>
            </p:cNvPr>
            <p:cNvSpPr/>
            <p:nvPr/>
          </p:nvSpPr>
          <p:spPr>
            <a:xfrm>
              <a:off x="4963850" y="153797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0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4142;p64">
              <a:extLst>
                <a:ext uri="{FF2B5EF4-FFF2-40B4-BE49-F238E27FC236}">
                  <a16:creationId xmlns:a16="http://schemas.microsoft.com/office/drawing/2014/main" id="{231875BD-3990-FD13-C66D-B49C8CCEE20E}"/>
                </a:ext>
              </a:extLst>
            </p:cNvPr>
            <p:cNvSpPr/>
            <p:nvPr/>
          </p:nvSpPr>
          <p:spPr>
            <a:xfrm>
              <a:off x="4963850" y="1585700"/>
              <a:ext cx="277975" cy="11250"/>
            </a:xfrm>
            <a:custGeom>
              <a:avLst/>
              <a:gdLst/>
              <a:ahLst/>
              <a:cxnLst/>
              <a:rect l="l" t="t" r="r" b="b"/>
              <a:pathLst>
                <a:path w="11119" h="450" extrusionOk="0">
                  <a:moveTo>
                    <a:pt x="1" y="1"/>
                  </a:moveTo>
                  <a:lnTo>
                    <a:pt x="1" y="450"/>
                  </a:lnTo>
                  <a:lnTo>
                    <a:pt x="11118" y="450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4143;p64">
              <a:extLst>
                <a:ext uri="{FF2B5EF4-FFF2-40B4-BE49-F238E27FC236}">
                  <a16:creationId xmlns:a16="http://schemas.microsoft.com/office/drawing/2014/main" id="{5A8D32AB-3492-9039-FE2D-F5740B1D2BE0}"/>
                </a:ext>
              </a:extLst>
            </p:cNvPr>
            <p:cNvSpPr/>
            <p:nvPr/>
          </p:nvSpPr>
          <p:spPr>
            <a:xfrm>
              <a:off x="4963850" y="163272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4144;p64">
              <a:extLst>
                <a:ext uri="{FF2B5EF4-FFF2-40B4-BE49-F238E27FC236}">
                  <a16:creationId xmlns:a16="http://schemas.microsoft.com/office/drawing/2014/main" id="{AEE41169-CB6B-3018-97B7-7C3A94464A07}"/>
                </a:ext>
              </a:extLst>
            </p:cNvPr>
            <p:cNvSpPr/>
            <p:nvPr/>
          </p:nvSpPr>
          <p:spPr>
            <a:xfrm>
              <a:off x="4963850" y="229880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0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4145;p64">
              <a:extLst>
                <a:ext uri="{FF2B5EF4-FFF2-40B4-BE49-F238E27FC236}">
                  <a16:creationId xmlns:a16="http://schemas.microsoft.com/office/drawing/2014/main" id="{32C3E438-E2DB-C89D-9A4E-91B946278B79}"/>
                </a:ext>
              </a:extLst>
            </p:cNvPr>
            <p:cNvSpPr/>
            <p:nvPr/>
          </p:nvSpPr>
          <p:spPr>
            <a:xfrm>
              <a:off x="4963850" y="234582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4146;p64">
              <a:extLst>
                <a:ext uri="{FF2B5EF4-FFF2-40B4-BE49-F238E27FC236}">
                  <a16:creationId xmlns:a16="http://schemas.microsoft.com/office/drawing/2014/main" id="{B878FBDC-8660-E9A5-0DB7-468810F617DD}"/>
                </a:ext>
              </a:extLst>
            </p:cNvPr>
            <p:cNvSpPr/>
            <p:nvPr/>
          </p:nvSpPr>
          <p:spPr>
            <a:xfrm>
              <a:off x="4963850" y="239355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4147;p64">
              <a:extLst>
                <a:ext uri="{FF2B5EF4-FFF2-40B4-BE49-F238E27FC236}">
                  <a16:creationId xmlns:a16="http://schemas.microsoft.com/office/drawing/2014/main" id="{990DAACE-544F-42CD-19DC-72246A03EEA2}"/>
                </a:ext>
              </a:extLst>
            </p:cNvPr>
            <p:cNvSpPr/>
            <p:nvPr/>
          </p:nvSpPr>
          <p:spPr>
            <a:xfrm>
              <a:off x="4963850" y="244057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4148;p64">
              <a:extLst>
                <a:ext uri="{FF2B5EF4-FFF2-40B4-BE49-F238E27FC236}">
                  <a16:creationId xmlns:a16="http://schemas.microsoft.com/office/drawing/2014/main" id="{0D58F5E7-F1E3-4CCA-74E9-711ECCAC8F6D}"/>
                </a:ext>
              </a:extLst>
            </p:cNvPr>
            <p:cNvSpPr/>
            <p:nvPr/>
          </p:nvSpPr>
          <p:spPr>
            <a:xfrm>
              <a:off x="2291850" y="3234400"/>
              <a:ext cx="278650" cy="11950"/>
            </a:xfrm>
            <a:custGeom>
              <a:avLst/>
              <a:gdLst/>
              <a:ahLst/>
              <a:cxnLst/>
              <a:rect l="l" t="t" r="r" b="b"/>
              <a:pathLst>
                <a:path w="11146" h="478" extrusionOk="0">
                  <a:moveTo>
                    <a:pt x="0" y="0"/>
                  </a:moveTo>
                  <a:lnTo>
                    <a:pt x="0" y="477"/>
                  </a:lnTo>
                  <a:lnTo>
                    <a:pt x="11146" y="477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4149;p64">
              <a:extLst>
                <a:ext uri="{FF2B5EF4-FFF2-40B4-BE49-F238E27FC236}">
                  <a16:creationId xmlns:a16="http://schemas.microsoft.com/office/drawing/2014/main" id="{44617068-FBFC-6E2A-92CB-CC1C299253FA}"/>
                </a:ext>
              </a:extLst>
            </p:cNvPr>
            <p:cNvSpPr/>
            <p:nvPr/>
          </p:nvSpPr>
          <p:spPr>
            <a:xfrm>
              <a:off x="2291850" y="3282125"/>
              <a:ext cx="278650" cy="11950"/>
            </a:xfrm>
            <a:custGeom>
              <a:avLst/>
              <a:gdLst/>
              <a:ahLst/>
              <a:cxnLst/>
              <a:rect l="l" t="t" r="r" b="b"/>
              <a:pathLst>
                <a:path w="11146" h="478" extrusionOk="0">
                  <a:moveTo>
                    <a:pt x="0" y="0"/>
                  </a:moveTo>
                  <a:lnTo>
                    <a:pt x="0" y="478"/>
                  </a:lnTo>
                  <a:lnTo>
                    <a:pt x="11146" y="478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4150;p64">
              <a:extLst>
                <a:ext uri="{FF2B5EF4-FFF2-40B4-BE49-F238E27FC236}">
                  <a16:creationId xmlns:a16="http://schemas.microsoft.com/office/drawing/2014/main" id="{22D2D11D-B71E-F808-B532-E2502B8FE9FA}"/>
                </a:ext>
              </a:extLst>
            </p:cNvPr>
            <p:cNvSpPr/>
            <p:nvPr/>
          </p:nvSpPr>
          <p:spPr>
            <a:xfrm>
              <a:off x="2291850" y="3329150"/>
              <a:ext cx="278650" cy="11950"/>
            </a:xfrm>
            <a:custGeom>
              <a:avLst/>
              <a:gdLst/>
              <a:ahLst/>
              <a:cxnLst/>
              <a:rect l="l" t="t" r="r" b="b"/>
              <a:pathLst>
                <a:path w="11146" h="478" extrusionOk="0">
                  <a:moveTo>
                    <a:pt x="0" y="0"/>
                  </a:moveTo>
                  <a:lnTo>
                    <a:pt x="0" y="478"/>
                  </a:lnTo>
                  <a:lnTo>
                    <a:pt x="11146" y="478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4151;p64">
              <a:extLst>
                <a:ext uri="{FF2B5EF4-FFF2-40B4-BE49-F238E27FC236}">
                  <a16:creationId xmlns:a16="http://schemas.microsoft.com/office/drawing/2014/main" id="{514178FA-4EEA-4462-93CD-F1B65CDEC7D2}"/>
                </a:ext>
              </a:extLst>
            </p:cNvPr>
            <p:cNvSpPr/>
            <p:nvPr/>
          </p:nvSpPr>
          <p:spPr>
            <a:xfrm>
              <a:off x="2291850" y="3376875"/>
              <a:ext cx="278650" cy="11250"/>
            </a:xfrm>
            <a:custGeom>
              <a:avLst/>
              <a:gdLst/>
              <a:ahLst/>
              <a:cxnLst/>
              <a:rect l="l" t="t" r="r" b="b"/>
              <a:pathLst>
                <a:path w="11146" h="450" extrusionOk="0">
                  <a:moveTo>
                    <a:pt x="0" y="0"/>
                  </a:moveTo>
                  <a:lnTo>
                    <a:pt x="0" y="450"/>
                  </a:lnTo>
                  <a:lnTo>
                    <a:pt x="11146" y="450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4152;p64">
              <a:extLst>
                <a:ext uri="{FF2B5EF4-FFF2-40B4-BE49-F238E27FC236}">
                  <a16:creationId xmlns:a16="http://schemas.microsoft.com/office/drawing/2014/main" id="{2A55C0FF-0CD9-4704-D506-EB9FECD5453F}"/>
                </a:ext>
              </a:extLst>
            </p:cNvPr>
            <p:cNvSpPr/>
            <p:nvPr/>
          </p:nvSpPr>
          <p:spPr>
            <a:xfrm>
              <a:off x="4036000" y="2098775"/>
              <a:ext cx="888575" cy="274450"/>
            </a:xfrm>
            <a:custGeom>
              <a:avLst/>
              <a:gdLst/>
              <a:ahLst/>
              <a:cxnLst/>
              <a:rect l="l" t="t" r="r" b="b"/>
              <a:pathLst>
                <a:path w="35543" h="10978" extrusionOk="0">
                  <a:moveTo>
                    <a:pt x="4548" y="0"/>
                  </a:moveTo>
                  <a:lnTo>
                    <a:pt x="0" y="5194"/>
                  </a:lnTo>
                  <a:lnTo>
                    <a:pt x="365" y="5503"/>
                  </a:lnTo>
                  <a:lnTo>
                    <a:pt x="4773" y="477"/>
                  </a:lnTo>
                  <a:lnTo>
                    <a:pt x="22488" y="477"/>
                  </a:lnTo>
                  <a:lnTo>
                    <a:pt x="35234" y="10977"/>
                  </a:lnTo>
                  <a:lnTo>
                    <a:pt x="35543" y="10612"/>
                  </a:lnTo>
                  <a:lnTo>
                    <a:pt x="22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4153;p64">
              <a:extLst>
                <a:ext uri="{FF2B5EF4-FFF2-40B4-BE49-F238E27FC236}">
                  <a16:creationId xmlns:a16="http://schemas.microsoft.com/office/drawing/2014/main" id="{E35D583F-C212-FAD7-CF75-B7867EA00624}"/>
                </a:ext>
              </a:extLst>
            </p:cNvPr>
            <p:cNvSpPr/>
            <p:nvPr/>
          </p:nvSpPr>
          <p:spPr>
            <a:xfrm>
              <a:off x="2418875" y="2616750"/>
              <a:ext cx="11975" cy="600125"/>
            </a:xfrm>
            <a:custGeom>
              <a:avLst/>
              <a:gdLst/>
              <a:ahLst/>
              <a:cxnLst/>
              <a:rect l="l" t="t" r="r" b="b"/>
              <a:pathLst>
                <a:path w="479" h="24005" extrusionOk="0">
                  <a:moveTo>
                    <a:pt x="1" y="0"/>
                  </a:moveTo>
                  <a:lnTo>
                    <a:pt x="1" y="24004"/>
                  </a:lnTo>
                  <a:lnTo>
                    <a:pt x="478" y="24004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4154;p64">
              <a:extLst>
                <a:ext uri="{FF2B5EF4-FFF2-40B4-BE49-F238E27FC236}">
                  <a16:creationId xmlns:a16="http://schemas.microsoft.com/office/drawing/2014/main" id="{176EA7EC-060F-8A3B-2EA5-07A52E812A6B}"/>
                </a:ext>
              </a:extLst>
            </p:cNvPr>
            <p:cNvSpPr/>
            <p:nvPr/>
          </p:nvSpPr>
          <p:spPr>
            <a:xfrm>
              <a:off x="1831425" y="3538000"/>
              <a:ext cx="129875" cy="102100"/>
            </a:xfrm>
            <a:custGeom>
              <a:avLst/>
              <a:gdLst/>
              <a:ahLst/>
              <a:cxnLst/>
              <a:rect l="l" t="t" r="r" b="b"/>
              <a:pathLst>
                <a:path w="5195" h="4084" extrusionOk="0">
                  <a:moveTo>
                    <a:pt x="1580" y="1"/>
                  </a:moveTo>
                  <a:cubicBezTo>
                    <a:pt x="1521" y="1"/>
                    <a:pt x="1462" y="5"/>
                    <a:pt x="1404" y="13"/>
                  </a:cubicBezTo>
                  <a:cubicBezTo>
                    <a:pt x="506" y="125"/>
                    <a:pt x="0" y="1023"/>
                    <a:pt x="197" y="1894"/>
                  </a:cubicBezTo>
                  <a:cubicBezTo>
                    <a:pt x="393" y="2736"/>
                    <a:pt x="1292" y="3381"/>
                    <a:pt x="2050" y="3718"/>
                  </a:cubicBezTo>
                  <a:cubicBezTo>
                    <a:pt x="2860" y="4062"/>
                    <a:pt x="4638" y="4084"/>
                    <a:pt x="5070" y="4084"/>
                  </a:cubicBezTo>
                  <a:cubicBezTo>
                    <a:pt x="5132" y="4084"/>
                    <a:pt x="5166" y="4083"/>
                    <a:pt x="5166" y="4083"/>
                  </a:cubicBezTo>
                  <a:cubicBezTo>
                    <a:pt x="5194" y="4083"/>
                    <a:pt x="4689" y="2623"/>
                    <a:pt x="4661" y="2539"/>
                  </a:cubicBezTo>
                  <a:cubicBezTo>
                    <a:pt x="4206" y="1576"/>
                    <a:pt x="2782" y="1"/>
                    <a:pt x="1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4155;p64">
              <a:extLst>
                <a:ext uri="{FF2B5EF4-FFF2-40B4-BE49-F238E27FC236}">
                  <a16:creationId xmlns:a16="http://schemas.microsoft.com/office/drawing/2014/main" id="{5A8FFD42-4FFD-E1E3-9D4B-89C32DCA6E2C}"/>
                </a:ext>
              </a:extLst>
            </p:cNvPr>
            <p:cNvSpPr/>
            <p:nvPr/>
          </p:nvSpPr>
          <p:spPr>
            <a:xfrm>
              <a:off x="1834225" y="3377750"/>
              <a:ext cx="807875" cy="1698375"/>
            </a:xfrm>
            <a:custGeom>
              <a:avLst/>
              <a:gdLst/>
              <a:ahLst/>
              <a:cxnLst/>
              <a:rect l="l" t="t" r="r" b="b"/>
              <a:pathLst>
                <a:path w="32315" h="67935" extrusionOk="0">
                  <a:moveTo>
                    <a:pt x="15189" y="33037"/>
                  </a:moveTo>
                  <a:cubicBezTo>
                    <a:pt x="15835" y="33739"/>
                    <a:pt x="17491" y="34553"/>
                    <a:pt x="17716" y="34666"/>
                  </a:cubicBezTo>
                  <a:cubicBezTo>
                    <a:pt x="17491" y="35199"/>
                    <a:pt x="17267" y="35733"/>
                    <a:pt x="17042" y="36238"/>
                  </a:cubicBezTo>
                  <a:cubicBezTo>
                    <a:pt x="16284" y="37979"/>
                    <a:pt x="15582" y="39410"/>
                    <a:pt x="15077" y="40393"/>
                  </a:cubicBezTo>
                  <a:cubicBezTo>
                    <a:pt x="14993" y="40590"/>
                    <a:pt x="14880" y="40758"/>
                    <a:pt x="14796" y="40926"/>
                  </a:cubicBezTo>
                  <a:lnTo>
                    <a:pt x="14712" y="40926"/>
                  </a:lnTo>
                  <a:cubicBezTo>
                    <a:pt x="14712" y="40730"/>
                    <a:pt x="14684" y="40533"/>
                    <a:pt x="14628" y="40281"/>
                  </a:cubicBezTo>
                  <a:cubicBezTo>
                    <a:pt x="14487" y="39186"/>
                    <a:pt x="14234" y="37614"/>
                    <a:pt x="13870" y="35733"/>
                  </a:cubicBezTo>
                  <a:cubicBezTo>
                    <a:pt x="13757" y="35115"/>
                    <a:pt x="13617" y="34497"/>
                    <a:pt x="13476" y="33852"/>
                  </a:cubicBezTo>
                  <a:cubicBezTo>
                    <a:pt x="13617" y="33795"/>
                    <a:pt x="14459" y="33459"/>
                    <a:pt x="15189" y="33037"/>
                  </a:cubicBezTo>
                  <a:close/>
                  <a:moveTo>
                    <a:pt x="6799" y="1"/>
                  </a:moveTo>
                  <a:cubicBezTo>
                    <a:pt x="6583" y="1"/>
                    <a:pt x="6362" y="52"/>
                    <a:pt x="6149" y="162"/>
                  </a:cubicBezTo>
                  <a:cubicBezTo>
                    <a:pt x="5026" y="751"/>
                    <a:pt x="4745" y="2997"/>
                    <a:pt x="4914" y="4092"/>
                  </a:cubicBezTo>
                  <a:cubicBezTo>
                    <a:pt x="4942" y="4205"/>
                    <a:pt x="5363" y="5665"/>
                    <a:pt x="5363" y="5665"/>
                  </a:cubicBezTo>
                  <a:lnTo>
                    <a:pt x="5391" y="5636"/>
                  </a:lnTo>
                  <a:lnTo>
                    <a:pt x="5391" y="5636"/>
                  </a:lnTo>
                  <a:cubicBezTo>
                    <a:pt x="5335" y="6001"/>
                    <a:pt x="5307" y="6366"/>
                    <a:pt x="5251" y="6787"/>
                  </a:cubicBezTo>
                  <a:cubicBezTo>
                    <a:pt x="5166" y="7574"/>
                    <a:pt x="5110" y="8444"/>
                    <a:pt x="5082" y="9398"/>
                  </a:cubicBezTo>
                  <a:cubicBezTo>
                    <a:pt x="5054" y="10353"/>
                    <a:pt x="5054" y="11392"/>
                    <a:pt x="5138" y="12487"/>
                  </a:cubicBezTo>
                  <a:cubicBezTo>
                    <a:pt x="5251" y="13582"/>
                    <a:pt x="5419" y="14733"/>
                    <a:pt x="5728" y="15884"/>
                  </a:cubicBezTo>
                  <a:lnTo>
                    <a:pt x="5728" y="15940"/>
                  </a:lnTo>
                  <a:cubicBezTo>
                    <a:pt x="5531" y="15603"/>
                    <a:pt x="4942" y="14761"/>
                    <a:pt x="4914" y="14705"/>
                  </a:cubicBezTo>
                  <a:cubicBezTo>
                    <a:pt x="4274" y="13994"/>
                    <a:pt x="2816" y="13024"/>
                    <a:pt x="1685" y="13024"/>
                  </a:cubicBezTo>
                  <a:cubicBezTo>
                    <a:pt x="1475" y="13024"/>
                    <a:pt x="1276" y="13058"/>
                    <a:pt x="1096" y="13132"/>
                  </a:cubicBezTo>
                  <a:cubicBezTo>
                    <a:pt x="253" y="13497"/>
                    <a:pt x="1" y="14480"/>
                    <a:pt x="422" y="15238"/>
                  </a:cubicBezTo>
                  <a:cubicBezTo>
                    <a:pt x="843" y="16024"/>
                    <a:pt x="1882" y="16417"/>
                    <a:pt x="2724" y="16529"/>
                  </a:cubicBezTo>
                  <a:cubicBezTo>
                    <a:pt x="2826" y="16545"/>
                    <a:pt x="2941" y="16552"/>
                    <a:pt x="3065" y="16552"/>
                  </a:cubicBezTo>
                  <a:cubicBezTo>
                    <a:pt x="4063" y="16552"/>
                    <a:pt x="5634" y="16102"/>
                    <a:pt x="5784" y="16052"/>
                  </a:cubicBezTo>
                  <a:cubicBezTo>
                    <a:pt x="6093" y="17147"/>
                    <a:pt x="6486" y="18270"/>
                    <a:pt x="6963" y="19365"/>
                  </a:cubicBezTo>
                  <a:cubicBezTo>
                    <a:pt x="7244" y="19983"/>
                    <a:pt x="7525" y="20628"/>
                    <a:pt x="7833" y="21246"/>
                  </a:cubicBezTo>
                  <a:cubicBezTo>
                    <a:pt x="7665" y="20965"/>
                    <a:pt x="7497" y="20741"/>
                    <a:pt x="7468" y="20713"/>
                  </a:cubicBezTo>
                  <a:cubicBezTo>
                    <a:pt x="6853" y="20002"/>
                    <a:pt x="5378" y="19032"/>
                    <a:pt x="4241" y="19032"/>
                  </a:cubicBezTo>
                  <a:cubicBezTo>
                    <a:pt x="4030" y="19032"/>
                    <a:pt x="3831" y="19066"/>
                    <a:pt x="3650" y="19140"/>
                  </a:cubicBezTo>
                  <a:cubicBezTo>
                    <a:pt x="2808" y="19505"/>
                    <a:pt x="2583" y="20488"/>
                    <a:pt x="3005" y="21246"/>
                  </a:cubicBezTo>
                  <a:cubicBezTo>
                    <a:pt x="3426" y="22032"/>
                    <a:pt x="4436" y="22425"/>
                    <a:pt x="5279" y="22537"/>
                  </a:cubicBezTo>
                  <a:cubicBezTo>
                    <a:pt x="5385" y="22555"/>
                    <a:pt x="5505" y="22563"/>
                    <a:pt x="5634" y="22563"/>
                  </a:cubicBezTo>
                  <a:cubicBezTo>
                    <a:pt x="6527" y="22563"/>
                    <a:pt x="7862" y="22186"/>
                    <a:pt x="8255" y="22088"/>
                  </a:cubicBezTo>
                  <a:cubicBezTo>
                    <a:pt x="8367" y="22313"/>
                    <a:pt x="8479" y="22566"/>
                    <a:pt x="8620" y="22790"/>
                  </a:cubicBezTo>
                  <a:cubicBezTo>
                    <a:pt x="9181" y="23941"/>
                    <a:pt x="9743" y="25064"/>
                    <a:pt x="10276" y="26187"/>
                  </a:cubicBezTo>
                  <a:cubicBezTo>
                    <a:pt x="10472" y="26608"/>
                    <a:pt x="10641" y="27001"/>
                    <a:pt x="10809" y="27394"/>
                  </a:cubicBezTo>
                  <a:cubicBezTo>
                    <a:pt x="10641" y="27170"/>
                    <a:pt x="10529" y="26973"/>
                    <a:pt x="10501" y="26945"/>
                  </a:cubicBezTo>
                  <a:cubicBezTo>
                    <a:pt x="9867" y="26217"/>
                    <a:pt x="8427" y="25253"/>
                    <a:pt x="7300" y="25253"/>
                  </a:cubicBezTo>
                  <a:cubicBezTo>
                    <a:pt x="7079" y="25253"/>
                    <a:pt x="6871" y="25290"/>
                    <a:pt x="6682" y="25373"/>
                  </a:cubicBezTo>
                  <a:cubicBezTo>
                    <a:pt x="5840" y="25710"/>
                    <a:pt x="5587" y="26721"/>
                    <a:pt x="6009" y="27479"/>
                  </a:cubicBezTo>
                  <a:cubicBezTo>
                    <a:pt x="6458" y="28265"/>
                    <a:pt x="7468" y="28658"/>
                    <a:pt x="8311" y="28770"/>
                  </a:cubicBezTo>
                  <a:cubicBezTo>
                    <a:pt x="8406" y="28784"/>
                    <a:pt x="8514" y="28790"/>
                    <a:pt x="8630" y="28790"/>
                  </a:cubicBezTo>
                  <a:cubicBezTo>
                    <a:pt x="9464" y="28790"/>
                    <a:pt x="10734" y="28469"/>
                    <a:pt x="11202" y="28321"/>
                  </a:cubicBezTo>
                  <a:cubicBezTo>
                    <a:pt x="11371" y="28742"/>
                    <a:pt x="11539" y="29163"/>
                    <a:pt x="11680" y="29556"/>
                  </a:cubicBezTo>
                  <a:cubicBezTo>
                    <a:pt x="11764" y="29837"/>
                    <a:pt x="11848" y="30118"/>
                    <a:pt x="11932" y="30398"/>
                  </a:cubicBezTo>
                  <a:cubicBezTo>
                    <a:pt x="12017" y="30679"/>
                    <a:pt x="12101" y="30960"/>
                    <a:pt x="12157" y="31241"/>
                  </a:cubicBezTo>
                  <a:cubicBezTo>
                    <a:pt x="12297" y="31774"/>
                    <a:pt x="12438" y="32336"/>
                    <a:pt x="12550" y="32841"/>
                  </a:cubicBezTo>
                  <a:cubicBezTo>
                    <a:pt x="12634" y="33206"/>
                    <a:pt x="12690" y="33571"/>
                    <a:pt x="12775" y="33936"/>
                  </a:cubicBezTo>
                  <a:cubicBezTo>
                    <a:pt x="12578" y="33515"/>
                    <a:pt x="12213" y="32757"/>
                    <a:pt x="12185" y="32700"/>
                  </a:cubicBezTo>
                  <a:cubicBezTo>
                    <a:pt x="11624" y="31833"/>
                    <a:pt x="10159" y="30525"/>
                    <a:pt x="8990" y="30525"/>
                  </a:cubicBezTo>
                  <a:cubicBezTo>
                    <a:pt x="8872" y="30525"/>
                    <a:pt x="8758" y="30539"/>
                    <a:pt x="8648" y="30567"/>
                  </a:cubicBezTo>
                  <a:cubicBezTo>
                    <a:pt x="7777" y="30791"/>
                    <a:pt x="7384" y="31746"/>
                    <a:pt x="7665" y="32560"/>
                  </a:cubicBezTo>
                  <a:cubicBezTo>
                    <a:pt x="7974" y="33402"/>
                    <a:pt x="8928" y="33936"/>
                    <a:pt x="9743" y="34160"/>
                  </a:cubicBezTo>
                  <a:cubicBezTo>
                    <a:pt x="10047" y="34259"/>
                    <a:pt x="10487" y="34292"/>
                    <a:pt x="10940" y="34292"/>
                  </a:cubicBezTo>
                  <a:cubicBezTo>
                    <a:pt x="11780" y="34292"/>
                    <a:pt x="12667" y="34179"/>
                    <a:pt x="12831" y="34160"/>
                  </a:cubicBezTo>
                  <a:cubicBezTo>
                    <a:pt x="12943" y="34750"/>
                    <a:pt x="13055" y="35311"/>
                    <a:pt x="13140" y="35873"/>
                  </a:cubicBezTo>
                  <a:cubicBezTo>
                    <a:pt x="13476" y="37726"/>
                    <a:pt x="13673" y="39298"/>
                    <a:pt x="13785" y="40393"/>
                  </a:cubicBezTo>
                  <a:cubicBezTo>
                    <a:pt x="13813" y="40590"/>
                    <a:pt x="13841" y="40758"/>
                    <a:pt x="13870" y="40926"/>
                  </a:cubicBezTo>
                  <a:lnTo>
                    <a:pt x="10079" y="40926"/>
                  </a:lnTo>
                  <a:lnTo>
                    <a:pt x="11455" y="67934"/>
                  </a:lnTo>
                  <a:lnTo>
                    <a:pt x="17912" y="67934"/>
                  </a:lnTo>
                  <a:lnTo>
                    <a:pt x="19288" y="40926"/>
                  </a:lnTo>
                  <a:lnTo>
                    <a:pt x="15751" y="40926"/>
                  </a:lnTo>
                  <a:cubicBezTo>
                    <a:pt x="15779" y="40870"/>
                    <a:pt x="15807" y="40814"/>
                    <a:pt x="15835" y="40758"/>
                  </a:cubicBezTo>
                  <a:cubicBezTo>
                    <a:pt x="16312" y="39747"/>
                    <a:pt x="16986" y="38315"/>
                    <a:pt x="17716" y="36547"/>
                  </a:cubicBezTo>
                  <a:cubicBezTo>
                    <a:pt x="17940" y="35985"/>
                    <a:pt x="18193" y="35368"/>
                    <a:pt x="18418" y="34750"/>
                  </a:cubicBezTo>
                  <a:cubicBezTo>
                    <a:pt x="18620" y="34795"/>
                    <a:pt x="19909" y="35057"/>
                    <a:pt x="20874" y="35057"/>
                  </a:cubicBezTo>
                  <a:cubicBezTo>
                    <a:pt x="21111" y="35057"/>
                    <a:pt x="21329" y="35041"/>
                    <a:pt x="21506" y="35003"/>
                  </a:cubicBezTo>
                  <a:cubicBezTo>
                    <a:pt x="22320" y="34806"/>
                    <a:pt x="23303" y="34329"/>
                    <a:pt x="23668" y="33543"/>
                  </a:cubicBezTo>
                  <a:cubicBezTo>
                    <a:pt x="24033" y="32729"/>
                    <a:pt x="23724" y="31774"/>
                    <a:pt x="22853" y="31465"/>
                  </a:cubicBezTo>
                  <a:cubicBezTo>
                    <a:pt x="22709" y="31417"/>
                    <a:pt x="22555" y="31395"/>
                    <a:pt x="22395" y="31395"/>
                  </a:cubicBezTo>
                  <a:cubicBezTo>
                    <a:pt x="21245" y="31395"/>
                    <a:pt x="19767" y="32530"/>
                    <a:pt x="19176" y="33318"/>
                  </a:cubicBezTo>
                  <a:cubicBezTo>
                    <a:pt x="19148" y="33374"/>
                    <a:pt x="18783" y="34020"/>
                    <a:pt x="18558" y="34413"/>
                  </a:cubicBezTo>
                  <a:cubicBezTo>
                    <a:pt x="18642" y="34160"/>
                    <a:pt x="18726" y="33908"/>
                    <a:pt x="18839" y="33655"/>
                  </a:cubicBezTo>
                  <a:cubicBezTo>
                    <a:pt x="19035" y="33122"/>
                    <a:pt x="19204" y="32616"/>
                    <a:pt x="19400" y="32055"/>
                  </a:cubicBezTo>
                  <a:cubicBezTo>
                    <a:pt x="19484" y="31774"/>
                    <a:pt x="19569" y="31493"/>
                    <a:pt x="19653" y="31213"/>
                  </a:cubicBezTo>
                  <a:cubicBezTo>
                    <a:pt x="19737" y="30932"/>
                    <a:pt x="19793" y="30623"/>
                    <a:pt x="19878" y="30342"/>
                  </a:cubicBezTo>
                  <a:cubicBezTo>
                    <a:pt x="20018" y="29668"/>
                    <a:pt x="20158" y="28967"/>
                    <a:pt x="20271" y="28237"/>
                  </a:cubicBezTo>
                  <a:cubicBezTo>
                    <a:pt x="20699" y="28397"/>
                    <a:pt x="22197" y="28914"/>
                    <a:pt x="23066" y="28914"/>
                  </a:cubicBezTo>
                  <a:cubicBezTo>
                    <a:pt x="23109" y="28914"/>
                    <a:pt x="23151" y="28913"/>
                    <a:pt x="23190" y="28910"/>
                  </a:cubicBezTo>
                  <a:cubicBezTo>
                    <a:pt x="24033" y="28854"/>
                    <a:pt x="25071" y="28545"/>
                    <a:pt x="25577" y="27815"/>
                  </a:cubicBezTo>
                  <a:cubicBezTo>
                    <a:pt x="26054" y="27086"/>
                    <a:pt x="25886" y="26075"/>
                    <a:pt x="25071" y="25654"/>
                  </a:cubicBezTo>
                  <a:cubicBezTo>
                    <a:pt x="24845" y="25535"/>
                    <a:pt x="24583" y="25483"/>
                    <a:pt x="24302" y="25483"/>
                  </a:cubicBezTo>
                  <a:cubicBezTo>
                    <a:pt x="23192" y="25483"/>
                    <a:pt x="21791" y="26290"/>
                    <a:pt x="21141" y="26917"/>
                  </a:cubicBezTo>
                  <a:cubicBezTo>
                    <a:pt x="21085" y="26973"/>
                    <a:pt x="20579" y="27619"/>
                    <a:pt x="20327" y="27956"/>
                  </a:cubicBezTo>
                  <a:cubicBezTo>
                    <a:pt x="20383" y="27535"/>
                    <a:pt x="20439" y="27114"/>
                    <a:pt x="20495" y="26692"/>
                  </a:cubicBezTo>
                  <a:cubicBezTo>
                    <a:pt x="20664" y="25429"/>
                    <a:pt x="20776" y="24166"/>
                    <a:pt x="20888" y="22902"/>
                  </a:cubicBezTo>
                  <a:cubicBezTo>
                    <a:pt x="20944" y="22509"/>
                    <a:pt x="20972" y="22116"/>
                    <a:pt x="21029" y="21751"/>
                  </a:cubicBezTo>
                  <a:cubicBezTo>
                    <a:pt x="21164" y="21805"/>
                    <a:pt x="22960" y="22456"/>
                    <a:pt x="23922" y="22456"/>
                  </a:cubicBezTo>
                  <a:cubicBezTo>
                    <a:pt x="23960" y="22456"/>
                    <a:pt x="23997" y="22455"/>
                    <a:pt x="24033" y="22453"/>
                  </a:cubicBezTo>
                  <a:cubicBezTo>
                    <a:pt x="24875" y="22397"/>
                    <a:pt x="25942" y="22088"/>
                    <a:pt x="26419" y="21330"/>
                  </a:cubicBezTo>
                  <a:cubicBezTo>
                    <a:pt x="26896" y="20600"/>
                    <a:pt x="26728" y="19590"/>
                    <a:pt x="25914" y="19168"/>
                  </a:cubicBezTo>
                  <a:cubicBezTo>
                    <a:pt x="25695" y="19059"/>
                    <a:pt x="25444" y="19012"/>
                    <a:pt x="25174" y="19012"/>
                  </a:cubicBezTo>
                  <a:cubicBezTo>
                    <a:pt x="24059" y="19012"/>
                    <a:pt x="22639" y="19827"/>
                    <a:pt x="21983" y="20460"/>
                  </a:cubicBezTo>
                  <a:cubicBezTo>
                    <a:pt x="21927" y="20516"/>
                    <a:pt x="21197" y="21443"/>
                    <a:pt x="21029" y="21667"/>
                  </a:cubicBezTo>
                  <a:cubicBezTo>
                    <a:pt x="21113" y="20825"/>
                    <a:pt x="21225" y="19983"/>
                    <a:pt x="21337" y="19140"/>
                  </a:cubicBezTo>
                  <a:cubicBezTo>
                    <a:pt x="21534" y="17989"/>
                    <a:pt x="21759" y="16894"/>
                    <a:pt x="22067" y="15828"/>
                  </a:cubicBezTo>
                  <a:cubicBezTo>
                    <a:pt x="22147" y="15854"/>
                    <a:pt x="23941" y="16536"/>
                    <a:pt x="24941" y="16536"/>
                  </a:cubicBezTo>
                  <a:cubicBezTo>
                    <a:pt x="24996" y="16536"/>
                    <a:pt x="25049" y="16534"/>
                    <a:pt x="25099" y="16529"/>
                  </a:cubicBezTo>
                  <a:cubicBezTo>
                    <a:pt x="25942" y="16473"/>
                    <a:pt x="27009" y="16164"/>
                    <a:pt x="27486" y="15435"/>
                  </a:cubicBezTo>
                  <a:cubicBezTo>
                    <a:pt x="27963" y="14705"/>
                    <a:pt x="27795" y="13666"/>
                    <a:pt x="26980" y="13273"/>
                  </a:cubicBezTo>
                  <a:cubicBezTo>
                    <a:pt x="26754" y="13154"/>
                    <a:pt x="26492" y="13102"/>
                    <a:pt x="26211" y="13102"/>
                  </a:cubicBezTo>
                  <a:cubicBezTo>
                    <a:pt x="25101" y="13102"/>
                    <a:pt x="23700" y="13909"/>
                    <a:pt x="23050" y="14536"/>
                  </a:cubicBezTo>
                  <a:cubicBezTo>
                    <a:pt x="22994" y="14592"/>
                    <a:pt x="22208" y="15575"/>
                    <a:pt x="22095" y="15771"/>
                  </a:cubicBezTo>
                  <a:cubicBezTo>
                    <a:pt x="22095" y="15715"/>
                    <a:pt x="22123" y="15631"/>
                    <a:pt x="22123" y="15575"/>
                  </a:cubicBezTo>
                  <a:cubicBezTo>
                    <a:pt x="22488" y="14452"/>
                    <a:pt x="22966" y="13385"/>
                    <a:pt x="23443" y="12431"/>
                  </a:cubicBezTo>
                  <a:cubicBezTo>
                    <a:pt x="23724" y="11869"/>
                    <a:pt x="24033" y="11364"/>
                    <a:pt x="24341" y="10858"/>
                  </a:cubicBezTo>
                  <a:cubicBezTo>
                    <a:pt x="24706" y="11027"/>
                    <a:pt x="26363" y="11841"/>
                    <a:pt x="27233" y="11869"/>
                  </a:cubicBezTo>
                  <a:cubicBezTo>
                    <a:pt x="27284" y="11871"/>
                    <a:pt x="27336" y="11872"/>
                    <a:pt x="27388" y="11872"/>
                  </a:cubicBezTo>
                  <a:cubicBezTo>
                    <a:pt x="28202" y="11872"/>
                    <a:pt x="29176" y="11660"/>
                    <a:pt x="29704" y="11027"/>
                  </a:cubicBezTo>
                  <a:cubicBezTo>
                    <a:pt x="30265" y="10353"/>
                    <a:pt x="30209" y="9314"/>
                    <a:pt x="29451" y="8809"/>
                  </a:cubicBezTo>
                  <a:cubicBezTo>
                    <a:pt x="29170" y="8631"/>
                    <a:pt x="28816" y="8557"/>
                    <a:pt x="28431" y="8557"/>
                  </a:cubicBezTo>
                  <a:cubicBezTo>
                    <a:pt x="27359" y="8557"/>
                    <a:pt x="26049" y="9134"/>
                    <a:pt x="25408" y="9651"/>
                  </a:cubicBezTo>
                  <a:cubicBezTo>
                    <a:pt x="25352" y="9707"/>
                    <a:pt x="24903" y="10156"/>
                    <a:pt x="24594" y="10465"/>
                  </a:cubicBezTo>
                  <a:cubicBezTo>
                    <a:pt x="24734" y="10241"/>
                    <a:pt x="24875" y="10016"/>
                    <a:pt x="25015" y="9791"/>
                  </a:cubicBezTo>
                  <a:cubicBezTo>
                    <a:pt x="25549" y="9005"/>
                    <a:pt x="26082" y="8304"/>
                    <a:pt x="26559" y="7714"/>
                  </a:cubicBezTo>
                  <a:cubicBezTo>
                    <a:pt x="26840" y="7349"/>
                    <a:pt x="27093" y="7040"/>
                    <a:pt x="27317" y="6759"/>
                  </a:cubicBezTo>
                  <a:cubicBezTo>
                    <a:pt x="27767" y="6759"/>
                    <a:pt x="29535" y="6703"/>
                    <a:pt x="30321" y="6338"/>
                  </a:cubicBezTo>
                  <a:cubicBezTo>
                    <a:pt x="31079" y="5973"/>
                    <a:pt x="31950" y="5328"/>
                    <a:pt x="32146" y="4457"/>
                  </a:cubicBezTo>
                  <a:cubicBezTo>
                    <a:pt x="32315" y="3587"/>
                    <a:pt x="31809" y="2717"/>
                    <a:pt x="30883" y="2604"/>
                  </a:cubicBezTo>
                  <a:cubicBezTo>
                    <a:pt x="30844" y="2601"/>
                    <a:pt x="30805" y="2599"/>
                    <a:pt x="30766" y="2599"/>
                  </a:cubicBezTo>
                  <a:cubicBezTo>
                    <a:pt x="29555" y="2599"/>
                    <a:pt x="28145" y="4236"/>
                    <a:pt x="27710" y="5215"/>
                  </a:cubicBezTo>
                  <a:cubicBezTo>
                    <a:pt x="27654" y="5300"/>
                    <a:pt x="27205" y="6759"/>
                    <a:pt x="27233" y="6759"/>
                  </a:cubicBezTo>
                  <a:lnTo>
                    <a:pt x="27261" y="6759"/>
                  </a:lnTo>
                  <a:cubicBezTo>
                    <a:pt x="27009" y="7040"/>
                    <a:pt x="26756" y="7321"/>
                    <a:pt x="26503" y="7658"/>
                  </a:cubicBezTo>
                  <a:cubicBezTo>
                    <a:pt x="25998" y="8247"/>
                    <a:pt x="25464" y="8949"/>
                    <a:pt x="24903" y="9735"/>
                  </a:cubicBezTo>
                  <a:cubicBezTo>
                    <a:pt x="24369" y="10493"/>
                    <a:pt x="23780" y="11364"/>
                    <a:pt x="23275" y="12346"/>
                  </a:cubicBezTo>
                  <a:cubicBezTo>
                    <a:pt x="22741" y="13301"/>
                    <a:pt x="22236" y="14340"/>
                    <a:pt x="21871" y="15491"/>
                  </a:cubicBezTo>
                  <a:lnTo>
                    <a:pt x="21843" y="15547"/>
                  </a:lnTo>
                  <a:cubicBezTo>
                    <a:pt x="21871" y="15154"/>
                    <a:pt x="21843" y="14143"/>
                    <a:pt x="21843" y="14059"/>
                  </a:cubicBezTo>
                  <a:cubicBezTo>
                    <a:pt x="21702" y="12936"/>
                    <a:pt x="20748" y="10858"/>
                    <a:pt x="19513" y="10634"/>
                  </a:cubicBezTo>
                  <a:cubicBezTo>
                    <a:pt x="19422" y="10617"/>
                    <a:pt x="19333" y="10609"/>
                    <a:pt x="19246" y="10609"/>
                  </a:cubicBezTo>
                  <a:cubicBezTo>
                    <a:pt x="18473" y="10609"/>
                    <a:pt x="17876" y="11255"/>
                    <a:pt x="17800" y="12037"/>
                  </a:cubicBezTo>
                  <a:cubicBezTo>
                    <a:pt x="17716" y="12936"/>
                    <a:pt x="18361" y="13806"/>
                    <a:pt x="19007" y="14368"/>
                  </a:cubicBezTo>
                  <a:cubicBezTo>
                    <a:pt x="19709" y="15013"/>
                    <a:pt x="21674" y="15631"/>
                    <a:pt x="21815" y="15659"/>
                  </a:cubicBezTo>
                  <a:cubicBezTo>
                    <a:pt x="21478" y="16754"/>
                    <a:pt x="21197" y="17905"/>
                    <a:pt x="21001" y="19084"/>
                  </a:cubicBezTo>
                  <a:cubicBezTo>
                    <a:pt x="20860" y="19758"/>
                    <a:pt x="20776" y="20432"/>
                    <a:pt x="20692" y="21134"/>
                  </a:cubicBezTo>
                  <a:cubicBezTo>
                    <a:pt x="20664" y="20797"/>
                    <a:pt x="20664" y="20516"/>
                    <a:pt x="20664" y="20488"/>
                  </a:cubicBezTo>
                  <a:cubicBezTo>
                    <a:pt x="20523" y="19365"/>
                    <a:pt x="19597" y="17287"/>
                    <a:pt x="18333" y="17063"/>
                  </a:cubicBezTo>
                  <a:cubicBezTo>
                    <a:pt x="18246" y="17046"/>
                    <a:pt x="18159" y="17038"/>
                    <a:pt x="18074" y="17038"/>
                  </a:cubicBezTo>
                  <a:cubicBezTo>
                    <a:pt x="17317" y="17038"/>
                    <a:pt x="16697" y="17684"/>
                    <a:pt x="16621" y="18467"/>
                  </a:cubicBezTo>
                  <a:cubicBezTo>
                    <a:pt x="16565" y="19365"/>
                    <a:pt x="17210" y="20235"/>
                    <a:pt x="17828" y="20797"/>
                  </a:cubicBezTo>
                  <a:cubicBezTo>
                    <a:pt x="18446" y="21358"/>
                    <a:pt x="20130" y="21920"/>
                    <a:pt x="20551" y="22060"/>
                  </a:cubicBezTo>
                  <a:cubicBezTo>
                    <a:pt x="20523" y="22341"/>
                    <a:pt x="20495" y="22594"/>
                    <a:pt x="20467" y="22846"/>
                  </a:cubicBezTo>
                  <a:cubicBezTo>
                    <a:pt x="20299" y="24110"/>
                    <a:pt x="20158" y="25373"/>
                    <a:pt x="19990" y="26608"/>
                  </a:cubicBezTo>
                  <a:cubicBezTo>
                    <a:pt x="19934" y="27057"/>
                    <a:pt x="19849" y="27479"/>
                    <a:pt x="19765" y="27900"/>
                  </a:cubicBezTo>
                  <a:cubicBezTo>
                    <a:pt x="19765" y="27619"/>
                    <a:pt x="19765" y="27366"/>
                    <a:pt x="19765" y="27338"/>
                  </a:cubicBezTo>
                  <a:cubicBezTo>
                    <a:pt x="19597" y="26215"/>
                    <a:pt x="18670" y="24166"/>
                    <a:pt x="17435" y="23941"/>
                  </a:cubicBezTo>
                  <a:cubicBezTo>
                    <a:pt x="17344" y="23924"/>
                    <a:pt x="17255" y="23916"/>
                    <a:pt x="17168" y="23916"/>
                  </a:cubicBezTo>
                  <a:cubicBezTo>
                    <a:pt x="16391" y="23916"/>
                    <a:pt x="15773" y="24560"/>
                    <a:pt x="15722" y="25317"/>
                  </a:cubicBezTo>
                  <a:cubicBezTo>
                    <a:pt x="15638" y="26215"/>
                    <a:pt x="16284" y="27114"/>
                    <a:pt x="16902" y="27647"/>
                  </a:cubicBezTo>
                  <a:cubicBezTo>
                    <a:pt x="17519" y="28209"/>
                    <a:pt x="19035" y="28714"/>
                    <a:pt x="19569" y="28910"/>
                  </a:cubicBezTo>
                  <a:cubicBezTo>
                    <a:pt x="19484" y="29332"/>
                    <a:pt x="19400" y="29753"/>
                    <a:pt x="19288" y="30174"/>
                  </a:cubicBezTo>
                  <a:cubicBezTo>
                    <a:pt x="19204" y="30455"/>
                    <a:pt x="19148" y="30735"/>
                    <a:pt x="19035" y="31016"/>
                  </a:cubicBezTo>
                  <a:cubicBezTo>
                    <a:pt x="18951" y="31297"/>
                    <a:pt x="18867" y="31578"/>
                    <a:pt x="18783" y="31858"/>
                  </a:cubicBezTo>
                  <a:cubicBezTo>
                    <a:pt x="18586" y="32364"/>
                    <a:pt x="18390" y="32897"/>
                    <a:pt x="18193" y="33402"/>
                  </a:cubicBezTo>
                  <a:cubicBezTo>
                    <a:pt x="18053" y="33767"/>
                    <a:pt x="17940" y="34104"/>
                    <a:pt x="17800" y="34413"/>
                  </a:cubicBezTo>
                  <a:cubicBezTo>
                    <a:pt x="17856" y="33992"/>
                    <a:pt x="17968" y="33150"/>
                    <a:pt x="17968" y="33065"/>
                  </a:cubicBezTo>
                  <a:cubicBezTo>
                    <a:pt x="17997" y="32336"/>
                    <a:pt x="17744" y="31100"/>
                    <a:pt x="17210" y="30258"/>
                  </a:cubicBezTo>
                  <a:cubicBezTo>
                    <a:pt x="17210" y="30146"/>
                    <a:pt x="17210" y="30033"/>
                    <a:pt x="17182" y="29921"/>
                  </a:cubicBezTo>
                  <a:cubicBezTo>
                    <a:pt x="17061" y="29194"/>
                    <a:pt x="16437" y="28613"/>
                    <a:pt x="15708" y="28613"/>
                  </a:cubicBezTo>
                  <a:cubicBezTo>
                    <a:pt x="15594" y="28613"/>
                    <a:pt x="15476" y="28627"/>
                    <a:pt x="15357" y="28658"/>
                  </a:cubicBezTo>
                  <a:cubicBezTo>
                    <a:pt x="14150" y="28995"/>
                    <a:pt x="13364" y="31128"/>
                    <a:pt x="13308" y="32251"/>
                  </a:cubicBezTo>
                  <a:cubicBezTo>
                    <a:pt x="13308" y="32307"/>
                    <a:pt x="13364" y="33037"/>
                    <a:pt x="13392" y="33487"/>
                  </a:cubicBezTo>
                  <a:cubicBezTo>
                    <a:pt x="13336" y="33234"/>
                    <a:pt x="13280" y="32981"/>
                    <a:pt x="13196" y="32700"/>
                  </a:cubicBezTo>
                  <a:cubicBezTo>
                    <a:pt x="13083" y="32167"/>
                    <a:pt x="12943" y="31634"/>
                    <a:pt x="12775" y="31044"/>
                  </a:cubicBezTo>
                  <a:cubicBezTo>
                    <a:pt x="12690" y="30791"/>
                    <a:pt x="12606" y="30511"/>
                    <a:pt x="12522" y="30230"/>
                  </a:cubicBezTo>
                  <a:cubicBezTo>
                    <a:pt x="12466" y="29949"/>
                    <a:pt x="12325" y="29668"/>
                    <a:pt x="12241" y="29360"/>
                  </a:cubicBezTo>
                  <a:cubicBezTo>
                    <a:pt x="11989" y="28714"/>
                    <a:pt x="11708" y="28068"/>
                    <a:pt x="11427" y="27394"/>
                  </a:cubicBezTo>
                  <a:cubicBezTo>
                    <a:pt x="11904" y="27282"/>
                    <a:pt x="13561" y="26861"/>
                    <a:pt x="14234" y="26356"/>
                  </a:cubicBezTo>
                  <a:cubicBezTo>
                    <a:pt x="14908" y="25850"/>
                    <a:pt x="15610" y="25008"/>
                    <a:pt x="15610" y="24110"/>
                  </a:cubicBezTo>
                  <a:cubicBezTo>
                    <a:pt x="15584" y="23297"/>
                    <a:pt x="14995" y="22583"/>
                    <a:pt x="14163" y="22583"/>
                  </a:cubicBezTo>
                  <a:cubicBezTo>
                    <a:pt x="14104" y="22583"/>
                    <a:pt x="14043" y="22586"/>
                    <a:pt x="13982" y="22594"/>
                  </a:cubicBezTo>
                  <a:cubicBezTo>
                    <a:pt x="12747" y="22734"/>
                    <a:pt x="11652" y="24727"/>
                    <a:pt x="11427" y="25822"/>
                  </a:cubicBezTo>
                  <a:cubicBezTo>
                    <a:pt x="11427" y="25878"/>
                    <a:pt x="11343" y="26692"/>
                    <a:pt x="11315" y="27142"/>
                  </a:cubicBezTo>
                  <a:cubicBezTo>
                    <a:pt x="11118" y="26749"/>
                    <a:pt x="10950" y="26356"/>
                    <a:pt x="10753" y="25963"/>
                  </a:cubicBezTo>
                  <a:cubicBezTo>
                    <a:pt x="10192" y="24840"/>
                    <a:pt x="9602" y="23717"/>
                    <a:pt x="9013" y="22594"/>
                  </a:cubicBezTo>
                  <a:cubicBezTo>
                    <a:pt x="8816" y="22257"/>
                    <a:pt x="8648" y="21920"/>
                    <a:pt x="8451" y="21555"/>
                  </a:cubicBezTo>
                  <a:cubicBezTo>
                    <a:pt x="8620" y="21527"/>
                    <a:pt x="10613" y="21078"/>
                    <a:pt x="11371" y="20488"/>
                  </a:cubicBezTo>
                  <a:cubicBezTo>
                    <a:pt x="12045" y="19983"/>
                    <a:pt x="12747" y="19140"/>
                    <a:pt x="12747" y="18242"/>
                  </a:cubicBezTo>
                  <a:cubicBezTo>
                    <a:pt x="12747" y="17418"/>
                    <a:pt x="12117" y="16719"/>
                    <a:pt x="11263" y="16719"/>
                  </a:cubicBezTo>
                  <a:cubicBezTo>
                    <a:pt x="11216" y="16719"/>
                    <a:pt x="11167" y="16722"/>
                    <a:pt x="11118" y="16726"/>
                  </a:cubicBezTo>
                  <a:cubicBezTo>
                    <a:pt x="9883" y="16866"/>
                    <a:pt x="8788" y="18860"/>
                    <a:pt x="8563" y="19955"/>
                  </a:cubicBezTo>
                  <a:cubicBezTo>
                    <a:pt x="8535" y="20039"/>
                    <a:pt x="8451" y="21218"/>
                    <a:pt x="8423" y="21499"/>
                  </a:cubicBezTo>
                  <a:cubicBezTo>
                    <a:pt x="8030" y="20741"/>
                    <a:pt x="7637" y="19983"/>
                    <a:pt x="7300" y="19225"/>
                  </a:cubicBezTo>
                  <a:cubicBezTo>
                    <a:pt x="6823" y="18158"/>
                    <a:pt x="6402" y="17091"/>
                    <a:pt x="6065" y="16052"/>
                  </a:cubicBezTo>
                  <a:cubicBezTo>
                    <a:pt x="6149" y="16024"/>
                    <a:pt x="8226" y="15547"/>
                    <a:pt x="9013" y="14957"/>
                  </a:cubicBezTo>
                  <a:cubicBezTo>
                    <a:pt x="9658" y="14452"/>
                    <a:pt x="10360" y="13610"/>
                    <a:pt x="10360" y="12739"/>
                  </a:cubicBezTo>
                  <a:cubicBezTo>
                    <a:pt x="10360" y="11914"/>
                    <a:pt x="9728" y="11189"/>
                    <a:pt x="8896" y="11189"/>
                  </a:cubicBezTo>
                  <a:cubicBezTo>
                    <a:pt x="8851" y="11189"/>
                    <a:pt x="8806" y="11191"/>
                    <a:pt x="8760" y="11195"/>
                  </a:cubicBezTo>
                  <a:cubicBezTo>
                    <a:pt x="7497" y="11336"/>
                    <a:pt x="6430" y="13329"/>
                    <a:pt x="6177" y="14424"/>
                  </a:cubicBezTo>
                  <a:cubicBezTo>
                    <a:pt x="6177" y="14508"/>
                    <a:pt x="6065" y="15771"/>
                    <a:pt x="6065" y="15996"/>
                  </a:cubicBezTo>
                  <a:cubicBezTo>
                    <a:pt x="6037" y="15940"/>
                    <a:pt x="6009" y="15884"/>
                    <a:pt x="5981" y="15799"/>
                  </a:cubicBezTo>
                  <a:cubicBezTo>
                    <a:pt x="5644" y="14677"/>
                    <a:pt x="5475" y="13525"/>
                    <a:pt x="5363" y="12459"/>
                  </a:cubicBezTo>
                  <a:cubicBezTo>
                    <a:pt x="5279" y="11841"/>
                    <a:pt x="5251" y="11223"/>
                    <a:pt x="5223" y="10662"/>
                  </a:cubicBezTo>
                  <a:cubicBezTo>
                    <a:pt x="5644" y="10606"/>
                    <a:pt x="7440" y="10353"/>
                    <a:pt x="8198" y="9904"/>
                  </a:cubicBezTo>
                  <a:cubicBezTo>
                    <a:pt x="8900" y="9483"/>
                    <a:pt x="9714" y="8725"/>
                    <a:pt x="9799" y="7826"/>
                  </a:cubicBezTo>
                  <a:cubicBezTo>
                    <a:pt x="9883" y="6956"/>
                    <a:pt x="9265" y="6142"/>
                    <a:pt x="8367" y="6142"/>
                  </a:cubicBezTo>
                  <a:cubicBezTo>
                    <a:pt x="7104" y="6142"/>
                    <a:pt x="5812" y="7995"/>
                    <a:pt x="5447" y="9062"/>
                  </a:cubicBezTo>
                  <a:cubicBezTo>
                    <a:pt x="5447" y="9118"/>
                    <a:pt x="5307" y="9735"/>
                    <a:pt x="5223" y="10185"/>
                  </a:cubicBezTo>
                  <a:cubicBezTo>
                    <a:pt x="5223" y="9932"/>
                    <a:pt x="5223" y="9651"/>
                    <a:pt x="5223" y="9398"/>
                  </a:cubicBezTo>
                  <a:cubicBezTo>
                    <a:pt x="5223" y="8444"/>
                    <a:pt x="5279" y="7574"/>
                    <a:pt x="5335" y="6787"/>
                  </a:cubicBezTo>
                  <a:cubicBezTo>
                    <a:pt x="5363" y="6366"/>
                    <a:pt x="5419" y="5973"/>
                    <a:pt x="5447" y="5608"/>
                  </a:cubicBezTo>
                  <a:cubicBezTo>
                    <a:pt x="5812" y="5356"/>
                    <a:pt x="7272" y="4317"/>
                    <a:pt x="7721" y="3587"/>
                  </a:cubicBezTo>
                  <a:cubicBezTo>
                    <a:pt x="8170" y="2857"/>
                    <a:pt x="8535" y="1818"/>
                    <a:pt x="8198" y="1004"/>
                  </a:cubicBezTo>
                  <a:cubicBezTo>
                    <a:pt x="7970" y="403"/>
                    <a:pt x="7406" y="1"/>
                    <a:pt x="6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4156;p64">
              <a:extLst>
                <a:ext uri="{FF2B5EF4-FFF2-40B4-BE49-F238E27FC236}">
                  <a16:creationId xmlns:a16="http://schemas.microsoft.com/office/drawing/2014/main" id="{0F6B8511-837B-1A2D-1D25-41D90992C795}"/>
                </a:ext>
              </a:extLst>
            </p:cNvPr>
            <p:cNvSpPr/>
            <p:nvPr/>
          </p:nvSpPr>
          <p:spPr>
            <a:xfrm>
              <a:off x="2360625" y="3503225"/>
              <a:ext cx="95475" cy="140375"/>
            </a:xfrm>
            <a:custGeom>
              <a:avLst/>
              <a:gdLst/>
              <a:ahLst/>
              <a:cxnLst/>
              <a:rect l="l" t="t" r="r" b="b"/>
              <a:pathLst>
                <a:path w="3819" h="5615" extrusionOk="0">
                  <a:moveTo>
                    <a:pt x="1726" y="0"/>
                  </a:moveTo>
                  <a:cubicBezTo>
                    <a:pt x="1103" y="0"/>
                    <a:pt x="522" y="423"/>
                    <a:pt x="309" y="1039"/>
                  </a:cubicBezTo>
                  <a:cubicBezTo>
                    <a:pt x="1" y="1881"/>
                    <a:pt x="366" y="2891"/>
                    <a:pt x="843" y="3593"/>
                  </a:cubicBezTo>
                  <a:cubicBezTo>
                    <a:pt x="1376" y="4436"/>
                    <a:pt x="3229" y="5615"/>
                    <a:pt x="3229" y="5615"/>
                  </a:cubicBezTo>
                  <a:cubicBezTo>
                    <a:pt x="3257" y="5615"/>
                    <a:pt x="3650" y="4127"/>
                    <a:pt x="3650" y="4043"/>
                  </a:cubicBezTo>
                  <a:cubicBezTo>
                    <a:pt x="3819" y="2920"/>
                    <a:pt x="3454" y="674"/>
                    <a:pt x="2331" y="140"/>
                  </a:cubicBezTo>
                  <a:cubicBezTo>
                    <a:pt x="2132" y="44"/>
                    <a:pt x="1927" y="0"/>
                    <a:pt x="17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4157;p64">
              <a:extLst>
                <a:ext uri="{FF2B5EF4-FFF2-40B4-BE49-F238E27FC236}">
                  <a16:creationId xmlns:a16="http://schemas.microsoft.com/office/drawing/2014/main" id="{69DAA4CD-5C28-FE40-42D5-A37C1C0476C1}"/>
                </a:ext>
              </a:extLst>
            </p:cNvPr>
            <p:cNvSpPr/>
            <p:nvPr/>
          </p:nvSpPr>
          <p:spPr>
            <a:xfrm>
              <a:off x="3864725" y="5031175"/>
              <a:ext cx="1179875" cy="346750"/>
            </a:xfrm>
            <a:custGeom>
              <a:avLst/>
              <a:gdLst/>
              <a:ahLst/>
              <a:cxnLst/>
              <a:rect l="l" t="t" r="r" b="b"/>
              <a:pathLst>
                <a:path w="47195" h="13870" extrusionOk="0">
                  <a:moveTo>
                    <a:pt x="23584" y="1"/>
                  </a:moveTo>
                  <a:cubicBezTo>
                    <a:pt x="10557" y="1"/>
                    <a:pt x="1" y="3117"/>
                    <a:pt x="1" y="6935"/>
                  </a:cubicBezTo>
                  <a:cubicBezTo>
                    <a:pt x="1" y="10753"/>
                    <a:pt x="10557" y="13869"/>
                    <a:pt x="23584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4158;p64">
              <a:extLst>
                <a:ext uri="{FF2B5EF4-FFF2-40B4-BE49-F238E27FC236}">
                  <a16:creationId xmlns:a16="http://schemas.microsoft.com/office/drawing/2014/main" id="{627B98FE-59C3-8380-A950-79B1F271C844}"/>
                </a:ext>
              </a:extLst>
            </p:cNvPr>
            <p:cNvSpPr/>
            <p:nvPr/>
          </p:nvSpPr>
          <p:spPr>
            <a:xfrm>
              <a:off x="3864725" y="5031175"/>
              <a:ext cx="1179875" cy="346750"/>
            </a:xfrm>
            <a:custGeom>
              <a:avLst/>
              <a:gdLst/>
              <a:ahLst/>
              <a:cxnLst/>
              <a:rect l="l" t="t" r="r" b="b"/>
              <a:pathLst>
                <a:path w="47195" h="13870" extrusionOk="0">
                  <a:moveTo>
                    <a:pt x="23584" y="1"/>
                  </a:moveTo>
                  <a:cubicBezTo>
                    <a:pt x="10557" y="1"/>
                    <a:pt x="1" y="3117"/>
                    <a:pt x="1" y="6935"/>
                  </a:cubicBezTo>
                  <a:cubicBezTo>
                    <a:pt x="1" y="10753"/>
                    <a:pt x="10557" y="13869"/>
                    <a:pt x="23584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4159;p64">
              <a:extLst>
                <a:ext uri="{FF2B5EF4-FFF2-40B4-BE49-F238E27FC236}">
                  <a16:creationId xmlns:a16="http://schemas.microsoft.com/office/drawing/2014/main" id="{30FE30C7-766C-9CAF-B7A0-1191A6B57A91}"/>
                </a:ext>
              </a:extLst>
            </p:cNvPr>
            <p:cNvSpPr/>
            <p:nvPr/>
          </p:nvSpPr>
          <p:spPr>
            <a:xfrm>
              <a:off x="4084425" y="2377175"/>
              <a:ext cx="392350" cy="435425"/>
            </a:xfrm>
            <a:custGeom>
              <a:avLst/>
              <a:gdLst/>
              <a:ahLst/>
              <a:cxnLst/>
              <a:rect l="l" t="t" r="r" b="b"/>
              <a:pathLst>
                <a:path w="15694" h="17417" extrusionOk="0">
                  <a:moveTo>
                    <a:pt x="7946" y="0"/>
                  </a:moveTo>
                  <a:cubicBezTo>
                    <a:pt x="5367" y="0"/>
                    <a:pt x="3225" y="1790"/>
                    <a:pt x="2162" y="2958"/>
                  </a:cubicBezTo>
                  <a:cubicBezTo>
                    <a:pt x="1011" y="4249"/>
                    <a:pt x="1769" y="6748"/>
                    <a:pt x="1657" y="7253"/>
                  </a:cubicBezTo>
                  <a:cubicBezTo>
                    <a:pt x="1516" y="7759"/>
                    <a:pt x="0" y="9415"/>
                    <a:pt x="56" y="9920"/>
                  </a:cubicBezTo>
                  <a:cubicBezTo>
                    <a:pt x="113" y="10426"/>
                    <a:pt x="871" y="10510"/>
                    <a:pt x="871" y="10510"/>
                  </a:cubicBezTo>
                  <a:cubicBezTo>
                    <a:pt x="871" y="10510"/>
                    <a:pt x="1516" y="13486"/>
                    <a:pt x="1909" y="14216"/>
                  </a:cubicBezTo>
                  <a:cubicBezTo>
                    <a:pt x="2274" y="14918"/>
                    <a:pt x="3313" y="15030"/>
                    <a:pt x="3678" y="15030"/>
                  </a:cubicBezTo>
                  <a:cubicBezTo>
                    <a:pt x="4071" y="15030"/>
                    <a:pt x="4464" y="15339"/>
                    <a:pt x="4464" y="15339"/>
                  </a:cubicBezTo>
                  <a:lnTo>
                    <a:pt x="5054" y="17416"/>
                  </a:lnTo>
                  <a:lnTo>
                    <a:pt x="13785" y="15423"/>
                  </a:lnTo>
                  <a:lnTo>
                    <a:pt x="13504" y="12531"/>
                  </a:lnTo>
                  <a:cubicBezTo>
                    <a:pt x="13504" y="12531"/>
                    <a:pt x="15694" y="9668"/>
                    <a:pt x="15497" y="6860"/>
                  </a:cubicBezTo>
                  <a:cubicBezTo>
                    <a:pt x="15301" y="4053"/>
                    <a:pt x="13083" y="2649"/>
                    <a:pt x="13083" y="2649"/>
                  </a:cubicBezTo>
                  <a:cubicBezTo>
                    <a:pt x="13083" y="2649"/>
                    <a:pt x="11483" y="347"/>
                    <a:pt x="8591" y="38"/>
                  </a:cubicBezTo>
                  <a:cubicBezTo>
                    <a:pt x="8373" y="12"/>
                    <a:pt x="8158" y="0"/>
                    <a:pt x="79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4160;p64">
              <a:extLst>
                <a:ext uri="{FF2B5EF4-FFF2-40B4-BE49-F238E27FC236}">
                  <a16:creationId xmlns:a16="http://schemas.microsoft.com/office/drawing/2014/main" id="{CE062366-7DA0-91C8-43BC-E56B23F4F470}"/>
                </a:ext>
              </a:extLst>
            </p:cNvPr>
            <p:cNvSpPr/>
            <p:nvPr/>
          </p:nvSpPr>
          <p:spPr>
            <a:xfrm>
              <a:off x="4079500" y="2371100"/>
              <a:ext cx="398700" cy="447250"/>
            </a:xfrm>
            <a:custGeom>
              <a:avLst/>
              <a:gdLst/>
              <a:ahLst/>
              <a:cxnLst/>
              <a:rect l="l" t="t" r="r" b="b"/>
              <a:pathLst>
                <a:path w="15948" h="17890" extrusionOk="0">
                  <a:moveTo>
                    <a:pt x="8170" y="477"/>
                  </a:moveTo>
                  <a:cubicBezTo>
                    <a:pt x="8367" y="477"/>
                    <a:pt x="8564" y="477"/>
                    <a:pt x="8788" y="506"/>
                  </a:cubicBezTo>
                  <a:cubicBezTo>
                    <a:pt x="10164" y="674"/>
                    <a:pt x="11231" y="1292"/>
                    <a:pt x="11961" y="1881"/>
                  </a:cubicBezTo>
                  <a:cubicBezTo>
                    <a:pt x="12326" y="2190"/>
                    <a:pt x="12606" y="2471"/>
                    <a:pt x="12803" y="2695"/>
                  </a:cubicBezTo>
                  <a:cubicBezTo>
                    <a:pt x="12887" y="2780"/>
                    <a:pt x="12971" y="2864"/>
                    <a:pt x="12999" y="2948"/>
                  </a:cubicBezTo>
                  <a:lnTo>
                    <a:pt x="13055" y="3004"/>
                  </a:lnTo>
                  <a:lnTo>
                    <a:pt x="13084" y="3032"/>
                  </a:lnTo>
                  <a:lnTo>
                    <a:pt x="13140" y="3088"/>
                  </a:lnTo>
                  <a:lnTo>
                    <a:pt x="13168" y="3116"/>
                  </a:lnTo>
                  <a:cubicBezTo>
                    <a:pt x="13280" y="3173"/>
                    <a:pt x="13813" y="3566"/>
                    <a:pt x="14347" y="4211"/>
                  </a:cubicBezTo>
                  <a:cubicBezTo>
                    <a:pt x="14852" y="4885"/>
                    <a:pt x="15386" y="5868"/>
                    <a:pt x="15470" y="7131"/>
                  </a:cubicBezTo>
                  <a:cubicBezTo>
                    <a:pt x="15470" y="7243"/>
                    <a:pt x="15470" y="7356"/>
                    <a:pt x="15470" y="7468"/>
                  </a:cubicBezTo>
                  <a:cubicBezTo>
                    <a:pt x="15470" y="8760"/>
                    <a:pt x="14993" y="10051"/>
                    <a:pt x="14487" y="11034"/>
                  </a:cubicBezTo>
                  <a:cubicBezTo>
                    <a:pt x="14263" y="11511"/>
                    <a:pt x="14010" y="11932"/>
                    <a:pt x="13842" y="12213"/>
                  </a:cubicBezTo>
                  <a:cubicBezTo>
                    <a:pt x="13729" y="12353"/>
                    <a:pt x="13673" y="12465"/>
                    <a:pt x="13617" y="12522"/>
                  </a:cubicBezTo>
                  <a:lnTo>
                    <a:pt x="13561" y="12606"/>
                  </a:lnTo>
                  <a:lnTo>
                    <a:pt x="13533" y="12634"/>
                  </a:lnTo>
                  <a:cubicBezTo>
                    <a:pt x="13505" y="12690"/>
                    <a:pt x="13477" y="12746"/>
                    <a:pt x="13477" y="12802"/>
                  </a:cubicBezTo>
                  <a:lnTo>
                    <a:pt x="13729" y="15469"/>
                  </a:lnTo>
                  <a:lnTo>
                    <a:pt x="5391" y="17378"/>
                  </a:lnTo>
                  <a:lnTo>
                    <a:pt x="4886" y="15526"/>
                  </a:lnTo>
                  <a:cubicBezTo>
                    <a:pt x="4858" y="15469"/>
                    <a:pt x="4830" y="15413"/>
                    <a:pt x="4801" y="15385"/>
                  </a:cubicBezTo>
                  <a:cubicBezTo>
                    <a:pt x="4773" y="15385"/>
                    <a:pt x="4689" y="15301"/>
                    <a:pt x="4521" y="15217"/>
                  </a:cubicBezTo>
                  <a:cubicBezTo>
                    <a:pt x="4352" y="15132"/>
                    <a:pt x="4128" y="15048"/>
                    <a:pt x="3875" y="15048"/>
                  </a:cubicBezTo>
                  <a:cubicBezTo>
                    <a:pt x="3707" y="15048"/>
                    <a:pt x="3398" y="15020"/>
                    <a:pt x="3061" y="14908"/>
                  </a:cubicBezTo>
                  <a:cubicBezTo>
                    <a:pt x="2752" y="14796"/>
                    <a:pt x="2443" y="14599"/>
                    <a:pt x="2303" y="14346"/>
                  </a:cubicBezTo>
                  <a:cubicBezTo>
                    <a:pt x="2219" y="14178"/>
                    <a:pt x="2106" y="13869"/>
                    <a:pt x="1994" y="13504"/>
                  </a:cubicBezTo>
                  <a:cubicBezTo>
                    <a:pt x="1826" y="12943"/>
                    <a:pt x="1657" y="12241"/>
                    <a:pt x="1517" y="11679"/>
                  </a:cubicBezTo>
                  <a:cubicBezTo>
                    <a:pt x="1404" y="11118"/>
                    <a:pt x="1320" y="10697"/>
                    <a:pt x="1292" y="10697"/>
                  </a:cubicBezTo>
                  <a:cubicBezTo>
                    <a:pt x="1292" y="10584"/>
                    <a:pt x="1208" y="10528"/>
                    <a:pt x="1096" y="10500"/>
                  </a:cubicBezTo>
                  <a:cubicBezTo>
                    <a:pt x="1068" y="10500"/>
                    <a:pt x="899" y="10472"/>
                    <a:pt x="731" y="10416"/>
                  </a:cubicBezTo>
                  <a:cubicBezTo>
                    <a:pt x="675" y="10388"/>
                    <a:pt x="590" y="10332"/>
                    <a:pt x="562" y="10304"/>
                  </a:cubicBezTo>
                  <a:cubicBezTo>
                    <a:pt x="506" y="10247"/>
                    <a:pt x="478" y="10191"/>
                    <a:pt x="478" y="10135"/>
                  </a:cubicBezTo>
                  <a:cubicBezTo>
                    <a:pt x="478" y="10107"/>
                    <a:pt x="478" y="10051"/>
                    <a:pt x="534" y="9967"/>
                  </a:cubicBezTo>
                  <a:cubicBezTo>
                    <a:pt x="646" y="9686"/>
                    <a:pt x="983" y="9181"/>
                    <a:pt x="1320" y="8731"/>
                  </a:cubicBezTo>
                  <a:cubicBezTo>
                    <a:pt x="1489" y="8507"/>
                    <a:pt x="1657" y="8282"/>
                    <a:pt x="1797" y="8086"/>
                  </a:cubicBezTo>
                  <a:cubicBezTo>
                    <a:pt x="1910" y="7889"/>
                    <a:pt x="2022" y="7721"/>
                    <a:pt x="2078" y="7552"/>
                  </a:cubicBezTo>
                  <a:cubicBezTo>
                    <a:pt x="2078" y="7468"/>
                    <a:pt x="2078" y="7412"/>
                    <a:pt x="2078" y="7328"/>
                  </a:cubicBezTo>
                  <a:cubicBezTo>
                    <a:pt x="2078" y="7103"/>
                    <a:pt x="2050" y="6822"/>
                    <a:pt x="2022" y="6485"/>
                  </a:cubicBezTo>
                  <a:cubicBezTo>
                    <a:pt x="1966" y="6149"/>
                    <a:pt x="1938" y="5756"/>
                    <a:pt x="1938" y="5362"/>
                  </a:cubicBezTo>
                  <a:cubicBezTo>
                    <a:pt x="1938" y="4604"/>
                    <a:pt x="2078" y="3875"/>
                    <a:pt x="2527" y="3369"/>
                  </a:cubicBezTo>
                  <a:cubicBezTo>
                    <a:pt x="3033" y="2780"/>
                    <a:pt x="3847" y="2050"/>
                    <a:pt x="4801" y="1488"/>
                  </a:cubicBezTo>
                  <a:cubicBezTo>
                    <a:pt x="5784" y="899"/>
                    <a:pt x="6935" y="477"/>
                    <a:pt x="8170" y="477"/>
                  </a:cubicBezTo>
                  <a:close/>
                  <a:moveTo>
                    <a:pt x="8170" y="0"/>
                  </a:moveTo>
                  <a:cubicBezTo>
                    <a:pt x="6823" y="0"/>
                    <a:pt x="5588" y="477"/>
                    <a:pt x="4577" y="1067"/>
                  </a:cubicBezTo>
                  <a:cubicBezTo>
                    <a:pt x="3538" y="1685"/>
                    <a:pt x="2724" y="2443"/>
                    <a:pt x="2191" y="3060"/>
                  </a:cubicBezTo>
                  <a:cubicBezTo>
                    <a:pt x="1601" y="3706"/>
                    <a:pt x="1489" y="4576"/>
                    <a:pt x="1489" y="5362"/>
                  </a:cubicBezTo>
                  <a:cubicBezTo>
                    <a:pt x="1489" y="5784"/>
                    <a:pt x="1517" y="6177"/>
                    <a:pt x="1545" y="6514"/>
                  </a:cubicBezTo>
                  <a:cubicBezTo>
                    <a:pt x="1601" y="6879"/>
                    <a:pt x="1629" y="7159"/>
                    <a:pt x="1629" y="7328"/>
                  </a:cubicBezTo>
                  <a:cubicBezTo>
                    <a:pt x="1629" y="7384"/>
                    <a:pt x="1629" y="7412"/>
                    <a:pt x="1601" y="7440"/>
                  </a:cubicBezTo>
                  <a:lnTo>
                    <a:pt x="1626" y="7446"/>
                  </a:lnTo>
                  <a:lnTo>
                    <a:pt x="1626" y="7446"/>
                  </a:lnTo>
                  <a:cubicBezTo>
                    <a:pt x="1594" y="7508"/>
                    <a:pt x="1484" y="7700"/>
                    <a:pt x="1348" y="7917"/>
                  </a:cubicBezTo>
                  <a:cubicBezTo>
                    <a:pt x="1124" y="8226"/>
                    <a:pt x="787" y="8675"/>
                    <a:pt x="534" y="9068"/>
                  </a:cubicBezTo>
                  <a:cubicBezTo>
                    <a:pt x="394" y="9265"/>
                    <a:pt x="253" y="9433"/>
                    <a:pt x="169" y="9630"/>
                  </a:cubicBezTo>
                  <a:cubicBezTo>
                    <a:pt x="85" y="9798"/>
                    <a:pt x="29" y="9967"/>
                    <a:pt x="1" y="10135"/>
                  </a:cubicBezTo>
                  <a:lnTo>
                    <a:pt x="29" y="10219"/>
                  </a:lnTo>
                  <a:lnTo>
                    <a:pt x="30" y="10219"/>
                  </a:lnTo>
                  <a:lnTo>
                    <a:pt x="30" y="10219"/>
                  </a:lnTo>
                  <a:cubicBezTo>
                    <a:pt x="40" y="10401"/>
                    <a:pt x="146" y="10534"/>
                    <a:pt x="253" y="10641"/>
                  </a:cubicBezTo>
                  <a:cubicBezTo>
                    <a:pt x="422" y="10809"/>
                    <a:pt x="618" y="10865"/>
                    <a:pt x="759" y="10921"/>
                  </a:cubicBezTo>
                  <a:cubicBezTo>
                    <a:pt x="804" y="10936"/>
                    <a:pt x="845" y="10947"/>
                    <a:pt x="882" y="10956"/>
                  </a:cubicBezTo>
                  <a:lnTo>
                    <a:pt x="882" y="10956"/>
                  </a:lnTo>
                  <a:cubicBezTo>
                    <a:pt x="943" y="11227"/>
                    <a:pt x="1068" y="11783"/>
                    <a:pt x="1208" y="12381"/>
                  </a:cubicBezTo>
                  <a:cubicBezTo>
                    <a:pt x="1320" y="12802"/>
                    <a:pt x="1433" y="13251"/>
                    <a:pt x="1545" y="13645"/>
                  </a:cubicBezTo>
                  <a:cubicBezTo>
                    <a:pt x="1657" y="14038"/>
                    <a:pt x="1769" y="14346"/>
                    <a:pt x="1882" y="14543"/>
                  </a:cubicBezTo>
                  <a:cubicBezTo>
                    <a:pt x="2134" y="14992"/>
                    <a:pt x="2527" y="15217"/>
                    <a:pt x="2920" y="15357"/>
                  </a:cubicBezTo>
                  <a:cubicBezTo>
                    <a:pt x="3314" y="15469"/>
                    <a:pt x="3679" y="15497"/>
                    <a:pt x="3875" y="15497"/>
                  </a:cubicBezTo>
                  <a:cubicBezTo>
                    <a:pt x="4015" y="15497"/>
                    <a:pt x="4184" y="15554"/>
                    <a:pt x="4296" y="15638"/>
                  </a:cubicBezTo>
                  <a:cubicBezTo>
                    <a:pt x="4350" y="15665"/>
                    <a:pt x="4403" y="15691"/>
                    <a:pt x="4432" y="15718"/>
                  </a:cubicBezTo>
                  <a:lnTo>
                    <a:pt x="4432" y="15718"/>
                  </a:lnTo>
                  <a:lnTo>
                    <a:pt x="5026" y="17715"/>
                  </a:lnTo>
                  <a:cubicBezTo>
                    <a:pt x="5050" y="17813"/>
                    <a:pt x="5138" y="17889"/>
                    <a:pt x="5235" y="17889"/>
                  </a:cubicBezTo>
                  <a:cubicBezTo>
                    <a:pt x="5249" y="17889"/>
                    <a:pt x="5264" y="17888"/>
                    <a:pt x="5279" y="17884"/>
                  </a:cubicBezTo>
                  <a:lnTo>
                    <a:pt x="14010" y="15891"/>
                  </a:lnTo>
                  <a:cubicBezTo>
                    <a:pt x="14150" y="15862"/>
                    <a:pt x="14207" y="15750"/>
                    <a:pt x="14207" y="15638"/>
                  </a:cubicBezTo>
                  <a:lnTo>
                    <a:pt x="13959" y="12830"/>
                  </a:lnTo>
                  <a:lnTo>
                    <a:pt x="13959" y="12830"/>
                  </a:lnTo>
                  <a:cubicBezTo>
                    <a:pt x="14108" y="12620"/>
                    <a:pt x="14508" y="12030"/>
                    <a:pt x="14908" y="11230"/>
                  </a:cubicBezTo>
                  <a:cubicBezTo>
                    <a:pt x="15414" y="10219"/>
                    <a:pt x="15947" y="8872"/>
                    <a:pt x="15947" y="7468"/>
                  </a:cubicBezTo>
                  <a:cubicBezTo>
                    <a:pt x="15947" y="7328"/>
                    <a:pt x="15947" y="7215"/>
                    <a:pt x="15919" y="7075"/>
                  </a:cubicBezTo>
                  <a:cubicBezTo>
                    <a:pt x="15835" y="5615"/>
                    <a:pt x="15189" y="4520"/>
                    <a:pt x="14600" y="3790"/>
                  </a:cubicBezTo>
                  <a:cubicBezTo>
                    <a:pt x="14040" y="3129"/>
                    <a:pt x="13526" y="2767"/>
                    <a:pt x="13414" y="2705"/>
                  </a:cubicBezTo>
                  <a:lnTo>
                    <a:pt x="13414" y="2705"/>
                  </a:lnTo>
                  <a:cubicBezTo>
                    <a:pt x="13299" y="2554"/>
                    <a:pt x="12901" y="2054"/>
                    <a:pt x="12269" y="1516"/>
                  </a:cubicBezTo>
                  <a:cubicBezTo>
                    <a:pt x="11483" y="899"/>
                    <a:pt x="10332" y="197"/>
                    <a:pt x="8816" y="56"/>
                  </a:cubicBezTo>
                  <a:cubicBezTo>
                    <a:pt x="8620" y="28"/>
                    <a:pt x="8395" y="0"/>
                    <a:pt x="8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4161;p64">
              <a:extLst>
                <a:ext uri="{FF2B5EF4-FFF2-40B4-BE49-F238E27FC236}">
                  <a16:creationId xmlns:a16="http://schemas.microsoft.com/office/drawing/2014/main" id="{9253FDEC-B0EF-743B-3653-37C9ADFAA5BB}"/>
                </a:ext>
              </a:extLst>
            </p:cNvPr>
            <p:cNvSpPr/>
            <p:nvPr/>
          </p:nvSpPr>
          <p:spPr>
            <a:xfrm>
              <a:off x="4160925" y="2436200"/>
              <a:ext cx="315850" cy="264150"/>
            </a:xfrm>
            <a:custGeom>
              <a:avLst/>
              <a:gdLst/>
              <a:ahLst/>
              <a:cxnLst/>
              <a:rect l="l" t="t" r="r" b="b"/>
              <a:pathLst>
                <a:path w="12634" h="10566" extrusionOk="0">
                  <a:moveTo>
                    <a:pt x="3102" y="0"/>
                  </a:moveTo>
                  <a:cubicBezTo>
                    <a:pt x="2764" y="0"/>
                    <a:pt x="2447" y="83"/>
                    <a:pt x="2162" y="288"/>
                  </a:cubicBezTo>
                  <a:cubicBezTo>
                    <a:pt x="2162" y="288"/>
                    <a:pt x="0" y="2085"/>
                    <a:pt x="113" y="2899"/>
                  </a:cubicBezTo>
                  <a:cubicBezTo>
                    <a:pt x="253" y="3741"/>
                    <a:pt x="1264" y="4387"/>
                    <a:pt x="1208" y="5145"/>
                  </a:cubicBezTo>
                  <a:cubicBezTo>
                    <a:pt x="1161" y="5772"/>
                    <a:pt x="1364" y="6975"/>
                    <a:pt x="1659" y="6975"/>
                  </a:cubicBezTo>
                  <a:cubicBezTo>
                    <a:pt x="1720" y="6975"/>
                    <a:pt x="1785" y="6923"/>
                    <a:pt x="1853" y="6801"/>
                  </a:cubicBezTo>
                  <a:cubicBezTo>
                    <a:pt x="2218" y="6099"/>
                    <a:pt x="2022" y="5341"/>
                    <a:pt x="2611" y="5145"/>
                  </a:cubicBezTo>
                  <a:cubicBezTo>
                    <a:pt x="2659" y="5128"/>
                    <a:pt x="2709" y="5120"/>
                    <a:pt x="2760" y="5120"/>
                  </a:cubicBezTo>
                  <a:cubicBezTo>
                    <a:pt x="3311" y="5120"/>
                    <a:pt x="4025" y="6040"/>
                    <a:pt x="4127" y="6914"/>
                  </a:cubicBezTo>
                  <a:cubicBezTo>
                    <a:pt x="4268" y="7896"/>
                    <a:pt x="4071" y="8317"/>
                    <a:pt x="4577" y="9019"/>
                  </a:cubicBezTo>
                  <a:cubicBezTo>
                    <a:pt x="5094" y="9700"/>
                    <a:pt x="6245" y="10566"/>
                    <a:pt x="7518" y="10566"/>
                  </a:cubicBezTo>
                  <a:cubicBezTo>
                    <a:pt x="7558" y="10566"/>
                    <a:pt x="7597" y="10565"/>
                    <a:pt x="7637" y="10563"/>
                  </a:cubicBezTo>
                  <a:cubicBezTo>
                    <a:pt x="8984" y="10507"/>
                    <a:pt x="10444" y="10170"/>
                    <a:pt x="10444" y="10170"/>
                  </a:cubicBezTo>
                  <a:cubicBezTo>
                    <a:pt x="10444" y="10170"/>
                    <a:pt x="12634" y="7307"/>
                    <a:pt x="12437" y="4499"/>
                  </a:cubicBezTo>
                  <a:cubicBezTo>
                    <a:pt x="12241" y="1692"/>
                    <a:pt x="10023" y="288"/>
                    <a:pt x="10023" y="288"/>
                  </a:cubicBezTo>
                  <a:lnTo>
                    <a:pt x="10023" y="288"/>
                  </a:lnTo>
                  <a:cubicBezTo>
                    <a:pt x="10023" y="288"/>
                    <a:pt x="10079" y="1186"/>
                    <a:pt x="8226" y="1495"/>
                  </a:cubicBezTo>
                  <a:cubicBezTo>
                    <a:pt x="8116" y="1515"/>
                    <a:pt x="8003" y="1524"/>
                    <a:pt x="7887" y="1524"/>
                  </a:cubicBezTo>
                  <a:cubicBezTo>
                    <a:pt x="6410" y="1524"/>
                    <a:pt x="4554" y="0"/>
                    <a:pt x="31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4162;p64">
              <a:extLst>
                <a:ext uri="{FF2B5EF4-FFF2-40B4-BE49-F238E27FC236}">
                  <a16:creationId xmlns:a16="http://schemas.microsoft.com/office/drawing/2014/main" id="{B74366B0-FBD9-3E46-63C0-B5FDFC95993E}"/>
                </a:ext>
              </a:extLst>
            </p:cNvPr>
            <p:cNvSpPr/>
            <p:nvPr/>
          </p:nvSpPr>
          <p:spPr>
            <a:xfrm>
              <a:off x="4158125" y="2430050"/>
              <a:ext cx="320075" cy="275850"/>
            </a:xfrm>
            <a:custGeom>
              <a:avLst/>
              <a:gdLst/>
              <a:ahLst/>
              <a:cxnLst/>
              <a:rect l="l" t="t" r="r" b="b"/>
              <a:pathLst>
                <a:path w="12803" h="11034" extrusionOk="0">
                  <a:moveTo>
                    <a:pt x="3201" y="478"/>
                  </a:moveTo>
                  <a:cubicBezTo>
                    <a:pt x="3846" y="478"/>
                    <a:pt x="4689" y="843"/>
                    <a:pt x="5503" y="1236"/>
                  </a:cubicBezTo>
                  <a:cubicBezTo>
                    <a:pt x="6345" y="1601"/>
                    <a:pt x="7187" y="1994"/>
                    <a:pt x="8001" y="1994"/>
                  </a:cubicBezTo>
                  <a:cubicBezTo>
                    <a:pt x="8142" y="1994"/>
                    <a:pt x="8254" y="1994"/>
                    <a:pt x="8366" y="1966"/>
                  </a:cubicBezTo>
                  <a:cubicBezTo>
                    <a:pt x="9265" y="1825"/>
                    <a:pt x="9770" y="1517"/>
                    <a:pt x="10051" y="1236"/>
                  </a:cubicBezTo>
                  <a:cubicBezTo>
                    <a:pt x="10150" y="1127"/>
                    <a:pt x="10217" y="1022"/>
                    <a:pt x="10263" y="926"/>
                  </a:cubicBezTo>
                  <a:lnTo>
                    <a:pt x="10263" y="926"/>
                  </a:lnTo>
                  <a:cubicBezTo>
                    <a:pt x="10494" y="1108"/>
                    <a:pt x="10848" y="1425"/>
                    <a:pt x="11202" y="1853"/>
                  </a:cubicBezTo>
                  <a:cubicBezTo>
                    <a:pt x="11707" y="2527"/>
                    <a:pt x="12241" y="3510"/>
                    <a:pt x="12325" y="4773"/>
                  </a:cubicBezTo>
                  <a:cubicBezTo>
                    <a:pt x="12325" y="4885"/>
                    <a:pt x="12325" y="4998"/>
                    <a:pt x="12325" y="5110"/>
                  </a:cubicBezTo>
                  <a:cubicBezTo>
                    <a:pt x="12325" y="6402"/>
                    <a:pt x="11848" y="7693"/>
                    <a:pt x="11342" y="8676"/>
                  </a:cubicBezTo>
                  <a:cubicBezTo>
                    <a:pt x="11118" y="9153"/>
                    <a:pt x="10865" y="9574"/>
                    <a:pt x="10697" y="9855"/>
                  </a:cubicBezTo>
                  <a:cubicBezTo>
                    <a:pt x="10584" y="9995"/>
                    <a:pt x="10528" y="10107"/>
                    <a:pt x="10472" y="10164"/>
                  </a:cubicBezTo>
                  <a:lnTo>
                    <a:pt x="10437" y="10216"/>
                  </a:lnTo>
                  <a:lnTo>
                    <a:pt x="10437" y="10216"/>
                  </a:lnTo>
                  <a:cubicBezTo>
                    <a:pt x="10397" y="10225"/>
                    <a:pt x="10343" y="10237"/>
                    <a:pt x="10275" y="10248"/>
                  </a:cubicBezTo>
                  <a:cubicBezTo>
                    <a:pt x="9798" y="10332"/>
                    <a:pt x="8731" y="10529"/>
                    <a:pt x="7749" y="10585"/>
                  </a:cubicBezTo>
                  <a:lnTo>
                    <a:pt x="7636" y="10585"/>
                  </a:lnTo>
                  <a:cubicBezTo>
                    <a:pt x="7047" y="10585"/>
                    <a:pt x="6457" y="10388"/>
                    <a:pt x="5980" y="10107"/>
                  </a:cubicBezTo>
                  <a:cubicBezTo>
                    <a:pt x="5503" y="9827"/>
                    <a:pt x="5110" y="9462"/>
                    <a:pt x="4885" y="9153"/>
                  </a:cubicBezTo>
                  <a:cubicBezTo>
                    <a:pt x="4660" y="8816"/>
                    <a:pt x="4604" y="8591"/>
                    <a:pt x="4576" y="8311"/>
                  </a:cubicBezTo>
                  <a:cubicBezTo>
                    <a:pt x="4520" y="8002"/>
                    <a:pt x="4548" y="7637"/>
                    <a:pt x="4492" y="7131"/>
                  </a:cubicBezTo>
                  <a:cubicBezTo>
                    <a:pt x="4408" y="6654"/>
                    <a:pt x="4183" y="6177"/>
                    <a:pt x="3902" y="5784"/>
                  </a:cubicBezTo>
                  <a:cubicBezTo>
                    <a:pt x="3762" y="5615"/>
                    <a:pt x="3594" y="5447"/>
                    <a:pt x="3425" y="5335"/>
                  </a:cubicBezTo>
                  <a:cubicBezTo>
                    <a:pt x="3257" y="5222"/>
                    <a:pt x="3060" y="5138"/>
                    <a:pt x="2864" y="5138"/>
                  </a:cubicBezTo>
                  <a:cubicBezTo>
                    <a:pt x="2779" y="5138"/>
                    <a:pt x="2723" y="5138"/>
                    <a:pt x="2639" y="5166"/>
                  </a:cubicBezTo>
                  <a:cubicBezTo>
                    <a:pt x="2443" y="5222"/>
                    <a:pt x="2302" y="5363"/>
                    <a:pt x="2218" y="5503"/>
                  </a:cubicBezTo>
                  <a:cubicBezTo>
                    <a:pt x="2078" y="5728"/>
                    <a:pt x="2050" y="5980"/>
                    <a:pt x="1993" y="6205"/>
                  </a:cubicBezTo>
                  <a:cubicBezTo>
                    <a:pt x="1940" y="6445"/>
                    <a:pt x="1887" y="6685"/>
                    <a:pt x="1762" y="6900"/>
                  </a:cubicBezTo>
                  <a:lnTo>
                    <a:pt x="1762" y="6900"/>
                  </a:lnTo>
                  <a:cubicBezTo>
                    <a:pt x="1754" y="6885"/>
                    <a:pt x="1747" y="6869"/>
                    <a:pt x="1741" y="6851"/>
                  </a:cubicBezTo>
                  <a:cubicBezTo>
                    <a:pt x="1628" y="6570"/>
                    <a:pt x="1544" y="6008"/>
                    <a:pt x="1544" y="5587"/>
                  </a:cubicBezTo>
                  <a:cubicBezTo>
                    <a:pt x="1544" y="5531"/>
                    <a:pt x="1544" y="5475"/>
                    <a:pt x="1544" y="5391"/>
                  </a:cubicBezTo>
                  <a:lnTo>
                    <a:pt x="1544" y="5307"/>
                  </a:lnTo>
                  <a:cubicBezTo>
                    <a:pt x="1544" y="5082"/>
                    <a:pt x="1488" y="4857"/>
                    <a:pt x="1376" y="4661"/>
                  </a:cubicBezTo>
                  <a:cubicBezTo>
                    <a:pt x="1207" y="4380"/>
                    <a:pt x="1011" y="4127"/>
                    <a:pt x="814" y="3875"/>
                  </a:cubicBezTo>
                  <a:cubicBezTo>
                    <a:pt x="646" y="3594"/>
                    <a:pt x="505" y="3341"/>
                    <a:pt x="449" y="3117"/>
                  </a:cubicBezTo>
                  <a:lnTo>
                    <a:pt x="449" y="3089"/>
                  </a:lnTo>
                  <a:cubicBezTo>
                    <a:pt x="449" y="2948"/>
                    <a:pt x="562" y="2724"/>
                    <a:pt x="730" y="2443"/>
                  </a:cubicBezTo>
                  <a:cubicBezTo>
                    <a:pt x="1011" y="2050"/>
                    <a:pt x="1432" y="1629"/>
                    <a:pt x="1797" y="1292"/>
                  </a:cubicBezTo>
                  <a:cubicBezTo>
                    <a:pt x="1965" y="1123"/>
                    <a:pt x="2134" y="983"/>
                    <a:pt x="2246" y="871"/>
                  </a:cubicBezTo>
                  <a:cubicBezTo>
                    <a:pt x="2329" y="788"/>
                    <a:pt x="2381" y="736"/>
                    <a:pt x="2403" y="714"/>
                  </a:cubicBezTo>
                  <a:lnTo>
                    <a:pt x="2403" y="714"/>
                  </a:lnTo>
                  <a:lnTo>
                    <a:pt x="2415" y="730"/>
                  </a:lnTo>
                  <a:cubicBezTo>
                    <a:pt x="2639" y="562"/>
                    <a:pt x="2920" y="478"/>
                    <a:pt x="3201" y="478"/>
                  </a:cubicBezTo>
                  <a:close/>
                  <a:moveTo>
                    <a:pt x="3201" y="0"/>
                  </a:moveTo>
                  <a:cubicBezTo>
                    <a:pt x="2836" y="0"/>
                    <a:pt x="2471" y="113"/>
                    <a:pt x="2134" y="337"/>
                  </a:cubicBezTo>
                  <a:lnTo>
                    <a:pt x="2134" y="365"/>
                  </a:lnTo>
                  <a:cubicBezTo>
                    <a:pt x="2106" y="365"/>
                    <a:pt x="1600" y="787"/>
                    <a:pt x="1067" y="1320"/>
                  </a:cubicBezTo>
                  <a:cubicBezTo>
                    <a:pt x="814" y="1601"/>
                    <a:pt x="562" y="1881"/>
                    <a:pt x="365" y="2190"/>
                  </a:cubicBezTo>
                  <a:cubicBezTo>
                    <a:pt x="140" y="2471"/>
                    <a:pt x="0" y="2780"/>
                    <a:pt x="0" y="3089"/>
                  </a:cubicBezTo>
                  <a:lnTo>
                    <a:pt x="0" y="3201"/>
                  </a:lnTo>
                  <a:lnTo>
                    <a:pt x="5" y="3200"/>
                  </a:lnTo>
                  <a:lnTo>
                    <a:pt x="5" y="3200"/>
                  </a:lnTo>
                  <a:cubicBezTo>
                    <a:pt x="95" y="3691"/>
                    <a:pt x="397" y="4050"/>
                    <a:pt x="618" y="4408"/>
                  </a:cubicBezTo>
                  <a:cubicBezTo>
                    <a:pt x="758" y="4577"/>
                    <a:pt x="870" y="4745"/>
                    <a:pt x="955" y="4885"/>
                  </a:cubicBezTo>
                  <a:cubicBezTo>
                    <a:pt x="1039" y="5054"/>
                    <a:pt x="1095" y="5194"/>
                    <a:pt x="1095" y="5307"/>
                  </a:cubicBezTo>
                  <a:lnTo>
                    <a:pt x="1095" y="5363"/>
                  </a:lnTo>
                  <a:cubicBezTo>
                    <a:pt x="1067" y="5447"/>
                    <a:pt x="1067" y="5531"/>
                    <a:pt x="1067" y="5587"/>
                  </a:cubicBezTo>
                  <a:cubicBezTo>
                    <a:pt x="1067" y="5952"/>
                    <a:pt x="1123" y="6373"/>
                    <a:pt x="1207" y="6710"/>
                  </a:cubicBezTo>
                  <a:cubicBezTo>
                    <a:pt x="1263" y="6879"/>
                    <a:pt x="1292" y="7047"/>
                    <a:pt x="1376" y="7160"/>
                  </a:cubicBezTo>
                  <a:cubicBezTo>
                    <a:pt x="1404" y="7244"/>
                    <a:pt x="1460" y="7300"/>
                    <a:pt x="1516" y="7356"/>
                  </a:cubicBezTo>
                  <a:cubicBezTo>
                    <a:pt x="1572" y="7412"/>
                    <a:pt x="1656" y="7440"/>
                    <a:pt x="1769" y="7440"/>
                  </a:cubicBezTo>
                  <a:cubicBezTo>
                    <a:pt x="1853" y="7440"/>
                    <a:pt x="1937" y="7412"/>
                    <a:pt x="2021" y="7356"/>
                  </a:cubicBezTo>
                  <a:cubicBezTo>
                    <a:pt x="2078" y="7300"/>
                    <a:pt x="2106" y="7244"/>
                    <a:pt x="2162" y="7160"/>
                  </a:cubicBezTo>
                  <a:cubicBezTo>
                    <a:pt x="2386" y="6766"/>
                    <a:pt x="2415" y="6373"/>
                    <a:pt x="2499" y="6065"/>
                  </a:cubicBezTo>
                  <a:cubicBezTo>
                    <a:pt x="2527" y="5924"/>
                    <a:pt x="2555" y="5812"/>
                    <a:pt x="2611" y="5756"/>
                  </a:cubicBezTo>
                  <a:cubicBezTo>
                    <a:pt x="2667" y="5672"/>
                    <a:pt x="2695" y="5644"/>
                    <a:pt x="2779" y="5615"/>
                  </a:cubicBezTo>
                  <a:lnTo>
                    <a:pt x="2864" y="5587"/>
                  </a:lnTo>
                  <a:cubicBezTo>
                    <a:pt x="2948" y="5587"/>
                    <a:pt x="3060" y="5615"/>
                    <a:pt x="3173" y="5700"/>
                  </a:cubicBezTo>
                  <a:cubicBezTo>
                    <a:pt x="3341" y="5840"/>
                    <a:pt x="3537" y="6065"/>
                    <a:pt x="3706" y="6317"/>
                  </a:cubicBezTo>
                  <a:cubicBezTo>
                    <a:pt x="3874" y="6598"/>
                    <a:pt x="3987" y="6907"/>
                    <a:pt x="4015" y="7216"/>
                  </a:cubicBezTo>
                  <a:cubicBezTo>
                    <a:pt x="4071" y="7665"/>
                    <a:pt x="4071" y="8002"/>
                    <a:pt x="4099" y="8339"/>
                  </a:cubicBezTo>
                  <a:cubicBezTo>
                    <a:pt x="4127" y="8676"/>
                    <a:pt x="4239" y="9041"/>
                    <a:pt x="4520" y="9406"/>
                  </a:cubicBezTo>
                  <a:cubicBezTo>
                    <a:pt x="4773" y="9799"/>
                    <a:pt x="5222" y="10192"/>
                    <a:pt x="5755" y="10500"/>
                  </a:cubicBezTo>
                  <a:cubicBezTo>
                    <a:pt x="6289" y="10809"/>
                    <a:pt x="6935" y="11034"/>
                    <a:pt x="7636" y="11034"/>
                  </a:cubicBezTo>
                  <a:lnTo>
                    <a:pt x="7777" y="11034"/>
                  </a:lnTo>
                  <a:cubicBezTo>
                    <a:pt x="9152" y="10978"/>
                    <a:pt x="10612" y="10669"/>
                    <a:pt x="10612" y="10669"/>
                  </a:cubicBezTo>
                  <a:cubicBezTo>
                    <a:pt x="10668" y="10641"/>
                    <a:pt x="10725" y="10613"/>
                    <a:pt x="10753" y="10557"/>
                  </a:cubicBezTo>
                  <a:cubicBezTo>
                    <a:pt x="10753" y="10557"/>
                    <a:pt x="11258" y="9883"/>
                    <a:pt x="11763" y="8872"/>
                  </a:cubicBezTo>
                  <a:cubicBezTo>
                    <a:pt x="12269" y="7861"/>
                    <a:pt x="12802" y="6514"/>
                    <a:pt x="12802" y="5110"/>
                  </a:cubicBezTo>
                  <a:cubicBezTo>
                    <a:pt x="12802" y="4970"/>
                    <a:pt x="12802" y="4857"/>
                    <a:pt x="12774" y="4717"/>
                  </a:cubicBezTo>
                  <a:cubicBezTo>
                    <a:pt x="12690" y="3257"/>
                    <a:pt x="12044" y="2162"/>
                    <a:pt x="11455" y="1432"/>
                  </a:cubicBezTo>
                  <a:cubicBezTo>
                    <a:pt x="10837" y="702"/>
                    <a:pt x="10275" y="337"/>
                    <a:pt x="10247" y="337"/>
                  </a:cubicBezTo>
                  <a:cubicBezTo>
                    <a:pt x="10205" y="309"/>
                    <a:pt x="10163" y="295"/>
                    <a:pt x="10125" y="295"/>
                  </a:cubicBezTo>
                  <a:cubicBezTo>
                    <a:pt x="10086" y="295"/>
                    <a:pt x="10051" y="309"/>
                    <a:pt x="10023" y="337"/>
                  </a:cubicBezTo>
                  <a:cubicBezTo>
                    <a:pt x="9939" y="365"/>
                    <a:pt x="9882" y="450"/>
                    <a:pt x="9882" y="534"/>
                  </a:cubicBezTo>
                  <a:cubicBezTo>
                    <a:pt x="9882" y="562"/>
                    <a:pt x="9882" y="702"/>
                    <a:pt x="9714" y="927"/>
                  </a:cubicBezTo>
                  <a:cubicBezTo>
                    <a:pt x="9517" y="1123"/>
                    <a:pt x="9124" y="1376"/>
                    <a:pt x="8282" y="1517"/>
                  </a:cubicBezTo>
                  <a:lnTo>
                    <a:pt x="8284" y="1523"/>
                  </a:lnTo>
                  <a:lnTo>
                    <a:pt x="8284" y="1523"/>
                  </a:lnTo>
                  <a:cubicBezTo>
                    <a:pt x="8184" y="1545"/>
                    <a:pt x="8105" y="1545"/>
                    <a:pt x="8001" y="1545"/>
                  </a:cubicBezTo>
                  <a:cubicBezTo>
                    <a:pt x="7356" y="1545"/>
                    <a:pt x="6541" y="1180"/>
                    <a:pt x="5699" y="787"/>
                  </a:cubicBezTo>
                  <a:cubicBezTo>
                    <a:pt x="4857" y="422"/>
                    <a:pt x="4015" y="29"/>
                    <a:pt x="3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4163;p64">
              <a:extLst>
                <a:ext uri="{FF2B5EF4-FFF2-40B4-BE49-F238E27FC236}">
                  <a16:creationId xmlns:a16="http://schemas.microsoft.com/office/drawing/2014/main" id="{242034D0-B8B6-BBD7-2EAE-4D769DAD6F67}"/>
                </a:ext>
              </a:extLst>
            </p:cNvPr>
            <p:cNvSpPr/>
            <p:nvPr/>
          </p:nvSpPr>
          <p:spPr>
            <a:xfrm>
              <a:off x="4207250" y="2635575"/>
              <a:ext cx="66700" cy="50675"/>
            </a:xfrm>
            <a:custGeom>
              <a:avLst/>
              <a:gdLst/>
              <a:ahLst/>
              <a:cxnLst/>
              <a:rect l="l" t="t" r="r" b="b"/>
              <a:pathLst>
                <a:path w="2668" h="2027" extrusionOk="0">
                  <a:moveTo>
                    <a:pt x="2398" y="0"/>
                  </a:moveTo>
                  <a:cubicBezTo>
                    <a:pt x="2297" y="0"/>
                    <a:pt x="2190" y="80"/>
                    <a:pt x="2190" y="202"/>
                  </a:cubicBezTo>
                  <a:cubicBezTo>
                    <a:pt x="2162" y="258"/>
                    <a:pt x="2106" y="567"/>
                    <a:pt x="1966" y="848"/>
                  </a:cubicBezTo>
                  <a:cubicBezTo>
                    <a:pt x="1881" y="1016"/>
                    <a:pt x="1797" y="1156"/>
                    <a:pt x="1685" y="1269"/>
                  </a:cubicBezTo>
                  <a:cubicBezTo>
                    <a:pt x="1572" y="1409"/>
                    <a:pt x="1432" y="1493"/>
                    <a:pt x="1264" y="1521"/>
                  </a:cubicBezTo>
                  <a:cubicBezTo>
                    <a:pt x="1208" y="1549"/>
                    <a:pt x="1179" y="1549"/>
                    <a:pt x="1123" y="1549"/>
                  </a:cubicBezTo>
                  <a:cubicBezTo>
                    <a:pt x="1011" y="1549"/>
                    <a:pt x="927" y="1521"/>
                    <a:pt x="843" y="1437"/>
                  </a:cubicBezTo>
                  <a:cubicBezTo>
                    <a:pt x="730" y="1297"/>
                    <a:pt x="618" y="1072"/>
                    <a:pt x="562" y="876"/>
                  </a:cubicBezTo>
                  <a:cubicBezTo>
                    <a:pt x="534" y="763"/>
                    <a:pt x="506" y="679"/>
                    <a:pt x="506" y="623"/>
                  </a:cubicBezTo>
                  <a:lnTo>
                    <a:pt x="478" y="539"/>
                  </a:lnTo>
                  <a:lnTo>
                    <a:pt x="478" y="511"/>
                  </a:lnTo>
                  <a:cubicBezTo>
                    <a:pt x="452" y="410"/>
                    <a:pt x="360" y="310"/>
                    <a:pt x="260" y="310"/>
                  </a:cubicBezTo>
                  <a:cubicBezTo>
                    <a:pt x="249" y="310"/>
                    <a:pt x="237" y="311"/>
                    <a:pt x="225" y="314"/>
                  </a:cubicBezTo>
                  <a:cubicBezTo>
                    <a:pt x="85" y="342"/>
                    <a:pt x="0" y="455"/>
                    <a:pt x="0" y="567"/>
                  </a:cubicBezTo>
                  <a:cubicBezTo>
                    <a:pt x="0" y="595"/>
                    <a:pt x="56" y="904"/>
                    <a:pt x="197" y="1269"/>
                  </a:cubicBezTo>
                  <a:cubicBezTo>
                    <a:pt x="281" y="1437"/>
                    <a:pt x="365" y="1606"/>
                    <a:pt x="506" y="1774"/>
                  </a:cubicBezTo>
                  <a:cubicBezTo>
                    <a:pt x="674" y="1914"/>
                    <a:pt x="871" y="2027"/>
                    <a:pt x="1123" y="2027"/>
                  </a:cubicBezTo>
                  <a:cubicBezTo>
                    <a:pt x="1208" y="2027"/>
                    <a:pt x="1292" y="1999"/>
                    <a:pt x="1404" y="1971"/>
                  </a:cubicBezTo>
                  <a:cubicBezTo>
                    <a:pt x="1657" y="1914"/>
                    <a:pt x="1881" y="1746"/>
                    <a:pt x="2050" y="1578"/>
                  </a:cubicBezTo>
                  <a:cubicBezTo>
                    <a:pt x="2527" y="1016"/>
                    <a:pt x="2639" y="286"/>
                    <a:pt x="2639" y="258"/>
                  </a:cubicBezTo>
                  <a:cubicBezTo>
                    <a:pt x="2667" y="146"/>
                    <a:pt x="2583" y="5"/>
                    <a:pt x="2443" y="5"/>
                  </a:cubicBezTo>
                  <a:cubicBezTo>
                    <a:pt x="2428" y="2"/>
                    <a:pt x="2413" y="0"/>
                    <a:pt x="2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4164;p64">
              <a:extLst>
                <a:ext uri="{FF2B5EF4-FFF2-40B4-BE49-F238E27FC236}">
                  <a16:creationId xmlns:a16="http://schemas.microsoft.com/office/drawing/2014/main" id="{AE352FED-8C47-6192-4851-FE7815791FEE}"/>
                </a:ext>
              </a:extLst>
            </p:cNvPr>
            <p:cNvSpPr/>
            <p:nvPr/>
          </p:nvSpPr>
          <p:spPr>
            <a:xfrm>
              <a:off x="4134950" y="2749975"/>
              <a:ext cx="383950" cy="124375"/>
            </a:xfrm>
            <a:custGeom>
              <a:avLst/>
              <a:gdLst/>
              <a:ahLst/>
              <a:cxnLst/>
              <a:rect l="l" t="t" r="r" b="b"/>
              <a:pathLst>
                <a:path w="15358" h="4975" extrusionOk="0">
                  <a:moveTo>
                    <a:pt x="9549" y="0"/>
                  </a:moveTo>
                  <a:cubicBezTo>
                    <a:pt x="9483" y="0"/>
                    <a:pt x="9416" y="2"/>
                    <a:pt x="9350" y="6"/>
                  </a:cubicBezTo>
                  <a:cubicBezTo>
                    <a:pt x="7188" y="146"/>
                    <a:pt x="2499" y="1887"/>
                    <a:pt x="1657" y="2785"/>
                  </a:cubicBezTo>
                  <a:cubicBezTo>
                    <a:pt x="843" y="3683"/>
                    <a:pt x="394" y="4469"/>
                    <a:pt x="394" y="4469"/>
                  </a:cubicBezTo>
                  <a:lnTo>
                    <a:pt x="1" y="4975"/>
                  </a:lnTo>
                  <a:cubicBezTo>
                    <a:pt x="1" y="4975"/>
                    <a:pt x="2948" y="4217"/>
                    <a:pt x="7272" y="3627"/>
                  </a:cubicBezTo>
                  <a:cubicBezTo>
                    <a:pt x="8093" y="3521"/>
                    <a:pt x="8880" y="3478"/>
                    <a:pt x="9617" y="3478"/>
                  </a:cubicBezTo>
                  <a:cubicBezTo>
                    <a:pt x="12785" y="3478"/>
                    <a:pt x="15021" y="4273"/>
                    <a:pt x="15021" y="4273"/>
                  </a:cubicBezTo>
                  <a:cubicBezTo>
                    <a:pt x="15021" y="4273"/>
                    <a:pt x="15357" y="3318"/>
                    <a:pt x="14319" y="2504"/>
                  </a:cubicBezTo>
                  <a:cubicBezTo>
                    <a:pt x="13339" y="1688"/>
                    <a:pt x="11647" y="0"/>
                    <a:pt x="9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4165;p64">
              <a:extLst>
                <a:ext uri="{FF2B5EF4-FFF2-40B4-BE49-F238E27FC236}">
                  <a16:creationId xmlns:a16="http://schemas.microsoft.com/office/drawing/2014/main" id="{429319F4-EA27-43F8-8F14-D42A52877784}"/>
                </a:ext>
              </a:extLst>
            </p:cNvPr>
            <p:cNvSpPr/>
            <p:nvPr/>
          </p:nvSpPr>
          <p:spPr>
            <a:xfrm>
              <a:off x="4128625" y="2744475"/>
              <a:ext cx="388875" cy="135675"/>
            </a:xfrm>
            <a:custGeom>
              <a:avLst/>
              <a:gdLst/>
              <a:ahLst/>
              <a:cxnLst/>
              <a:rect l="l" t="t" r="r" b="b"/>
              <a:pathLst>
                <a:path w="15555" h="5427" extrusionOk="0">
                  <a:moveTo>
                    <a:pt x="459" y="4555"/>
                  </a:moveTo>
                  <a:cubicBezTo>
                    <a:pt x="459" y="4555"/>
                    <a:pt x="459" y="4555"/>
                    <a:pt x="459" y="4555"/>
                  </a:cubicBezTo>
                  <a:lnTo>
                    <a:pt x="459" y="4555"/>
                  </a:lnTo>
                  <a:lnTo>
                    <a:pt x="459" y="4555"/>
                  </a:lnTo>
                  <a:close/>
                  <a:moveTo>
                    <a:pt x="9827" y="450"/>
                  </a:moveTo>
                  <a:cubicBezTo>
                    <a:pt x="10810" y="450"/>
                    <a:pt x="11708" y="843"/>
                    <a:pt x="12494" y="1377"/>
                  </a:cubicBezTo>
                  <a:cubicBezTo>
                    <a:pt x="13280" y="1882"/>
                    <a:pt x="13926" y="2500"/>
                    <a:pt x="14431" y="2893"/>
                  </a:cubicBezTo>
                  <a:cubicBezTo>
                    <a:pt x="14993" y="3342"/>
                    <a:pt x="15077" y="3791"/>
                    <a:pt x="15077" y="4100"/>
                  </a:cubicBezTo>
                  <a:cubicBezTo>
                    <a:pt x="15077" y="4133"/>
                    <a:pt x="15077" y="4161"/>
                    <a:pt x="15076" y="4185"/>
                  </a:cubicBezTo>
                  <a:lnTo>
                    <a:pt x="15076" y="4185"/>
                  </a:lnTo>
                  <a:cubicBezTo>
                    <a:pt x="14405" y="3978"/>
                    <a:pt x="12456" y="3454"/>
                    <a:pt x="9911" y="3454"/>
                  </a:cubicBezTo>
                  <a:cubicBezTo>
                    <a:pt x="9153" y="3454"/>
                    <a:pt x="8339" y="3510"/>
                    <a:pt x="7497" y="3623"/>
                  </a:cubicBezTo>
                  <a:cubicBezTo>
                    <a:pt x="4351" y="4029"/>
                    <a:pt x="1938" y="4552"/>
                    <a:pt x="843" y="4811"/>
                  </a:cubicBezTo>
                  <a:lnTo>
                    <a:pt x="843" y="4811"/>
                  </a:lnTo>
                  <a:lnTo>
                    <a:pt x="843" y="4802"/>
                  </a:lnTo>
                  <a:lnTo>
                    <a:pt x="871" y="4774"/>
                  </a:lnTo>
                  <a:cubicBezTo>
                    <a:pt x="955" y="4605"/>
                    <a:pt x="1377" y="3931"/>
                    <a:pt x="2078" y="3173"/>
                  </a:cubicBezTo>
                  <a:cubicBezTo>
                    <a:pt x="2247" y="3005"/>
                    <a:pt x="2696" y="2724"/>
                    <a:pt x="3258" y="2415"/>
                  </a:cubicBezTo>
                  <a:cubicBezTo>
                    <a:pt x="4128" y="1994"/>
                    <a:pt x="5335" y="1517"/>
                    <a:pt x="6514" y="1152"/>
                  </a:cubicBezTo>
                  <a:cubicBezTo>
                    <a:pt x="7693" y="787"/>
                    <a:pt x="8844" y="506"/>
                    <a:pt x="9631" y="450"/>
                  </a:cubicBezTo>
                  <a:close/>
                  <a:moveTo>
                    <a:pt x="9603" y="1"/>
                  </a:moveTo>
                  <a:cubicBezTo>
                    <a:pt x="8451" y="57"/>
                    <a:pt x="6739" y="534"/>
                    <a:pt x="5167" y="1124"/>
                  </a:cubicBezTo>
                  <a:cubicBezTo>
                    <a:pt x="4409" y="1405"/>
                    <a:pt x="3651" y="1714"/>
                    <a:pt x="3061" y="1994"/>
                  </a:cubicBezTo>
                  <a:cubicBezTo>
                    <a:pt x="2443" y="2303"/>
                    <a:pt x="1994" y="2584"/>
                    <a:pt x="1742" y="2865"/>
                  </a:cubicBezTo>
                  <a:cubicBezTo>
                    <a:pt x="968" y="3690"/>
                    <a:pt x="526" y="4420"/>
                    <a:pt x="459" y="4555"/>
                  </a:cubicBezTo>
                  <a:lnTo>
                    <a:pt x="459" y="4555"/>
                  </a:lnTo>
                  <a:lnTo>
                    <a:pt x="450" y="4549"/>
                  </a:lnTo>
                  <a:lnTo>
                    <a:pt x="85" y="5054"/>
                  </a:lnTo>
                  <a:cubicBezTo>
                    <a:pt x="1" y="5139"/>
                    <a:pt x="1" y="5251"/>
                    <a:pt x="57" y="5307"/>
                  </a:cubicBezTo>
                  <a:cubicBezTo>
                    <a:pt x="103" y="5376"/>
                    <a:pt x="188" y="5427"/>
                    <a:pt x="263" y="5427"/>
                  </a:cubicBezTo>
                  <a:cubicBezTo>
                    <a:pt x="279" y="5427"/>
                    <a:pt x="295" y="5424"/>
                    <a:pt x="310" y="5419"/>
                  </a:cubicBezTo>
                  <a:cubicBezTo>
                    <a:pt x="310" y="5419"/>
                    <a:pt x="506" y="5363"/>
                    <a:pt x="843" y="5279"/>
                  </a:cubicBezTo>
                  <a:cubicBezTo>
                    <a:pt x="1854" y="5054"/>
                    <a:pt x="4324" y="4521"/>
                    <a:pt x="7581" y="4072"/>
                  </a:cubicBezTo>
                  <a:cubicBezTo>
                    <a:pt x="8395" y="3960"/>
                    <a:pt x="9181" y="3931"/>
                    <a:pt x="9911" y="3931"/>
                  </a:cubicBezTo>
                  <a:cubicBezTo>
                    <a:pt x="11455" y="3931"/>
                    <a:pt x="12775" y="4128"/>
                    <a:pt x="13701" y="4324"/>
                  </a:cubicBezTo>
                  <a:cubicBezTo>
                    <a:pt x="14179" y="4409"/>
                    <a:pt x="14544" y="4521"/>
                    <a:pt x="14796" y="4577"/>
                  </a:cubicBezTo>
                  <a:cubicBezTo>
                    <a:pt x="14937" y="4633"/>
                    <a:pt x="15021" y="4661"/>
                    <a:pt x="15077" y="4689"/>
                  </a:cubicBezTo>
                  <a:cubicBezTo>
                    <a:pt x="15161" y="4689"/>
                    <a:pt x="15189" y="4718"/>
                    <a:pt x="15189" y="4718"/>
                  </a:cubicBezTo>
                  <a:cubicBezTo>
                    <a:pt x="15209" y="4722"/>
                    <a:pt x="15229" y="4725"/>
                    <a:pt x="15249" y="4725"/>
                  </a:cubicBezTo>
                  <a:cubicBezTo>
                    <a:pt x="15347" y="4725"/>
                    <a:pt x="15447" y="4670"/>
                    <a:pt x="15470" y="4577"/>
                  </a:cubicBezTo>
                  <a:cubicBezTo>
                    <a:pt x="15498" y="4549"/>
                    <a:pt x="15554" y="4381"/>
                    <a:pt x="15554" y="4100"/>
                  </a:cubicBezTo>
                  <a:cubicBezTo>
                    <a:pt x="15554" y="3707"/>
                    <a:pt x="15386" y="3061"/>
                    <a:pt x="14740" y="2528"/>
                  </a:cubicBezTo>
                  <a:cubicBezTo>
                    <a:pt x="14235" y="2135"/>
                    <a:pt x="13561" y="1517"/>
                    <a:pt x="12747" y="984"/>
                  </a:cubicBezTo>
                  <a:cubicBezTo>
                    <a:pt x="11905" y="422"/>
                    <a:pt x="10922" y="1"/>
                    <a:pt x="9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4166;p64">
              <a:extLst>
                <a:ext uri="{FF2B5EF4-FFF2-40B4-BE49-F238E27FC236}">
                  <a16:creationId xmlns:a16="http://schemas.microsoft.com/office/drawing/2014/main" id="{79521F45-BB4F-E877-8C1D-33FD75722BDA}"/>
                </a:ext>
              </a:extLst>
            </p:cNvPr>
            <p:cNvSpPr/>
            <p:nvPr/>
          </p:nvSpPr>
          <p:spPr>
            <a:xfrm>
              <a:off x="3856300" y="3795025"/>
              <a:ext cx="103200" cy="213500"/>
            </a:xfrm>
            <a:custGeom>
              <a:avLst/>
              <a:gdLst/>
              <a:ahLst/>
              <a:cxnLst/>
              <a:rect l="l" t="t" r="r" b="b"/>
              <a:pathLst>
                <a:path w="4128" h="8540" extrusionOk="0">
                  <a:moveTo>
                    <a:pt x="2125" y="1"/>
                  </a:moveTo>
                  <a:cubicBezTo>
                    <a:pt x="1332" y="1"/>
                    <a:pt x="1" y="203"/>
                    <a:pt x="1" y="203"/>
                  </a:cubicBezTo>
                  <a:cubicBezTo>
                    <a:pt x="1" y="203"/>
                    <a:pt x="562" y="4134"/>
                    <a:pt x="759" y="5088"/>
                  </a:cubicBezTo>
                  <a:cubicBezTo>
                    <a:pt x="935" y="5969"/>
                    <a:pt x="2058" y="8540"/>
                    <a:pt x="2835" y="8540"/>
                  </a:cubicBezTo>
                  <a:cubicBezTo>
                    <a:pt x="2925" y="8540"/>
                    <a:pt x="3010" y="8505"/>
                    <a:pt x="3089" y="8429"/>
                  </a:cubicBezTo>
                  <a:cubicBezTo>
                    <a:pt x="3847" y="7699"/>
                    <a:pt x="4128" y="5201"/>
                    <a:pt x="3735" y="3937"/>
                  </a:cubicBezTo>
                  <a:cubicBezTo>
                    <a:pt x="3342" y="2702"/>
                    <a:pt x="2780" y="400"/>
                    <a:pt x="2696" y="119"/>
                  </a:cubicBezTo>
                  <a:cubicBezTo>
                    <a:pt x="2664" y="32"/>
                    <a:pt x="2436" y="1"/>
                    <a:pt x="2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4167;p64">
              <a:extLst>
                <a:ext uri="{FF2B5EF4-FFF2-40B4-BE49-F238E27FC236}">
                  <a16:creationId xmlns:a16="http://schemas.microsoft.com/office/drawing/2014/main" id="{3C0A6B6F-E6B5-5127-C696-BE9B36932D11}"/>
                </a:ext>
              </a:extLst>
            </p:cNvPr>
            <p:cNvSpPr/>
            <p:nvPr/>
          </p:nvSpPr>
          <p:spPr>
            <a:xfrm>
              <a:off x="3850000" y="3788875"/>
              <a:ext cx="110200" cy="225325"/>
            </a:xfrm>
            <a:custGeom>
              <a:avLst/>
              <a:gdLst/>
              <a:ahLst/>
              <a:cxnLst/>
              <a:rect l="l" t="t" r="r" b="b"/>
              <a:pathLst>
                <a:path w="4408" h="9013" extrusionOk="0">
                  <a:moveTo>
                    <a:pt x="2415" y="477"/>
                  </a:moveTo>
                  <a:cubicBezTo>
                    <a:pt x="2555" y="477"/>
                    <a:pt x="2667" y="477"/>
                    <a:pt x="2724" y="506"/>
                  </a:cubicBezTo>
                  <a:lnTo>
                    <a:pt x="2737" y="506"/>
                  </a:lnTo>
                  <a:cubicBezTo>
                    <a:pt x="2759" y="600"/>
                    <a:pt x="2804" y="756"/>
                    <a:pt x="2864" y="955"/>
                  </a:cubicBezTo>
                  <a:cubicBezTo>
                    <a:pt x="3088" y="1797"/>
                    <a:pt x="3482" y="3313"/>
                    <a:pt x="3762" y="4268"/>
                  </a:cubicBezTo>
                  <a:cubicBezTo>
                    <a:pt x="3875" y="4604"/>
                    <a:pt x="3931" y="5082"/>
                    <a:pt x="3931" y="5559"/>
                  </a:cubicBezTo>
                  <a:cubicBezTo>
                    <a:pt x="3931" y="6149"/>
                    <a:pt x="3847" y="6794"/>
                    <a:pt x="3706" y="7328"/>
                  </a:cubicBezTo>
                  <a:cubicBezTo>
                    <a:pt x="3594" y="7861"/>
                    <a:pt x="3369" y="8310"/>
                    <a:pt x="3173" y="8507"/>
                  </a:cubicBezTo>
                  <a:cubicBezTo>
                    <a:pt x="3117" y="8535"/>
                    <a:pt x="3117" y="8535"/>
                    <a:pt x="3088" y="8563"/>
                  </a:cubicBezTo>
                  <a:cubicBezTo>
                    <a:pt x="3032" y="8563"/>
                    <a:pt x="2976" y="8535"/>
                    <a:pt x="2892" y="8479"/>
                  </a:cubicBezTo>
                  <a:cubicBezTo>
                    <a:pt x="2752" y="8395"/>
                    <a:pt x="2583" y="8170"/>
                    <a:pt x="2415" y="7917"/>
                  </a:cubicBezTo>
                  <a:cubicBezTo>
                    <a:pt x="2134" y="7524"/>
                    <a:pt x="1853" y="6991"/>
                    <a:pt x="1657" y="6514"/>
                  </a:cubicBezTo>
                  <a:cubicBezTo>
                    <a:pt x="1460" y="6008"/>
                    <a:pt x="1292" y="5559"/>
                    <a:pt x="1236" y="5306"/>
                  </a:cubicBezTo>
                  <a:cubicBezTo>
                    <a:pt x="1151" y="4829"/>
                    <a:pt x="955" y="3594"/>
                    <a:pt x="786" y="2499"/>
                  </a:cubicBezTo>
                  <a:cubicBezTo>
                    <a:pt x="666" y="1717"/>
                    <a:pt x="560" y="992"/>
                    <a:pt x="509" y="642"/>
                  </a:cubicBezTo>
                  <a:lnTo>
                    <a:pt x="509" y="642"/>
                  </a:lnTo>
                  <a:cubicBezTo>
                    <a:pt x="649" y="625"/>
                    <a:pt x="844" y="604"/>
                    <a:pt x="1067" y="590"/>
                  </a:cubicBezTo>
                  <a:cubicBezTo>
                    <a:pt x="1488" y="534"/>
                    <a:pt x="2022" y="477"/>
                    <a:pt x="2415" y="477"/>
                  </a:cubicBezTo>
                  <a:close/>
                  <a:moveTo>
                    <a:pt x="2415" y="0"/>
                  </a:moveTo>
                  <a:cubicBezTo>
                    <a:pt x="1572" y="0"/>
                    <a:pt x="225" y="225"/>
                    <a:pt x="225" y="225"/>
                  </a:cubicBezTo>
                  <a:cubicBezTo>
                    <a:pt x="84" y="225"/>
                    <a:pt x="0" y="365"/>
                    <a:pt x="28" y="477"/>
                  </a:cubicBezTo>
                  <a:cubicBezTo>
                    <a:pt x="28" y="477"/>
                    <a:pt x="590" y="4408"/>
                    <a:pt x="786" y="5391"/>
                  </a:cubicBezTo>
                  <a:cubicBezTo>
                    <a:pt x="871" y="5868"/>
                    <a:pt x="1207" y="6710"/>
                    <a:pt x="1601" y="7496"/>
                  </a:cubicBezTo>
                  <a:cubicBezTo>
                    <a:pt x="1825" y="7889"/>
                    <a:pt x="2050" y="8254"/>
                    <a:pt x="2274" y="8507"/>
                  </a:cubicBezTo>
                  <a:cubicBezTo>
                    <a:pt x="2387" y="8647"/>
                    <a:pt x="2499" y="8788"/>
                    <a:pt x="2639" y="8872"/>
                  </a:cubicBezTo>
                  <a:cubicBezTo>
                    <a:pt x="2780" y="8956"/>
                    <a:pt x="2920" y="9012"/>
                    <a:pt x="3088" y="9012"/>
                  </a:cubicBezTo>
                  <a:cubicBezTo>
                    <a:pt x="3229" y="9012"/>
                    <a:pt x="3369" y="8956"/>
                    <a:pt x="3482" y="8844"/>
                  </a:cubicBezTo>
                  <a:cubicBezTo>
                    <a:pt x="3818" y="8535"/>
                    <a:pt x="4015" y="8030"/>
                    <a:pt x="4183" y="7440"/>
                  </a:cubicBezTo>
                  <a:cubicBezTo>
                    <a:pt x="4324" y="6850"/>
                    <a:pt x="4408" y="6205"/>
                    <a:pt x="4408" y="5559"/>
                  </a:cubicBezTo>
                  <a:cubicBezTo>
                    <a:pt x="4408" y="5026"/>
                    <a:pt x="4352" y="4520"/>
                    <a:pt x="4211" y="4127"/>
                  </a:cubicBezTo>
                  <a:cubicBezTo>
                    <a:pt x="4015" y="3510"/>
                    <a:pt x="3790" y="2611"/>
                    <a:pt x="3594" y="1853"/>
                  </a:cubicBezTo>
                  <a:cubicBezTo>
                    <a:pt x="3482" y="1460"/>
                    <a:pt x="3397" y="1123"/>
                    <a:pt x="3313" y="842"/>
                  </a:cubicBezTo>
                  <a:cubicBezTo>
                    <a:pt x="3229" y="562"/>
                    <a:pt x="3173" y="365"/>
                    <a:pt x="3145" y="281"/>
                  </a:cubicBezTo>
                  <a:cubicBezTo>
                    <a:pt x="3117" y="169"/>
                    <a:pt x="3032" y="113"/>
                    <a:pt x="2976" y="84"/>
                  </a:cubicBezTo>
                  <a:cubicBezTo>
                    <a:pt x="2892" y="56"/>
                    <a:pt x="2808" y="28"/>
                    <a:pt x="2724" y="28"/>
                  </a:cubicBezTo>
                  <a:cubicBezTo>
                    <a:pt x="2611" y="28"/>
                    <a:pt x="2527" y="0"/>
                    <a:pt x="2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4168;p64">
              <a:extLst>
                <a:ext uri="{FF2B5EF4-FFF2-40B4-BE49-F238E27FC236}">
                  <a16:creationId xmlns:a16="http://schemas.microsoft.com/office/drawing/2014/main" id="{6B28A054-B627-0B87-033B-DB8D60514434}"/>
                </a:ext>
              </a:extLst>
            </p:cNvPr>
            <p:cNvSpPr/>
            <p:nvPr/>
          </p:nvSpPr>
          <p:spPr>
            <a:xfrm>
              <a:off x="3807875" y="3450575"/>
              <a:ext cx="162875" cy="381150"/>
            </a:xfrm>
            <a:custGeom>
              <a:avLst/>
              <a:gdLst/>
              <a:ahLst/>
              <a:cxnLst/>
              <a:rect l="l" t="t" r="r" b="b"/>
              <a:pathLst>
                <a:path w="6515" h="15246" extrusionOk="0">
                  <a:moveTo>
                    <a:pt x="843" y="0"/>
                  </a:moveTo>
                  <a:cubicBezTo>
                    <a:pt x="843" y="0"/>
                    <a:pt x="1" y="2723"/>
                    <a:pt x="1" y="4717"/>
                  </a:cubicBezTo>
                  <a:cubicBezTo>
                    <a:pt x="1" y="6682"/>
                    <a:pt x="338" y="8928"/>
                    <a:pt x="759" y="11848"/>
                  </a:cubicBezTo>
                  <a:cubicBezTo>
                    <a:pt x="1037" y="13546"/>
                    <a:pt x="2144" y="15245"/>
                    <a:pt x="3039" y="15245"/>
                  </a:cubicBezTo>
                  <a:cubicBezTo>
                    <a:pt x="3046" y="15245"/>
                    <a:pt x="3054" y="15245"/>
                    <a:pt x="3061" y="15245"/>
                  </a:cubicBezTo>
                  <a:cubicBezTo>
                    <a:pt x="5812" y="15104"/>
                    <a:pt x="4802" y="10023"/>
                    <a:pt x="5307" y="7075"/>
                  </a:cubicBezTo>
                  <a:cubicBezTo>
                    <a:pt x="5812" y="4127"/>
                    <a:pt x="6261" y="3959"/>
                    <a:pt x="6514" y="702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4169;p64">
              <a:extLst>
                <a:ext uri="{FF2B5EF4-FFF2-40B4-BE49-F238E27FC236}">
                  <a16:creationId xmlns:a16="http://schemas.microsoft.com/office/drawing/2014/main" id="{E1682DB4-5821-6F9C-DE5C-651B00EA8CF1}"/>
                </a:ext>
              </a:extLst>
            </p:cNvPr>
            <p:cNvSpPr/>
            <p:nvPr/>
          </p:nvSpPr>
          <p:spPr>
            <a:xfrm>
              <a:off x="3802275" y="3444500"/>
              <a:ext cx="174775" cy="392825"/>
            </a:xfrm>
            <a:custGeom>
              <a:avLst/>
              <a:gdLst/>
              <a:ahLst/>
              <a:cxnLst/>
              <a:rect l="l" t="t" r="r" b="b"/>
              <a:pathLst>
                <a:path w="6991" h="15713" extrusionOk="0">
                  <a:moveTo>
                    <a:pt x="1047" y="1"/>
                  </a:moveTo>
                  <a:cubicBezTo>
                    <a:pt x="955" y="1"/>
                    <a:pt x="864" y="71"/>
                    <a:pt x="842" y="159"/>
                  </a:cubicBezTo>
                  <a:cubicBezTo>
                    <a:pt x="842" y="187"/>
                    <a:pt x="0" y="2910"/>
                    <a:pt x="0" y="4960"/>
                  </a:cubicBezTo>
                  <a:cubicBezTo>
                    <a:pt x="0" y="6953"/>
                    <a:pt x="309" y="9199"/>
                    <a:pt x="758" y="12147"/>
                  </a:cubicBezTo>
                  <a:cubicBezTo>
                    <a:pt x="899" y="13017"/>
                    <a:pt x="1264" y="13888"/>
                    <a:pt x="1685" y="14561"/>
                  </a:cubicBezTo>
                  <a:cubicBezTo>
                    <a:pt x="1909" y="14898"/>
                    <a:pt x="2162" y="15179"/>
                    <a:pt x="2415" y="15375"/>
                  </a:cubicBezTo>
                  <a:cubicBezTo>
                    <a:pt x="2695" y="15572"/>
                    <a:pt x="2976" y="15712"/>
                    <a:pt x="3257" y="15712"/>
                  </a:cubicBezTo>
                  <a:lnTo>
                    <a:pt x="3313" y="15712"/>
                  </a:lnTo>
                  <a:cubicBezTo>
                    <a:pt x="3678" y="15712"/>
                    <a:pt x="4015" y="15600"/>
                    <a:pt x="4296" y="15404"/>
                  </a:cubicBezTo>
                  <a:cubicBezTo>
                    <a:pt x="4773" y="15095"/>
                    <a:pt x="5054" y="14561"/>
                    <a:pt x="5222" y="13944"/>
                  </a:cubicBezTo>
                  <a:cubicBezTo>
                    <a:pt x="5503" y="13017"/>
                    <a:pt x="5531" y="11838"/>
                    <a:pt x="5559" y="10659"/>
                  </a:cubicBezTo>
                  <a:cubicBezTo>
                    <a:pt x="5587" y="9480"/>
                    <a:pt x="5587" y="8301"/>
                    <a:pt x="5756" y="7346"/>
                  </a:cubicBezTo>
                  <a:cubicBezTo>
                    <a:pt x="6008" y="5886"/>
                    <a:pt x="6261" y="5128"/>
                    <a:pt x="6457" y="4314"/>
                  </a:cubicBezTo>
                  <a:cubicBezTo>
                    <a:pt x="6654" y="3472"/>
                    <a:pt x="6850" y="2601"/>
                    <a:pt x="6963" y="945"/>
                  </a:cubicBezTo>
                  <a:cubicBezTo>
                    <a:pt x="6991" y="833"/>
                    <a:pt x="6878" y="720"/>
                    <a:pt x="6766" y="692"/>
                  </a:cubicBezTo>
                  <a:cubicBezTo>
                    <a:pt x="6626" y="692"/>
                    <a:pt x="6514" y="777"/>
                    <a:pt x="6514" y="917"/>
                  </a:cubicBezTo>
                  <a:cubicBezTo>
                    <a:pt x="6373" y="2545"/>
                    <a:pt x="6205" y="3388"/>
                    <a:pt x="6008" y="4174"/>
                  </a:cubicBezTo>
                  <a:cubicBezTo>
                    <a:pt x="5812" y="4988"/>
                    <a:pt x="5559" y="5802"/>
                    <a:pt x="5306" y="7290"/>
                  </a:cubicBezTo>
                  <a:cubicBezTo>
                    <a:pt x="5026" y="8778"/>
                    <a:pt x="5166" y="10799"/>
                    <a:pt x="5026" y="12428"/>
                  </a:cubicBezTo>
                  <a:cubicBezTo>
                    <a:pt x="4941" y="13242"/>
                    <a:pt x="4801" y="13972"/>
                    <a:pt x="4520" y="14449"/>
                  </a:cubicBezTo>
                  <a:cubicBezTo>
                    <a:pt x="4380" y="14702"/>
                    <a:pt x="4239" y="14898"/>
                    <a:pt x="4015" y="15039"/>
                  </a:cubicBezTo>
                  <a:cubicBezTo>
                    <a:pt x="3818" y="15151"/>
                    <a:pt x="3594" y="15235"/>
                    <a:pt x="3285" y="15263"/>
                  </a:cubicBezTo>
                  <a:lnTo>
                    <a:pt x="3257" y="15263"/>
                  </a:lnTo>
                  <a:cubicBezTo>
                    <a:pt x="3116" y="15263"/>
                    <a:pt x="2920" y="15179"/>
                    <a:pt x="2723" y="15011"/>
                  </a:cubicBezTo>
                  <a:cubicBezTo>
                    <a:pt x="2078" y="14505"/>
                    <a:pt x="1404" y="13270"/>
                    <a:pt x="1235" y="12063"/>
                  </a:cubicBezTo>
                  <a:cubicBezTo>
                    <a:pt x="786" y="9143"/>
                    <a:pt x="477" y="6897"/>
                    <a:pt x="477" y="4960"/>
                  </a:cubicBezTo>
                  <a:cubicBezTo>
                    <a:pt x="477" y="4005"/>
                    <a:pt x="674" y="2826"/>
                    <a:pt x="871" y="1900"/>
                  </a:cubicBezTo>
                  <a:cubicBezTo>
                    <a:pt x="983" y="1450"/>
                    <a:pt x="1067" y="1029"/>
                    <a:pt x="1151" y="749"/>
                  </a:cubicBezTo>
                  <a:cubicBezTo>
                    <a:pt x="1235" y="468"/>
                    <a:pt x="1292" y="299"/>
                    <a:pt x="1292" y="299"/>
                  </a:cubicBezTo>
                  <a:cubicBezTo>
                    <a:pt x="1320" y="187"/>
                    <a:pt x="1264" y="47"/>
                    <a:pt x="1123" y="19"/>
                  </a:cubicBezTo>
                  <a:cubicBezTo>
                    <a:pt x="1099" y="6"/>
                    <a:pt x="1073" y="1"/>
                    <a:pt x="10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4170;p64">
              <a:extLst>
                <a:ext uri="{FF2B5EF4-FFF2-40B4-BE49-F238E27FC236}">
                  <a16:creationId xmlns:a16="http://schemas.microsoft.com/office/drawing/2014/main" id="{156AD742-02B5-D68A-2C73-ED34A539C8E4}"/>
                </a:ext>
              </a:extLst>
            </p:cNvPr>
            <p:cNvSpPr/>
            <p:nvPr/>
          </p:nvSpPr>
          <p:spPr>
            <a:xfrm>
              <a:off x="4094250" y="5104850"/>
              <a:ext cx="209875" cy="142550"/>
            </a:xfrm>
            <a:custGeom>
              <a:avLst/>
              <a:gdLst/>
              <a:ahLst/>
              <a:cxnLst/>
              <a:rect l="l" t="t" r="r" b="b"/>
              <a:pathLst>
                <a:path w="8395" h="5702" extrusionOk="0">
                  <a:moveTo>
                    <a:pt x="2570" y="1"/>
                  </a:moveTo>
                  <a:cubicBezTo>
                    <a:pt x="2394" y="1"/>
                    <a:pt x="1689" y="22"/>
                    <a:pt x="983" y="338"/>
                  </a:cubicBezTo>
                  <a:cubicBezTo>
                    <a:pt x="197" y="703"/>
                    <a:pt x="0" y="1209"/>
                    <a:pt x="253" y="1714"/>
                  </a:cubicBezTo>
                  <a:cubicBezTo>
                    <a:pt x="534" y="2219"/>
                    <a:pt x="1123" y="3427"/>
                    <a:pt x="2106" y="4016"/>
                  </a:cubicBezTo>
                  <a:cubicBezTo>
                    <a:pt x="3060" y="4634"/>
                    <a:pt x="4408" y="4914"/>
                    <a:pt x="5166" y="5420"/>
                  </a:cubicBezTo>
                  <a:cubicBezTo>
                    <a:pt x="5456" y="5606"/>
                    <a:pt x="5835" y="5701"/>
                    <a:pt x="6222" y="5701"/>
                  </a:cubicBezTo>
                  <a:cubicBezTo>
                    <a:pt x="6883" y="5701"/>
                    <a:pt x="7571" y="5425"/>
                    <a:pt x="7889" y="4858"/>
                  </a:cubicBezTo>
                  <a:cubicBezTo>
                    <a:pt x="8395" y="3960"/>
                    <a:pt x="7777" y="1939"/>
                    <a:pt x="7777" y="1939"/>
                  </a:cubicBezTo>
                  <a:cubicBezTo>
                    <a:pt x="7777" y="1939"/>
                    <a:pt x="5643" y="1405"/>
                    <a:pt x="4464" y="872"/>
                  </a:cubicBezTo>
                  <a:cubicBezTo>
                    <a:pt x="3313" y="338"/>
                    <a:pt x="2611" y="1"/>
                    <a:pt x="2611" y="1"/>
                  </a:cubicBezTo>
                  <a:cubicBezTo>
                    <a:pt x="2611" y="1"/>
                    <a:pt x="2597" y="1"/>
                    <a:pt x="25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4171;p64">
              <a:extLst>
                <a:ext uri="{FF2B5EF4-FFF2-40B4-BE49-F238E27FC236}">
                  <a16:creationId xmlns:a16="http://schemas.microsoft.com/office/drawing/2014/main" id="{21DCD80F-0001-20BA-E21F-ECF7242DE35C}"/>
                </a:ext>
              </a:extLst>
            </p:cNvPr>
            <p:cNvSpPr/>
            <p:nvPr/>
          </p:nvSpPr>
          <p:spPr>
            <a:xfrm>
              <a:off x="4092150" y="5099250"/>
              <a:ext cx="209875" cy="153750"/>
            </a:xfrm>
            <a:custGeom>
              <a:avLst/>
              <a:gdLst/>
              <a:ahLst/>
              <a:cxnLst/>
              <a:rect l="l" t="t" r="r" b="b"/>
              <a:pathLst>
                <a:path w="8395" h="6150" extrusionOk="0">
                  <a:moveTo>
                    <a:pt x="2584" y="451"/>
                  </a:moveTo>
                  <a:cubicBezTo>
                    <a:pt x="2619" y="467"/>
                    <a:pt x="3315" y="800"/>
                    <a:pt x="4464" y="1320"/>
                  </a:cubicBezTo>
                  <a:cubicBezTo>
                    <a:pt x="5502" y="1779"/>
                    <a:pt x="7224" y="2237"/>
                    <a:pt x="7687" y="2357"/>
                  </a:cubicBezTo>
                  <a:lnTo>
                    <a:pt x="7687" y="2357"/>
                  </a:lnTo>
                  <a:cubicBezTo>
                    <a:pt x="7765" y="2647"/>
                    <a:pt x="7945" y="3393"/>
                    <a:pt x="7945" y="4072"/>
                  </a:cubicBezTo>
                  <a:cubicBezTo>
                    <a:pt x="7945" y="4437"/>
                    <a:pt x="7889" y="4773"/>
                    <a:pt x="7777" y="4970"/>
                  </a:cubicBezTo>
                  <a:cubicBezTo>
                    <a:pt x="7636" y="5195"/>
                    <a:pt x="7412" y="5391"/>
                    <a:pt x="7159" y="5503"/>
                  </a:cubicBezTo>
                  <a:cubicBezTo>
                    <a:pt x="6906" y="5644"/>
                    <a:pt x="6598" y="5700"/>
                    <a:pt x="6289" y="5700"/>
                  </a:cubicBezTo>
                  <a:cubicBezTo>
                    <a:pt x="5952" y="5700"/>
                    <a:pt x="5615" y="5616"/>
                    <a:pt x="5390" y="5447"/>
                  </a:cubicBezTo>
                  <a:cubicBezTo>
                    <a:pt x="4969" y="5195"/>
                    <a:pt x="4436" y="4970"/>
                    <a:pt x="3874" y="4773"/>
                  </a:cubicBezTo>
                  <a:cubicBezTo>
                    <a:pt x="3341" y="4549"/>
                    <a:pt x="2751" y="4324"/>
                    <a:pt x="2302" y="4044"/>
                  </a:cubicBezTo>
                  <a:cubicBezTo>
                    <a:pt x="1404" y="3482"/>
                    <a:pt x="814" y="2331"/>
                    <a:pt x="562" y="1826"/>
                  </a:cubicBezTo>
                  <a:cubicBezTo>
                    <a:pt x="477" y="1713"/>
                    <a:pt x="477" y="1601"/>
                    <a:pt x="477" y="1517"/>
                  </a:cubicBezTo>
                  <a:cubicBezTo>
                    <a:pt x="477" y="1405"/>
                    <a:pt x="505" y="1292"/>
                    <a:pt x="618" y="1152"/>
                  </a:cubicBezTo>
                  <a:cubicBezTo>
                    <a:pt x="730" y="1040"/>
                    <a:pt x="898" y="899"/>
                    <a:pt x="1179" y="787"/>
                  </a:cubicBezTo>
                  <a:cubicBezTo>
                    <a:pt x="1748" y="502"/>
                    <a:pt x="2341" y="456"/>
                    <a:pt x="2584" y="451"/>
                  </a:cubicBezTo>
                  <a:close/>
                  <a:moveTo>
                    <a:pt x="2639" y="1"/>
                  </a:moveTo>
                  <a:cubicBezTo>
                    <a:pt x="2414" y="1"/>
                    <a:pt x="1713" y="29"/>
                    <a:pt x="983" y="338"/>
                  </a:cubicBezTo>
                  <a:cubicBezTo>
                    <a:pt x="674" y="506"/>
                    <a:pt x="421" y="675"/>
                    <a:pt x="253" y="871"/>
                  </a:cubicBezTo>
                  <a:cubicBezTo>
                    <a:pt x="84" y="1040"/>
                    <a:pt x="0" y="1292"/>
                    <a:pt x="0" y="1517"/>
                  </a:cubicBezTo>
                  <a:cubicBezTo>
                    <a:pt x="0" y="1713"/>
                    <a:pt x="56" y="1882"/>
                    <a:pt x="140" y="2050"/>
                  </a:cubicBezTo>
                  <a:cubicBezTo>
                    <a:pt x="393" y="2556"/>
                    <a:pt x="1011" y="3791"/>
                    <a:pt x="2050" y="4437"/>
                  </a:cubicBezTo>
                  <a:cubicBezTo>
                    <a:pt x="2583" y="4745"/>
                    <a:pt x="3173" y="4998"/>
                    <a:pt x="3706" y="5195"/>
                  </a:cubicBezTo>
                  <a:cubicBezTo>
                    <a:pt x="4267" y="5419"/>
                    <a:pt x="4773" y="5616"/>
                    <a:pt x="5138" y="5840"/>
                  </a:cubicBezTo>
                  <a:cubicBezTo>
                    <a:pt x="5475" y="6065"/>
                    <a:pt x="5868" y="6149"/>
                    <a:pt x="6289" y="6149"/>
                  </a:cubicBezTo>
                  <a:cubicBezTo>
                    <a:pt x="6654" y="6149"/>
                    <a:pt x="7047" y="6093"/>
                    <a:pt x="7356" y="5925"/>
                  </a:cubicBezTo>
                  <a:cubicBezTo>
                    <a:pt x="7693" y="5784"/>
                    <a:pt x="7973" y="5532"/>
                    <a:pt x="8170" y="5195"/>
                  </a:cubicBezTo>
                  <a:cubicBezTo>
                    <a:pt x="8338" y="4858"/>
                    <a:pt x="8394" y="4465"/>
                    <a:pt x="8394" y="4072"/>
                  </a:cubicBezTo>
                  <a:cubicBezTo>
                    <a:pt x="8394" y="3117"/>
                    <a:pt x="8086" y="2106"/>
                    <a:pt x="8086" y="2106"/>
                  </a:cubicBezTo>
                  <a:cubicBezTo>
                    <a:pt x="8058" y="2022"/>
                    <a:pt x="8001" y="1966"/>
                    <a:pt x="7917" y="1938"/>
                  </a:cubicBezTo>
                  <a:cubicBezTo>
                    <a:pt x="7917" y="1938"/>
                    <a:pt x="7805" y="1910"/>
                    <a:pt x="7580" y="1854"/>
                  </a:cubicBezTo>
                  <a:cubicBezTo>
                    <a:pt x="6935" y="1685"/>
                    <a:pt x="5503" y="1264"/>
                    <a:pt x="4660" y="899"/>
                  </a:cubicBezTo>
                  <a:cubicBezTo>
                    <a:pt x="4071" y="618"/>
                    <a:pt x="3594" y="394"/>
                    <a:pt x="3285" y="253"/>
                  </a:cubicBezTo>
                  <a:cubicBezTo>
                    <a:pt x="2948" y="113"/>
                    <a:pt x="2779" y="29"/>
                    <a:pt x="2779" y="29"/>
                  </a:cubicBezTo>
                  <a:lnTo>
                    <a:pt x="26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4172;p64">
              <a:extLst>
                <a:ext uri="{FF2B5EF4-FFF2-40B4-BE49-F238E27FC236}">
                  <a16:creationId xmlns:a16="http://schemas.microsoft.com/office/drawing/2014/main" id="{0E96EA13-9F6D-2B9D-3EFD-4B73BCC84459}"/>
                </a:ext>
              </a:extLst>
            </p:cNvPr>
            <p:cNvSpPr/>
            <p:nvPr/>
          </p:nvSpPr>
          <p:spPr>
            <a:xfrm>
              <a:off x="4095650" y="5121025"/>
              <a:ext cx="197950" cy="126375"/>
            </a:xfrm>
            <a:custGeom>
              <a:avLst/>
              <a:gdLst/>
              <a:ahLst/>
              <a:cxnLst/>
              <a:rect l="l" t="t" r="r" b="b"/>
              <a:pathLst>
                <a:path w="7918" h="5055" extrusionOk="0">
                  <a:moveTo>
                    <a:pt x="450" y="0"/>
                  </a:moveTo>
                  <a:cubicBezTo>
                    <a:pt x="57" y="309"/>
                    <a:pt x="0" y="702"/>
                    <a:pt x="197" y="1067"/>
                  </a:cubicBezTo>
                  <a:cubicBezTo>
                    <a:pt x="478" y="1572"/>
                    <a:pt x="1067" y="2780"/>
                    <a:pt x="2050" y="3369"/>
                  </a:cubicBezTo>
                  <a:cubicBezTo>
                    <a:pt x="3004" y="3987"/>
                    <a:pt x="4352" y="4267"/>
                    <a:pt x="5110" y="4773"/>
                  </a:cubicBezTo>
                  <a:cubicBezTo>
                    <a:pt x="5400" y="4959"/>
                    <a:pt x="5779" y="5054"/>
                    <a:pt x="6166" y="5054"/>
                  </a:cubicBezTo>
                  <a:cubicBezTo>
                    <a:pt x="6827" y="5054"/>
                    <a:pt x="7515" y="4778"/>
                    <a:pt x="7833" y="4211"/>
                  </a:cubicBezTo>
                  <a:cubicBezTo>
                    <a:pt x="7861" y="4127"/>
                    <a:pt x="7889" y="4043"/>
                    <a:pt x="7918" y="3959"/>
                  </a:cubicBezTo>
                  <a:lnTo>
                    <a:pt x="7918" y="3959"/>
                  </a:lnTo>
                  <a:cubicBezTo>
                    <a:pt x="7377" y="4500"/>
                    <a:pt x="6619" y="4674"/>
                    <a:pt x="6043" y="4674"/>
                  </a:cubicBezTo>
                  <a:cubicBezTo>
                    <a:pt x="5871" y="4674"/>
                    <a:pt x="5716" y="4658"/>
                    <a:pt x="5587" y="4632"/>
                  </a:cubicBezTo>
                  <a:cubicBezTo>
                    <a:pt x="4914" y="4520"/>
                    <a:pt x="3706" y="3678"/>
                    <a:pt x="2948" y="3369"/>
                  </a:cubicBezTo>
                  <a:cubicBezTo>
                    <a:pt x="2162" y="3060"/>
                    <a:pt x="1264" y="2162"/>
                    <a:pt x="843" y="1404"/>
                  </a:cubicBezTo>
                  <a:cubicBezTo>
                    <a:pt x="534" y="842"/>
                    <a:pt x="450" y="281"/>
                    <a:pt x="4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4173;p64">
              <a:extLst>
                <a:ext uri="{FF2B5EF4-FFF2-40B4-BE49-F238E27FC236}">
                  <a16:creationId xmlns:a16="http://schemas.microsoft.com/office/drawing/2014/main" id="{4E5663CD-A53A-458F-EF2B-F4F89ED213F7}"/>
                </a:ext>
              </a:extLst>
            </p:cNvPr>
            <p:cNvSpPr/>
            <p:nvPr/>
          </p:nvSpPr>
          <p:spPr>
            <a:xfrm>
              <a:off x="4092150" y="5115125"/>
              <a:ext cx="208475" cy="137875"/>
            </a:xfrm>
            <a:custGeom>
              <a:avLst/>
              <a:gdLst/>
              <a:ahLst/>
              <a:cxnLst/>
              <a:rect l="l" t="t" r="r" b="b"/>
              <a:pathLst>
                <a:path w="8339" h="5515" extrusionOk="0">
                  <a:moveTo>
                    <a:pt x="606" y="0"/>
                  </a:moveTo>
                  <a:cubicBezTo>
                    <a:pt x="544" y="0"/>
                    <a:pt x="483" y="27"/>
                    <a:pt x="421" y="68"/>
                  </a:cubicBezTo>
                  <a:cubicBezTo>
                    <a:pt x="140" y="292"/>
                    <a:pt x="0" y="573"/>
                    <a:pt x="0" y="882"/>
                  </a:cubicBezTo>
                  <a:cubicBezTo>
                    <a:pt x="0" y="1078"/>
                    <a:pt x="56" y="1247"/>
                    <a:pt x="140" y="1415"/>
                  </a:cubicBezTo>
                  <a:cubicBezTo>
                    <a:pt x="393" y="1921"/>
                    <a:pt x="1011" y="3156"/>
                    <a:pt x="2050" y="3802"/>
                  </a:cubicBezTo>
                  <a:cubicBezTo>
                    <a:pt x="2583" y="4110"/>
                    <a:pt x="3173" y="4363"/>
                    <a:pt x="3706" y="4560"/>
                  </a:cubicBezTo>
                  <a:cubicBezTo>
                    <a:pt x="4267" y="4784"/>
                    <a:pt x="4773" y="4981"/>
                    <a:pt x="5138" y="5205"/>
                  </a:cubicBezTo>
                  <a:cubicBezTo>
                    <a:pt x="5475" y="5430"/>
                    <a:pt x="5868" y="5514"/>
                    <a:pt x="6289" y="5514"/>
                  </a:cubicBezTo>
                  <a:cubicBezTo>
                    <a:pt x="6654" y="5514"/>
                    <a:pt x="7047" y="5458"/>
                    <a:pt x="7356" y="5290"/>
                  </a:cubicBezTo>
                  <a:cubicBezTo>
                    <a:pt x="7693" y="5149"/>
                    <a:pt x="7973" y="4897"/>
                    <a:pt x="8170" y="4560"/>
                  </a:cubicBezTo>
                  <a:cubicBezTo>
                    <a:pt x="8226" y="4475"/>
                    <a:pt x="8254" y="4363"/>
                    <a:pt x="8282" y="4279"/>
                  </a:cubicBezTo>
                  <a:cubicBezTo>
                    <a:pt x="8338" y="4167"/>
                    <a:pt x="8282" y="4054"/>
                    <a:pt x="8198" y="3998"/>
                  </a:cubicBezTo>
                  <a:cubicBezTo>
                    <a:pt x="8155" y="3977"/>
                    <a:pt x="8112" y="3968"/>
                    <a:pt x="8072" y="3968"/>
                  </a:cubicBezTo>
                  <a:cubicBezTo>
                    <a:pt x="8008" y="3968"/>
                    <a:pt x="7952" y="3991"/>
                    <a:pt x="7917" y="4026"/>
                  </a:cubicBezTo>
                  <a:cubicBezTo>
                    <a:pt x="7443" y="4474"/>
                    <a:pt x="6796" y="4675"/>
                    <a:pt x="6278" y="4675"/>
                  </a:cubicBezTo>
                  <a:cubicBezTo>
                    <a:pt x="6243" y="4675"/>
                    <a:pt x="6210" y="4674"/>
                    <a:pt x="6176" y="4672"/>
                  </a:cubicBezTo>
                  <a:cubicBezTo>
                    <a:pt x="6008" y="4672"/>
                    <a:pt x="5868" y="4672"/>
                    <a:pt x="5783" y="4644"/>
                  </a:cubicBezTo>
                  <a:cubicBezTo>
                    <a:pt x="5503" y="4588"/>
                    <a:pt x="5025" y="4363"/>
                    <a:pt x="4548" y="4110"/>
                  </a:cubicBezTo>
                  <a:cubicBezTo>
                    <a:pt x="4071" y="3830"/>
                    <a:pt x="3594" y="3549"/>
                    <a:pt x="3173" y="3380"/>
                  </a:cubicBezTo>
                  <a:cubicBezTo>
                    <a:pt x="2836" y="3268"/>
                    <a:pt x="2414" y="2959"/>
                    <a:pt x="2078" y="2622"/>
                  </a:cubicBezTo>
                  <a:cubicBezTo>
                    <a:pt x="1713" y="2286"/>
                    <a:pt x="1376" y="1893"/>
                    <a:pt x="1179" y="1528"/>
                  </a:cubicBezTo>
                  <a:cubicBezTo>
                    <a:pt x="898" y="1022"/>
                    <a:pt x="814" y="489"/>
                    <a:pt x="814" y="236"/>
                  </a:cubicBezTo>
                  <a:cubicBezTo>
                    <a:pt x="814" y="124"/>
                    <a:pt x="758" y="68"/>
                    <a:pt x="674" y="12"/>
                  </a:cubicBezTo>
                  <a:cubicBezTo>
                    <a:pt x="651" y="4"/>
                    <a:pt x="6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4174;p64">
              <a:extLst>
                <a:ext uri="{FF2B5EF4-FFF2-40B4-BE49-F238E27FC236}">
                  <a16:creationId xmlns:a16="http://schemas.microsoft.com/office/drawing/2014/main" id="{D6DF92A4-30EA-60AC-80F8-A5ED02663035}"/>
                </a:ext>
              </a:extLst>
            </p:cNvPr>
            <p:cNvSpPr/>
            <p:nvPr/>
          </p:nvSpPr>
          <p:spPr>
            <a:xfrm>
              <a:off x="4480275" y="5126625"/>
              <a:ext cx="139000" cy="99000"/>
            </a:xfrm>
            <a:custGeom>
              <a:avLst/>
              <a:gdLst/>
              <a:ahLst/>
              <a:cxnLst/>
              <a:rect l="l" t="t" r="r" b="b"/>
              <a:pathLst>
                <a:path w="5560" h="3960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253" y="1573"/>
                    <a:pt x="253" y="2191"/>
                  </a:cubicBezTo>
                  <a:cubicBezTo>
                    <a:pt x="253" y="2836"/>
                    <a:pt x="1320" y="3959"/>
                    <a:pt x="2415" y="3959"/>
                  </a:cubicBezTo>
                  <a:cubicBezTo>
                    <a:pt x="3538" y="3959"/>
                    <a:pt x="4633" y="3538"/>
                    <a:pt x="5110" y="2977"/>
                  </a:cubicBezTo>
                  <a:cubicBezTo>
                    <a:pt x="5559" y="2387"/>
                    <a:pt x="5391" y="422"/>
                    <a:pt x="5391" y="422"/>
                  </a:cubicBezTo>
                  <a:lnTo>
                    <a:pt x="5391" y="422"/>
                  </a:lnTo>
                  <a:cubicBezTo>
                    <a:pt x="5391" y="422"/>
                    <a:pt x="4066" y="627"/>
                    <a:pt x="2704" y="627"/>
                  </a:cubicBezTo>
                  <a:cubicBezTo>
                    <a:pt x="1597" y="627"/>
                    <a:pt x="466" y="49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4175;p64">
              <a:extLst>
                <a:ext uri="{FF2B5EF4-FFF2-40B4-BE49-F238E27FC236}">
                  <a16:creationId xmlns:a16="http://schemas.microsoft.com/office/drawing/2014/main" id="{AD718824-6D39-B805-51E3-322470ADB7CB}"/>
                </a:ext>
              </a:extLst>
            </p:cNvPr>
            <p:cNvSpPr/>
            <p:nvPr/>
          </p:nvSpPr>
          <p:spPr>
            <a:xfrm>
              <a:off x="4474650" y="5120600"/>
              <a:ext cx="147425" cy="111325"/>
            </a:xfrm>
            <a:custGeom>
              <a:avLst/>
              <a:gdLst/>
              <a:ahLst/>
              <a:cxnLst/>
              <a:rect l="l" t="t" r="r" b="b"/>
              <a:pathLst>
                <a:path w="5897" h="4453" extrusionOk="0">
                  <a:moveTo>
                    <a:pt x="549" y="720"/>
                  </a:moveTo>
                  <a:lnTo>
                    <a:pt x="549" y="720"/>
                  </a:lnTo>
                  <a:cubicBezTo>
                    <a:pt x="780" y="831"/>
                    <a:pt x="1042" y="910"/>
                    <a:pt x="1320" y="972"/>
                  </a:cubicBezTo>
                  <a:cubicBezTo>
                    <a:pt x="1826" y="1056"/>
                    <a:pt x="2387" y="1112"/>
                    <a:pt x="2977" y="1112"/>
                  </a:cubicBezTo>
                  <a:cubicBezTo>
                    <a:pt x="3987" y="1112"/>
                    <a:pt x="4953" y="991"/>
                    <a:pt x="5394" y="926"/>
                  </a:cubicBezTo>
                  <a:lnTo>
                    <a:pt x="5394" y="926"/>
                  </a:lnTo>
                  <a:cubicBezTo>
                    <a:pt x="5419" y="1040"/>
                    <a:pt x="5419" y="1231"/>
                    <a:pt x="5419" y="1449"/>
                  </a:cubicBezTo>
                  <a:cubicBezTo>
                    <a:pt x="5419" y="1758"/>
                    <a:pt x="5391" y="2095"/>
                    <a:pt x="5363" y="2403"/>
                  </a:cubicBezTo>
                  <a:cubicBezTo>
                    <a:pt x="5307" y="2712"/>
                    <a:pt x="5223" y="2965"/>
                    <a:pt x="5138" y="3049"/>
                  </a:cubicBezTo>
                  <a:cubicBezTo>
                    <a:pt x="4942" y="3302"/>
                    <a:pt x="4577" y="3526"/>
                    <a:pt x="4128" y="3695"/>
                  </a:cubicBezTo>
                  <a:cubicBezTo>
                    <a:pt x="3707" y="3863"/>
                    <a:pt x="3173" y="3976"/>
                    <a:pt x="2640" y="3976"/>
                  </a:cubicBezTo>
                  <a:cubicBezTo>
                    <a:pt x="2163" y="3976"/>
                    <a:pt x="1685" y="3723"/>
                    <a:pt x="1292" y="3386"/>
                  </a:cubicBezTo>
                  <a:cubicBezTo>
                    <a:pt x="1124" y="3218"/>
                    <a:pt x="955" y="3049"/>
                    <a:pt x="843" y="2853"/>
                  </a:cubicBezTo>
                  <a:cubicBezTo>
                    <a:pt x="759" y="2684"/>
                    <a:pt x="703" y="2544"/>
                    <a:pt x="703" y="2432"/>
                  </a:cubicBezTo>
                  <a:cubicBezTo>
                    <a:pt x="703" y="2095"/>
                    <a:pt x="647" y="1533"/>
                    <a:pt x="590" y="1056"/>
                  </a:cubicBezTo>
                  <a:cubicBezTo>
                    <a:pt x="576" y="937"/>
                    <a:pt x="562" y="824"/>
                    <a:pt x="549" y="720"/>
                  </a:cubicBezTo>
                  <a:close/>
                  <a:moveTo>
                    <a:pt x="241" y="0"/>
                  </a:moveTo>
                  <a:cubicBezTo>
                    <a:pt x="207" y="0"/>
                    <a:pt x="172" y="7"/>
                    <a:pt x="141" y="17"/>
                  </a:cubicBezTo>
                  <a:cubicBezTo>
                    <a:pt x="29" y="73"/>
                    <a:pt x="1" y="157"/>
                    <a:pt x="1" y="270"/>
                  </a:cubicBezTo>
                  <a:cubicBezTo>
                    <a:pt x="1" y="270"/>
                    <a:pt x="57" y="663"/>
                    <a:pt x="113" y="1112"/>
                  </a:cubicBezTo>
                  <a:cubicBezTo>
                    <a:pt x="169" y="1589"/>
                    <a:pt x="225" y="2151"/>
                    <a:pt x="225" y="2432"/>
                  </a:cubicBezTo>
                  <a:cubicBezTo>
                    <a:pt x="225" y="2656"/>
                    <a:pt x="338" y="2881"/>
                    <a:pt x="450" y="3105"/>
                  </a:cubicBezTo>
                  <a:cubicBezTo>
                    <a:pt x="647" y="3442"/>
                    <a:pt x="955" y="3751"/>
                    <a:pt x="1348" y="4004"/>
                  </a:cubicBezTo>
                  <a:cubicBezTo>
                    <a:pt x="1713" y="4256"/>
                    <a:pt x="2163" y="4453"/>
                    <a:pt x="2640" y="4453"/>
                  </a:cubicBezTo>
                  <a:cubicBezTo>
                    <a:pt x="3229" y="4453"/>
                    <a:pt x="3791" y="4341"/>
                    <a:pt x="4296" y="4144"/>
                  </a:cubicBezTo>
                  <a:cubicBezTo>
                    <a:pt x="4802" y="3948"/>
                    <a:pt x="5223" y="3695"/>
                    <a:pt x="5503" y="3358"/>
                  </a:cubicBezTo>
                  <a:cubicBezTo>
                    <a:pt x="5700" y="3133"/>
                    <a:pt x="5756" y="2797"/>
                    <a:pt x="5812" y="2460"/>
                  </a:cubicBezTo>
                  <a:cubicBezTo>
                    <a:pt x="5868" y="2123"/>
                    <a:pt x="5896" y="1758"/>
                    <a:pt x="5896" y="1449"/>
                  </a:cubicBezTo>
                  <a:cubicBezTo>
                    <a:pt x="5896" y="1000"/>
                    <a:pt x="5868" y="663"/>
                    <a:pt x="5868" y="635"/>
                  </a:cubicBezTo>
                  <a:cubicBezTo>
                    <a:pt x="5840" y="579"/>
                    <a:pt x="5812" y="522"/>
                    <a:pt x="5756" y="494"/>
                  </a:cubicBezTo>
                  <a:cubicBezTo>
                    <a:pt x="5728" y="438"/>
                    <a:pt x="5644" y="438"/>
                    <a:pt x="5588" y="438"/>
                  </a:cubicBezTo>
                  <a:cubicBezTo>
                    <a:pt x="5588" y="438"/>
                    <a:pt x="5503" y="438"/>
                    <a:pt x="5363" y="466"/>
                  </a:cubicBezTo>
                  <a:cubicBezTo>
                    <a:pt x="4942" y="522"/>
                    <a:pt x="3959" y="635"/>
                    <a:pt x="2977" y="635"/>
                  </a:cubicBezTo>
                  <a:cubicBezTo>
                    <a:pt x="2415" y="635"/>
                    <a:pt x="1854" y="607"/>
                    <a:pt x="1405" y="494"/>
                  </a:cubicBezTo>
                  <a:cubicBezTo>
                    <a:pt x="955" y="410"/>
                    <a:pt x="590" y="270"/>
                    <a:pt x="394" y="73"/>
                  </a:cubicBezTo>
                  <a:cubicBezTo>
                    <a:pt x="358" y="20"/>
                    <a:pt x="300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4176;p64">
              <a:extLst>
                <a:ext uri="{FF2B5EF4-FFF2-40B4-BE49-F238E27FC236}">
                  <a16:creationId xmlns:a16="http://schemas.microsoft.com/office/drawing/2014/main" id="{2442BF89-9E66-E1AB-E22A-99FD4392AB23}"/>
                </a:ext>
              </a:extLst>
            </p:cNvPr>
            <p:cNvSpPr/>
            <p:nvPr/>
          </p:nvSpPr>
          <p:spPr>
            <a:xfrm>
              <a:off x="4485875" y="5175750"/>
              <a:ext cx="127775" cy="49875"/>
            </a:xfrm>
            <a:custGeom>
              <a:avLst/>
              <a:gdLst/>
              <a:ahLst/>
              <a:cxnLst/>
              <a:rect l="l" t="t" r="r" b="b"/>
              <a:pathLst>
                <a:path w="5111" h="1995" extrusionOk="0">
                  <a:moveTo>
                    <a:pt x="1" y="1"/>
                  </a:moveTo>
                  <a:cubicBezTo>
                    <a:pt x="29" y="85"/>
                    <a:pt x="29" y="169"/>
                    <a:pt x="29" y="226"/>
                  </a:cubicBezTo>
                  <a:cubicBezTo>
                    <a:pt x="29" y="871"/>
                    <a:pt x="1096" y="1994"/>
                    <a:pt x="2191" y="1994"/>
                  </a:cubicBezTo>
                  <a:cubicBezTo>
                    <a:pt x="3314" y="1994"/>
                    <a:pt x="4409" y="1573"/>
                    <a:pt x="4886" y="1012"/>
                  </a:cubicBezTo>
                  <a:cubicBezTo>
                    <a:pt x="4998" y="843"/>
                    <a:pt x="5083" y="619"/>
                    <a:pt x="5111" y="338"/>
                  </a:cubicBezTo>
                  <a:lnTo>
                    <a:pt x="5111" y="338"/>
                  </a:lnTo>
                  <a:cubicBezTo>
                    <a:pt x="4636" y="862"/>
                    <a:pt x="3739" y="1609"/>
                    <a:pt x="2697" y="1609"/>
                  </a:cubicBezTo>
                  <a:cubicBezTo>
                    <a:pt x="2567" y="1609"/>
                    <a:pt x="2436" y="1598"/>
                    <a:pt x="2303" y="1573"/>
                  </a:cubicBezTo>
                  <a:cubicBezTo>
                    <a:pt x="1180" y="1349"/>
                    <a:pt x="366" y="478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4177;p64">
              <a:extLst>
                <a:ext uri="{FF2B5EF4-FFF2-40B4-BE49-F238E27FC236}">
                  <a16:creationId xmlns:a16="http://schemas.microsoft.com/office/drawing/2014/main" id="{CCFBBD91-5E1B-FE72-D3E3-DAD49BEE28ED}"/>
                </a:ext>
              </a:extLst>
            </p:cNvPr>
            <p:cNvSpPr/>
            <p:nvPr/>
          </p:nvSpPr>
          <p:spPr>
            <a:xfrm>
              <a:off x="4480275" y="5169875"/>
              <a:ext cx="139700" cy="62050"/>
            </a:xfrm>
            <a:custGeom>
              <a:avLst/>
              <a:gdLst/>
              <a:ahLst/>
              <a:cxnLst/>
              <a:rect l="l" t="t" r="r" b="b"/>
              <a:pathLst>
                <a:path w="5588" h="2482" extrusionOk="0">
                  <a:moveTo>
                    <a:pt x="1012" y="1359"/>
                  </a:moveTo>
                  <a:cubicBezTo>
                    <a:pt x="1374" y="1636"/>
                    <a:pt x="1814" y="1880"/>
                    <a:pt x="2324" y="2002"/>
                  </a:cubicBezTo>
                  <a:lnTo>
                    <a:pt x="2324" y="2002"/>
                  </a:lnTo>
                  <a:cubicBezTo>
                    <a:pt x="1878" y="1972"/>
                    <a:pt x="1435" y="1731"/>
                    <a:pt x="1067" y="1415"/>
                  </a:cubicBezTo>
                  <a:cubicBezTo>
                    <a:pt x="1049" y="1397"/>
                    <a:pt x="1030" y="1378"/>
                    <a:pt x="1012" y="1359"/>
                  </a:cubicBezTo>
                  <a:close/>
                  <a:moveTo>
                    <a:pt x="236" y="1"/>
                  </a:moveTo>
                  <a:cubicBezTo>
                    <a:pt x="213" y="1"/>
                    <a:pt x="190" y="4"/>
                    <a:pt x="169" y="11"/>
                  </a:cubicBezTo>
                  <a:cubicBezTo>
                    <a:pt x="57" y="39"/>
                    <a:pt x="0" y="152"/>
                    <a:pt x="0" y="236"/>
                  </a:cubicBezTo>
                  <a:cubicBezTo>
                    <a:pt x="0" y="320"/>
                    <a:pt x="0" y="404"/>
                    <a:pt x="0" y="461"/>
                  </a:cubicBezTo>
                  <a:cubicBezTo>
                    <a:pt x="0" y="685"/>
                    <a:pt x="113" y="910"/>
                    <a:pt x="225" y="1134"/>
                  </a:cubicBezTo>
                  <a:cubicBezTo>
                    <a:pt x="422" y="1471"/>
                    <a:pt x="730" y="1780"/>
                    <a:pt x="1123" y="2033"/>
                  </a:cubicBezTo>
                  <a:cubicBezTo>
                    <a:pt x="1488" y="2285"/>
                    <a:pt x="1938" y="2482"/>
                    <a:pt x="2415" y="2482"/>
                  </a:cubicBezTo>
                  <a:cubicBezTo>
                    <a:pt x="3004" y="2482"/>
                    <a:pt x="3566" y="2370"/>
                    <a:pt x="4071" y="2173"/>
                  </a:cubicBezTo>
                  <a:cubicBezTo>
                    <a:pt x="4577" y="1977"/>
                    <a:pt x="4998" y="1724"/>
                    <a:pt x="5278" y="1387"/>
                  </a:cubicBezTo>
                  <a:cubicBezTo>
                    <a:pt x="5447" y="1190"/>
                    <a:pt x="5531" y="910"/>
                    <a:pt x="5587" y="629"/>
                  </a:cubicBezTo>
                  <a:cubicBezTo>
                    <a:pt x="5587" y="517"/>
                    <a:pt x="5531" y="404"/>
                    <a:pt x="5447" y="376"/>
                  </a:cubicBezTo>
                  <a:cubicBezTo>
                    <a:pt x="5417" y="356"/>
                    <a:pt x="5384" y="347"/>
                    <a:pt x="5349" y="347"/>
                  </a:cubicBezTo>
                  <a:cubicBezTo>
                    <a:pt x="5287" y="347"/>
                    <a:pt x="5221" y="378"/>
                    <a:pt x="5166" y="432"/>
                  </a:cubicBezTo>
                  <a:cubicBezTo>
                    <a:pt x="4942" y="685"/>
                    <a:pt x="4605" y="966"/>
                    <a:pt x="4240" y="1219"/>
                  </a:cubicBezTo>
                  <a:cubicBezTo>
                    <a:pt x="3847" y="1443"/>
                    <a:pt x="3397" y="1612"/>
                    <a:pt x="2920" y="1612"/>
                  </a:cubicBezTo>
                  <a:cubicBezTo>
                    <a:pt x="2808" y="1612"/>
                    <a:pt x="2696" y="1612"/>
                    <a:pt x="2555" y="1584"/>
                  </a:cubicBezTo>
                  <a:cubicBezTo>
                    <a:pt x="1544" y="1387"/>
                    <a:pt x="786" y="545"/>
                    <a:pt x="422" y="96"/>
                  </a:cubicBezTo>
                  <a:cubicBezTo>
                    <a:pt x="379" y="32"/>
                    <a:pt x="306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4178;p64">
              <a:extLst>
                <a:ext uri="{FF2B5EF4-FFF2-40B4-BE49-F238E27FC236}">
                  <a16:creationId xmlns:a16="http://schemas.microsoft.com/office/drawing/2014/main" id="{898FA3D0-B2B9-0739-1DA2-FBDA2BF6C8F9}"/>
                </a:ext>
              </a:extLst>
            </p:cNvPr>
            <p:cNvSpPr/>
            <p:nvPr/>
          </p:nvSpPr>
          <p:spPr>
            <a:xfrm>
              <a:off x="4017975" y="3637125"/>
              <a:ext cx="654625" cy="1546225"/>
            </a:xfrm>
            <a:custGeom>
              <a:avLst/>
              <a:gdLst/>
              <a:ahLst/>
              <a:cxnLst/>
              <a:rect l="l" t="t" r="r" b="b"/>
              <a:pathLst>
                <a:path w="26185" h="61849" extrusionOk="0">
                  <a:moveTo>
                    <a:pt x="360" y="0"/>
                  </a:moveTo>
                  <a:cubicBezTo>
                    <a:pt x="136" y="0"/>
                    <a:pt x="0" y="108"/>
                    <a:pt x="103" y="427"/>
                  </a:cubicBezTo>
                  <a:cubicBezTo>
                    <a:pt x="103" y="427"/>
                    <a:pt x="356" y="5677"/>
                    <a:pt x="216" y="7895"/>
                  </a:cubicBezTo>
                  <a:cubicBezTo>
                    <a:pt x="103" y="10141"/>
                    <a:pt x="412" y="21567"/>
                    <a:pt x="665" y="25329"/>
                  </a:cubicBezTo>
                  <a:cubicBezTo>
                    <a:pt x="918" y="29092"/>
                    <a:pt x="1760" y="37598"/>
                    <a:pt x="2321" y="41023"/>
                  </a:cubicBezTo>
                  <a:cubicBezTo>
                    <a:pt x="2911" y="44476"/>
                    <a:pt x="5915" y="58009"/>
                    <a:pt x="5915" y="58009"/>
                  </a:cubicBezTo>
                  <a:cubicBezTo>
                    <a:pt x="5915" y="58009"/>
                    <a:pt x="5297" y="59244"/>
                    <a:pt x="5466" y="59749"/>
                  </a:cubicBezTo>
                  <a:cubicBezTo>
                    <a:pt x="5606" y="60254"/>
                    <a:pt x="6841" y="61602"/>
                    <a:pt x="8666" y="61799"/>
                  </a:cubicBezTo>
                  <a:cubicBezTo>
                    <a:pt x="8981" y="61832"/>
                    <a:pt x="9254" y="61848"/>
                    <a:pt x="9490" y="61848"/>
                  </a:cubicBezTo>
                  <a:cubicBezTo>
                    <a:pt x="10643" y="61848"/>
                    <a:pt x="10941" y="61459"/>
                    <a:pt x="11221" y="60760"/>
                  </a:cubicBezTo>
                  <a:cubicBezTo>
                    <a:pt x="11586" y="59946"/>
                    <a:pt x="11726" y="57812"/>
                    <a:pt x="11839" y="56492"/>
                  </a:cubicBezTo>
                  <a:cubicBezTo>
                    <a:pt x="11951" y="55145"/>
                    <a:pt x="13046" y="52450"/>
                    <a:pt x="12653" y="48884"/>
                  </a:cubicBezTo>
                  <a:cubicBezTo>
                    <a:pt x="12288" y="45319"/>
                    <a:pt x="12990" y="32854"/>
                    <a:pt x="12990" y="32854"/>
                  </a:cubicBezTo>
                  <a:lnTo>
                    <a:pt x="13551" y="24319"/>
                  </a:lnTo>
                  <a:cubicBezTo>
                    <a:pt x="13551" y="24319"/>
                    <a:pt x="13944" y="34791"/>
                    <a:pt x="14337" y="36363"/>
                  </a:cubicBezTo>
                  <a:cubicBezTo>
                    <a:pt x="14702" y="37963"/>
                    <a:pt x="17622" y="55201"/>
                    <a:pt x="17931" y="56156"/>
                  </a:cubicBezTo>
                  <a:cubicBezTo>
                    <a:pt x="18240" y="57138"/>
                    <a:pt x="17987" y="58879"/>
                    <a:pt x="18184" y="59272"/>
                  </a:cubicBezTo>
                  <a:cubicBezTo>
                    <a:pt x="18380" y="59693"/>
                    <a:pt x="18549" y="60619"/>
                    <a:pt x="19054" y="61013"/>
                  </a:cubicBezTo>
                  <a:cubicBezTo>
                    <a:pt x="19375" y="61280"/>
                    <a:pt x="20375" y="61457"/>
                    <a:pt x="21271" y="61457"/>
                  </a:cubicBezTo>
                  <a:cubicBezTo>
                    <a:pt x="21786" y="61457"/>
                    <a:pt x="22266" y="61398"/>
                    <a:pt x="22563" y="61265"/>
                  </a:cubicBezTo>
                  <a:cubicBezTo>
                    <a:pt x="23377" y="60928"/>
                    <a:pt x="24051" y="60451"/>
                    <a:pt x="24051" y="60086"/>
                  </a:cubicBezTo>
                  <a:cubicBezTo>
                    <a:pt x="24051" y="59749"/>
                    <a:pt x="24360" y="58065"/>
                    <a:pt x="24248" y="57138"/>
                  </a:cubicBezTo>
                  <a:cubicBezTo>
                    <a:pt x="24163" y="56212"/>
                    <a:pt x="23911" y="55454"/>
                    <a:pt x="23911" y="55201"/>
                  </a:cubicBezTo>
                  <a:cubicBezTo>
                    <a:pt x="23911" y="54948"/>
                    <a:pt x="24669" y="41360"/>
                    <a:pt x="24669" y="37598"/>
                  </a:cubicBezTo>
                  <a:cubicBezTo>
                    <a:pt x="24669" y="33836"/>
                    <a:pt x="24220" y="29597"/>
                    <a:pt x="24220" y="29597"/>
                  </a:cubicBezTo>
                  <a:cubicBezTo>
                    <a:pt x="24220" y="29597"/>
                    <a:pt x="25680" y="18507"/>
                    <a:pt x="25932" y="14043"/>
                  </a:cubicBezTo>
                  <a:cubicBezTo>
                    <a:pt x="26185" y="9580"/>
                    <a:pt x="25876" y="5930"/>
                    <a:pt x="25623" y="4582"/>
                  </a:cubicBezTo>
                  <a:cubicBezTo>
                    <a:pt x="25371" y="3263"/>
                    <a:pt x="24922" y="371"/>
                    <a:pt x="24922" y="371"/>
                  </a:cubicBezTo>
                  <a:cubicBezTo>
                    <a:pt x="24922" y="371"/>
                    <a:pt x="19559" y="2027"/>
                    <a:pt x="15348" y="2168"/>
                  </a:cubicBezTo>
                  <a:cubicBezTo>
                    <a:pt x="12975" y="2231"/>
                    <a:pt x="11476" y="2366"/>
                    <a:pt x="10192" y="2366"/>
                  </a:cubicBezTo>
                  <a:cubicBezTo>
                    <a:pt x="9198" y="2366"/>
                    <a:pt x="8332" y="2285"/>
                    <a:pt x="7291" y="2027"/>
                  </a:cubicBezTo>
                  <a:cubicBezTo>
                    <a:pt x="4932" y="1466"/>
                    <a:pt x="1816" y="624"/>
                    <a:pt x="1563" y="427"/>
                  </a:cubicBezTo>
                  <a:cubicBezTo>
                    <a:pt x="1403" y="321"/>
                    <a:pt x="748" y="0"/>
                    <a:pt x="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4179;p64">
              <a:extLst>
                <a:ext uri="{FF2B5EF4-FFF2-40B4-BE49-F238E27FC236}">
                  <a16:creationId xmlns:a16="http://schemas.microsoft.com/office/drawing/2014/main" id="{5D80BFE1-7323-DCE8-47FE-81C88E1EDA5B}"/>
                </a:ext>
              </a:extLst>
            </p:cNvPr>
            <p:cNvSpPr/>
            <p:nvPr/>
          </p:nvSpPr>
          <p:spPr>
            <a:xfrm>
              <a:off x="4013525" y="3630950"/>
              <a:ext cx="661200" cy="1558175"/>
            </a:xfrm>
            <a:custGeom>
              <a:avLst/>
              <a:gdLst/>
              <a:ahLst/>
              <a:cxnLst/>
              <a:rect l="l" t="t" r="r" b="b"/>
              <a:pathLst>
                <a:path w="26448" h="62327" extrusionOk="0">
                  <a:moveTo>
                    <a:pt x="534" y="478"/>
                  </a:moveTo>
                  <a:cubicBezTo>
                    <a:pt x="674" y="478"/>
                    <a:pt x="927" y="534"/>
                    <a:pt x="1124" y="646"/>
                  </a:cubicBezTo>
                  <a:cubicBezTo>
                    <a:pt x="1236" y="674"/>
                    <a:pt x="1348" y="730"/>
                    <a:pt x="1432" y="786"/>
                  </a:cubicBezTo>
                  <a:cubicBezTo>
                    <a:pt x="1517" y="815"/>
                    <a:pt x="1573" y="871"/>
                    <a:pt x="1601" y="871"/>
                  </a:cubicBezTo>
                  <a:cubicBezTo>
                    <a:pt x="1629" y="899"/>
                    <a:pt x="1685" y="927"/>
                    <a:pt x="1713" y="955"/>
                  </a:cubicBezTo>
                  <a:cubicBezTo>
                    <a:pt x="1882" y="1011"/>
                    <a:pt x="2162" y="1123"/>
                    <a:pt x="2555" y="1236"/>
                  </a:cubicBezTo>
                  <a:cubicBezTo>
                    <a:pt x="3735" y="1573"/>
                    <a:pt x="5756" y="2106"/>
                    <a:pt x="7440" y="2499"/>
                  </a:cubicBezTo>
                  <a:cubicBezTo>
                    <a:pt x="8479" y="2780"/>
                    <a:pt x="9378" y="2836"/>
                    <a:pt x="10388" y="2836"/>
                  </a:cubicBezTo>
                  <a:cubicBezTo>
                    <a:pt x="11680" y="2836"/>
                    <a:pt x="13168" y="2724"/>
                    <a:pt x="15526" y="2639"/>
                  </a:cubicBezTo>
                  <a:cubicBezTo>
                    <a:pt x="19256" y="2541"/>
                    <a:pt x="23822" y="1242"/>
                    <a:pt x="24913" y="916"/>
                  </a:cubicBezTo>
                  <a:lnTo>
                    <a:pt x="24913" y="916"/>
                  </a:lnTo>
                  <a:cubicBezTo>
                    <a:pt x="25027" y="1635"/>
                    <a:pt x="25369" y="3775"/>
                    <a:pt x="25577" y="4885"/>
                  </a:cubicBezTo>
                  <a:cubicBezTo>
                    <a:pt x="25745" y="5840"/>
                    <a:pt x="25970" y="8086"/>
                    <a:pt x="25970" y="11006"/>
                  </a:cubicBezTo>
                  <a:cubicBezTo>
                    <a:pt x="25970" y="12016"/>
                    <a:pt x="25942" y="13111"/>
                    <a:pt x="25886" y="14262"/>
                  </a:cubicBezTo>
                  <a:cubicBezTo>
                    <a:pt x="25773" y="16480"/>
                    <a:pt x="25324" y="20383"/>
                    <a:pt x="24931" y="23724"/>
                  </a:cubicBezTo>
                  <a:cubicBezTo>
                    <a:pt x="24735" y="25380"/>
                    <a:pt x="24538" y="26924"/>
                    <a:pt x="24398" y="28019"/>
                  </a:cubicBezTo>
                  <a:cubicBezTo>
                    <a:pt x="24257" y="29142"/>
                    <a:pt x="24173" y="29816"/>
                    <a:pt x="24173" y="29816"/>
                  </a:cubicBezTo>
                  <a:lnTo>
                    <a:pt x="24173" y="29872"/>
                  </a:lnTo>
                  <a:cubicBezTo>
                    <a:pt x="24173" y="29872"/>
                    <a:pt x="24201" y="30153"/>
                    <a:pt x="24229" y="30602"/>
                  </a:cubicBezTo>
                  <a:cubicBezTo>
                    <a:pt x="24370" y="31949"/>
                    <a:pt x="24622" y="35038"/>
                    <a:pt x="24622" y="37845"/>
                  </a:cubicBezTo>
                  <a:cubicBezTo>
                    <a:pt x="24622" y="39698"/>
                    <a:pt x="24426" y="44050"/>
                    <a:pt x="24229" y="47952"/>
                  </a:cubicBezTo>
                  <a:cubicBezTo>
                    <a:pt x="24145" y="49889"/>
                    <a:pt x="24033" y="51742"/>
                    <a:pt x="23977" y="53090"/>
                  </a:cubicBezTo>
                  <a:cubicBezTo>
                    <a:pt x="23920" y="53792"/>
                    <a:pt x="23892" y="54353"/>
                    <a:pt x="23892" y="54746"/>
                  </a:cubicBezTo>
                  <a:cubicBezTo>
                    <a:pt x="23864" y="54971"/>
                    <a:pt x="23864" y="55111"/>
                    <a:pt x="23864" y="55223"/>
                  </a:cubicBezTo>
                  <a:cubicBezTo>
                    <a:pt x="23836" y="55364"/>
                    <a:pt x="23836" y="55420"/>
                    <a:pt x="23836" y="55448"/>
                  </a:cubicBezTo>
                  <a:cubicBezTo>
                    <a:pt x="23836" y="55532"/>
                    <a:pt x="23864" y="55645"/>
                    <a:pt x="23892" y="55785"/>
                  </a:cubicBezTo>
                  <a:cubicBezTo>
                    <a:pt x="23977" y="56150"/>
                    <a:pt x="24117" y="56739"/>
                    <a:pt x="24201" y="57413"/>
                  </a:cubicBezTo>
                  <a:cubicBezTo>
                    <a:pt x="24229" y="57526"/>
                    <a:pt x="24229" y="57666"/>
                    <a:pt x="24229" y="57806"/>
                  </a:cubicBezTo>
                  <a:cubicBezTo>
                    <a:pt x="24229" y="58256"/>
                    <a:pt x="24173" y="58817"/>
                    <a:pt x="24117" y="59294"/>
                  </a:cubicBezTo>
                  <a:cubicBezTo>
                    <a:pt x="24089" y="59519"/>
                    <a:pt x="24061" y="59743"/>
                    <a:pt x="24033" y="59912"/>
                  </a:cubicBezTo>
                  <a:cubicBezTo>
                    <a:pt x="24005" y="60108"/>
                    <a:pt x="24005" y="60249"/>
                    <a:pt x="24005" y="60333"/>
                  </a:cubicBezTo>
                  <a:cubicBezTo>
                    <a:pt x="24005" y="60361"/>
                    <a:pt x="23977" y="60417"/>
                    <a:pt x="23920" y="60501"/>
                  </a:cubicBezTo>
                  <a:cubicBezTo>
                    <a:pt x="23752" y="60726"/>
                    <a:pt x="23247" y="61063"/>
                    <a:pt x="22657" y="61316"/>
                  </a:cubicBezTo>
                  <a:cubicBezTo>
                    <a:pt x="22462" y="61389"/>
                    <a:pt x="22078" y="61462"/>
                    <a:pt x="21669" y="61462"/>
                  </a:cubicBezTo>
                  <a:cubicBezTo>
                    <a:pt x="21606" y="61462"/>
                    <a:pt x="21542" y="61460"/>
                    <a:pt x="21478" y="61456"/>
                  </a:cubicBezTo>
                  <a:cubicBezTo>
                    <a:pt x="21057" y="61456"/>
                    <a:pt x="20579" y="61428"/>
                    <a:pt x="20186" y="61344"/>
                  </a:cubicBezTo>
                  <a:cubicBezTo>
                    <a:pt x="19990" y="61316"/>
                    <a:pt x="19821" y="61260"/>
                    <a:pt x="19681" y="61231"/>
                  </a:cubicBezTo>
                  <a:cubicBezTo>
                    <a:pt x="19513" y="61175"/>
                    <a:pt x="19428" y="61119"/>
                    <a:pt x="19372" y="61091"/>
                  </a:cubicBezTo>
                  <a:cubicBezTo>
                    <a:pt x="19176" y="60923"/>
                    <a:pt x="19007" y="60642"/>
                    <a:pt x="18895" y="60305"/>
                  </a:cubicBezTo>
                  <a:cubicBezTo>
                    <a:pt x="18783" y="59996"/>
                    <a:pt x="18698" y="59659"/>
                    <a:pt x="18558" y="59435"/>
                  </a:cubicBezTo>
                  <a:cubicBezTo>
                    <a:pt x="18558" y="59407"/>
                    <a:pt x="18530" y="59294"/>
                    <a:pt x="18530" y="59126"/>
                  </a:cubicBezTo>
                  <a:cubicBezTo>
                    <a:pt x="18502" y="58957"/>
                    <a:pt x="18502" y="58761"/>
                    <a:pt x="18502" y="58536"/>
                  </a:cubicBezTo>
                  <a:cubicBezTo>
                    <a:pt x="18502" y="58424"/>
                    <a:pt x="18502" y="58312"/>
                    <a:pt x="18502" y="58171"/>
                  </a:cubicBezTo>
                  <a:cubicBezTo>
                    <a:pt x="18502" y="57582"/>
                    <a:pt x="18502" y="56880"/>
                    <a:pt x="18333" y="56346"/>
                  </a:cubicBezTo>
                  <a:cubicBezTo>
                    <a:pt x="18305" y="56290"/>
                    <a:pt x="18277" y="56178"/>
                    <a:pt x="18249" y="56010"/>
                  </a:cubicBezTo>
                  <a:cubicBezTo>
                    <a:pt x="17969" y="54662"/>
                    <a:pt x="17182" y="50170"/>
                    <a:pt x="16424" y="45846"/>
                  </a:cubicBezTo>
                  <a:cubicBezTo>
                    <a:pt x="16031" y="43685"/>
                    <a:pt x="15666" y="41551"/>
                    <a:pt x="15358" y="39867"/>
                  </a:cubicBezTo>
                  <a:cubicBezTo>
                    <a:pt x="15049" y="38182"/>
                    <a:pt x="14824" y="36947"/>
                    <a:pt x="14740" y="36582"/>
                  </a:cubicBezTo>
                  <a:cubicBezTo>
                    <a:pt x="14684" y="36385"/>
                    <a:pt x="14628" y="36048"/>
                    <a:pt x="14600" y="35627"/>
                  </a:cubicBezTo>
                  <a:cubicBezTo>
                    <a:pt x="14431" y="34083"/>
                    <a:pt x="14263" y="31332"/>
                    <a:pt x="14150" y="28945"/>
                  </a:cubicBezTo>
                  <a:cubicBezTo>
                    <a:pt x="14094" y="27738"/>
                    <a:pt x="14066" y="26643"/>
                    <a:pt x="14010" y="25857"/>
                  </a:cubicBezTo>
                  <a:cubicBezTo>
                    <a:pt x="13982" y="25043"/>
                    <a:pt x="13982" y="24566"/>
                    <a:pt x="13982" y="24538"/>
                  </a:cubicBezTo>
                  <a:cubicBezTo>
                    <a:pt x="13954" y="24425"/>
                    <a:pt x="13870" y="24341"/>
                    <a:pt x="13729" y="24313"/>
                  </a:cubicBezTo>
                  <a:cubicBezTo>
                    <a:pt x="13617" y="24313"/>
                    <a:pt x="13505" y="24425"/>
                    <a:pt x="13505" y="24538"/>
                  </a:cubicBezTo>
                  <a:lnTo>
                    <a:pt x="12943" y="33101"/>
                  </a:lnTo>
                  <a:lnTo>
                    <a:pt x="12915" y="33101"/>
                  </a:lnTo>
                  <a:cubicBezTo>
                    <a:pt x="12915" y="33101"/>
                    <a:pt x="12494" y="40793"/>
                    <a:pt x="12494" y="45818"/>
                  </a:cubicBezTo>
                  <a:cubicBezTo>
                    <a:pt x="12494" y="47194"/>
                    <a:pt x="12522" y="48373"/>
                    <a:pt x="12606" y="49159"/>
                  </a:cubicBezTo>
                  <a:cubicBezTo>
                    <a:pt x="12662" y="49665"/>
                    <a:pt x="12690" y="50170"/>
                    <a:pt x="12690" y="50647"/>
                  </a:cubicBezTo>
                  <a:cubicBezTo>
                    <a:pt x="12690" y="52023"/>
                    <a:pt x="12494" y="53258"/>
                    <a:pt x="12269" y="54269"/>
                  </a:cubicBezTo>
                  <a:cubicBezTo>
                    <a:pt x="12073" y="55308"/>
                    <a:pt x="11820" y="56094"/>
                    <a:pt x="11792" y="56711"/>
                  </a:cubicBezTo>
                  <a:cubicBezTo>
                    <a:pt x="11736" y="57385"/>
                    <a:pt x="11680" y="58256"/>
                    <a:pt x="11567" y="59042"/>
                  </a:cubicBezTo>
                  <a:cubicBezTo>
                    <a:pt x="11483" y="59828"/>
                    <a:pt x="11343" y="60558"/>
                    <a:pt x="11203" y="60923"/>
                  </a:cubicBezTo>
                  <a:cubicBezTo>
                    <a:pt x="11034" y="61260"/>
                    <a:pt x="10922" y="61484"/>
                    <a:pt x="10725" y="61624"/>
                  </a:cubicBezTo>
                  <a:cubicBezTo>
                    <a:pt x="10529" y="61765"/>
                    <a:pt x="10220" y="61849"/>
                    <a:pt x="9686" y="61849"/>
                  </a:cubicBezTo>
                  <a:cubicBezTo>
                    <a:pt x="9462" y="61849"/>
                    <a:pt x="9181" y="61849"/>
                    <a:pt x="8872" y="61821"/>
                  </a:cubicBezTo>
                  <a:cubicBezTo>
                    <a:pt x="8002" y="61709"/>
                    <a:pt x="7272" y="61344"/>
                    <a:pt x="6767" y="60951"/>
                  </a:cubicBezTo>
                  <a:cubicBezTo>
                    <a:pt x="6486" y="60754"/>
                    <a:pt x="6289" y="60530"/>
                    <a:pt x="6121" y="60361"/>
                  </a:cubicBezTo>
                  <a:cubicBezTo>
                    <a:pt x="5981" y="60165"/>
                    <a:pt x="5868" y="59996"/>
                    <a:pt x="5868" y="59940"/>
                  </a:cubicBezTo>
                  <a:cubicBezTo>
                    <a:pt x="5840" y="59912"/>
                    <a:pt x="5840" y="59856"/>
                    <a:pt x="5840" y="59800"/>
                  </a:cubicBezTo>
                  <a:cubicBezTo>
                    <a:pt x="5840" y="59575"/>
                    <a:pt x="5953" y="59210"/>
                    <a:pt x="6065" y="58901"/>
                  </a:cubicBezTo>
                  <a:cubicBezTo>
                    <a:pt x="6121" y="58761"/>
                    <a:pt x="6177" y="58620"/>
                    <a:pt x="6233" y="58508"/>
                  </a:cubicBezTo>
                  <a:cubicBezTo>
                    <a:pt x="6261" y="58480"/>
                    <a:pt x="6261" y="58424"/>
                    <a:pt x="6289" y="58396"/>
                  </a:cubicBezTo>
                  <a:lnTo>
                    <a:pt x="6318" y="58368"/>
                  </a:lnTo>
                  <a:cubicBezTo>
                    <a:pt x="6318" y="58312"/>
                    <a:pt x="6346" y="58256"/>
                    <a:pt x="6318" y="58199"/>
                  </a:cubicBezTo>
                  <a:cubicBezTo>
                    <a:pt x="6318" y="58199"/>
                    <a:pt x="6121" y="57357"/>
                    <a:pt x="5840" y="56038"/>
                  </a:cubicBezTo>
                  <a:cubicBezTo>
                    <a:pt x="4970" y="52079"/>
                    <a:pt x="3173" y="43825"/>
                    <a:pt x="2724" y="41242"/>
                  </a:cubicBezTo>
                  <a:cubicBezTo>
                    <a:pt x="2162" y="37817"/>
                    <a:pt x="1320" y="29310"/>
                    <a:pt x="1068" y="25576"/>
                  </a:cubicBezTo>
                  <a:cubicBezTo>
                    <a:pt x="871" y="22404"/>
                    <a:pt x="590" y="13785"/>
                    <a:pt x="590" y="9827"/>
                  </a:cubicBezTo>
                  <a:cubicBezTo>
                    <a:pt x="590" y="9097"/>
                    <a:pt x="618" y="8507"/>
                    <a:pt x="618" y="8170"/>
                  </a:cubicBezTo>
                  <a:cubicBezTo>
                    <a:pt x="646" y="7721"/>
                    <a:pt x="674" y="7131"/>
                    <a:pt x="674" y="6514"/>
                  </a:cubicBezTo>
                  <a:cubicBezTo>
                    <a:pt x="674" y="4015"/>
                    <a:pt x="506" y="674"/>
                    <a:pt x="506" y="674"/>
                  </a:cubicBezTo>
                  <a:lnTo>
                    <a:pt x="506" y="618"/>
                  </a:lnTo>
                  <a:cubicBezTo>
                    <a:pt x="478" y="562"/>
                    <a:pt x="478" y="534"/>
                    <a:pt x="478" y="506"/>
                  </a:cubicBezTo>
                  <a:lnTo>
                    <a:pt x="478" y="478"/>
                  </a:lnTo>
                  <a:close/>
                  <a:moveTo>
                    <a:pt x="534" y="0"/>
                  </a:moveTo>
                  <a:cubicBezTo>
                    <a:pt x="422" y="0"/>
                    <a:pt x="310" y="28"/>
                    <a:pt x="197" y="113"/>
                  </a:cubicBezTo>
                  <a:cubicBezTo>
                    <a:pt x="57" y="197"/>
                    <a:pt x="1" y="365"/>
                    <a:pt x="1" y="506"/>
                  </a:cubicBezTo>
                  <a:cubicBezTo>
                    <a:pt x="1" y="571"/>
                    <a:pt x="17" y="636"/>
                    <a:pt x="38" y="701"/>
                  </a:cubicBezTo>
                  <a:lnTo>
                    <a:pt x="38" y="701"/>
                  </a:lnTo>
                  <a:lnTo>
                    <a:pt x="29" y="702"/>
                  </a:lnTo>
                  <a:cubicBezTo>
                    <a:pt x="29" y="702"/>
                    <a:pt x="85" y="1545"/>
                    <a:pt x="113" y="2696"/>
                  </a:cubicBezTo>
                  <a:cubicBezTo>
                    <a:pt x="169" y="3819"/>
                    <a:pt x="197" y="5278"/>
                    <a:pt x="197" y="6514"/>
                  </a:cubicBezTo>
                  <a:cubicBezTo>
                    <a:pt x="197" y="7131"/>
                    <a:pt x="197" y="7693"/>
                    <a:pt x="169" y="8142"/>
                  </a:cubicBezTo>
                  <a:cubicBezTo>
                    <a:pt x="141" y="8507"/>
                    <a:pt x="141" y="9069"/>
                    <a:pt x="141" y="9827"/>
                  </a:cubicBezTo>
                  <a:cubicBezTo>
                    <a:pt x="141" y="13785"/>
                    <a:pt x="394" y="22404"/>
                    <a:pt x="618" y="25605"/>
                  </a:cubicBezTo>
                  <a:cubicBezTo>
                    <a:pt x="871" y="29367"/>
                    <a:pt x="1685" y="37845"/>
                    <a:pt x="2275" y="41326"/>
                  </a:cubicBezTo>
                  <a:cubicBezTo>
                    <a:pt x="2840" y="44639"/>
                    <a:pt x="5628" y="57226"/>
                    <a:pt x="5854" y="58246"/>
                  </a:cubicBezTo>
                  <a:lnTo>
                    <a:pt x="5854" y="58246"/>
                  </a:lnTo>
                  <a:cubicBezTo>
                    <a:pt x="5803" y="58338"/>
                    <a:pt x="5718" y="58511"/>
                    <a:pt x="5644" y="58733"/>
                  </a:cubicBezTo>
                  <a:cubicBezTo>
                    <a:pt x="5503" y="59070"/>
                    <a:pt x="5391" y="59463"/>
                    <a:pt x="5363" y="59800"/>
                  </a:cubicBezTo>
                  <a:cubicBezTo>
                    <a:pt x="5363" y="59884"/>
                    <a:pt x="5391" y="59968"/>
                    <a:pt x="5419" y="60080"/>
                  </a:cubicBezTo>
                  <a:lnTo>
                    <a:pt x="5419" y="60052"/>
                  </a:lnTo>
                  <a:cubicBezTo>
                    <a:pt x="5475" y="60249"/>
                    <a:pt x="5588" y="60445"/>
                    <a:pt x="5756" y="60642"/>
                  </a:cubicBezTo>
                  <a:cubicBezTo>
                    <a:pt x="6289" y="61288"/>
                    <a:pt x="7384" y="62102"/>
                    <a:pt x="8816" y="62270"/>
                  </a:cubicBezTo>
                  <a:cubicBezTo>
                    <a:pt x="9153" y="62298"/>
                    <a:pt x="9434" y="62326"/>
                    <a:pt x="9686" y="62326"/>
                  </a:cubicBezTo>
                  <a:cubicBezTo>
                    <a:pt x="10276" y="62326"/>
                    <a:pt x="10697" y="62214"/>
                    <a:pt x="11006" y="61989"/>
                  </a:cubicBezTo>
                  <a:cubicBezTo>
                    <a:pt x="11315" y="61765"/>
                    <a:pt x="11455" y="61456"/>
                    <a:pt x="11624" y="61119"/>
                  </a:cubicBezTo>
                  <a:cubicBezTo>
                    <a:pt x="11820" y="60642"/>
                    <a:pt x="11932" y="59912"/>
                    <a:pt x="12045" y="59098"/>
                  </a:cubicBezTo>
                  <a:cubicBezTo>
                    <a:pt x="12129" y="58284"/>
                    <a:pt x="12213" y="57413"/>
                    <a:pt x="12241" y="56739"/>
                  </a:cubicBezTo>
                  <a:cubicBezTo>
                    <a:pt x="12297" y="56234"/>
                    <a:pt x="12522" y="55392"/>
                    <a:pt x="12719" y="54381"/>
                  </a:cubicBezTo>
                  <a:cubicBezTo>
                    <a:pt x="12943" y="53342"/>
                    <a:pt x="13168" y="52079"/>
                    <a:pt x="13168" y="50647"/>
                  </a:cubicBezTo>
                  <a:cubicBezTo>
                    <a:pt x="13168" y="50142"/>
                    <a:pt x="13140" y="49637"/>
                    <a:pt x="13084" y="49103"/>
                  </a:cubicBezTo>
                  <a:cubicBezTo>
                    <a:pt x="12999" y="48373"/>
                    <a:pt x="12971" y="47194"/>
                    <a:pt x="12971" y="45818"/>
                  </a:cubicBezTo>
                  <a:cubicBezTo>
                    <a:pt x="12971" y="43320"/>
                    <a:pt x="13084" y="40147"/>
                    <a:pt x="13168" y="37592"/>
                  </a:cubicBezTo>
                  <a:cubicBezTo>
                    <a:pt x="13224" y="36329"/>
                    <a:pt x="13280" y="35206"/>
                    <a:pt x="13336" y="34392"/>
                  </a:cubicBezTo>
                  <a:cubicBezTo>
                    <a:pt x="13364" y="33606"/>
                    <a:pt x="13392" y="33129"/>
                    <a:pt x="13392" y="33129"/>
                  </a:cubicBezTo>
                  <a:lnTo>
                    <a:pt x="13679" y="28962"/>
                  </a:lnTo>
                  <a:lnTo>
                    <a:pt x="13679" y="28962"/>
                  </a:lnTo>
                  <a:cubicBezTo>
                    <a:pt x="13695" y="29306"/>
                    <a:pt x="13712" y="29657"/>
                    <a:pt x="13729" y="30012"/>
                  </a:cubicBezTo>
                  <a:cubicBezTo>
                    <a:pt x="13813" y="31416"/>
                    <a:pt x="13898" y="32876"/>
                    <a:pt x="13982" y="34083"/>
                  </a:cubicBezTo>
                  <a:cubicBezTo>
                    <a:pt x="14038" y="34673"/>
                    <a:pt x="14066" y="35234"/>
                    <a:pt x="14122" y="35683"/>
                  </a:cubicBezTo>
                  <a:cubicBezTo>
                    <a:pt x="14178" y="36105"/>
                    <a:pt x="14235" y="36470"/>
                    <a:pt x="14263" y="36666"/>
                  </a:cubicBezTo>
                  <a:cubicBezTo>
                    <a:pt x="14375" y="37059"/>
                    <a:pt x="14628" y="38435"/>
                    <a:pt x="14965" y="40288"/>
                  </a:cubicBezTo>
                  <a:cubicBezTo>
                    <a:pt x="15442" y="43067"/>
                    <a:pt x="16116" y="46941"/>
                    <a:pt x="16705" y="50198"/>
                  </a:cubicBezTo>
                  <a:cubicBezTo>
                    <a:pt x="16986" y="51826"/>
                    <a:pt x="17267" y="53286"/>
                    <a:pt x="17463" y="54409"/>
                  </a:cubicBezTo>
                  <a:cubicBezTo>
                    <a:pt x="17575" y="54971"/>
                    <a:pt x="17660" y="55420"/>
                    <a:pt x="17716" y="55785"/>
                  </a:cubicBezTo>
                  <a:cubicBezTo>
                    <a:pt x="17800" y="56150"/>
                    <a:pt x="17856" y="56375"/>
                    <a:pt x="17884" y="56487"/>
                  </a:cubicBezTo>
                  <a:cubicBezTo>
                    <a:pt x="18025" y="56908"/>
                    <a:pt x="18053" y="57582"/>
                    <a:pt x="18025" y="58171"/>
                  </a:cubicBezTo>
                  <a:cubicBezTo>
                    <a:pt x="18025" y="58312"/>
                    <a:pt x="18025" y="58424"/>
                    <a:pt x="18025" y="58536"/>
                  </a:cubicBezTo>
                  <a:cubicBezTo>
                    <a:pt x="18025" y="58761"/>
                    <a:pt x="18025" y="58985"/>
                    <a:pt x="18053" y="59154"/>
                  </a:cubicBezTo>
                  <a:cubicBezTo>
                    <a:pt x="18053" y="59350"/>
                    <a:pt x="18081" y="59491"/>
                    <a:pt x="18165" y="59631"/>
                  </a:cubicBezTo>
                  <a:cubicBezTo>
                    <a:pt x="18249" y="59800"/>
                    <a:pt x="18333" y="60137"/>
                    <a:pt x="18474" y="60473"/>
                  </a:cubicBezTo>
                  <a:cubicBezTo>
                    <a:pt x="18586" y="60838"/>
                    <a:pt x="18783" y="61203"/>
                    <a:pt x="19092" y="61456"/>
                  </a:cubicBezTo>
                  <a:cubicBezTo>
                    <a:pt x="19204" y="61540"/>
                    <a:pt x="19344" y="61596"/>
                    <a:pt x="19513" y="61653"/>
                  </a:cubicBezTo>
                  <a:cubicBezTo>
                    <a:pt x="20018" y="61849"/>
                    <a:pt x="20776" y="61933"/>
                    <a:pt x="21478" y="61933"/>
                  </a:cubicBezTo>
                  <a:cubicBezTo>
                    <a:pt x="22011" y="61933"/>
                    <a:pt x="22489" y="61877"/>
                    <a:pt x="22854" y="61737"/>
                  </a:cubicBezTo>
                  <a:cubicBezTo>
                    <a:pt x="23275" y="61540"/>
                    <a:pt x="23640" y="61344"/>
                    <a:pt x="23948" y="61119"/>
                  </a:cubicBezTo>
                  <a:cubicBezTo>
                    <a:pt x="24089" y="61007"/>
                    <a:pt x="24201" y="60895"/>
                    <a:pt x="24313" y="60782"/>
                  </a:cubicBezTo>
                  <a:cubicBezTo>
                    <a:pt x="24398" y="60642"/>
                    <a:pt x="24454" y="60501"/>
                    <a:pt x="24454" y="60333"/>
                  </a:cubicBezTo>
                  <a:cubicBezTo>
                    <a:pt x="24454" y="60305"/>
                    <a:pt x="24482" y="60165"/>
                    <a:pt x="24510" y="59968"/>
                  </a:cubicBezTo>
                  <a:cubicBezTo>
                    <a:pt x="24566" y="59463"/>
                    <a:pt x="24678" y="58536"/>
                    <a:pt x="24678" y="57806"/>
                  </a:cubicBezTo>
                  <a:cubicBezTo>
                    <a:pt x="24678" y="57666"/>
                    <a:pt x="24678" y="57497"/>
                    <a:pt x="24678" y="57357"/>
                  </a:cubicBezTo>
                  <a:cubicBezTo>
                    <a:pt x="24622" y="56880"/>
                    <a:pt x="24538" y="56459"/>
                    <a:pt x="24454" y="56122"/>
                  </a:cubicBezTo>
                  <a:cubicBezTo>
                    <a:pt x="24398" y="55953"/>
                    <a:pt x="24370" y="55785"/>
                    <a:pt x="24341" y="55673"/>
                  </a:cubicBezTo>
                  <a:cubicBezTo>
                    <a:pt x="24313" y="55560"/>
                    <a:pt x="24313" y="55476"/>
                    <a:pt x="24313" y="55448"/>
                  </a:cubicBezTo>
                  <a:cubicBezTo>
                    <a:pt x="24313" y="55448"/>
                    <a:pt x="24313" y="55364"/>
                    <a:pt x="24313" y="55252"/>
                  </a:cubicBezTo>
                  <a:cubicBezTo>
                    <a:pt x="24398" y="53539"/>
                    <a:pt x="25071" y="41383"/>
                    <a:pt x="25071" y="37845"/>
                  </a:cubicBezTo>
                  <a:cubicBezTo>
                    <a:pt x="25071" y="34242"/>
                    <a:pt x="24665" y="30259"/>
                    <a:pt x="24625" y="29874"/>
                  </a:cubicBezTo>
                  <a:lnTo>
                    <a:pt x="24625" y="29874"/>
                  </a:lnTo>
                  <a:cubicBezTo>
                    <a:pt x="24701" y="29280"/>
                    <a:pt x="26117" y="18662"/>
                    <a:pt x="26363" y="14290"/>
                  </a:cubicBezTo>
                  <a:cubicBezTo>
                    <a:pt x="26419" y="13139"/>
                    <a:pt x="26447" y="12016"/>
                    <a:pt x="26447" y="11006"/>
                  </a:cubicBezTo>
                  <a:cubicBezTo>
                    <a:pt x="26447" y="8058"/>
                    <a:pt x="26222" y="5812"/>
                    <a:pt x="26026" y="4801"/>
                  </a:cubicBezTo>
                  <a:cubicBezTo>
                    <a:pt x="25914" y="4127"/>
                    <a:pt x="25717" y="3089"/>
                    <a:pt x="25577" y="2190"/>
                  </a:cubicBezTo>
                  <a:cubicBezTo>
                    <a:pt x="25436" y="1292"/>
                    <a:pt x="25324" y="590"/>
                    <a:pt x="25324" y="590"/>
                  </a:cubicBezTo>
                  <a:cubicBezTo>
                    <a:pt x="25324" y="534"/>
                    <a:pt x="25268" y="450"/>
                    <a:pt x="25212" y="422"/>
                  </a:cubicBezTo>
                  <a:cubicBezTo>
                    <a:pt x="25156" y="393"/>
                    <a:pt x="25100" y="393"/>
                    <a:pt x="25043" y="393"/>
                  </a:cubicBezTo>
                  <a:cubicBezTo>
                    <a:pt x="25015" y="393"/>
                    <a:pt x="24959" y="422"/>
                    <a:pt x="24791" y="478"/>
                  </a:cubicBezTo>
                  <a:cubicBezTo>
                    <a:pt x="23724" y="786"/>
                    <a:pt x="19148" y="2078"/>
                    <a:pt x="15526" y="2190"/>
                  </a:cubicBezTo>
                  <a:cubicBezTo>
                    <a:pt x="13140" y="2246"/>
                    <a:pt x="11652" y="2387"/>
                    <a:pt x="10388" y="2387"/>
                  </a:cubicBezTo>
                  <a:cubicBezTo>
                    <a:pt x="9378" y="2387"/>
                    <a:pt x="8563" y="2303"/>
                    <a:pt x="7525" y="2050"/>
                  </a:cubicBezTo>
                  <a:cubicBezTo>
                    <a:pt x="6346" y="1769"/>
                    <a:pt x="4998" y="1432"/>
                    <a:pt x="3875" y="1123"/>
                  </a:cubicBezTo>
                  <a:cubicBezTo>
                    <a:pt x="3342" y="955"/>
                    <a:pt x="2836" y="815"/>
                    <a:pt x="2471" y="702"/>
                  </a:cubicBezTo>
                  <a:cubicBezTo>
                    <a:pt x="2303" y="646"/>
                    <a:pt x="2162" y="618"/>
                    <a:pt x="2050" y="562"/>
                  </a:cubicBezTo>
                  <a:cubicBezTo>
                    <a:pt x="1994" y="562"/>
                    <a:pt x="1938" y="534"/>
                    <a:pt x="1910" y="506"/>
                  </a:cubicBezTo>
                  <a:lnTo>
                    <a:pt x="1882" y="506"/>
                  </a:lnTo>
                  <a:cubicBezTo>
                    <a:pt x="1826" y="450"/>
                    <a:pt x="1741" y="422"/>
                    <a:pt x="1657" y="365"/>
                  </a:cubicBezTo>
                  <a:cubicBezTo>
                    <a:pt x="1517" y="281"/>
                    <a:pt x="1320" y="197"/>
                    <a:pt x="1124" y="141"/>
                  </a:cubicBezTo>
                  <a:cubicBezTo>
                    <a:pt x="927" y="57"/>
                    <a:pt x="731" y="0"/>
                    <a:pt x="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4180;p64">
              <a:extLst>
                <a:ext uri="{FF2B5EF4-FFF2-40B4-BE49-F238E27FC236}">
                  <a16:creationId xmlns:a16="http://schemas.microsoft.com/office/drawing/2014/main" id="{D561E8B9-AB01-A2D6-5343-260B40BC783D}"/>
                </a:ext>
              </a:extLst>
            </p:cNvPr>
            <p:cNvSpPr/>
            <p:nvPr/>
          </p:nvSpPr>
          <p:spPr>
            <a:xfrm>
              <a:off x="4350425" y="4004350"/>
              <a:ext cx="40025" cy="246475"/>
            </a:xfrm>
            <a:custGeom>
              <a:avLst/>
              <a:gdLst/>
              <a:ahLst/>
              <a:cxnLst/>
              <a:rect l="l" t="t" r="r" b="b"/>
              <a:pathLst>
                <a:path w="1601" h="9859" extrusionOk="0">
                  <a:moveTo>
                    <a:pt x="1376" y="0"/>
                  </a:moveTo>
                  <a:cubicBezTo>
                    <a:pt x="1236" y="0"/>
                    <a:pt x="1124" y="84"/>
                    <a:pt x="1124" y="225"/>
                  </a:cubicBezTo>
                  <a:lnTo>
                    <a:pt x="29" y="9602"/>
                  </a:lnTo>
                  <a:cubicBezTo>
                    <a:pt x="1" y="9714"/>
                    <a:pt x="113" y="9854"/>
                    <a:pt x="225" y="9854"/>
                  </a:cubicBezTo>
                  <a:cubicBezTo>
                    <a:pt x="240" y="9857"/>
                    <a:pt x="254" y="9859"/>
                    <a:pt x="269" y="9859"/>
                  </a:cubicBezTo>
                  <a:cubicBezTo>
                    <a:pt x="388" y="9859"/>
                    <a:pt x="481" y="9758"/>
                    <a:pt x="506" y="9658"/>
                  </a:cubicBezTo>
                  <a:lnTo>
                    <a:pt x="1573" y="281"/>
                  </a:lnTo>
                  <a:cubicBezTo>
                    <a:pt x="1601" y="141"/>
                    <a:pt x="1489" y="28"/>
                    <a:pt x="13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4181;p64">
              <a:extLst>
                <a:ext uri="{FF2B5EF4-FFF2-40B4-BE49-F238E27FC236}">
                  <a16:creationId xmlns:a16="http://schemas.microsoft.com/office/drawing/2014/main" id="{3C92E22F-32B3-0F1A-3CEF-17E4A6AF246C}"/>
                </a:ext>
              </a:extLst>
            </p:cNvPr>
            <p:cNvSpPr/>
            <p:nvPr/>
          </p:nvSpPr>
          <p:spPr>
            <a:xfrm>
              <a:off x="4370775" y="4022050"/>
              <a:ext cx="101800" cy="48475"/>
            </a:xfrm>
            <a:custGeom>
              <a:avLst/>
              <a:gdLst/>
              <a:ahLst/>
              <a:cxnLst/>
              <a:rect l="l" t="t" r="r" b="b"/>
              <a:pathLst>
                <a:path w="4072" h="1939" extrusionOk="0">
                  <a:moveTo>
                    <a:pt x="3809" y="1"/>
                  </a:moveTo>
                  <a:cubicBezTo>
                    <a:pt x="3777" y="1"/>
                    <a:pt x="3743" y="8"/>
                    <a:pt x="3707" y="22"/>
                  </a:cubicBezTo>
                  <a:lnTo>
                    <a:pt x="197" y="1482"/>
                  </a:lnTo>
                  <a:cubicBezTo>
                    <a:pt x="57" y="1538"/>
                    <a:pt x="1" y="1679"/>
                    <a:pt x="57" y="1791"/>
                  </a:cubicBezTo>
                  <a:cubicBezTo>
                    <a:pt x="103" y="1884"/>
                    <a:pt x="208" y="1938"/>
                    <a:pt x="306" y="1938"/>
                  </a:cubicBezTo>
                  <a:cubicBezTo>
                    <a:pt x="326" y="1938"/>
                    <a:pt x="346" y="1936"/>
                    <a:pt x="366" y="1931"/>
                  </a:cubicBezTo>
                  <a:lnTo>
                    <a:pt x="3903" y="471"/>
                  </a:lnTo>
                  <a:cubicBezTo>
                    <a:pt x="4015" y="415"/>
                    <a:pt x="4072" y="275"/>
                    <a:pt x="4015" y="162"/>
                  </a:cubicBezTo>
                  <a:cubicBezTo>
                    <a:pt x="3974" y="58"/>
                    <a:pt x="3901" y="1"/>
                    <a:pt x="38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4182;p64">
              <a:extLst>
                <a:ext uri="{FF2B5EF4-FFF2-40B4-BE49-F238E27FC236}">
                  <a16:creationId xmlns:a16="http://schemas.microsoft.com/office/drawing/2014/main" id="{607BC98C-03E2-0A38-6FEE-53D43F9A0525}"/>
                </a:ext>
              </a:extLst>
            </p:cNvPr>
            <p:cNvSpPr/>
            <p:nvPr/>
          </p:nvSpPr>
          <p:spPr>
            <a:xfrm>
              <a:off x="4550450" y="4371275"/>
              <a:ext cx="79350" cy="306325"/>
            </a:xfrm>
            <a:custGeom>
              <a:avLst/>
              <a:gdLst/>
              <a:ahLst/>
              <a:cxnLst/>
              <a:rect l="l" t="t" r="r" b="b"/>
              <a:pathLst>
                <a:path w="3174" h="12253" extrusionOk="0">
                  <a:moveTo>
                    <a:pt x="2924" y="1"/>
                  </a:moveTo>
                  <a:cubicBezTo>
                    <a:pt x="2809" y="1"/>
                    <a:pt x="2720" y="81"/>
                    <a:pt x="2696" y="203"/>
                  </a:cubicBezTo>
                  <a:lnTo>
                    <a:pt x="29" y="11966"/>
                  </a:lnTo>
                  <a:cubicBezTo>
                    <a:pt x="1" y="12078"/>
                    <a:pt x="85" y="12219"/>
                    <a:pt x="225" y="12247"/>
                  </a:cubicBezTo>
                  <a:cubicBezTo>
                    <a:pt x="240" y="12250"/>
                    <a:pt x="255" y="12252"/>
                    <a:pt x="270" y="12252"/>
                  </a:cubicBezTo>
                  <a:cubicBezTo>
                    <a:pt x="372" y="12252"/>
                    <a:pt x="482" y="12173"/>
                    <a:pt x="506" y="12050"/>
                  </a:cubicBezTo>
                  <a:lnTo>
                    <a:pt x="3145" y="287"/>
                  </a:lnTo>
                  <a:cubicBezTo>
                    <a:pt x="3173" y="175"/>
                    <a:pt x="3089" y="34"/>
                    <a:pt x="2977" y="6"/>
                  </a:cubicBezTo>
                  <a:cubicBezTo>
                    <a:pt x="2959" y="3"/>
                    <a:pt x="2941" y="1"/>
                    <a:pt x="29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4183;p64">
              <a:extLst>
                <a:ext uri="{FF2B5EF4-FFF2-40B4-BE49-F238E27FC236}">
                  <a16:creationId xmlns:a16="http://schemas.microsoft.com/office/drawing/2014/main" id="{E4A9E62F-0F03-CC6F-8336-E9FF8128A480}"/>
                </a:ext>
              </a:extLst>
            </p:cNvPr>
            <p:cNvSpPr/>
            <p:nvPr/>
          </p:nvSpPr>
          <p:spPr>
            <a:xfrm>
              <a:off x="4764525" y="2629475"/>
              <a:ext cx="126375" cy="225925"/>
            </a:xfrm>
            <a:custGeom>
              <a:avLst/>
              <a:gdLst/>
              <a:ahLst/>
              <a:cxnLst/>
              <a:rect l="l" t="t" r="r" b="b"/>
              <a:pathLst>
                <a:path w="5055" h="9037" extrusionOk="0">
                  <a:moveTo>
                    <a:pt x="4524" y="1"/>
                  </a:moveTo>
                  <a:cubicBezTo>
                    <a:pt x="4493" y="1"/>
                    <a:pt x="4464" y="35"/>
                    <a:pt x="4436" y="109"/>
                  </a:cubicBezTo>
                  <a:cubicBezTo>
                    <a:pt x="4212" y="699"/>
                    <a:pt x="4156" y="1541"/>
                    <a:pt x="4156" y="2215"/>
                  </a:cubicBezTo>
                  <a:cubicBezTo>
                    <a:pt x="4156" y="2888"/>
                    <a:pt x="3847" y="3253"/>
                    <a:pt x="3847" y="3253"/>
                  </a:cubicBezTo>
                  <a:cubicBezTo>
                    <a:pt x="3847" y="3253"/>
                    <a:pt x="2949" y="1288"/>
                    <a:pt x="2190" y="1232"/>
                  </a:cubicBezTo>
                  <a:cubicBezTo>
                    <a:pt x="2081" y="1220"/>
                    <a:pt x="1988" y="1214"/>
                    <a:pt x="1909" y="1214"/>
                  </a:cubicBezTo>
                  <a:cubicBezTo>
                    <a:pt x="1439" y="1214"/>
                    <a:pt x="1477" y="1417"/>
                    <a:pt x="1741" y="1681"/>
                  </a:cubicBezTo>
                  <a:cubicBezTo>
                    <a:pt x="2050" y="1990"/>
                    <a:pt x="2275" y="2130"/>
                    <a:pt x="2640" y="2804"/>
                  </a:cubicBezTo>
                  <a:cubicBezTo>
                    <a:pt x="3005" y="3478"/>
                    <a:pt x="3005" y="3703"/>
                    <a:pt x="3005" y="3703"/>
                  </a:cubicBezTo>
                  <a:cubicBezTo>
                    <a:pt x="3005" y="3703"/>
                    <a:pt x="1741" y="2271"/>
                    <a:pt x="1152" y="2271"/>
                  </a:cubicBezTo>
                  <a:cubicBezTo>
                    <a:pt x="534" y="2271"/>
                    <a:pt x="1" y="2580"/>
                    <a:pt x="394" y="2804"/>
                  </a:cubicBezTo>
                  <a:cubicBezTo>
                    <a:pt x="759" y="3029"/>
                    <a:pt x="1517" y="3169"/>
                    <a:pt x="1517" y="3169"/>
                  </a:cubicBezTo>
                  <a:lnTo>
                    <a:pt x="2050" y="4236"/>
                  </a:lnTo>
                  <a:cubicBezTo>
                    <a:pt x="2050" y="4236"/>
                    <a:pt x="1397" y="4009"/>
                    <a:pt x="889" y="4009"/>
                  </a:cubicBezTo>
                  <a:cubicBezTo>
                    <a:pt x="682" y="4009"/>
                    <a:pt x="499" y="4046"/>
                    <a:pt x="394" y="4152"/>
                  </a:cubicBezTo>
                  <a:cubicBezTo>
                    <a:pt x="1" y="4545"/>
                    <a:pt x="759" y="4685"/>
                    <a:pt x="759" y="4685"/>
                  </a:cubicBezTo>
                  <a:lnTo>
                    <a:pt x="1292" y="4769"/>
                  </a:lnTo>
                  <a:cubicBezTo>
                    <a:pt x="1292" y="4769"/>
                    <a:pt x="618" y="5892"/>
                    <a:pt x="618" y="6791"/>
                  </a:cubicBezTo>
                  <a:cubicBezTo>
                    <a:pt x="618" y="7689"/>
                    <a:pt x="843" y="9037"/>
                    <a:pt x="843" y="9037"/>
                  </a:cubicBezTo>
                  <a:lnTo>
                    <a:pt x="2949" y="8447"/>
                  </a:lnTo>
                  <a:cubicBezTo>
                    <a:pt x="2949" y="8447"/>
                    <a:pt x="3763" y="5949"/>
                    <a:pt x="4071" y="5219"/>
                  </a:cubicBezTo>
                  <a:cubicBezTo>
                    <a:pt x="4380" y="4461"/>
                    <a:pt x="5054" y="3618"/>
                    <a:pt x="5054" y="2664"/>
                  </a:cubicBezTo>
                  <a:cubicBezTo>
                    <a:pt x="5054" y="1799"/>
                    <a:pt x="4750" y="1"/>
                    <a:pt x="4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4184;p64">
              <a:extLst>
                <a:ext uri="{FF2B5EF4-FFF2-40B4-BE49-F238E27FC236}">
                  <a16:creationId xmlns:a16="http://schemas.microsoft.com/office/drawing/2014/main" id="{056E74B9-7EA4-5DA7-12AC-7559568887F4}"/>
                </a:ext>
              </a:extLst>
            </p:cNvPr>
            <p:cNvSpPr/>
            <p:nvPr/>
          </p:nvSpPr>
          <p:spPr>
            <a:xfrm>
              <a:off x="4765225" y="2623775"/>
              <a:ext cx="131275" cy="237525"/>
            </a:xfrm>
            <a:custGeom>
              <a:avLst/>
              <a:gdLst/>
              <a:ahLst/>
              <a:cxnLst/>
              <a:rect l="l" t="t" r="r" b="b"/>
              <a:pathLst>
                <a:path w="5251" h="9501" extrusionOk="0">
                  <a:moveTo>
                    <a:pt x="4522" y="799"/>
                  </a:moveTo>
                  <a:cubicBezTo>
                    <a:pt x="4575" y="1025"/>
                    <a:pt x="4624" y="1314"/>
                    <a:pt x="4661" y="1628"/>
                  </a:cubicBezTo>
                  <a:cubicBezTo>
                    <a:pt x="4745" y="2078"/>
                    <a:pt x="4773" y="2555"/>
                    <a:pt x="4773" y="2892"/>
                  </a:cubicBezTo>
                  <a:cubicBezTo>
                    <a:pt x="4773" y="3313"/>
                    <a:pt x="4633" y="3734"/>
                    <a:pt x="4437" y="4127"/>
                  </a:cubicBezTo>
                  <a:cubicBezTo>
                    <a:pt x="4240" y="4548"/>
                    <a:pt x="3987" y="4941"/>
                    <a:pt x="3819" y="5362"/>
                  </a:cubicBezTo>
                  <a:cubicBezTo>
                    <a:pt x="3549" y="6024"/>
                    <a:pt x="2895" y="7991"/>
                    <a:pt x="2733" y="8480"/>
                  </a:cubicBezTo>
                  <a:lnTo>
                    <a:pt x="2733" y="8480"/>
                  </a:lnTo>
                  <a:lnTo>
                    <a:pt x="1006" y="8970"/>
                  </a:lnTo>
                  <a:lnTo>
                    <a:pt x="1006" y="8970"/>
                  </a:lnTo>
                  <a:cubicBezTo>
                    <a:pt x="946" y="8532"/>
                    <a:pt x="815" y="7644"/>
                    <a:pt x="815" y="7019"/>
                  </a:cubicBezTo>
                  <a:cubicBezTo>
                    <a:pt x="815" y="6626"/>
                    <a:pt x="983" y="6120"/>
                    <a:pt x="1152" y="5755"/>
                  </a:cubicBezTo>
                  <a:cubicBezTo>
                    <a:pt x="1208" y="5559"/>
                    <a:pt x="1292" y="5390"/>
                    <a:pt x="1376" y="5278"/>
                  </a:cubicBezTo>
                  <a:cubicBezTo>
                    <a:pt x="1404" y="5222"/>
                    <a:pt x="1433" y="5194"/>
                    <a:pt x="1433" y="5138"/>
                  </a:cubicBezTo>
                  <a:lnTo>
                    <a:pt x="1461" y="5110"/>
                  </a:lnTo>
                  <a:cubicBezTo>
                    <a:pt x="1517" y="5025"/>
                    <a:pt x="1517" y="4969"/>
                    <a:pt x="1461" y="4885"/>
                  </a:cubicBezTo>
                  <a:cubicBezTo>
                    <a:pt x="1433" y="4801"/>
                    <a:pt x="1376" y="4773"/>
                    <a:pt x="1292" y="4745"/>
                  </a:cubicBezTo>
                  <a:lnTo>
                    <a:pt x="786" y="4691"/>
                  </a:lnTo>
                  <a:lnTo>
                    <a:pt x="786" y="4691"/>
                  </a:lnTo>
                  <a:lnTo>
                    <a:pt x="787" y="4689"/>
                  </a:lnTo>
                  <a:lnTo>
                    <a:pt x="759" y="4689"/>
                  </a:lnTo>
                  <a:cubicBezTo>
                    <a:pt x="731" y="4661"/>
                    <a:pt x="618" y="4632"/>
                    <a:pt x="562" y="4604"/>
                  </a:cubicBezTo>
                  <a:lnTo>
                    <a:pt x="512" y="4571"/>
                  </a:lnTo>
                  <a:lnTo>
                    <a:pt x="512" y="4571"/>
                  </a:lnTo>
                  <a:lnTo>
                    <a:pt x="534" y="4548"/>
                  </a:lnTo>
                  <a:cubicBezTo>
                    <a:pt x="534" y="4520"/>
                    <a:pt x="590" y="4520"/>
                    <a:pt x="646" y="4492"/>
                  </a:cubicBezTo>
                  <a:cubicBezTo>
                    <a:pt x="703" y="4464"/>
                    <a:pt x="787" y="4464"/>
                    <a:pt x="871" y="4464"/>
                  </a:cubicBezTo>
                  <a:cubicBezTo>
                    <a:pt x="1096" y="4464"/>
                    <a:pt x="1376" y="4520"/>
                    <a:pt x="1573" y="4576"/>
                  </a:cubicBezTo>
                  <a:cubicBezTo>
                    <a:pt x="1685" y="4604"/>
                    <a:pt x="1769" y="4632"/>
                    <a:pt x="1826" y="4661"/>
                  </a:cubicBezTo>
                  <a:lnTo>
                    <a:pt x="1910" y="4661"/>
                  </a:lnTo>
                  <a:lnTo>
                    <a:pt x="1938" y="4689"/>
                  </a:lnTo>
                  <a:cubicBezTo>
                    <a:pt x="1959" y="4696"/>
                    <a:pt x="1982" y="4699"/>
                    <a:pt x="2005" y="4699"/>
                  </a:cubicBezTo>
                  <a:cubicBezTo>
                    <a:pt x="2075" y="4699"/>
                    <a:pt x="2148" y="4668"/>
                    <a:pt x="2191" y="4604"/>
                  </a:cubicBezTo>
                  <a:cubicBezTo>
                    <a:pt x="2247" y="4548"/>
                    <a:pt x="2275" y="4436"/>
                    <a:pt x="2219" y="4352"/>
                  </a:cubicBezTo>
                  <a:lnTo>
                    <a:pt x="1685" y="3313"/>
                  </a:lnTo>
                  <a:cubicBezTo>
                    <a:pt x="1657" y="3229"/>
                    <a:pt x="1601" y="3201"/>
                    <a:pt x="1545" y="3173"/>
                  </a:cubicBezTo>
                  <a:cubicBezTo>
                    <a:pt x="1545" y="3173"/>
                    <a:pt x="1489" y="3173"/>
                    <a:pt x="1404" y="3144"/>
                  </a:cubicBezTo>
                  <a:cubicBezTo>
                    <a:pt x="1320" y="3116"/>
                    <a:pt x="1124" y="3088"/>
                    <a:pt x="955" y="3032"/>
                  </a:cubicBezTo>
                  <a:cubicBezTo>
                    <a:pt x="807" y="2983"/>
                    <a:pt x="637" y="2912"/>
                    <a:pt x="522" y="2857"/>
                  </a:cubicBezTo>
                  <a:lnTo>
                    <a:pt x="522" y="2857"/>
                  </a:lnTo>
                  <a:cubicBezTo>
                    <a:pt x="560" y="2838"/>
                    <a:pt x="612" y="2820"/>
                    <a:pt x="675" y="2808"/>
                  </a:cubicBezTo>
                  <a:cubicBezTo>
                    <a:pt x="787" y="2780"/>
                    <a:pt x="955" y="2751"/>
                    <a:pt x="1124" y="2751"/>
                  </a:cubicBezTo>
                  <a:cubicBezTo>
                    <a:pt x="1131" y="2748"/>
                    <a:pt x="1140" y="2746"/>
                    <a:pt x="1151" y="2746"/>
                  </a:cubicBezTo>
                  <a:cubicBezTo>
                    <a:pt x="1224" y="2746"/>
                    <a:pt x="1370" y="2822"/>
                    <a:pt x="1517" y="2920"/>
                  </a:cubicBezTo>
                  <a:cubicBezTo>
                    <a:pt x="1826" y="3116"/>
                    <a:pt x="2134" y="3397"/>
                    <a:pt x="2387" y="3650"/>
                  </a:cubicBezTo>
                  <a:cubicBezTo>
                    <a:pt x="2527" y="3762"/>
                    <a:pt x="2612" y="3874"/>
                    <a:pt x="2696" y="3959"/>
                  </a:cubicBezTo>
                  <a:cubicBezTo>
                    <a:pt x="2780" y="4043"/>
                    <a:pt x="2808" y="4099"/>
                    <a:pt x="2808" y="4099"/>
                  </a:cubicBezTo>
                  <a:cubicBezTo>
                    <a:pt x="2870" y="4140"/>
                    <a:pt x="2932" y="4166"/>
                    <a:pt x="2993" y="4166"/>
                  </a:cubicBezTo>
                  <a:cubicBezTo>
                    <a:pt x="3016" y="4166"/>
                    <a:pt x="3038" y="4163"/>
                    <a:pt x="3061" y="4155"/>
                  </a:cubicBezTo>
                  <a:cubicBezTo>
                    <a:pt x="3173" y="4127"/>
                    <a:pt x="3229" y="4043"/>
                    <a:pt x="3229" y="3931"/>
                  </a:cubicBezTo>
                  <a:cubicBezTo>
                    <a:pt x="3229" y="3874"/>
                    <a:pt x="3201" y="3622"/>
                    <a:pt x="2808" y="2920"/>
                  </a:cubicBezTo>
                  <a:cubicBezTo>
                    <a:pt x="2443" y="2218"/>
                    <a:pt x="2162" y="2021"/>
                    <a:pt x="1882" y="1741"/>
                  </a:cubicBezTo>
                  <a:cubicBezTo>
                    <a:pt x="1859" y="1718"/>
                    <a:pt x="1841" y="1700"/>
                    <a:pt x="1826" y="1685"/>
                  </a:cubicBezTo>
                  <a:lnTo>
                    <a:pt x="2134" y="1685"/>
                  </a:lnTo>
                  <a:cubicBezTo>
                    <a:pt x="2219" y="1685"/>
                    <a:pt x="2387" y="1797"/>
                    <a:pt x="2584" y="1965"/>
                  </a:cubicBezTo>
                  <a:cubicBezTo>
                    <a:pt x="2836" y="2218"/>
                    <a:pt x="3089" y="2639"/>
                    <a:pt x="3285" y="2976"/>
                  </a:cubicBezTo>
                  <a:cubicBezTo>
                    <a:pt x="3398" y="3144"/>
                    <a:pt x="3454" y="3285"/>
                    <a:pt x="3510" y="3397"/>
                  </a:cubicBezTo>
                  <a:cubicBezTo>
                    <a:pt x="3538" y="3453"/>
                    <a:pt x="3566" y="3509"/>
                    <a:pt x="3594" y="3538"/>
                  </a:cubicBezTo>
                  <a:lnTo>
                    <a:pt x="3594" y="3594"/>
                  </a:lnTo>
                  <a:cubicBezTo>
                    <a:pt x="3650" y="3650"/>
                    <a:pt x="3707" y="3706"/>
                    <a:pt x="3791" y="3706"/>
                  </a:cubicBezTo>
                  <a:cubicBezTo>
                    <a:pt x="3812" y="3713"/>
                    <a:pt x="3833" y="3717"/>
                    <a:pt x="3853" y="3717"/>
                  </a:cubicBezTo>
                  <a:cubicBezTo>
                    <a:pt x="3914" y="3717"/>
                    <a:pt x="3966" y="3685"/>
                    <a:pt x="3987" y="3622"/>
                  </a:cubicBezTo>
                  <a:cubicBezTo>
                    <a:pt x="4015" y="3594"/>
                    <a:pt x="4352" y="3173"/>
                    <a:pt x="4352" y="2443"/>
                  </a:cubicBezTo>
                  <a:cubicBezTo>
                    <a:pt x="4352" y="1913"/>
                    <a:pt x="4404" y="1298"/>
                    <a:pt x="4522" y="799"/>
                  </a:cubicBezTo>
                  <a:close/>
                  <a:moveTo>
                    <a:pt x="4493" y="0"/>
                  </a:moveTo>
                  <a:cubicBezTo>
                    <a:pt x="4408" y="0"/>
                    <a:pt x="4324" y="56"/>
                    <a:pt x="4268" y="112"/>
                  </a:cubicBezTo>
                  <a:cubicBezTo>
                    <a:pt x="4240" y="140"/>
                    <a:pt x="4212" y="197"/>
                    <a:pt x="4184" y="253"/>
                  </a:cubicBezTo>
                  <a:lnTo>
                    <a:pt x="4212" y="253"/>
                  </a:lnTo>
                  <a:cubicBezTo>
                    <a:pt x="3959" y="899"/>
                    <a:pt x="3875" y="1741"/>
                    <a:pt x="3875" y="2443"/>
                  </a:cubicBezTo>
                  <a:cubicBezTo>
                    <a:pt x="3875" y="2639"/>
                    <a:pt x="3847" y="2823"/>
                    <a:pt x="3812" y="2963"/>
                  </a:cubicBezTo>
                  <a:lnTo>
                    <a:pt x="3812" y="2963"/>
                  </a:lnTo>
                  <a:cubicBezTo>
                    <a:pt x="3723" y="2789"/>
                    <a:pt x="3610" y="2579"/>
                    <a:pt x="3482" y="2358"/>
                  </a:cubicBezTo>
                  <a:cubicBezTo>
                    <a:pt x="3314" y="2106"/>
                    <a:pt x="3117" y="1853"/>
                    <a:pt x="2892" y="1628"/>
                  </a:cubicBezTo>
                  <a:cubicBezTo>
                    <a:pt x="2696" y="1432"/>
                    <a:pt x="2471" y="1263"/>
                    <a:pt x="2191" y="1235"/>
                  </a:cubicBezTo>
                  <a:cubicBezTo>
                    <a:pt x="2078" y="1207"/>
                    <a:pt x="1994" y="1207"/>
                    <a:pt x="1910" y="1207"/>
                  </a:cubicBezTo>
                  <a:cubicBezTo>
                    <a:pt x="1741" y="1207"/>
                    <a:pt x="1629" y="1207"/>
                    <a:pt x="1517" y="1263"/>
                  </a:cubicBezTo>
                  <a:cubicBezTo>
                    <a:pt x="1461" y="1292"/>
                    <a:pt x="1404" y="1348"/>
                    <a:pt x="1348" y="1404"/>
                  </a:cubicBezTo>
                  <a:cubicBezTo>
                    <a:pt x="1320" y="1460"/>
                    <a:pt x="1292" y="1544"/>
                    <a:pt x="1292" y="1600"/>
                  </a:cubicBezTo>
                  <a:cubicBezTo>
                    <a:pt x="1292" y="1713"/>
                    <a:pt x="1320" y="1797"/>
                    <a:pt x="1376" y="1853"/>
                  </a:cubicBezTo>
                  <a:cubicBezTo>
                    <a:pt x="1433" y="1937"/>
                    <a:pt x="1489" y="1993"/>
                    <a:pt x="1545" y="2078"/>
                  </a:cubicBezTo>
                  <a:cubicBezTo>
                    <a:pt x="1814" y="2347"/>
                    <a:pt x="1997" y="2466"/>
                    <a:pt x="2281" y="2919"/>
                  </a:cubicBezTo>
                  <a:lnTo>
                    <a:pt x="2281" y="2919"/>
                  </a:lnTo>
                  <a:cubicBezTo>
                    <a:pt x="2112" y="2772"/>
                    <a:pt x="1947" y="2633"/>
                    <a:pt x="1798" y="2527"/>
                  </a:cubicBezTo>
                  <a:cubicBezTo>
                    <a:pt x="1573" y="2386"/>
                    <a:pt x="1348" y="2274"/>
                    <a:pt x="1124" y="2274"/>
                  </a:cubicBezTo>
                  <a:cubicBezTo>
                    <a:pt x="843" y="2274"/>
                    <a:pt x="618" y="2330"/>
                    <a:pt x="422" y="2415"/>
                  </a:cubicBezTo>
                  <a:cubicBezTo>
                    <a:pt x="310" y="2443"/>
                    <a:pt x="225" y="2499"/>
                    <a:pt x="141" y="2555"/>
                  </a:cubicBezTo>
                  <a:cubicBezTo>
                    <a:pt x="85" y="2639"/>
                    <a:pt x="1" y="2723"/>
                    <a:pt x="1" y="2864"/>
                  </a:cubicBezTo>
                  <a:cubicBezTo>
                    <a:pt x="1" y="2948"/>
                    <a:pt x="29" y="3032"/>
                    <a:pt x="85" y="3088"/>
                  </a:cubicBezTo>
                  <a:cubicBezTo>
                    <a:pt x="113" y="3144"/>
                    <a:pt x="169" y="3201"/>
                    <a:pt x="253" y="3229"/>
                  </a:cubicBezTo>
                  <a:cubicBezTo>
                    <a:pt x="478" y="3369"/>
                    <a:pt x="759" y="3453"/>
                    <a:pt x="1011" y="3538"/>
                  </a:cubicBezTo>
                  <a:cubicBezTo>
                    <a:pt x="1145" y="3571"/>
                    <a:pt x="1269" y="3604"/>
                    <a:pt x="1347" y="3626"/>
                  </a:cubicBezTo>
                  <a:lnTo>
                    <a:pt x="1347" y="3626"/>
                  </a:lnTo>
                  <a:lnTo>
                    <a:pt x="1572" y="4101"/>
                  </a:lnTo>
                  <a:lnTo>
                    <a:pt x="1572" y="4101"/>
                  </a:lnTo>
                  <a:cubicBezTo>
                    <a:pt x="1360" y="4055"/>
                    <a:pt x="1108" y="4015"/>
                    <a:pt x="871" y="4015"/>
                  </a:cubicBezTo>
                  <a:cubicBezTo>
                    <a:pt x="759" y="4015"/>
                    <a:pt x="618" y="4015"/>
                    <a:pt x="506" y="4043"/>
                  </a:cubicBezTo>
                  <a:cubicBezTo>
                    <a:pt x="394" y="4071"/>
                    <a:pt x="281" y="4127"/>
                    <a:pt x="197" y="4211"/>
                  </a:cubicBezTo>
                  <a:cubicBezTo>
                    <a:pt x="85" y="4324"/>
                    <a:pt x="29" y="4436"/>
                    <a:pt x="29" y="4576"/>
                  </a:cubicBezTo>
                  <a:cubicBezTo>
                    <a:pt x="29" y="4717"/>
                    <a:pt x="85" y="4829"/>
                    <a:pt x="169" y="4913"/>
                  </a:cubicBezTo>
                  <a:cubicBezTo>
                    <a:pt x="281" y="4997"/>
                    <a:pt x="422" y="5054"/>
                    <a:pt x="506" y="5082"/>
                  </a:cubicBezTo>
                  <a:cubicBezTo>
                    <a:pt x="618" y="5110"/>
                    <a:pt x="675" y="5138"/>
                    <a:pt x="703" y="5138"/>
                  </a:cubicBezTo>
                  <a:lnTo>
                    <a:pt x="894" y="5168"/>
                  </a:lnTo>
                  <a:lnTo>
                    <a:pt x="894" y="5168"/>
                  </a:lnTo>
                  <a:cubicBezTo>
                    <a:pt x="834" y="5277"/>
                    <a:pt x="766" y="5410"/>
                    <a:pt x="703" y="5559"/>
                  </a:cubicBezTo>
                  <a:cubicBezTo>
                    <a:pt x="534" y="5980"/>
                    <a:pt x="366" y="6513"/>
                    <a:pt x="366" y="7019"/>
                  </a:cubicBezTo>
                  <a:cubicBezTo>
                    <a:pt x="366" y="7945"/>
                    <a:pt x="590" y="9293"/>
                    <a:pt x="590" y="9293"/>
                  </a:cubicBezTo>
                  <a:cubicBezTo>
                    <a:pt x="590" y="9377"/>
                    <a:pt x="618" y="9433"/>
                    <a:pt x="675" y="9461"/>
                  </a:cubicBezTo>
                  <a:cubicBezTo>
                    <a:pt x="714" y="9481"/>
                    <a:pt x="768" y="9501"/>
                    <a:pt x="816" y="9501"/>
                  </a:cubicBezTo>
                  <a:cubicBezTo>
                    <a:pt x="836" y="9501"/>
                    <a:pt x="855" y="9498"/>
                    <a:pt x="871" y="9489"/>
                  </a:cubicBezTo>
                  <a:lnTo>
                    <a:pt x="2977" y="8900"/>
                  </a:lnTo>
                  <a:cubicBezTo>
                    <a:pt x="3061" y="8872"/>
                    <a:pt x="3117" y="8816"/>
                    <a:pt x="3145" y="8731"/>
                  </a:cubicBezTo>
                  <a:cubicBezTo>
                    <a:pt x="3145" y="8731"/>
                    <a:pt x="3342" y="8114"/>
                    <a:pt x="3594" y="7412"/>
                  </a:cubicBezTo>
                  <a:cubicBezTo>
                    <a:pt x="3819" y="6710"/>
                    <a:pt x="4100" y="5896"/>
                    <a:pt x="4268" y="5531"/>
                  </a:cubicBezTo>
                  <a:cubicBezTo>
                    <a:pt x="4408" y="5166"/>
                    <a:pt x="4633" y="4773"/>
                    <a:pt x="4858" y="4352"/>
                  </a:cubicBezTo>
                  <a:cubicBezTo>
                    <a:pt x="5054" y="3903"/>
                    <a:pt x="5251" y="3425"/>
                    <a:pt x="5251" y="2892"/>
                  </a:cubicBezTo>
                  <a:cubicBezTo>
                    <a:pt x="5251" y="2415"/>
                    <a:pt x="5166" y="1769"/>
                    <a:pt x="5082" y="1179"/>
                  </a:cubicBezTo>
                  <a:cubicBezTo>
                    <a:pt x="5026" y="899"/>
                    <a:pt x="4970" y="646"/>
                    <a:pt x="4886" y="449"/>
                  </a:cubicBezTo>
                  <a:cubicBezTo>
                    <a:pt x="4858" y="337"/>
                    <a:pt x="4830" y="253"/>
                    <a:pt x="4802" y="197"/>
                  </a:cubicBezTo>
                  <a:lnTo>
                    <a:pt x="4717" y="84"/>
                  </a:lnTo>
                  <a:cubicBezTo>
                    <a:pt x="4661" y="28"/>
                    <a:pt x="4605" y="0"/>
                    <a:pt x="4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4185;p64">
              <a:extLst>
                <a:ext uri="{FF2B5EF4-FFF2-40B4-BE49-F238E27FC236}">
                  <a16:creationId xmlns:a16="http://schemas.microsoft.com/office/drawing/2014/main" id="{83F4ADE4-3B4F-1DBB-4B90-4AA22C4A01E9}"/>
                </a:ext>
              </a:extLst>
            </p:cNvPr>
            <p:cNvSpPr/>
            <p:nvPr/>
          </p:nvSpPr>
          <p:spPr>
            <a:xfrm>
              <a:off x="4805950" y="2688050"/>
              <a:ext cx="101775" cy="120325"/>
            </a:xfrm>
            <a:custGeom>
              <a:avLst/>
              <a:gdLst/>
              <a:ahLst/>
              <a:cxnLst/>
              <a:rect l="l" t="t" r="r" b="b"/>
              <a:pathLst>
                <a:path w="4071" h="4813" extrusionOk="0">
                  <a:moveTo>
                    <a:pt x="3496" y="0"/>
                  </a:moveTo>
                  <a:cubicBezTo>
                    <a:pt x="3202" y="0"/>
                    <a:pt x="2918" y="706"/>
                    <a:pt x="2499" y="1219"/>
                  </a:cubicBezTo>
                  <a:cubicBezTo>
                    <a:pt x="1965" y="1809"/>
                    <a:pt x="1067" y="2202"/>
                    <a:pt x="674" y="2791"/>
                  </a:cubicBezTo>
                  <a:cubicBezTo>
                    <a:pt x="309" y="3381"/>
                    <a:pt x="0" y="4813"/>
                    <a:pt x="0" y="4813"/>
                  </a:cubicBezTo>
                  <a:lnTo>
                    <a:pt x="1656" y="4757"/>
                  </a:lnTo>
                  <a:cubicBezTo>
                    <a:pt x="1741" y="3549"/>
                    <a:pt x="3004" y="2202"/>
                    <a:pt x="3397" y="1668"/>
                  </a:cubicBezTo>
                  <a:cubicBezTo>
                    <a:pt x="3762" y="1135"/>
                    <a:pt x="4071" y="461"/>
                    <a:pt x="3678" y="96"/>
                  </a:cubicBezTo>
                  <a:cubicBezTo>
                    <a:pt x="3616" y="30"/>
                    <a:pt x="3556" y="0"/>
                    <a:pt x="34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4186;p64">
              <a:extLst>
                <a:ext uri="{FF2B5EF4-FFF2-40B4-BE49-F238E27FC236}">
                  <a16:creationId xmlns:a16="http://schemas.microsoft.com/office/drawing/2014/main" id="{852A8194-2B35-00BD-9650-51F63F9B6706}"/>
                </a:ext>
              </a:extLst>
            </p:cNvPr>
            <p:cNvSpPr/>
            <p:nvPr/>
          </p:nvSpPr>
          <p:spPr>
            <a:xfrm>
              <a:off x="4799625" y="2682025"/>
              <a:ext cx="108800" cy="132100"/>
            </a:xfrm>
            <a:custGeom>
              <a:avLst/>
              <a:gdLst/>
              <a:ahLst/>
              <a:cxnLst/>
              <a:rect l="l" t="t" r="r" b="b"/>
              <a:pathLst>
                <a:path w="4352" h="5284" extrusionOk="0">
                  <a:moveTo>
                    <a:pt x="3762" y="0"/>
                  </a:moveTo>
                  <a:cubicBezTo>
                    <a:pt x="3678" y="0"/>
                    <a:pt x="3594" y="28"/>
                    <a:pt x="3538" y="56"/>
                  </a:cubicBezTo>
                  <a:cubicBezTo>
                    <a:pt x="3426" y="141"/>
                    <a:pt x="3341" y="225"/>
                    <a:pt x="3257" y="309"/>
                  </a:cubicBezTo>
                  <a:cubicBezTo>
                    <a:pt x="3032" y="590"/>
                    <a:pt x="2836" y="1011"/>
                    <a:pt x="2555" y="1292"/>
                  </a:cubicBezTo>
                  <a:cubicBezTo>
                    <a:pt x="2331" y="1573"/>
                    <a:pt x="1994" y="1797"/>
                    <a:pt x="1657" y="2050"/>
                  </a:cubicBezTo>
                  <a:cubicBezTo>
                    <a:pt x="1292" y="2302"/>
                    <a:pt x="955" y="2555"/>
                    <a:pt x="730" y="2920"/>
                  </a:cubicBezTo>
                  <a:cubicBezTo>
                    <a:pt x="534" y="3257"/>
                    <a:pt x="365" y="3762"/>
                    <a:pt x="225" y="4212"/>
                  </a:cubicBezTo>
                  <a:cubicBezTo>
                    <a:pt x="113" y="4661"/>
                    <a:pt x="28" y="4998"/>
                    <a:pt x="28" y="4998"/>
                  </a:cubicBezTo>
                  <a:cubicBezTo>
                    <a:pt x="0" y="5138"/>
                    <a:pt x="85" y="5250"/>
                    <a:pt x="225" y="5278"/>
                  </a:cubicBezTo>
                  <a:cubicBezTo>
                    <a:pt x="240" y="5282"/>
                    <a:pt x="255" y="5284"/>
                    <a:pt x="270" y="5284"/>
                  </a:cubicBezTo>
                  <a:cubicBezTo>
                    <a:pt x="372" y="5284"/>
                    <a:pt x="478" y="5207"/>
                    <a:pt x="478" y="5110"/>
                  </a:cubicBezTo>
                  <a:cubicBezTo>
                    <a:pt x="478" y="5110"/>
                    <a:pt x="506" y="5026"/>
                    <a:pt x="534" y="4885"/>
                  </a:cubicBezTo>
                  <a:cubicBezTo>
                    <a:pt x="590" y="4661"/>
                    <a:pt x="674" y="4352"/>
                    <a:pt x="786" y="4015"/>
                  </a:cubicBezTo>
                  <a:cubicBezTo>
                    <a:pt x="899" y="3678"/>
                    <a:pt x="1011" y="3341"/>
                    <a:pt x="1123" y="3145"/>
                  </a:cubicBezTo>
                  <a:cubicBezTo>
                    <a:pt x="1292" y="2920"/>
                    <a:pt x="1573" y="2667"/>
                    <a:pt x="1909" y="2443"/>
                  </a:cubicBezTo>
                  <a:cubicBezTo>
                    <a:pt x="2246" y="2190"/>
                    <a:pt x="2639" y="1937"/>
                    <a:pt x="2920" y="1601"/>
                  </a:cubicBezTo>
                  <a:cubicBezTo>
                    <a:pt x="3145" y="1348"/>
                    <a:pt x="3341" y="1011"/>
                    <a:pt x="3510" y="786"/>
                  </a:cubicBezTo>
                  <a:cubicBezTo>
                    <a:pt x="3566" y="674"/>
                    <a:pt x="3650" y="590"/>
                    <a:pt x="3706" y="534"/>
                  </a:cubicBezTo>
                  <a:lnTo>
                    <a:pt x="3762" y="478"/>
                  </a:lnTo>
                  <a:lnTo>
                    <a:pt x="3790" y="506"/>
                  </a:lnTo>
                  <a:cubicBezTo>
                    <a:pt x="3847" y="562"/>
                    <a:pt x="3875" y="646"/>
                    <a:pt x="3875" y="758"/>
                  </a:cubicBezTo>
                  <a:cubicBezTo>
                    <a:pt x="3875" y="1039"/>
                    <a:pt x="3706" y="1432"/>
                    <a:pt x="3454" y="1769"/>
                  </a:cubicBezTo>
                  <a:cubicBezTo>
                    <a:pt x="3285" y="2022"/>
                    <a:pt x="2864" y="2499"/>
                    <a:pt x="2471" y="3060"/>
                  </a:cubicBezTo>
                  <a:cubicBezTo>
                    <a:pt x="2078" y="3622"/>
                    <a:pt x="1713" y="4296"/>
                    <a:pt x="1685" y="4970"/>
                  </a:cubicBezTo>
                  <a:cubicBezTo>
                    <a:pt x="1685" y="5110"/>
                    <a:pt x="1769" y="5222"/>
                    <a:pt x="1909" y="5222"/>
                  </a:cubicBezTo>
                  <a:cubicBezTo>
                    <a:pt x="2022" y="5222"/>
                    <a:pt x="2134" y="5138"/>
                    <a:pt x="2134" y="4998"/>
                  </a:cubicBezTo>
                  <a:cubicBezTo>
                    <a:pt x="2190" y="4464"/>
                    <a:pt x="2499" y="3847"/>
                    <a:pt x="2864" y="3313"/>
                  </a:cubicBezTo>
                  <a:cubicBezTo>
                    <a:pt x="3229" y="2780"/>
                    <a:pt x="3622" y="2331"/>
                    <a:pt x="3819" y="2050"/>
                  </a:cubicBezTo>
                  <a:cubicBezTo>
                    <a:pt x="4099" y="1657"/>
                    <a:pt x="4352" y="1208"/>
                    <a:pt x="4352" y="758"/>
                  </a:cubicBezTo>
                  <a:cubicBezTo>
                    <a:pt x="4352" y="562"/>
                    <a:pt x="4268" y="337"/>
                    <a:pt x="4099" y="169"/>
                  </a:cubicBezTo>
                  <a:cubicBezTo>
                    <a:pt x="4015" y="85"/>
                    <a:pt x="3903" y="0"/>
                    <a:pt x="3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4187;p64">
              <a:extLst>
                <a:ext uri="{FF2B5EF4-FFF2-40B4-BE49-F238E27FC236}">
                  <a16:creationId xmlns:a16="http://schemas.microsoft.com/office/drawing/2014/main" id="{E5AD9AF2-0C8F-5F17-8517-DACC5D5E7E58}"/>
                </a:ext>
              </a:extLst>
            </p:cNvPr>
            <p:cNvSpPr/>
            <p:nvPr/>
          </p:nvSpPr>
          <p:spPr>
            <a:xfrm>
              <a:off x="4770150" y="2830675"/>
              <a:ext cx="77225" cy="73875"/>
            </a:xfrm>
            <a:custGeom>
              <a:avLst/>
              <a:gdLst/>
              <a:ahLst/>
              <a:cxnLst/>
              <a:rect l="l" t="t" r="r" b="b"/>
              <a:pathLst>
                <a:path w="3089" h="2955" extrusionOk="0">
                  <a:moveTo>
                    <a:pt x="1536" y="0"/>
                  </a:moveTo>
                  <a:cubicBezTo>
                    <a:pt x="677" y="0"/>
                    <a:pt x="169" y="315"/>
                    <a:pt x="169" y="315"/>
                  </a:cubicBezTo>
                  <a:lnTo>
                    <a:pt x="0" y="2561"/>
                  </a:lnTo>
                  <a:lnTo>
                    <a:pt x="3088" y="2954"/>
                  </a:lnTo>
                  <a:lnTo>
                    <a:pt x="3032" y="455"/>
                  </a:lnTo>
                  <a:cubicBezTo>
                    <a:pt x="3032" y="455"/>
                    <a:pt x="2724" y="90"/>
                    <a:pt x="1741" y="6"/>
                  </a:cubicBezTo>
                  <a:cubicBezTo>
                    <a:pt x="1671" y="2"/>
                    <a:pt x="1603" y="0"/>
                    <a:pt x="1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4188;p64">
              <a:extLst>
                <a:ext uri="{FF2B5EF4-FFF2-40B4-BE49-F238E27FC236}">
                  <a16:creationId xmlns:a16="http://schemas.microsoft.com/office/drawing/2014/main" id="{A3114673-BA9D-9D2E-9258-56DF917E8D4C}"/>
                </a:ext>
              </a:extLst>
            </p:cNvPr>
            <p:cNvSpPr/>
            <p:nvPr/>
          </p:nvSpPr>
          <p:spPr>
            <a:xfrm>
              <a:off x="4764525" y="2825200"/>
              <a:ext cx="89175" cy="84950"/>
            </a:xfrm>
            <a:custGeom>
              <a:avLst/>
              <a:gdLst/>
              <a:ahLst/>
              <a:cxnLst/>
              <a:rect l="l" t="t" r="r" b="b"/>
              <a:pathLst>
                <a:path w="3567" h="3398" extrusionOk="0">
                  <a:moveTo>
                    <a:pt x="1713" y="450"/>
                  </a:moveTo>
                  <a:cubicBezTo>
                    <a:pt x="1797" y="450"/>
                    <a:pt x="1854" y="450"/>
                    <a:pt x="1938" y="478"/>
                  </a:cubicBezTo>
                  <a:cubicBezTo>
                    <a:pt x="2415" y="506"/>
                    <a:pt x="2696" y="618"/>
                    <a:pt x="2864" y="702"/>
                  </a:cubicBezTo>
                  <a:cubicBezTo>
                    <a:pt x="2929" y="724"/>
                    <a:pt x="2976" y="762"/>
                    <a:pt x="3008" y="791"/>
                  </a:cubicBezTo>
                  <a:lnTo>
                    <a:pt x="3008" y="791"/>
                  </a:lnTo>
                  <a:lnTo>
                    <a:pt x="3089" y="2892"/>
                  </a:lnTo>
                  <a:lnTo>
                    <a:pt x="3089" y="2892"/>
                  </a:lnTo>
                  <a:lnTo>
                    <a:pt x="492" y="2584"/>
                  </a:lnTo>
                  <a:lnTo>
                    <a:pt x="492" y="2584"/>
                  </a:lnTo>
                  <a:lnTo>
                    <a:pt x="611" y="676"/>
                  </a:lnTo>
                  <a:lnTo>
                    <a:pt x="611" y="676"/>
                  </a:lnTo>
                  <a:cubicBezTo>
                    <a:pt x="786" y="594"/>
                    <a:pt x="1170" y="450"/>
                    <a:pt x="1713" y="450"/>
                  </a:cubicBezTo>
                  <a:close/>
                  <a:moveTo>
                    <a:pt x="1713" y="1"/>
                  </a:moveTo>
                  <a:cubicBezTo>
                    <a:pt x="815" y="1"/>
                    <a:pt x="281" y="309"/>
                    <a:pt x="253" y="337"/>
                  </a:cubicBezTo>
                  <a:cubicBezTo>
                    <a:pt x="197" y="366"/>
                    <a:pt x="169" y="450"/>
                    <a:pt x="169" y="506"/>
                  </a:cubicBezTo>
                  <a:lnTo>
                    <a:pt x="1" y="2780"/>
                  </a:lnTo>
                  <a:cubicBezTo>
                    <a:pt x="1" y="2892"/>
                    <a:pt x="85" y="3005"/>
                    <a:pt x="197" y="3033"/>
                  </a:cubicBezTo>
                  <a:lnTo>
                    <a:pt x="3285" y="3398"/>
                  </a:lnTo>
                  <a:cubicBezTo>
                    <a:pt x="3370" y="3398"/>
                    <a:pt x="3426" y="3370"/>
                    <a:pt x="3482" y="3341"/>
                  </a:cubicBezTo>
                  <a:cubicBezTo>
                    <a:pt x="3538" y="3285"/>
                    <a:pt x="3566" y="3229"/>
                    <a:pt x="3538" y="3145"/>
                  </a:cubicBezTo>
                  <a:lnTo>
                    <a:pt x="3482" y="674"/>
                  </a:lnTo>
                  <a:cubicBezTo>
                    <a:pt x="3482" y="618"/>
                    <a:pt x="3454" y="590"/>
                    <a:pt x="3426" y="534"/>
                  </a:cubicBezTo>
                  <a:cubicBezTo>
                    <a:pt x="3398" y="478"/>
                    <a:pt x="3005" y="85"/>
                    <a:pt x="1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4189;p64">
              <a:extLst>
                <a:ext uri="{FF2B5EF4-FFF2-40B4-BE49-F238E27FC236}">
                  <a16:creationId xmlns:a16="http://schemas.microsoft.com/office/drawing/2014/main" id="{6C068EC9-44D4-BD16-C5CA-6E58F90E6FAB}"/>
                </a:ext>
              </a:extLst>
            </p:cNvPr>
            <p:cNvSpPr/>
            <p:nvPr/>
          </p:nvSpPr>
          <p:spPr>
            <a:xfrm>
              <a:off x="3826125" y="2811350"/>
              <a:ext cx="1043000" cy="918300"/>
            </a:xfrm>
            <a:custGeom>
              <a:avLst/>
              <a:gdLst/>
              <a:ahLst/>
              <a:cxnLst/>
              <a:rect l="l" t="t" r="r" b="b"/>
              <a:pathLst>
                <a:path w="41720" h="36732" extrusionOk="0">
                  <a:moveTo>
                    <a:pt x="20826" y="0"/>
                  </a:moveTo>
                  <a:cubicBezTo>
                    <a:pt x="19951" y="0"/>
                    <a:pt x="19026" y="75"/>
                    <a:pt x="18109" y="274"/>
                  </a:cubicBezTo>
                  <a:cubicBezTo>
                    <a:pt x="14347" y="1116"/>
                    <a:pt x="12157" y="2127"/>
                    <a:pt x="10248" y="3222"/>
                  </a:cubicBezTo>
                  <a:cubicBezTo>
                    <a:pt x="8339" y="4317"/>
                    <a:pt x="4577" y="5327"/>
                    <a:pt x="3931" y="6675"/>
                  </a:cubicBezTo>
                  <a:cubicBezTo>
                    <a:pt x="3285" y="7994"/>
                    <a:pt x="1011" y="22172"/>
                    <a:pt x="478" y="24025"/>
                  </a:cubicBezTo>
                  <a:cubicBezTo>
                    <a:pt x="338" y="24558"/>
                    <a:pt x="169" y="25148"/>
                    <a:pt x="1" y="25766"/>
                  </a:cubicBezTo>
                  <a:cubicBezTo>
                    <a:pt x="57" y="25990"/>
                    <a:pt x="141" y="26383"/>
                    <a:pt x="310" y="26776"/>
                  </a:cubicBezTo>
                  <a:lnTo>
                    <a:pt x="5054" y="27562"/>
                  </a:lnTo>
                  <a:cubicBezTo>
                    <a:pt x="5307" y="27338"/>
                    <a:pt x="5391" y="27141"/>
                    <a:pt x="5391" y="27141"/>
                  </a:cubicBezTo>
                  <a:cubicBezTo>
                    <a:pt x="5391" y="27141"/>
                    <a:pt x="5419" y="27198"/>
                    <a:pt x="5419" y="27282"/>
                  </a:cubicBezTo>
                  <a:cubicBezTo>
                    <a:pt x="5924" y="25878"/>
                    <a:pt x="6739" y="23829"/>
                    <a:pt x="6739" y="23829"/>
                  </a:cubicBezTo>
                  <a:cubicBezTo>
                    <a:pt x="6739" y="23829"/>
                    <a:pt x="6991" y="33402"/>
                    <a:pt x="7834" y="34441"/>
                  </a:cubicBezTo>
                  <a:cubicBezTo>
                    <a:pt x="8479" y="35227"/>
                    <a:pt x="9715" y="35451"/>
                    <a:pt x="10641" y="35648"/>
                  </a:cubicBezTo>
                  <a:cubicBezTo>
                    <a:pt x="11904" y="35901"/>
                    <a:pt x="13168" y="36181"/>
                    <a:pt x="14431" y="36350"/>
                  </a:cubicBezTo>
                  <a:cubicBezTo>
                    <a:pt x="16266" y="36619"/>
                    <a:pt x="18100" y="36732"/>
                    <a:pt x="19933" y="36732"/>
                  </a:cubicBezTo>
                  <a:cubicBezTo>
                    <a:pt x="22503" y="36732"/>
                    <a:pt x="25070" y="36509"/>
                    <a:pt x="27626" y="36181"/>
                  </a:cubicBezTo>
                  <a:cubicBezTo>
                    <a:pt x="28918" y="36013"/>
                    <a:pt x="31023" y="36097"/>
                    <a:pt x="31950" y="35002"/>
                  </a:cubicBezTo>
                  <a:cubicBezTo>
                    <a:pt x="32652" y="34188"/>
                    <a:pt x="32652" y="33149"/>
                    <a:pt x="32652" y="32897"/>
                  </a:cubicBezTo>
                  <a:cubicBezTo>
                    <a:pt x="32652" y="32644"/>
                    <a:pt x="33157" y="21976"/>
                    <a:pt x="33157" y="21976"/>
                  </a:cubicBezTo>
                  <a:cubicBezTo>
                    <a:pt x="33157" y="21976"/>
                    <a:pt x="38476" y="25938"/>
                    <a:pt x="39749" y="25938"/>
                  </a:cubicBezTo>
                  <a:cubicBezTo>
                    <a:pt x="39771" y="25938"/>
                    <a:pt x="39791" y="25937"/>
                    <a:pt x="39811" y="25934"/>
                  </a:cubicBezTo>
                  <a:cubicBezTo>
                    <a:pt x="40962" y="25822"/>
                    <a:pt x="41720" y="24783"/>
                    <a:pt x="41607" y="21723"/>
                  </a:cubicBezTo>
                  <a:cubicBezTo>
                    <a:pt x="41467" y="18663"/>
                    <a:pt x="41158" y="3671"/>
                    <a:pt x="40765" y="2969"/>
                  </a:cubicBezTo>
                  <a:cubicBezTo>
                    <a:pt x="40564" y="2609"/>
                    <a:pt x="39933" y="2397"/>
                    <a:pt x="39261" y="2397"/>
                  </a:cubicBezTo>
                  <a:cubicBezTo>
                    <a:pt x="38623" y="2397"/>
                    <a:pt x="37947" y="2588"/>
                    <a:pt x="37565" y="3025"/>
                  </a:cubicBezTo>
                  <a:cubicBezTo>
                    <a:pt x="36807" y="3924"/>
                    <a:pt x="36442" y="11335"/>
                    <a:pt x="36442" y="11335"/>
                  </a:cubicBezTo>
                  <a:cubicBezTo>
                    <a:pt x="36442" y="11335"/>
                    <a:pt x="33999" y="6029"/>
                    <a:pt x="32989" y="4373"/>
                  </a:cubicBezTo>
                  <a:cubicBezTo>
                    <a:pt x="31950" y="2716"/>
                    <a:pt x="25773" y="723"/>
                    <a:pt x="25773" y="723"/>
                  </a:cubicBezTo>
                  <a:cubicBezTo>
                    <a:pt x="25773" y="723"/>
                    <a:pt x="23541" y="0"/>
                    <a:pt x="208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4190;p64">
              <a:extLst>
                <a:ext uri="{FF2B5EF4-FFF2-40B4-BE49-F238E27FC236}">
                  <a16:creationId xmlns:a16="http://schemas.microsoft.com/office/drawing/2014/main" id="{BBDDED3B-5AB8-5BF9-4909-CDBECAD1A34E}"/>
                </a:ext>
              </a:extLst>
            </p:cNvPr>
            <p:cNvSpPr/>
            <p:nvPr/>
          </p:nvSpPr>
          <p:spPr>
            <a:xfrm>
              <a:off x="3820525" y="2805550"/>
              <a:ext cx="1051425" cy="930000"/>
            </a:xfrm>
            <a:custGeom>
              <a:avLst/>
              <a:gdLst/>
              <a:ahLst/>
              <a:cxnLst/>
              <a:rect l="l" t="t" r="r" b="b"/>
              <a:pathLst>
                <a:path w="42057" h="37200" extrusionOk="0">
                  <a:moveTo>
                    <a:pt x="21056" y="0"/>
                  </a:moveTo>
                  <a:cubicBezTo>
                    <a:pt x="20158" y="0"/>
                    <a:pt x="19231" y="85"/>
                    <a:pt x="18277" y="281"/>
                  </a:cubicBezTo>
                  <a:cubicBezTo>
                    <a:pt x="14487" y="1123"/>
                    <a:pt x="12297" y="2162"/>
                    <a:pt x="10360" y="3257"/>
                  </a:cubicBezTo>
                  <a:cubicBezTo>
                    <a:pt x="9433" y="3762"/>
                    <a:pt x="8001" y="4296"/>
                    <a:pt x="6738" y="4857"/>
                  </a:cubicBezTo>
                  <a:cubicBezTo>
                    <a:pt x="6120" y="5138"/>
                    <a:pt x="5503" y="5447"/>
                    <a:pt x="5026" y="5756"/>
                  </a:cubicBezTo>
                  <a:cubicBezTo>
                    <a:pt x="4520" y="6065"/>
                    <a:pt x="4155" y="6402"/>
                    <a:pt x="3959" y="6795"/>
                  </a:cubicBezTo>
                  <a:cubicBezTo>
                    <a:pt x="3846" y="6991"/>
                    <a:pt x="3762" y="7356"/>
                    <a:pt x="3622" y="7889"/>
                  </a:cubicBezTo>
                  <a:cubicBezTo>
                    <a:pt x="3173" y="9714"/>
                    <a:pt x="2499" y="13392"/>
                    <a:pt x="1881" y="16817"/>
                  </a:cubicBezTo>
                  <a:cubicBezTo>
                    <a:pt x="1572" y="18530"/>
                    <a:pt x="1292" y="20186"/>
                    <a:pt x="1039" y="21506"/>
                  </a:cubicBezTo>
                  <a:cubicBezTo>
                    <a:pt x="786" y="22825"/>
                    <a:pt x="590" y="23808"/>
                    <a:pt x="477" y="24201"/>
                  </a:cubicBezTo>
                  <a:cubicBezTo>
                    <a:pt x="337" y="24734"/>
                    <a:pt x="169" y="25324"/>
                    <a:pt x="0" y="25942"/>
                  </a:cubicBezTo>
                  <a:lnTo>
                    <a:pt x="0" y="26054"/>
                  </a:lnTo>
                  <a:cubicBezTo>
                    <a:pt x="56" y="26278"/>
                    <a:pt x="141" y="26671"/>
                    <a:pt x="337" y="27121"/>
                  </a:cubicBezTo>
                  <a:cubicBezTo>
                    <a:pt x="358" y="27203"/>
                    <a:pt x="438" y="27255"/>
                    <a:pt x="535" y="27255"/>
                  </a:cubicBezTo>
                  <a:cubicBezTo>
                    <a:pt x="571" y="27255"/>
                    <a:pt x="608" y="27248"/>
                    <a:pt x="646" y="27233"/>
                  </a:cubicBezTo>
                  <a:cubicBezTo>
                    <a:pt x="758" y="27177"/>
                    <a:pt x="814" y="27036"/>
                    <a:pt x="758" y="26924"/>
                  </a:cubicBezTo>
                  <a:cubicBezTo>
                    <a:pt x="590" y="26531"/>
                    <a:pt x="505" y="26166"/>
                    <a:pt x="477" y="25970"/>
                  </a:cubicBezTo>
                  <a:lnTo>
                    <a:pt x="472" y="25970"/>
                  </a:lnTo>
                  <a:lnTo>
                    <a:pt x="472" y="25970"/>
                  </a:lnTo>
                  <a:cubicBezTo>
                    <a:pt x="633" y="25383"/>
                    <a:pt x="793" y="24823"/>
                    <a:pt x="927" y="24313"/>
                  </a:cubicBezTo>
                  <a:cubicBezTo>
                    <a:pt x="1067" y="23836"/>
                    <a:pt x="1320" y="22601"/>
                    <a:pt x="1600" y="21000"/>
                  </a:cubicBezTo>
                  <a:cubicBezTo>
                    <a:pt x="2050" y="18586"/>
                    <a:pt x="2639" y="15329"/>
                    <a:pt x="3145" y="12522"/>
                  </a:cubicBezTo>
                  <a:cubicBezTo>
                    <a:pt x="3425" y="11146"/>
                    <a:pt x="3678" y="9883"/>
                    <a:pt x="3874" y="8900"/>
                  </a:cubicBezTo>
                  <a:cubicBezTo>
                    <a:pt x="3987" y="8395"/>
                    <a:pt x="4071" y="7974"/>
                    <a:pt x="4155" y="7637"/>
                  </a:cubicBezTo>
                  <a:cubicBezTo>
                    <a:pt x="4239" y="7328"/>
                    <a:pt x="4324" y="7103"/>
                    <a:pt x="4380" y="6991"/>
                  </a:cubicBezTo>
                  <a:cubicBezTo>
                    <a:pt x="4492" y="6738"/>
                    <a:pt x="4829" y="6430"/>
                    <a:pt x="5278" y="6149"/>
                  </a:cubicBezTo>
                  <a:cubicBezTo>
                    <a:pt x="5952" y="5700"/>
                    <a:pt x="6935" y="5279"/>
                    <a:pt x="7889" y="4885"/>
                  </a:cubicBezTo>
                  <a:cubicBezTo>
                    <a:pt x="8872" y="4464"/>
                    <a:pt x="9854" y="4071"/>
                    <a:pt x="10584" y="3650"/>
                  </a:cubicBezTo>
                  <a:cubicBezTo>
                    <a:pt x="12493" y="2583"/>
                    <a:pt x="14627" y="1573"/>
                    <a:pt x="18389" y="730"/>
                  </a:cubicBezTo>
                  <a:cubicBezTo>
                    <a:pt x="19287" y="534"/>
                    <a:pt x="20186" y="478"/>
                    <a:pt x="21056" y="478"/>
                  </a:cubicBezTo>
                  <a:cubicBezTo>
                    <a:pt x="22404" y="478"/>
                    <a:pt x="23611" y="646"/>
                    <a:pt x="24481" y="815"/>
                  </a:cubicBezTo>
                  <a:cubicBezTo>
                    <a:pt x="24931" y="927"/>
                    <a:pt x="25295" y="1011"/>
                    <a:pt x="25548" y="1067"/>
                  </a:cubicBezTo>
                  <a:cubicBezTo>
                    <a:pt x="25660" y="1095"/>
                    <a:pt x="25745" y="1123"/>
                    <a:pt x="25829" y="1152"/>
                  </a:cubicBezTo>
                  <a:cubicBezTo>
                    <a:pt x="25885" y="1180"/>
                    <a:pt x="25913" y="1180"/>
                    <a:pt x="25913" y="1180"/>
                  </a:cubicBezTo>
                  <a:cubicBezTo>
                    <a:pt x="25913" y="1180"/>
                    <a:pt x="26025" y="1208"/>
                    <a:pt x="26194" y="1264"/>
                  </a:cubicBezTo>
                  <a:cubicBezTo>
                    <a:pt x="26783" y="1460"/>
                    <a:pt x="28299" y="1994"/>
                    <a:pt x="29759" y="2639"/>
                  </a:cubicBezTo>
                  <a:cubicBezTo>
                    <a:pt x="30489" y="2976"/>
                    <a:pt x="31191" y="3313"/>
                    <a:pt x="31781" y="3678"/>
                  </a:cubicBezTo>
                  <a:cubicBezTo>
                    <a:pt x="32370" y="4043"/>
                    <a:pt x="32820" y="4408"/>
                    <a:pt x="33016" y="4717"/>
                  </a:cubicBezTo>
                  <a:cubicBezTo>
                    <a:pt x="33493" y="5531"/>
                    <a:pt x="34364" y="7272"/>
                    <a:pt x="35094" y="8816"/>
                  </a:cubicBezTo>
                  <a:cubicBezTo>
                    <a:pt x="35487" y="9574"/>
                    <a:pt x="35824" y="10304"/>
                    <a:pt x="36048" y="10809"/>
                  </a:cubicBezTo>
                  <a:cubicBezTo>
                    <a:pt x="36301" y="11343"/>
                    <a:pt x="36441" y="11680"/>
                    <a:pt x="36441" y="11680"/>
                  </a:cubicBezTo>
                  <a:cubicBezTo>
                    <a:pt x="36487" y="11749"/>
                    <a:pt x="36572" y="11799"/>
                    <a:pt x="36663" y="11799"/>
                  </a:cubicBezTo>
                  <a:cubicBezTo>
                    <a:pt x="36682" y="11799"/>
                    <a:pt x="36702" y="11797"/>
                    <a:pt x="36722" y="11792"/>
                  </a:cubicBezTo>
                  <a:cubicBezTo>
                    <a:pt x="36806" y="11792"/>
                    <a:pt x="36890" y="11680"/>
                    <a:pt x="36890" y="11595"/>
                  </a:cubicBezTo>
                  <a:cubicBezTo>
                    <a:pt x="36890" y="11567"/>
                    <a:pt x="36918" y="11118"/>
                    <a:pt x="36975" y="10416"/>
                  </a:cubicBezTo>
                  <a:cubicBezTo>
                    <a:pt x="37031" y="9349"/>
                    <a:pt x="37171" y="7749"/>
                    <a:pt x="37340" y="6317"/>
                  </a:cubicBezTo>
                  <a:cubicBezTo>
                    <a:pt x="37424" y="5587"/>
                    <a:pt x="37536" y="4942"/>
                    <a:pt x="37648" y="4408"/>
                  </a:cubicBezTo>
                  <a:cubicBezTo>
                    <a:pt x="37705" y="4156"/>
                    <a:pt x="37761" y="3931"/>
                    <a:pt x="37817" y="3734"/>
                  </a:cubicBezTo>
                  <a:cubicBezTo>
                    <a:pt x="37873" y="3566"/>
                    <a:pt x="37929" y="3454"/>
                    <a:pt x="37985" y="3398"/>
                  </a:cubicBezTo>
                  <a:cubicBezTo>
                    <a:pt x="38266" y="3061"/>
                    <a:pt x="38884" y="2864"/>
                    <a:pt x="39501" y="2864"/>
                  </a:cubicBezTo>
                  <a:cubicBezTo>
                    <a:pt x="39810" y="2864"/>
                    <a:pt x="40119" y="2920"/>
                    <a:pt x="40344" y="3004"/>
                  </a:cubicBezTo>
                  <a:cubicBezTo>
                    <a:pt x="40568" y="3089"/>
                    <a:pt x="40737" y="3201"/>
                    <a:pt x="40793" y="3313"/>
                  </a:cubicBezTo>
                  <a:cubicBezTo>
                    <a:pt x="40793" y="3313"/>
                    <a:pt x="40821" y="3426"/>
                    <a:pt x="40849" y="3566"/>
                  </a:cubicBezTo>
                  <a:cubicBezTo>
                    <a:pt x="40933" y="4156"/>
                    <a:pt x="41017" y="5419"/>
                    <a:pt x="41073" y="7047"/>
                  </a:cubicBezTo>
                  <a:cubicBezTo>
                    <a:pt x="41326" y="11876"/>
                    <a:pt x="41495" y="19821"/>
                    <a:pt x="41579" y="21983"/>
                  </a:cubicBezTo>
                  <a:cubicBezTo>
                    <a:pt x="41607" y="22180"/>
                    <a:pt x="41607" y="22404"/>
                    <a:pt x="41607" y="22601"/>
                  </a:cubicBezTo>
                  <a:cubicBezTo>
                    <a:pt x="41607" y="23864"/>
                    <a:pt x="41410" y="24678"/>
                    <a:pt x="41130" y="25184"/>
                  </a:cubicBezTo>
                  <a:cubicBezTo>
                    <a:pt x="40849" y="25689"/>
                    <a:pt x="40484" y="25885"/>
                    <a:pt x="40007" y="25942"/>
                  </a:cubicBezTo>
                  <a:lnTo>
                    <a:pt x="39979" y="25942"/>
                  </a:lnTo>
                  <a:cubicBezTo>
                    <a:pt x="39866" y="25942"/>
                    <a:pt x="39670" y="25885"/>
                    <a:pt x="39417" y="25801"/>
                  </a:cubicBezTo>
                  <a:cubicBezTo>
                    <a:pt x="38519" y="25436"/>
                    <a:pt x="37031" y="24482"/>
                    <a:pt x="35795" y="23639"/>
                  </a:cubicBezTo>
                  <a:cubicBezTo>
                    <a:pt x="35178" y="23218"/>
                    <a:pt x="34616" y="22797"/>
                    <a:pt x="34195" y="22516"/>
                  </a:cubicBezTo>
                  <a:cubicBezTo>
                    <a:pt x="33774" y="22208"/>
                    <a:pt x="33521" y="22039"/>
                    <a:pt x="33521" y="22039"/>
                  </a:cubicBezTo>
                  <a:cubicBezTo>
                    <a:pt x="33487" y="22004"/>
                    <a:pt x="33441" y="21980"/>
                    <a:pt x="33392" y="21980"/>
                  </a:cubicBezTo>
                  <a:cubicBezTo>
                    <a:pt x="33361" y="21980"/>
                    <a:pt x="33329" y="21990"/>
                    <a:pt x="33297" y="22011"/>
                  </a:cubicBezTo>
                  <a:cubicBezTo>
                    <a:pt x="33213" y="22039"/>
                    <a:pt x="33156" y="22123"/>
                    <a:pt x="33156" y="22208"/>
                  </a:cubicBezTo>
                  <a:cubicBezTo>
                    <a:pt x="33156" y="22208"/>
                    <a:pt x="33044" y="24875"/>
                    <a:pt x="32904" y="27570"/>
                  </a:cubicBezTo>
                  <a:cubicBezTo>
                    <a:pt x="32848" y="28917"/>
                    <a:pt x="32763" y="30265"/>
                    <a:pt x="32735" y="31304"/>
                  </a:cubicBezTo>
                  <a:cubicBezTo>
                    <a:pt x="32707" y="31837"/>
                    <a:pt x="32679" y="32258"/>
                    <a:pt x="32679" y="32567"/>
                  </a:cubicBezTo>
                  <a:cubicBezTo>
                    <a:pt x="32651" y="32904"/>
                    <a:pt x="32651" y="33073"/>
                    <a:pt x="32651" y="33129"/>
                  </a:cubicBezTo>
                  <a:cubicBezTo>
                    <a:pt x="32651" y="33381"/>
                    <a:pt x="32651" y="34336"/>
                    <a:pt x="32005" y="35094"/>
                  </a:cubicBezTo>
                  <a:cubicBezTo>
                    <a:pt x="31612" y="35571"/>
                    <a:pt x="30910" y="35796"/>
                    <a:pt x="30124" y="35936"/>
                  </a:cubicBezTo>
                  <a:cubicBezTo>
                    <a:pt x="29338" y="36077"/>
                    <a:pt x="28496" y="36077"/>
                    <a:pt x="27822" y="36161"/>
                  </a:cubicBezTo>
                  <a:cubicBezTo>
                    <a:pt x="25239" y="36498"/>
                    <a:pt x="22656" y="36722"/>
                    <a:pt x="20102" y="36722"/>
                  </a:cubicBezTo>
                  <a:cubicBezTo>
                    <a:pt x="18277" y="36722"/>
                    <a:pt x="16480" y="36610"/>
                    <a:pt x="14683" y="36357"/>
                  </a:cubicBezTo>
                  <a:cubicBezTo>
                    <a:pt x="13420" y="36189"/>
                    <a:pt x="12185" y="35908"/>
                    <a:pt x="10921" y="35655"/>
                  </a:cubicBezTo>
                  <a:cubicBezTo>
                    <a:pt x="10444" y="35543"/>
                    <a:pt x="9911" y="35459"/>
                    <a:pt x="9433" y="35262"/>
                  </a:cubicBezTo>
                  <a:cubicBezTo>
                    <a:pt x="8956" y="35094"/>
                    <a:pt x="8507" y="34869"/>
                    <a:pt x="8226" y="34504"/>
                  </a:cubicBezTo>
                  <a:cubicBezTo>
                    <a:pt x="8170" y="34448"/>
                    <a:pt x="8086" y="34196"/>
                    <a:pt x="8001" y="33859"/>
                  </a:cubicBezTo>
                  <a:cubicBezTo>
                    <a:pt x="7693" y="32651"/>
                    <a:pt x="7496" y="30181"/>
                    <a:pt x="7384" y="28019"/>
                  </a:cubicBezTo>
                  <a:cubicBezTo>
                    <a:pt x="7300" y="26952"/>
                    <a:pt x="7271" y="25970"/>
                    <a:pt x="7243" y="25240"/>
                  </a:cubicBezTo>
                  <a:cubicBezTo>
                    <a:pt x="7215" y="24510"/>
                    <a:pt x="7215" y="24061"/>
                    <a:pt x="7215" y="24061"/>
                  </a:cubicBezTo>
                  <a:cubicBezTo>
                    <a:pt x="7187" y="23948"/>
                    <a:pt x="7131" y="23864"/>
                    <a:pt x="7019" y="23836"/>
                  </a:cubicBezTo>
                  <a:cubicBezTo>
                    <a:pt x="7000" y="23831"/>
                    <a:pt x="6980" y="23829"/>
                    <a:pt x="6961" y="23829"/>
                  </a:cubicBezTo>
                  <a:cubicBezTo>
                    <a:pt x="6870" y="23829"/>
                    <a:pt x="6785" y="23883"/>
                    <a:pt x="6738" y="23976"/>
                  </a:cubicBezTo>
                  <a:cubicBezTo>
                    <a:pt x="6738" y="23976"/>
                    <a:pt x="6019" y="25785"/>
                    <a:pt x="5537" y="27168"/>
                  </a:cubicBezTo>
                  <a:lnTo>
                    <a:pt x="5537" y="27168"/>
                  </a:lnTo>
                  <a:cubicBezTo>
                    <a:pt x="5489" y="27185"/>
                    <a:pt x="5449" y="27215"/>
                    <a:pt x="5419" y="27261"/>
                  </a:cubicBezTo>
                  <a:cubicBezTo>
                    <a:pt x="5419" y="27289"/>
                    <a:pt x="5334" y="27430"/>
                    <a:pt x="5110" y="27654"/>
                  </a:cubicBezTo>
                  <a:cubicBezTo>
                    <a:pt x="5026" y="27738"/>
                    <a:pt x="5026" y="27879"/>
                    <a:pt x="5110" y="27963"/>
                  </a:cubicBezTo>
                  <a:cubicBezTo>
                    <a:pt x="5152" y="28019"/>
                    <a:pt x="5215" y="28047"/>
                    <a:pt x="5278" y="28047"/>
                  </a:cubicBezTo>
                  <a:cubicBezTo>
                    <a:pt x="5341" y="28047"/>
                    <a:pt x="5405" y="28019"/>
                    <a:pt x="5447" y="27963"/>
                  </a:cubicBezTo>
                  <a:cubicBezTo>
                    <a:pt x="5529" y="27880"/>
                    <a:pt x="5597" y="27804"/>
                    <a:pt x="5651" y="27738"/>
                  </a:cubicBezTo>
                  <a:lnTo>
                    <a:pt x="5651" y="27738"/>
                  </a:lnTo>
                  <a:cubicBezTo>
                    <a:pt x="5759" y="27736"/>
                    <a:pt x="5840" y="27679"/>
                    <a:pt x="5868" y="27570"/>
                  </a:cubicBezTo>
                  <a:cubicBezTo>
                    <a:pt x="6120" y="26896"/>
                    <a:pt x="6457" y="26026"/>
                    <a:pt x="6710" y="25352"/>
                  </a:cubicBezTo>
                  <a:cubicBezTo>
                    <a:pt x="6731" y="25298"/>
                    <a:pt x="6752" y="25246"/>
                    <a:pt x="6773" y="25195"/>
                  </a:cubicBezTo>
                  <a:lnTo>
                    <a:pt x="6773" y="25195"/>
                  </a:lnTo>
                  <a:cubicBezTo>
                    <a:pt x="6806" y="26135"/>
                    <a:pt x="6866" y="27550"/>
                    <a:pt x="6963" y="29002"/>
                  </a:cubicBezTo>
                  <a:cubicBezTo>
                    <a:pt x="7047" y="30265"/>
                    <a:pt x="7159" y="31557"/>
                    <a:pt x="7300" y="32595"/>
                  </a:cubicBezTo>
                  <a:cubicBezTo>
                    <a:pt x="7384" y="33129"/>
                    <a:pt x="7440" y="33606"/>
                    <a:pt x="7552" y="33971"/>
                  </a:cubicBezTo>
                  <a:cubicBezTo>
                    <a:pt x="7636" y="34336"/>
                    <a:pt x="7721" y="34617"/>
                    <a:pt x="7861" y="34813"/>
                  </a:cubicBezTo>
                  <a:cubicBezTo>
                    <a:pt x="8226" y="35262"/>
                    <a:pt x="8731" y="35515"/>
                    <a:pt x="9265" y="35712"/>
                  </a:cubicBezTo>
                  <a:cubicBezTo>
                    <a:pt x="9798" y="35908"/>
                    <a:pt x="10360" y="36020"/>
                    <a:pt x="10809" y="36105"/>
                  </a:cubicBezTo>
                  <a:cubicBezTo>
                    <a:pt x="12072" y="36385"/>
                    <a:pt x="13336" y="36638"/>
                    <a:pt x="14627" y="36835"/>
                  </a:cubicBezTo>
                  <a:cubicBezTo>
                    <a:pt x="16452" y="37087"/>
                    <a:pt x="18277" y="37200"/>
                    <a:pt x="20102" y="37200"/>
                  </a:cubicBezTo>
                  <a:cubicBezTo>
                    <a:pt x="22685" y="37200"/>
                    <a:pt x="25295" y="36975"/>
                    <a:pt x="27878" y="36638"/>
                  </a:cubicBezTo>
                  <a:cubicBezTo>
                    <a:pt x="28496" y="36554"/>
                    <a:pt x="29366" y="36526"/>
                    <a:pt x="30180" y="36385"/>
                  </a:cubicBezTo>
                  <a:cubicBezTo>
                    <a:pt x="31023" y="36245"/>
                    <a:pt x="31837" y="35992"/>
                    <a:pt x="32370" y="35375"/>
                  </a:cubicBezTo>
                  <a:cubicBezTo>
                    <a:pt x="33128" y="34476"/>
                    <a:pt x="33100" y="33409"/>
                    <a:pt x="33128" y="33129"/>
                  </a:cubicBezTo>
                  <a:cubicBezTo>
                    <a:pt x="33128" y="33101"/>
                    <a:pt x="33128" y="32904"/>
                    <a:pt x="33128" y="32595"/>
                  </a:cubicBezTo>
                  <a:cubicBezTo>
                    <a:pt x="33184" y="31500"/>
                    <a:pt x="33297" y="28889"/>
                    <a:pt x="33409" y="26587"/>
                  </a:cubicBezTo>
                  <a:cubicBezTo>
                    <a:pt x="33465" y="25436"/>
                    <a:pt x="33521" y="24341"/>
                    <a:pt x="33578" y="23527"/>
                  </a:cubicBezTo>
                  <a:cubicBezTo>
                    <a:pt x="33590" y="23177"/>
                    <a:pt x="33603" y="22883"/>
                    <a:pt x="33613" y="22664"/>
                  </a:cubicBezTo>
                  <a:lnTo>
                    <a:pt x="33613" y="22664"/>
                  </a:lnTo>
                  <a:cubicBezTo>
                    <a:pt x="34112" y="23022"/>
                    <a:pt x="35054" y="23703"/>
                    <a:pt x="36076" y="24397"/>
                  </a:cubicBezTo>
                  <a:cubicBezTo>
                    <a:pt x="36834" y="24875"/>
                    <a:pt x="37620" y="25380"/>
                    <a:pt x="38294" y="25773"/>
                  </a:cubicBezTo>
                  <a:cubicBezTo>
                    <a:pt x="38659" y="25942"/>
                    <a:pt x="38968" y="26110"/>
                    <a:pt x="39249" y="26222"/>
                  </a:cubicBezTo>
                  <a:cubicBezTo>
                    <a:pt x="39529" y="26335"/>
                    <a:pt x="39754" y="26419"/>
                    <a:pt x="39979" y="26419"/>
                  </a:cubicBezTo>
                  <a:lnTo>
                    <a:pt x="40063" y="26419"/>
                  </a:lnTo>
                  <a:cubicBezTo>
                    <a:pt x="40652" y="26335"/>
                    <a:pt x="41186" y="26026"/>
                    <a:pt x="41523" y="25408"/>
                  </a:cubicBezTo>
                  <a:cubicBezTo>
                    <a:pt x="41888" y="24819"/>
                    <a:pt x="42056" y="23892"/>
                    <a:pt x="42056" y="22601"/>
                  </a:cubicBezTo>
                  <a:cubicBezTo>
                    <a:pt x="42056" y="22404"/>
                    <a:pt x="42056" y="22180"/>
                    <a:pt x="42056" y="21955"/>
                  </a:cubicBezTo>
                  <a:cubicBezTo>
                    <a:pt x="42000" y="20411"/>
                    <a:pt x="41888" y="15891"/>
                    <a:pt x="41719" y="11680"/>
                  </a:cubicBezTo>
                  <a:cubicBezTo>
                    <a:pt x="41663" y="9574"/>
                    <a:pt x="41579" y="7525"/>
                    <a:pt x="41495" y="5980"/>
                  </a:cubicBezTo>
                  <a:cubicBezTo>
                    <a:pt x="41438" y="5194"/>
                    <a:pt x="41410" y="4549"/>
                    <a:pt x="41354" y="4043"/>
                  </a:cubicBezTo>
                  <a:cubicBezTo>
                    <a:pt x="41326" y="3819"/>
                    <a:pt x="41326" y="3594"/>
                    <a:pt x="41298" y="3454"/>
                  </a:cubicBezTo>
                  <a:cubicBezTo>
                    <a:pt x="41270" y="3369"/>
                    <a:pt x="41270" y="3313"/>
                    <a:pt x="41242" y="3257"/>
                  </a:cubicBezTo>
                  <a:cubicBezTo>
                    <a:pt x="41242" y="3173"/>
                    <a:pt x="41214" y="3145"/>
                    <a:pt x="41186" y="3089"/>
                  </a:cubicBezTo>
                  <a:cubicBezTo>
                    <a:pt x="41045" y="2836"/>
                    <a:pt x="40793" y="2668"/>
                    <a:pt x="40512" y="2555"/>
                  </a:cubicBezTo>
                  <a:cubicBezTo>
                    <a:pt x="40203" y="2443"/>
                    <a:pt x="39866" y="2387"/>
                    <a:pt x="39501" y="2387"/>
                  </a:cubicBezTo>
                  <a:cubicBezTo>
                    <a:pt x="38799" y="2387"/>
                    <a:pt x="38069" y="2583"/>
                    <a:pt x="37620" y="3117"/>
                  </a:cubicBezTo>
                  <a:cubicBezTo>
                    <a:pt x="37480" y="3285"/>
                    <a:pt x="37396" y="3510"/>
                    <a:pt x="37311" y="3819"/>
                  </a:cubicBezTo>
                  <a:cubicBezTo>
                    <a:pt x="37003" y="4857"/>
                    <a:pt x="36778" y="6766"/>
                    <a:pt x="36638" y="8451"/>
                  </a:cubicBezTo>
                  <a:cubicBezTo>
                    <a:pt x="36567" y="9297"/>
                    <a:pt x="36518" y="10080"/>
                    <a:pt x="36486" y="10649"/>
                  </a:cubicBezTo>
                  <a:lnTo>
                    <a:pt x="36486" y="10649"/>
                  </a:lnTo>
                  <a:cubicBezTo>
                    <a:pt x="36243" y="10120"/>
                    <a:pt x="35901" y="9392"/>
                    <a:pt x="35515" y="8619"/>
                  </a:cubicBezTo>
                  <a:cubicBezTo>
                    <a:pt x="34785" y="7075"/>
                    <a:pt x="33914" y="5335"/>
                    <a:pt x="33409" y="4464"/>
                  </a:cubicBezTo>
                  <a:cubicBezTo>
                    <a:pt x="33100" y="3987"/>
                    <a:pt x="32511" y="3566"/>
                    <a:pt x="31753" y="3117"/>
                  </a:cubicBezTo>
                  <a:cubicBezTo>
                    <a:pt x="29563" y="1853"/>
                    <a:pt x="26082" y="730"/>
                    <a:pt x="26053" y="730"/>
                  </a:cubicBezTo>
                  <a:cubicBezTo>
                    <a:pt x="26053" y="730"/>
                    <a:pt x="23808" y="0"/>
                    <a:pt x="21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4191;p64">
              <a:extLst>
                <a:ext uri="{FF2B5EF4-FFF2-40B4-BE49-F238E27FC236}">
                  <a16:creationId xmlns:a16="http://schemas.microsoft.com/office/drawing/2014/main" id="{D2965212-72EC-96E1-DE3F-3478116D0DD6}"/>
                </a:ext>
              </a:extLst>
            </p:cNvPr>
            <p:cNvSpPr/>
            <p:nvPr/>
          </p:nvSpPr>
          <p:spPr>
            <a:xfrm>
              <a:off x="4528000" y="3305275"/>
              <a:ext cx="55475" cy="49150"/>
            </a:xfrm>
            <a:custGeom>
              <a:avLst/>
              <a:gdLst/>
              <a:ahLst/>
              <a:cxnLst/>
              <a:rect l="l" t="t" r="r" b="b"/>
              <a:pathLst>
                <a:path w="2219" h="1966" extrusionOk="0">
                  <a:moveTo>
                    <a:pt x="1938" y="1"/>
                  </a:moveTo>
                  <a:lnTo>
                    <a:pt x="0" y="1601"/>
                  </a:lnTo>
                  <a:lnTo>
                    <a:pt x="309" y="1966"/>
                  </a:lnTo>
                  <a:lnTo>
                    <a:pt x="2218" y="366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4192;p64">
              <a:extLst>
                <a:ext uri="{FF2B5EF4-FFF2-40B4-BE49-F238E27FC236}">
                  <a16:creationId xmlns:a16="http://schemas.microsoft.com/office/drawing/2014/main" id="{791F3D76-E201-81B0-5B6F-9436FFBA8C49}"/>
                </a:ext>
              </a:extLst>
            </p:cNvPr>
            <p:cNvSpPr/>
            <p:nvPr/>
          </p:nvSpPr>
          <p:spPr>
            <a:xfrm>
              <a:off x="4205850" y="3376875"/>
              <a:ext cx="290600" cy="241475"/>
            </a:xfrm>
            <a:custGeom>
              <a:avLst/>
              <a:gdLst/>
              <a:ahLst/>
              <a:cxnLst/>
              <a:rect l="l" t="t" r="r" b="b"/>
              <a:pathLst>
                <a:path w="11624" h="9659" extrusionOk="0">
                  <a:moveTo>
                    <a:pt x="11342" y="0"/>
                  </a:moveTo>
                  <a:lnTo>
                    <a:pt x="0" y="9321"/>
                  </a:lnTo>
                  <a:lnTo>
                    <a:pt x="309" y="9658"/>
                  </a:lnTo>
                  <a:lnTo>
                    <a:pt x="11623" y="365"/>
                  </a:lnTo>
                  <a:lnTo>
                    <a:pt x="113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4193;p64">
              <a:extLst>
                <a:ext uri="{FF2B5EF4-FFF2-40B4-BE49-F238E27FC236}">
                  <a16:creationId xmlns:a16="http://schemas.microsoft.com/office/drawing/2014/main" id="{B420E7A0-C351-3577-0392-7945EA4B5966}"/>
                </a:ext>
              </a:extLst>
            </p:cNvPr>
            <p:cNvSpPr/>
            <p:nvPr/>
          </p:nvSpPr>
          <p:spPr>
            <a:xfrm>
              <a:off x="4167250" y="3454775"/>
              <a:ext cx="129150" cy="108825"/>
            </a:xfrm>
            <a:custGeom>
              <a:avLst/>
              <a:gdLst/>
              <a:ahLst/>
              <a:cxnLst/>
              <a:rect l="l" t="t" r="r" b="b"/>
              <a:pathLst>
                <a:path w="5166" h="4353" extrusionOk="0">
                  <a:moveTo>
                    <a:pt x="4857" y="1"/>
                  </a:moveTo>
                  <a:lnTo>
                    <a:pt x="0" y="3987"/>
                  </a:lnTo>
                  <a:lnTo>
                    <a:pt x="281" y="4352"/>
                  </a:lnTo>
                  <a:lnTo>
                    <a:pt x="5166" y="366"/>
                  </a:lnTo>
                  <a:lnTo>
                    <a:pt x="48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4194;p64">
              <a:extLst>
                <a:ext uri="{FF2B5EF4-FFF2-40B4-BE49-F238E27FC236}">
                  <a16:creationId xmlns:a16="http://schemas.microsoft.com/office/drawing/2014/main" id="{80952B90-A459-9217-EF34-5EAD9913B81A}"/>
                </a:ext>
              </a:extLst>
            </p:cNvPr>
            <p:cNvSpPr/>
            <p:nvPr/>
          </p:nvSpPr>
          <p:spPr>
            <a:xfrm>
              <a:off x="3883675" y="3624500"/>
              <a:ext cx="118650" cy="385075"/>
            </a:xfrm>
            <a:custGeom>
              <a:avLst/>
              <a:gdLst/>
              <a:ahLst/>
              <a:cxnLst/>
              <a:rect l="l" t="t" r="r" b="b"/>
              <a:pathLst>
                <a:path w="4746" h="15403" extrusionOk="0">
                  <a:moveTo>
                    <a:pt x="3454" y="1"/>
                  </a:moveTo>
                  <a:cubicBezTo>
                    <a:pt x="3327" y="1"/>
                    <a:pt x="3198" y="63"/>
                    <a:pt x="3117" y="202"/>
                  </a:cubicBezTo>
                  <a:lnTo>
                    <a:pt x="310" y="5424"/>
                  </a:lnTo>
                  <a:cubicBezTo>
                    <a:pt x="85" y="5845"/>
                    <a:pt x="1" y="6323"/>
                    <a:pt x="85" y="6772"/>
                  </a:cubicBezTo>
                  <a:lnTo>
                    <a:pt x="1545" y="15194"/>
                  </a:lnTo>
                  <a:cubicBezTo>
                    <a:pt x="1560" y="15332"/>
                    <a:pt x="1667" y="15403"/>
                    <a:pt x="1775" y="15403"/>
                  </a:cubicBezTo>
                  <a:cubicBezTo>
                    <a:pt x="1865" y="15403"/>
                    <a:pt x="1956" y="15353"/>
                    <a:pt x="1994" y="15250"/>
                  </a:cubicBezTo>
                  <a:lnTo>
                    <a:pt x="4577" y="8260"/>
                  </a:lnTo>
                  <a:cubicBezTo>
                    <a:pt x="4689" y="7951"/>
                    <a:pt x="4745" y="7614"/>
                    <a:pt x="4689" y="7305"/>
                  </a:cubicBezTo>
                  <a:lnTo>
                    <a:pt x="3847" y="343"/>
                  </a:lnTo>
                  <a:cubicBezTo>
                    <a:pt x="3814" y="128"/>
                    <a:pt x="3636" y="1"/>
                    <a:pt x="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4195;p64">
              <a:extLst>
                <a:ext uri="{FF2B5EF4-FFF2-40B4-BE49-F238E27FC236}">
                  <a16:creationId xmlns:a16="http://schemas.microsoft.com/office/drawing/2014/main" id="{64F7BD83-9B3C-F4E6-D1BA-9FD7A7D621B3}"/>
                </a:ext>
              </a:extLst>
            </p:cNvPr>
            <p:cNvSpPr/>
            <p:nvPr/>
          </p:nvSpPr>
          <p:spPr>
            <a:xfrm>
              <a:off x="3878775" y="3619025"/>
              <a:ext cx="128450" cy="396575"/>
            </a:xfrm>
            <a:custGeom>
              <a:avLst/>
              <a:gdLst/>
              <a:ahLst/>
              <a:cxnLst/>
              <a:rect l="l" t="t" r="r" b="b"/>
              <a:pathLst>
                <a:path w="5138" h="15863" extrusionOk="0">
                  <a:moveTo>
                    <a:pt x="3650" y="449"/>
                  </a:moveTo>
                  <a:lnTo>
                    <a:pt x="3762" y="505"/>
                  </a:lnTo>
                  <a:cubicBezTo>
                    <a:pt x="3790" y="505"/>
                    <a:pt x="3790" y="534"/>
                    <a:pt x="3818" y="590"/>
                  </a:cubicBezTo>
                  <a:lnTo>
                    <a:pt x="4661" y="7552"/>
                  </a:lnTo>
                  <a:cubicBezTo>
                    <a:pt x="4661" y="7636"/>
                    <a:pt x="4661" y="7693"/>
                    <a:pt x="4661" y="7777"/>
                  </a:cubicBezTo>
                  <a:cubicBezTo>
                    <a:pt x="4661" y="7973"/>
                    <a:pt x="4633" y="8198"/>
                    <a:pt x="4548" y="8394"/>
                  </a:cubicBezTo>
                  <a:lnTo>
                    <a:pt x="1966" y="15385"/>
                  </a:lnTo>
                  <a:lnTo>
                    <a:pt x="506" y="6963"/>
                  </a:lnTo>
                  <a:cubicBezTo>
                    <a:pt x="478" y="6850"/>
                    <a:pt x="478" y="6738"/>
                    <a:pt x="478" y="6654"/>
                  </a:cubicBezTo>
                  <a:cubicBezTo>
                    <a:pt x="478" y="6345"/>
                    <a:pt x="562" y="6036"/>
                    <a:pt x="702" y="5755"/>
                  </a:cubicBezTo>
                  <a:lnTo>
                    <a:pt x="3538" y="534"/>
                  </a:lnTo>
                  <a:cubicBezTo>
                    <a:pt x="3566" y="477"/>
                    <a:pt x="3594" y="449"/>
                    <a:pt x="3650" y="449"/>
                  </a:cubicBezTo>
                  <a:close/>
                  <a:moveTo>
                    <a:pt x="3650" y="0"/>
                  </a:moveTo>
                  <a:cubicBezTo>
                    <a:pt x="3454" y="0"/>
                    <a:pt x="3229" y="112"/>
                    <a:pt x="3117" y="309"/>
                  </a:cubicBezTo>
                  <a:lnTo>
                    <a:pt x="281" y="5531"/>
                  </a:lnTo>
                  <a:cubicBezTo>
                    <a:pt x="113" y="5868"/>
                    <a:pt x="0" y="6261"/>
                    <a:pt x="0" y="6654"/>
                  </a:cubicBezTo>
                  <a:cubicBezTo>
                    <a:pt x="0" y="6766"/>
                    <a:pt x="28" y="6907"/>
                    <a:pt x="56" y="7047"/>
                  </a:cubicBezTo>
                  <a:lnTo>
                    <a:pt x="1516" y="15469"/>
                  </a:lnTo>
                  <a:cubicBezTo>
                    <a:pt x="1516" y="15582"/>
                    <a:pt x="1601" y="15694"/>
                    <a:pt x="1685" y="15750"/>
                  </a:cubicBezTo>
                  <a:cubicBezTo>
                    <a:pt x="1769" y="15806"/>
                    <a:pt x="1853" y="15862"/>
                    <a:pt x="1966" y="15862"/>
                  </a:cubicBezTo>
                  <a:cubicBezTo>
                    <a:pt x="2134" y="15862"/>
                    <a:pt x="2331" y="15750"/>
                    <a:pt x="2387" y="15554"/>
                  </a:cubicBezTo>
                  <a:lnTo>
                    <a:pt x="4998" y="8563"/>
                  </a:lnTo>
                  <a:cubicBezTo>
                    <a:pt x="5082" y="8310"/>
                    <a:pt x="5138" y="8030"/>
                    <a:pt x="5138" y="7777"/>
                  </a:cubicBezTo>
                  <a:cubicBezTo>
                    <a:pt x="5138" y="7665"/>
                    <a:pt x="5138" y="7580"/>
                    <a:pt x="5138" y="7496"/>
                  </a:cubicBezTo>
                  <a:lnTo>
                    <a:pt x="4268" y="534"/>
                  </a:lnTo>
                  <a:cubicBezTo>
                    <a:pt x="4268" y="365"/>
                    <a:pt x="4183" y="225"/>
                    <a:pt x="4043" y="140"/>
                  </a:cubicBezTo>
                  <a:cubicBezTo>
                    <a:pt x="3931" y="28"/>
                    <a:pt x="3790" y="0"/>
                    <a:pt x="3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4196;p64">
              <a:extLst>
                <a:ext uri="{FF2B5EF4-FFF2-40B4-BE49-F238E27FC236}">
                  <a16:creationId xmlns:a16="http://schemas.microsoft.com/office/drawing/2014/main" id="{865C8BE8-748E-7084-F5A8-BEFD7AC47006}"/>
                </a:ext>
              </a:extLst>
            </p:cNvPr>
            <p:cNvSpPr/>
            <p:nvPr/>
          </p:nvSpPr>
          <p:spPr>
            <a:xfrm>
              <a:off x="4737150" y="3094725"/>
              <a:ext cx="70925" cy="163550"/>
            </a:xfrm>
            <a:custGeom>
              <a:avLst/>
              <a:gdLst/>
              <a:ahLst/>
              <a:cxnLst/>
              <a:rect l="l" t="t" r="r" b="b"/>
              <a:pathLst>
                <a:path w="2837" h="6542" extrusionOk="0">
                  <a:moveTo>
                    <a:pt x="1" y="0"/>
                  </a:moveTo>
                  <a:lnTo>
                    <a:pt x="2836" y="654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4197;p64">
              <a:extLst>
                <a:ext uri="{FF2B5EF4-FFF2-40B4-BE49-F238E27FC236}">
                  <a16:creationId xmlns:a16="http://schemas.microsoft.com/office/drawing/2014/main" id="{48DF408D-3897-B6D8-A780-F237E27A00CF}"/>
                </a:ext>
              </a:extLst>
            </p:cNvPr>
            <p:cNvSpPr/>
            <p:nvPr/>
          </p:nvSpPr>
          <p:spPr>
            <a:xfrm>
              <a:off x="4730125" y="3088925"/>
              <a:ext cx="84250" cy="175525"/>
            </a:xfrm>
            <a:custGeom>
              <a:avLst/>
              <a:gdLst/>
              <a:ahLst/>
              <a:cxnLst/>
              <a:rect l="l" t="t" r="r" b="b"/>
              <a:pathLst>
                <a:path w="3370" h="7021" extrusionOk="0">
                  <a:moveTo>
                    <a:pt x="257" y="1"/>
                  </a:moveTo>
                  <a:cubicBezTo>
                    <a:pt x="237" y="1"/>
                    <a:pt x="217" y="3"/>
                    <a:pt x="198" y="8"/>
                  </a:cubicBezTo>
                  <a:cubicBezTo>
                    <a:pt x="57" y="64"/>
                    <a:pt x="1" y="204"/>
                    <a:pt x="57" y="316"/>
                  </a:cubicBezTo>
                  <a:lnTo>
                    <a:pt x="2893" y="6886"/>
                  </a:lnTo>
                  <a:cubicBezTo>
                    <a:pt x="2934" y="6968"/>
                    <a:pt x="3020" y="7020"/>
                    <a:pt x="3107" y="7020"/>
                  </a:cubicBezTo>
                  <a:cubicBezTo>
                    <a:pt x="3139" y="7020"/>
                    <a:pt x="3171" y="7013"/>
                    <a:pt x="3202" y="6998"/>
                  </a:cubicBezTo>
                  <a:cubicBezTo>
                    <a:pt x="3314" y="6942"/>
                    <a:pt x="3370" y="6802"/>
                    <a:pt x="3314" y="6689"/>
                  </a:cubicBezTo>
                  <a:lnTo>
                    <a:pt x="506" y="148"/>
                  </a:lnTo>
                  <a:cubicBezTo>
                    <a:pt x="460" y="55"/>
                    <a:pt x="356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4198;p64">
              <a:extLst>
                <a:ext uri="{FF2B5EF4-FFF2-40B4-BE49-F238E27FC236}">
                  <a16:creationId xmlns:a16="http://schemas.microsoft.com/office/drawing/2014/main" id="{FEA43023-7107-01D8-3EF4-9E557740B000}"/>
                </a:ext>
              </a:extLst>
            </p:cNvPr>
            <p:cNvSpPr/>
            <p:nvPr/>
          </p:nvSpPr>
          <p:spPr>
            <a:xfrm>
              <a:off x="3973525" y="3851475"/>
              <a:ext cx="22225" cy="90425"/>
            </a:xfrm>
            <a:custGeom>
              <a:avLst/>
              <a:gdLst/>
              <a:ahLst/>
              <a:cxnLst/>
              <a:rect l="l" t="t" r="r" b="b"/>
              <a:pathLst>
                <a:path w="889" h="3617" extrusionOk="0">
                  <a:moveTo>
                    <a:pt x="685" y="1"/>
                  </a:moveTo>
                  <a:cubicBezTo>
                    <a:pt x="578" y="1"/>
                    <a:pt x="438" y="191"/>
                    <a:pt x="309" y="500"/>
                  </a:cubicBezTo>
                  <a:cubicBezTo>
                    <a:pt x="28" y="1174"/>
                    <a:pt x="0" y="3617"/>
                    <a:pt x="0" y="3617"/>
                  </a:cubicBezTo>
                  <a:cubicBezTo>
                    <a:pt x="0" y="3617"/>
                    <a:pt x="730" y="2129"/>
                    <a:pt x="843" y="921"/>
                  </a:cubicBezTo>
                  <a:cubicBezTo>
                    <a:pt x="888" y="267"/>
                    <a:pt x="810" y="1"/>
                    <a:pt x="6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4199;p64">
              <a:extLst>
                <a:ext uri="{FF2B5EF4-FFF2-40B4-BE49-F238E27FC236}">
                  <a16:creationId xmlns:a16="http://schemas.microsoft.com/office/drawing/2014/main" id="{14B877E3-F6A4-5EC1-2F7D-1B1FA601D0E9}"/>
                </a:ext>
              </a:extLst>
            </p:cNvPr>
            <p:cNvSpPr/>
            <p:nvPr/>
          </p:nvSpPr>
          <p:spPr>
            <a:xfrm>
              <a:off x="3967900" y="3845725"/>
              <a:ext cx="33025" cy="101975"/>
            </a:xfrm>
            <a:custGeom>
              <a:avLst/>
              <a:gdLst/>
              <a:ahLst/>
              <a:cxnLst/>
              <a:rect l="l" t="t" r="r" b="b"/>
              <a:pathLst>
                <a:path w="1321" h="4079" extrusionOk="0">
                  <a:moveTo>
                    <a:pt x="838" y="639"/>
                  </a:moveTo>
                  <a:lnTo>
                    <a:pt x="838" y="639"/>
                  </a:lnTo>
                  <a:cubicBezTo>
                    <a:pt x="841" y="682"/>
                    <a:pt x="843" y="731"/>
                    <a:pt x="843" y="786"/>
                  </a:cubicBezTo>
                  <a:cubicBezTo>
                    <a:pt x="843" y="871"/>
                    <a:pt x="843" y="1011"/>
                    <a:pt x="815" y="1123"/>
                  </a:cubicBezTo>
                  <a:cubicBezTo>
                    <a:pt x="792" y="1599"/>
                    <a:pt x="660" y="2110"/>
                    <a:pt x="507" y="2556"/>
                  </a:cubicBezTo>
                  <a:lnTo>
                    <a:pt x="507" y="2556"/>
                  </a:lnTo>
                  <a:cubicBezTo>
                    <a:pt x="515" y="2382"/>
                    <a:pt x="525" y="2202"/>
                    <a:pt x="534" y="2022"/>
                  </a:cubicBezTo>
                  <a:cubicBezTo>
                    <a:pt x="562" y="1769"/>
                    <a:pt x="590" y="1516"/>
                    <a:pt x="618" y="1292"/>
                  </a:cubicBezTo>
                  <a:cubicBezTo>
                    <a:pt x="675" y="1095"/>
                    <a:pt x="703" y="899"/>
                    <a:pt x="759" y="814"/>
                  </a:cubicBezTo>
                  <a:cubicBezTo>
                    <a:pt x="785" y="749"/>
                    <a:pt x="811" y="689"/>
                    <a:pt x="838" y="639"/>
                  </a:cubicBezTo>
                  <a:close/>
                  <a:moveTo>
                    <a:pt x="899" y="0"/>
                  </a:moveTo>
                  <a:cubicBezTo>
                    <a:pt x="815" y="0"/>
                    <a:pt x="731" y="28"/>
                    <a:pt x="675" y="84"/>
                  </a:cubicBezTo>
                  <a:cubicBezTo>
                    <a:pt x="534" y="197"/>
                    <a:pt x="422" y="393"/>
                    <a:pt x="310" y="618"/>
                  </a:cubicBezTo>
                  <a:cubicBezTo>
                    <a:pt x="225" y="843"/>
                    <a:pt x="169" y="1123"/>
                    <a:pt x="141" y="1460"/>
                  </a:cubicBezTo>
                  <a:cubicBezTo>
                    <a:pt x="1" y="2471"/>
                    <a:pt x="1" y="3847"/>
                    <a:pt x="1" y="3847"/>
                  </a:cubicBezTo>
                  <a:cubicBezTo>
                    <a:pt x="1" y="3959"/>
                    <a:pt x="85" y="4043"/>
                    <a:pt x="169" y="4071"/>
                  </a:cubicBezTo>
                  <a:cubicBezTo>
                    <a:pt x="189" y="4076"/>
                    <a:pt x="208" y="4078"/>
                    <a:pt x="227" y="4078"/>
                  </a:cubicBezTo>
                  <a:cubicBezTo>
                    <a:pt x="318" y="4078"/>
                    <a:pt x="404" y="4024"/>
                    <a:pt x="450" y="3931"/>
                  </a:cubicBezTo>
                  <a:cubicBezTo>
                    <a:pt x="450" y="3931"/>
                    <a:pt x="1180" y="2443"/>
                    <a:pt x="1292" y="1179"/>
                  </a:cubicBezTo>
                  <a:cubicBezTo>
                    <a:pt x="1320" y="1039"/>
                    <a:pt x="1320" y="899"/>
                    <a:pt x="1320" y="786"/>
                  </a:cubicBezTo>
                  <a:cubicBezTo>
                    <a:pt x="1320" y="562"/>
                    <a:pt x="1292" y="421"/>
                    <a:pt x="1264" y="281"/>
                  </a:cubicBezTo>
                  <a:cubicBezTo>
                    <a:pt x="1236" y="225"/>
                    <a:pt x="1208" y="169"/>
                    <a:pt x="1152" y="84"/>
                  </a:cubicBezTo>
                  <a:cubicBezTo>
                    <a:pt x="1096" y="28"/>
                    <a:pt x="1012" y="0"/>
                    <a:pt x="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4200;p64">
              <a:extLst>
                <a:ext uri="{FF2B5EF4-FFF2-40B4-BE49-F238E27FC236}">
                  <a16:creationId xmlns:a16="http://schemas.microsoft.com/office/drawing/2014/main" id="{F3471E8A-0E17-01A2-5DBA-C01AF394A829}"/>
                </a:ext>
              </a:extLst>
            </p:cNvPr>
            <p:cNvSpPr/>
            <p:nvPr/>
          </p:nvSpPr>
          <p:spPr>
            <a:xfrm>
              <a:off x="3935625" y="3881125"/>
              <a:ext cx="53525" cy="115525"/>
            </a:xfrm>
            <a:custGeom>
              <a:avLst/>
              <a:gdLst/>
              <a:ahLst/>
              <a:cxnLst/>
              <a:rect l="l" t="t" r="r" b="b"/>
              <a:pathLst>
                <a:path w="2141" h="4621" extrusionOk="0">
                  <a:moveTo>
                    <a:pt x="1781" y="1"/>
                  </a:moveTo>
                  <a:cubicBezTo>
                    <a:pt x="1761" y="1"/>
                    <a:pt x="1738" y="6"/>
                    <a:pt x="1713" y="16"/>
                  </a:cubicBezTo>
                  <a:cubicBezTo>
                    <a:pt x="1236" y="213"/>
                    <a:pt x="1039" y="1167"/>
                    <a:pt x="1039" y="1167"/>
                  </a:cubicBezTo>
                  <a:cubicBezTo>
                    <a:pt x="1039" y="1167"/>
                    <a:pt x="877" y="1079"/>
                    <a:pt x="689" y="1079"/>
                  </a:cubicBezTo>
                  <a:cubicBezTo>
                    <a:pt x="493" y="1079"/>
                    <a:pt x="269" y="1174"/>
                    <a:pt x="169" y="1560"/>
                  </a:cubicBezTo>
                  <a:cubicBezTo>
                    <a:pt x="0" y="2318"/>
                    <a:pt x="169" y="4620"/>
                    <a:pt x="169" y="4620"/>
                  </a:cubicBezTo>
                  <a:cubicBezTo>
                    <a:pt x="169" y="4620"/>
                    <a:pt x="1348" y="3301"/>
                    <a:pt x="1516" y="2431"/>
                  </a:cubicBezTo>
                  <a:cubicBezTo>
                    <a:pt x="1703" y="1606"/>
                    <a:pt x="2141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4201;p64">
              <a:extLst>
                <a:ext uri="{FF2B5EF4-FFF2-40B4-BE49-F238E27FC236}">
                  <a16:creationId xmlns:a16="http://schemas.microsoft.com/office/drawing/2014/main" id="{4C5DD4DB-30CB-9A60-6CDA-B8C2A6BDF33D}"/>
                </a:ext>
              </a:extLst>
            </p:cNvPr>
            <p:cNvSpPr/>
            <p:nvPr/>
          </p:nvSpPr>
          <p:spPr>
            <a:xfrm>
              <a:off x="3932125" y="3875200"/>
              <a:ext cx="57575" cy="127325"/>
            </a:xfrm>
            <a:custGeom>
              <a:avLst/>
              <a:gdLst/>
              <a:ahLst/>
              <a:cxnLst/>
              <a:rect l="l" t="t" r="r" b="b"/>
              <a:pathLst>
                <a:path w="2303" h="5093" extrusionOk="0">
                  <a:moveTo>
                    <a:pt x="1825" y="550"/>
                  </a:moveTo>
                  <a:cubicBezTo>
                    <a:pt x="1825" y="554"/>
                    <a:pt x="1825" y="558"/>
                    <a:pt x="1825" y="562"/>
                  </a:cubicBezTo>
                  <a:cubicBezTo>
                    <a:pt x="1825" y="787"/>
                    <a:pt x="1769" y="1151"/>
                    <a:pt x="1684" y="1545"/>
                  </a:cubicBezTo>
                  <a:cubicBezTo>
                    <a:pt x="1600" y="1909"/>
                    <a:pt x="1516" y="2303"/>
                    <a:pt x="1432" y="2611"/>
                  </a:cubicBezTo>
                  <a:cubicBezTo>
                    <a:pt x="1348" y="2976"/>
                    <a:pt x="1039" y="3538"/>
                    <a:pt x="730" y="3959"/>
                  </a:cubicBezTo>
                  <a:cubicBezTo>
                    <a:pt x="659" y="4072"/>
                    <a:pt x="581" y="4171"/>
                    <a:pt x="507" y="4260"/>
                  </a:cubicBezTo>
                  <a:lnTo>
                    <a:pt x="507" y="4260"/>
                  </a:lnTo>
                  <a:cubicBezTo>
                    <a:pt x="506" y="4253"/>
                    <a:pt x="506" y="4246"/>
                    <a:pt x="505" y="4240"/>
                  </a:cubicBezTo>
                  <a:cubicBezTo>
                    <a:pt x="505" y="3875"/>
                    <a:pt x="477" y="3369"/>
                    <a:pt x="477" y="2948"/>
                  </a:cubicBezTo>
                  <a:cubicBezTo>
                    <a:pt x="477" y="2499"/>
                    <a:pt x="505" y="2078"/>
                    <a:pt x="562" y="1853"/>
                  </a:cubicBezTo>
                  <a:cubicBezTo>
                    <a:pt x="590" y="1685"/>
                    <a:pt x="646" y="1629"/>
                    <a:pt x="674" y="1601"/>
                  </a:cubicBezTo>
                  <a:cubicBezTo>
                    <a:pt x="730" y="1573"/>
                    <a:pt x="758" y="1545"/>
                    <a:pt x="814" y="1545"/>
                  </a:cubicBezTo>
                  <a:cubicBezTo>
                    <a:pt x="870" y="1545"/>
                    <a:pt x="955" y="1573"/>
                    <a:pt x="1011" y="1573"/>
                  </a:cubicBezTo>
                  <a:lnTo>
                    <a:pt x="1067" y="1601"/>
                  </a:lnTo>
                  <a:lnTo>
                    <a:pt x="1067" y="1629"/>
                  </a:lnTo>
                  <a:cubicBezTo>
                    <a:pt x="1095" y="1643"/>
                    <a:pt x="1130" y="1650"/>
                    <a:pt x="1169" y="1650"/>
                  </a:cubicBezTo>
                  <a:cubicBezTo>
                    <a:pt x="1207" y="1650"/>
                    <a:pt x="1249" y="1643"/>
                    <a:pt x="1291" y="1629"/>
                  </a:cubicBezTo>
                  <a:cubicBezTo>
                    <a:pt x="1348" y="1601"/>
                    <a:pt x="1404" y="1545"/>
                    <a:pt x="1404" y="1460"/>
                  </a:cubicBezTo>
                  <a:lnTo>
                    <a:pt x="1432" y="1432"/>
                  </a:lnTo>
                  <a:cubicBezTo>
                    <a:pt x="1432" y="1348"/>
                    <a:pt x="1488" y="1123"/>
                    <a:pt x="1600" y="899"/>
                  </a:cubicBezTo>
                  <a:cubicBezTo>
                    <a:pt x="1658" y="764"/>
                    <a:pt x="1742" y="630"/>
                    <a:pt x="1825" y="550"/>
                  </a:cubicBezTo>
                  <a:close/>
                  <a:moveTo>
                    <a:pt x="1937" y="0"/>
                  </a:moveTo>
                  <a:cubicBezTo>
                    <a:pt x="1881" y="0"/>
                    <a:pt x="1825" y="28"/>
                    <a:pt x="1769" y="57"/>
                  </a:cubicBezTo>
                  <a:cubicBezTo>
                    <a:pt x="1600" y="113"/>
                    <a:pt x="1460" y="253"/>
                    <a:pt x="1376" y="393"/>
                  </a:cubicBezTo>
                  <a:cubicBezTo>
                    <a:pt x="1195" y="623"/>
                    <a:pt x="1082" y="910"/>
                    <a:pt x="1019" y="1115"/>
                  </a:cubicBezTo>
                  <a:lnTo>
                    <a:pt x="1019" y="1115"/>
                  </a:lnTo>
                  <a:cubicBezTo>
                    <a:pt x="958" y="1103"/>
                    <a:pt x="889" y="1095"/>
                    <a:pt x="814" y="1095"/>
                  </a:cubicBezTo>
                  <a:cubicBezTo>
                    <a:pt x="702" y="1095"/>
                    <a:pt x="533" y="1123"/>
                    <a:pt x="393" y="1236"/>
                  </a:cubicBezTo>
                  <a:cubicBezTo>
                    <a:pt x="253" y="1348"/>
                    <a:pt x="140" y="1516"/>
                    <a:pt x="84" y="1741"/>
                  </a:cubicBezTo>
                  <a:cubicBezTo>
                    <a:pt x="28" y="2050"/>
                    <a:pt x="0" y="2471"/>
                    <a:pt x="0" y="2948"/>
                  </a:cubicBezTo>
                  <a:cubicBezTo>
                    <a:pt x="0" y="3847"/>
                    <a:pt x="84" y="4885"/>
                    <a:pt x="84" y="4885"/>
                  </a:cubicBezTo>
                  <a:cubicBezTo>
                    <a:pt x="84" y="4998"/>
                    <a:pt x="168" y="5054"/>
                    <a:pt x="253" y="5082"/>
                  </a:cubicBezTo>
                  <a:cubicBezTo>
                    <a:pt x="275" y="5089"/>
                    <a:pt x="300" y="5093"/>
                    <a:pt x="325" y="5093"/>
                  </a:cubicBezTo>
                  <a:cubicBezTo>
                    <a:pt x="393" y="5093"/>
                    <a:pt x="464" y="5067"/>
                    <a:pt x="505" y="5026"/>
                  </a:cubicBezTo>
                  <a:cubicBezTo>
                    <a:pt x="505" y="5026"/>
                    <a:pt x="786" y="4689"/>
                    <a:pt x="1123" y="4212"/>
                  </a:cubicBezTo>
                  <a:cubicBezTo>
                    <a:pt x="1432" y="3762"/>
                    <a:pt x="1769" y="3201"/>
                    <a:pt x="1881" y="2724"/>
                  </a:cubicBezTo>
                  <a:cubicBezTo>
                    <a:pt x="1965" y="2415"/>
                    <a:pt x="2049" y="2022"/>
                    <a:pt x="2134" y="1629"/>
                  </a:cubicBezTo>
                  <a:cubicBezTo>
                    <a:pt x="2218" y="1236"/>
                    <a:pt x="2302" y="843"/>
                    <a:pt x="2302" y="562"/>
                  </a:cubicBezTo>
                  <a:cubicBezTo>
                    <a:pt x="2302" y="450"/>
                    <a:pt x="2302" y="337"/>
                    <a:pt x="2246" y="253"/>
                  </a:cubicBezTo>
                  <a:cubicBezTo>
                    <a:pt x="2218" y="197"/>
                    <a:pt x="2190" y="141"/>
                    <a:pt x="2134" y="85"/>
                  </a:cubicBezTo>
                  <a:cubicBezTo>
                    <a:pt x="2078" y="28"/>
                    <a:pt x="1993" y="0"/>
                    <a:pt x="19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4202;p64">
              <a:extLst>
                <a:ext uri="{FF2B5EF4-FFF2-40B4-BE49-F238E27FC236}">
                  <a16:creationId xmlns:a16="http://schemas.microsoft.com/office/drawing/2014/main" id="{ED3E61AF-2F9B-8355-04A5-567C5DB4A956}"/>
                </a:ext>
              </a:extLst>
            </p:cNvPr>
            <p:cNvSpPr/>
            <p:nvPr/>
          </p:nvSpPr>
          <p:spPr>
            <a:xfrm>
              <a:off x="3952475" y="3904550"/>
              <a:ext cx="18275" cy="72300"/>
            </a:xfrm>
            <a:custGeom>
              <a:avLst/>
              <a:gdLst/>
              <a:ahLst/>
              <a:cxnLst/>
              <a:rect l="l" t="t" r="r" b="b"/>
              <a:pathLst>
                <a:path w="731" h="2892" extrusionOk="0">
                  <a:moveTo>
                    <a:pt x="363" y="0"/>
                  </a:moveTo>
                  <a:cubicBezTo>
                    <a:pt x="345" y="0"/>
                    <a:pt x="327" y="2"/>
                    <a:pt x="309" y="6"/>
                  </a:cubicBezTo>
                  <a:cubicBezTo>
                    <a:pt x="197" y="34"/>
                    <a:pt x="112" y="174"/>
                    <a:pt x="141" y="286"/>
                  </a:cubicBezTo>
                  <a:lnTo>
                    <a:pt x="141" y="314"/>
                  </a:lnTo>
                  <a:cubicBezTo>
                    <a:pt x="169" y="427"/>
                    <a:pt x="253" y="876"/>
                    <a:pt x="253" y="1409"/>
                  </a:cubicBezTo>
                  <a:cubicBezTo>
                    <a:pt x="253" y="1802"/>
                    <a:pt x="197" y="2252"/>
                    <a:pt x="56" y="2560"/>
                  </a:cubicBezTo>
                  <a:cubicBezTo>
                    <a:pt x="0" y="2701"/>
                    <a:pt x="56" y="2841"/>
                    <a:pt x="197" y="2869"/>
                  </a:cubicBezTo>
                  <a:cubicBezTo>
                    <a:pt x="227" y="2884"/>
                    <a:pt x="259" y="2891"/>
                    <a:pt x="291" y="2891"/>
                  </a:cubicBezTo>
                  <a:cubicBezTo>
                    <a:pt x="378" y="2891"/>
                    <a:pt x="464" y="2839"/>
                    <a:pt x="506" y="2757"/>
                  </a:cubicBezTo>
                  <a:cubicBezTo>
                    <a:pt x="674" y="2336"/>
                    <a:pt x="730" y="1858"/>
                    <a:pt x="730" y="1409"/>
                  </a:cubicBezTo>
                  <a:cubicBezTo>
                    <a:pt x="730" y="764"/>
                    <a:pt x="590" y="202"/>
                    <a:pt x="590" y="174"/>
                  </a:cubicBezTo>
                  <a:cubicBezTo>
                    <a:pt x="565" y="76"/>
                    <a:pt x="477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4203;p64">
              <a:extLst>
                <a:ext uri="{FF2B5EF4-FFF2-40B4-BE49-F238E27FC236}">
                  <a16:creationId xmlns:a16="http://schemas.microsoft.com/office/drawing/2014/main" id="{3598BDF0-09BC-2D4A-FE8C-81A7EA91A4A0}"/>
                </a:ext>
              </a:extLst>
            </p:cNvPr>
            <p:cNvSpPr/>
            <p:nvPr/>
          </p:nvSpPr>
          <p:spPr>
            <a:xfrm>
              <a:off x="4649425" y="3143050"/>
              <a:ext cx="18275" cy="224025"/>
            </a:xfrm>
            <a:custGeom>
              <a:avLst/>
              <a:gdLst/>
              <a:ahLst/>
              <a:cxnLst/>
              <a:rect l="l" t="t" r="r" b="b"/>
              <a:pathLst>
                <a:path w="731" h="8961" extrusionOk="0">
                  <a:moveTo>
                    <a:pt x="463" y="0"/>
                  </a:moveTo>
                  <a:cubicBezTo>
                    <a:pt x="343" y="0"/>
                    <a:pt x="253" y="103"/>
                    <a:pt x="253" y="229"/>
                  </a:cubicBezTo>
                  <a:lnTo>
                    <a:pt x="0" y="8708"/>
                  </a:lnTo>
                  <a:cubicBezTo>
                    <a:pt x="0" y="8848"/>
                    <a:pt x="113" y="8932"/>
                    <a:pt x="225" y="8960"/>
                  </a:cubicBezTo>
                  <a:cubicBezTo>
                    <a:pt x="365" y="8960"/>
                    <a:pt x="478" y="8848"/>
                    <a:pt x="478" y="8736"/>
                  </a:cubicBezTo>
                  <a:lnTo>
                    <a:pt x="730" y="229"/>
                  </a:lnTo>
                  <a:cubicBezTo>
                    <a:pt x="730" y="117"/>
                    <a:pt x="618" y="4"/>
                    <a:pt x="506" y="4"/>
                  </a:cubicBezTo>
                  <a:cubicBezTo>
                    <a:pt x="491" y="2"/>
                    <a:pt x="477" y="0"/>
                    <a:pt x="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4204;p64">
              <a:extLst>
                <a:ext uri="{FF2B5EF4-FFF2-40B4-BE49-F238E27FC236}">
                  <a16:creationId xmlns:a16="http://schemas.microsoft.com/office/drawing/2014/main" id="{6EE290F0-FADD-2A20-1433-603A238ECF6F}"/>
                </a:ext>
              </a:extLst>
            </p:cNvPr>
            <p:cNvSpPr/>
            <p:nvPr/>
          </p:nvSpPr>
          <p:spPr>
            <a:xfrm>
              <a:off x="4652225" y="3168275"/>
              <a:ext cx="37925" cy="131550"/>
            </a:xfrm>
            <a:custGeom>
              <a:avLst/>
              <a:gdLst/>
              <a:ahLst/>
              <a:cxnLst/>
              <a:rect l="l" t="t" r="r" b="b"/>
              <a:pathLst>
                <a:path w="1517" h="5262" extrusionOk="0">
                  <a:moveTo>
                    <a:pt x="1276" y="1"/>
                  </a:moveTo>
                  <a:cubicBezTo>
                    <a:pt x="1174" y="1"/>
                    <a:pt x="1064" y="80"/>
                    <a:pt x="1039" y="203"/>
                  </a:cubicBezTo>
                  <a:lnTo>
                    <a:pt x="29" y="4975"/>
                  </a:lnTo>
                  <a:cubicBezTo>
                    <a:pt x="1" y="5116"/>
                    <a:pt x="85" y="5228"/>
                    <a:pt x="197" y="5256"/>
                  </a:cubicBezTo>
                  <a:cubicBezTo>
                    <a:pt x="216" y="5260"/>
                    <a:pt x="234" y="5262"/>
                    <a:pt x="251" y="5262"/>
                  </a:cubicBezTo>
                  <a:cubicBezTo>
                    <a:pt x="366" y="5262"/>
                    <a:pt x="454" y="5185"/>
                    <a:pt x="478" y="5088"/>
                  </a:cubicBezTo>
                  <a:lnTo>
                    <a:pt x="1489" y="287"/>
                  </a:lnTo>
                  <a:cubicBezTo>
                    <a:pt x="1517" y="175"/>
                    <a:pt x="1461" y="34"/>
                    <a:pt x="1320" y="6"/>
                  </a:cubicBezTo>
                  <a:cubicBezTo>
                    <a:pt x="1306" y="2"/>
                    <a:pt x="1291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4205;p64">
              <a:extLst>
                <a:ext uri="{FF2B5EF4-FFF2-40B4-BE49-F238E27FC236}">
                  <a16:creationId xmlns:a16="http://schemas.microsoft.com/office/drawing/2014/main" id="{9764786C-A75E-E63C-E128-18D485F319CD}"/>
                </a:ext>
              </a:extLst>
            </p:cNvPr>
            <p:cNvSpPr/>
            <p:nvPr/>
          </p:nvSpPr>
          <p:spPr>
            <a:xfrm>
              <a:off x="3982650" y="3160575"/>
              <a:ext cx="18275" cy="252825"/>
            </a:xfrm>
            <a:custGeom>
              <a:avLst/>
              <a:gdLst/>
              <a:ahLst/>
              <a:cxnLst/>
              <a:rect l="l" t="t" r="r" b="b"/>
              <a:pathLst>
                <a:path w="731" h="10113" extrusionOk="0">
                  <a:moveTo>
                    <a:pt x="260" y="1"/>
                  </a:moveTo>
                  <a:cubicBezTo>
                    <a:pt x="248" y="1"/>
                    <a:pt x="237" y="2"/>
                    <a:pt x="225" y="5"/>
                  </a:cubicBezTo>
                  <a:cubicBezTo>
                    <a:pt x="85" y="5"/>
                    <a:pt x="0" y="118"/>
                    <a:pt x="0" y="230"/>
                  </a:cubicBezTo>
                  <a:lnTo>
                    <a:pt x="253" y="9860"/>
                  </a:lnTo>
                  <a:cubicBezTo>
                    <a:pt x="253" y="10000"/>
                    <a:pt x="365" y="10112"/>
                    <a:pt x="478" y="10112"/>
                  </a:cubicBezTo>
                  <a:cubicBezTo>
                    <a:pt x="618" y="10084"/>
                    <a:pt x="730" y="10000"/>
                    <a:pt x="730" y="9860"/>
                  </a:cubicBezTo>
                  <a:lnTo>
                    <a:pt x="450" y="230"/>
                  </a:lnTo>
                  <a:cubicBezTo>
                    <a:pt x="450" y="104"/>
                    <a:pt x="36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4206;p64">
              <a:extLst>
                <a:ext uri="{FF2B5EF4-FFF2-40B4-BE49-F238E27FC236}">
                  <a16:creationId xmlns:a16="http://schemas.microsoft.com/office/drawing/2014/main" id="{908A0114-E949-B7EB-CFEA-265CB6CE63B4}"/>
                </a:ext>
              </a:extLst>
            </p:cNvPr>
            <p:cNvSpPr/>
            <p:nvPr/>
          </p:nvSpPr>
          <p:spPr>
            <a:xfrm>
              <a:off x="2591550" y="5031175"/>
              <a:ext cx="1179850" cy="346750"/>
            </a:xfrm>
            <a:custGeom>
              <a:avLst/>
              <a:gdLst/>
              <a:ahLst/>
              <a:cxnLst/>
              <a:rect l="l" t="t" r="r" b="b"/>
              <a:pathLst>
                <a:path w="47194" h="13870" extrusionOk="0">
                  <a:moveTo>
                    <a:pt x="23583" y="1"/>
                  </a:moveTo>
                  <a:cubicBezTo>
                    <a:pt x="10556" y="1"/>
                    <a:pt x="0" y="3117"/>
                    <a:pt x="0" y="6935"/>
                  </a:cubicBezTo>
                  <a:cubicBezTo>
                    <a:pt x="0" y="10753"/>
                    <a:pt x="10556" y="13869"/>
                    <a:pt x="23583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4207;p64">
              <a:extLst>
                <a:ext uri="{FF2B5EF4-FFF2-40B4-BE49-F238E27FC236}">
                  <a16:creationId xmlns:a16="http://schemas.microsoft.com/office/drawing/2014/main" id="{B48400B1-7B7E-25B4-EC84-F92D4243E883}"/>
                </a:ext>
              </a:extLst>
            </p:cNvPr>
            <p:cNvSpPr/>
            <p:nvPr/>
          </p:nvSpPr>
          <p:spPr>
            <a:xfrm>
              <a:off x="2591550" y="5031175"/>
              <a:ext cx="1179850" cy="346750"/>
            </a:xfrm>
            <a:custGeom>
              <a:avLst/>
              <a:gdLst/>
              <a:ahLst/>
              <a:cxnLst/>
              <a:rect l="l" t="t" r="r" b="b"/>
              <a:pathLst>
                <a:path w="47194" h="13870" extrusionOk="0">
                  <a:moveTo>
                    <a:pt x="23583" y="1"/>
                  </a:moveTo>
                  <a:cubicBezTo>
                    <a:pt x="10556" y="1"/>
                    <a:pt x="0" y="3117"/>
                    <a:pt x="0" y="6935"/>
                  </a:cubicBezTo>
                  <a:cubicBezTo>
                    <a:pt x="0" y="10753"/>
                    <a:pt x="10556" y="13869"/>
                    <a:pt x="23583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4208;p64">
              <a:extLst>
                <a:ext uri="{FF2B5EF4-FFF2-40B4-BE49-F238E27FC236}">
                  <a16:creationId xmlns:a16="http://schemas.microsoft.com/office/drawing/2014/main" id="{EC0B99B1-825E-E155-65AA-16AA2AF615DF}"/>
                </a:ext>
              </a:extLst>
            </p:cNvPr>
            <p:cNvSpPr/>
            <p:nvPr/>
          </p:nvSpPr>
          <p:spPr>
            <a:xfrm>
              <a:off x="3400100" y="2659400"/>
              <a:ext cx="126350" cy="233900"/>
            </a:xfrm>
            <a:custGeom>
              <a:avLst/>
              <a:gdLst/>
              <a:ahLst/>
              <a:cxnLst/>
              <a:rect l="l" t="t" r="r" b="b"/>
              <a:pathLst>
                <a:path w="5054" h="9356" extrusionOk="0">
                  <a:moveTo>
                    <a:pt x="1156" y="1"/>
                  </a:moveTo>
                  <a:cubicBezTo>
                    <a:pt x="1015" y="1"/>
                    <a:pt x="904" y="7"/>
                    <a:pt x="843" y="7"/>
                  </a:cubicBezTo>
                  <a:cubicBezTo>
                    <a:pt x="618" y="7"/>
                    <a:pt x="393" y="147"/>
                    <a:pt x="674" y="540"/>
                  </a:cubicBezTo>
                  <a:cubicBezTo>
                    <a:pt x="983" y="905"/>
                    <a:pt x="1881" y="990"/>
                    <a:pt x="1881" y="1355"/>
                  </a:cubicBezTo>
                  <a:lnTo>
                    <a:pt x="1881" y="3713"/>
                  </a:lnTo>
                  <a:cubicBezTo>
                    <a:pt x="1881" y="3713"/>
                    <a:pt x="1516" y="2646"/>
                    <a:pt x="1292" y="2028"/>
                  </a:cubicBezTo>
                  <a:cubicBezTo>
                    <a:pt x="1135" y="1618"/>
                    <a:pt x="653" y="1384"/>
                    <a:pt x="345" y="1384"/>
                  </a:cubicBezTo>
                  <a:cubicBezTo>
                    <a:pt x="211" y="1384"/>
                    <a:pt x="110" y="1429"/>
                    <a:pt x="85" y="1523"/>
                  </a:cubicBezTo>
                  <a:cubicBezTo>
                    <a:pt x="0" y="1804"/>
                    <a:pt x="534" y="2337"/>
                    <a:pt x="758" y="3179"/>
                  </a:cubicBezTo>
                  <a:cubicBezTo>
                    <a:pt x="983" y="3994"/>
                    <a:pt x="899" y="5594"/>
                    <a:pt x="899" y="5594"/>
                  </a:cubicBezTo>
                  <a:cubicBezTo>
                    <a:pt x="899" y="5594"/>
                    <a:pt x="843" y="6492"/>
                    <a:pt x="1516" y="7250"/>
                  </a:cubicBezTo>
                  <a:cubicBezTo>
                    <a:pt x="2190" y="8008"/>
                    <a:pt x="3482" y="9356"/>
                    <a:pt x="3482" y="9356"/>
                  </a:cubicBezTo>
                  <a:lnTo>
                    <a:pt x="5054" y="8149"/>
                  </a:lnTo>
                  <a:cubicBezTo>
                    <a:pt x="5054" y="8149"/>
                    <a:pt x="4520" y="6801"/>
                    <a:pt x="4689" y="6127"/>
                  </a:cubicBezTo>
                  <a:cubicBezTo>
                    <a:pt x="4829" y="5425"/>
                    <a:pt x="4913" y="4387"/>
                    <a:pt x="4520" y="3544"/>
                  </a:cubicBezTo>
                  <a:cubicBezTo>
                    <a:pt x="4155" y="2730"/>
                    <a:pt x="2948" y="2562"/>
                    <a:pt x="2948" y="2562"/>
                  </a:cubicBezTo>
                  <a:cubicBezTo>
                    <a:pt x="2948" y="2562"/>
                    <a:pt x="3032" y="2281"/>
                    <a:pt x="3032" y="1888"/>
                  </a:cubicBezTo>
                  <a:cubicBezTo>
                    <a:pt x="3032" y="1523"/>
                    <a:pt x="3032" y="821"/>
                    <a:pt x="2499" y="372"/>
                  </a:cubicBezTo>
                  <a:cubicBezTo>
                    <a:pt x="2111" y="45"/>
                    <a:pt x="1530" y="1"/>
                    <a:pt x="1156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4209;p64">
              <a:extLst>
                <a:ext uri="{FF2B5EF4-FFF2-40B4-BE49-F238E27FC236}">
                  <a16:creationId xmlns:a16="http://schemas.microsoft.com/office/drawing/2014/main" id="{DC4A3FAC-FAF2-BF1C-D0FA-3428F002331A}"/>
                </a:ext>
              </a:extLst>
            </p:cNvPr>
            <p:cNvSpPr/>
            <p:nvPr/>
          </p:nvSpPr>
          <p:spPr>
            <a:xfrm>
              <a:off x="3395875" y="2653250"/>
              <a:ext cx="136900" cy="245950"/>
            </a:xfrm>
            <a:custGeom>
              <a:avLst/>
              <a:gdLst/>
              <a:ahLst/>
              <a:cxnLst/>
              <a:rect l="l" t="t" r="r" b="b"/>
              <a:pathLst>
                <a:path w="5476" h="9838" extrusionOk="0">
                  <a:moveTo>
                    <a:pt x="1292" y="478"/>
                  </a:moveTo>
                  <a:cubicBezTo>
                    <a:pt x="1461" y="478"/>
                    <a:pt x="1685" y="478"/>
                    <a:pt x="1910" y="534"/>
                  </a:cubicBezTo>
                  <a:cubicBezTo>
                    <a:pt x="2135" y="590"/>
                    <a:pt x="2359" y="674"/>
                    <a:pt x="2500" y="814"/>
                  </a:cubicBezTo>
                  <a:cubicBezTo>
                    <a:pt x="2724" y="983"/>
                    <a:pt x="2836" y="1236"/>
                    <a:pt x="2893" y="1460"/>
                  </a:cubicBezTo>
                  <a:cubicBezTo>
                    <a:pt x="2949" y="1713"/>
                    <a:pt x="2949" y="1937"/>
                    <a:pt x="2949" y="2134"/>
                  </a:cubicBezTo>
                  <a:cubicBezTo>
                    <a:pt x="2949" y="2302"/>
                    <a:pt x="2949" y="2471"/>
                    <a:pt x="2921" y="2583"/>
                  </a:cubicBezTo>
                  <a:cubicBezTo>
                    <a:pt x="2921" y="2639"/>
                    <a:pt x="2921" y="2695"/>
                    <a:pt x="2893" y="2724"/>
                  </a:cubicBezTo>
                  <a:lnTo>
                    <a:pt x="2893" y="2752"/>
                  </a:lnTo>
                  <a:cubicBezTo>
                    <a:pt x="2865" y="2836"/>
                    <a:pt x="2893" y="2892"/>
                    <a:pt x="2921" y="2948"/>
                  </a:cubicBezTo>
                  <a:cubicBezTo>
                    <a:pt x="2977" y="3004"/>
                    <a:pt x="3033" y="3032"/>
                    <a:pt x="3089" y="3060"/>
                  </a:cubicBezTo>
                  <a:cubicBezTo>
                    <a:pt x="3145" y="3060"/>
                    <a:pt x="3426" y="3117"/>
                    <a:pt x="3735" y="3229"/>
                  </a:cubicBezTo>
                  <a:cubicBezTo>
                    <a:pt x="4044" y="3369"/>
                    <a:pt x="4352" y="3594"/>
                    <a:pt x="4493" y="3903"/>
                  </a:cubicBezTo>
                  <a:cubicBezTo>
                    <a:pt x="4661" y="4296"/>
                    <a:pt x="4746" y="4773"/>
                    <a:pt x="4746" y="5222"/>
                  </a:cubicBezTo>
                  <a:cubicBezTo>
                    <a:pt x="4746" y="5643"/>
                    <a:pt x="4689" y="6008"/>
                    <a:pt x="4633" y="6317"/>
                  </a:cubicBezTo>
                  <a:cubicBezTo>
                    <a:pt x="4605" y="6429"/>
                    <a:pt x="4605" y="6542"/>
                    <a:pt x="4605" y="6654"/>
                  </a:cubicBezTo>
                  <a:cubicBezTo>
                    <a:pt x="4605" y="7047"/>
                    <a:pt x="4689" y="7496"/>
                    <a:pt x="4802" y="7861"/>
                  </a:cubicBezTo>
                  <a:cubicBezTo>
                    <a:pt x="4861" y="8055"/>
                    <a:pt x="4913" y="8217"/>
                    <a:pt x="4952" y="8326"/>
                  </a:cubicBezTo>
                  <a:lnTo>
                    <a:pt x="4952" y="8326"/>
                  </a:lnTo>
                  <a:lnTo>
                    <a:pt x="3676" y="9306"/>
                  </a:lnTo>
                  <a:lnTo>
                    <a:pt x="3676" y="9306"/>
                  </a:lnTo>
                  <a:cubicBezTo>
                    <a:pt x="3541" y="9161"/>
                    <a:pt x="3325" y="8928"/>
                    <a:pt x="3089" y="8675"/>
                  </a:cubicBezTo>
                  <a:cubicBezTo>
                    <a:pt x="2696" y="8254"/>
                    <a:pt x="2191" y="7721"/>
                    <a:pt x="1854" y="7328"/>
                  </a:cubicBezTo>
                  <a:cubicBezTo>
                    <a:pt x="1348" y="6794"/>
                    <a:pt x="1320" y="6121"/>
                    <a:pt x="1320" y="5924"/>
                  </a:cubicBezTo>
                  <a:lnTo>
                    <a:pt x="1320" y="5868"/>
                  </a:lnTo>
                  <a:lnTo>
                    <a:pt x="1320" y="5840"/>
                  </a:lnTo>
                  <a:cubicBezTo>
                    <a:pt x="1320" y="5840"/>
                    <a:pt x="1320" y="5587"/>
                    <a:pt x="1320" y="5222"/>
                  </a:cubicBezTo>
                  <a:cubicBezTo>
                    <a:pt x="1320" y="4689"/>
                    <a:pt x="1292" y="3903"/>
                    <a:pt x="1152" y="3369"/>
                  </a:cubicBezTo>
                  <a:cubicBezTo>
                    <a:pt x="1040" y="2948"/>
                    <a:pt x="843" y="2611"/>
                    <a:pt x="703" y="2330"/>
                  </a:cubicBezTo>
                  <a:cubicBezTo>
                    <a:pt x="647" y="2190"/>
                    <a:pt x="562" y="2078"/>
                    <a:pt x="534" y="1994"/>
                  </a:cubicBezTo>
                  <a:cubicBezTo>
                    <a:pt x="498" y="1939"/>
                    <a:pt x="485" y="1885"/>
                    <a:pt x="481" y="1853"/>
                  </a:cubicBezTo>
                  <a:lnTo>
                    <a:pt x="506" y="1853"/>
                  </a:lnTo>
                  <a:cubicBezTo>
                    <a:pt x="590" y="1853"/>
                    <a:pt x="759" y="1909"/>
                    <a:pt x="899" y="1994"/>
                  </a:cubicBezTo>
                  <a:cubicBezTo>
                    <a:pt x="1068" y="2078"/>
                    <a:pt x="1180" y="2218"/>
                    <a:pt x="1236" y="2359"/>
                  </a:cubicBezTo>
                  <a:cubicBezTo>
                    <a:pt x="1348" y="2667"/>
                    <a:pt x="1489" y="3088"/>
                    <a:pt x="1629" y="3425"/>
                  </a:cubicBezTo>
                  <a:cubicBezTo>
                    <a:pt x="1707" y="3660"/>
                    <a:pt x="1785" y="3853"/>
                    <a:pt x="1826" y="3949"/>
                  </a:cubicBezTo>
                  <a:lnTo>
                    <a:pt x="1826" y="3949"/>
                  </a:lnTo>
                  <a:lnTo>
                    <a:pt x="1826" y="3959"/>
                  </a:lnTo>
                  <a:lnTo>
                    <a:pt x="1830" y="3959"/>
                  </a:lnTo>
                  <a:cubicBezTo>
                    <a:pt x="1845" y="3995"/>
                    <a:pt x="1854" y="4015"/>
                    <a:pt x="1854" y="4015"/>
                  </a:cubicBezTo>
                  <a:cubicBezTo>
                    <a:pt x="1882" y="4127"/>
                    <a:pt x="1994" y="4183"/>
                    <a:pt x="2107" y="4183"/>
                  </a:cubicBezTo>
                  <a:cubicBezTo>
                    <a:pt x="2219" y="4155"/>
                    <a:pt x="2303" y="4071"/>
                    <a:pt x="2303" y="3959"/>
                  </a:cubicBezTo>
                  <a:lnTo>
                    <a:pt x="2303" y="1601"/>
                  </a:lnTo>
                  <a:cubicBezTo>
                    <a:pt x="2303" y="1516"/>
                    <a:pt x="2275" y="1432"/>
                    <a:pt x="2219" y="1348"/>
                  </a:cubicBezTo>
                  <a:cubicBezTo>
                    <a:pt x="2135" y="1236"/>
                    <a:pt x="2022" y="1151"/>
                    <a:pt x="1910" y="1095"/>
                  </a:cubicBezTo>
                  <a:cubicBezTo>
                    <a:pt x="1742" y="1011"/>
                    <a:pt x="1545" y="927"/>
                    <a:pt x="1377" y="871"/>
                  </a:cubicBezTo>
                  <a:cubicBezTo>
                    <a:pt x="1236" y="786"/>
                    <a:pt x="1096" y="702"/>
                    <a:pt x="1040" y="618"/>
                  </a:cubicBezTo>
                  <a:cubicBezTo>
                    <a:pt x="984" y="590"/>
                    <a:pt x="955" y="534"/>
                    <a:pt x="955" y="506"/>
                  </a:cubicBezTo>
                  <a:lnTo>
                    <a:pt x="948" y="499"/>
                  </a:lnTo>
                  <a:lnTo>
                    <a:pt x="948" y="499"/>
                  </a:lnTo>
                  <a:lnTo>
                    <a:pt x="1012" y="478"/>
                  </a:lnTo>
                  <a:close/>
                  <a:moveTo>
                    <a:pt x="1292" y="0"/>
                  </a:moveTo>
                  <a:cubicBezTo>
                    <a:pt x="1152" y="0"/>
                    <a:pt x="1040" y="28"/>
                    <a:pt x="1012" y="28"/>
                  </a:cubicBezTo>
                  <a:cubicBezTo>
                    <a:pt x="899" y="28"/>
                    <a:pt x="787" y="28"/>
                    <a:pt x="675" y="113"/>
                  </a:cubicBezTo>
                  <a:cubicBezTo>
                    <a:pt x="562" y="169"/>
                    <a:pt x="478" y="309"/>
                    <a:pt x="478" y="478"/>
                  </a:cubicBezTo>
                  <a:cubicBezTo>
                    <a:pt x="478" y="618"/>
                    <a:pt x="562" y="758"/>
                    <a:pt x="675" y="927"/>
                  </a:cubicBezTo>
                  <a:cubicBezTo>
                    <a:pt x="787" y="1067"/>
                    <a:pt x="927" y="1151"/>
                    <a:pt x="1068" y="1207"/>
                  </a:cubicBezTo>
                  <a:cubicBezTo>
                    <a:pt x="1264" y="1320"/>
                    <a:pt x="1489" y="1404"/>
                    <a:pt x="1657" y="1488"/>
                  </a:cubicBezTo>
                  <a:cubicBezTo>
                    <a:pt x="1742" y="1516"/>
                    <a:pt x="1798" y="1572"/>
                    <a:pt x="1798" y="1601"/>
                  </a:cubicBezTo>
                  <a:lnTo>
                    <a:pt x="1826" y="1601"/>
                  </a:lnTo>
                  <a:lnTo>
                    <a:pt x="1826" y="2597"/>
                  </a:lnTo>
                  <a:lnTo>
                    <a:pt x="1826" y="2597"/>
                  </a:lnTo>
                  <a:cubicBezTo>
                    <a:pt x="1776" y="2460"/>
                    <a:pt x="1728" y="2331"/>
                    <a:pt x="1685" y="2218"/>
                  </a:cubicBezTo>
                  <a:cubicBezTo>
                    <a:pt x="1573" y="1937"/>
                    <a:pt x="1377" y="1741"/>
                    <a:pt x="1152" y="1601"/>
                  </a:cubicBezTo>
                  <a:cubicBezTo>
                    <a:pt x="927" y="1460"/>
                    <a:pt x="703" y="1404"/>
                    <a:pt x="506" y="1404"/>
                  </a:cubicBezTo>
                  <a:cubicBezTo>
                    <a:pt x="394" y="1404"/>
                    <a:pt x="310" y="1404"/>
                    <a:pt x="226" y="1460"/>
                  </a:cubicBezTo>
                  <a:cubicBezTo>
                    <a:pt x="147" y="1486"/>
                    <a:pt x="68" y="1562"/>
                    <a:pt x="35" y="1687"/>
                  </a:cubicBezTo>
                  <a:lnTo>
                    <a:pt x="35" y="1687"/>
                  </a:lnTo>
                  <a:lnTo>
                    <a:pt x="29" y="1685"/>
                  </a:lnTo>
                  <a:cubicBezTo>
                    <a:pt x="1" y="1741"/>
                    <a:pt x="1" y="1797"/>
                    <a:pt x="1" y="1825"/>
                  </a:cubicBezTo>
                  <a:cubicBezTo>
                    <a:pt x="1" y="1965"/>
                    <a:pt x="57" y="2078"/>
                    <a:pt x="113" y="2190"/>
                  </a:cubicBezTo>
                  <a:cubicBezTo>
                    <a:pt x="282" y="2527"/>
                    <a:pt x="562" y="2948"/>
                    <a:pt x="703" y="3482"/>
                  </a:cubicBezTo>
                  <a:cubicBezTo>
                    <a:pt x="815" y="3931"/>
                    <a:pt x="871" y="4689"/>
                    <a:pt x="871" y="5222"/>
                  </a:cubicBezTo>
                  <a:cubicBezTo>
                    <a:pt x="871" y="5391"/>
                    <a:pt x="843" y="5559"/>
                    <a:pt x="843" y="5643"/>
                  </a:cubicBezTo>
                  <a:cubicBezTo>
                    <a:pt x="843" y="5756"/>
                    <a:pt x="843" y="5812"/>
                    <a:pt x="843" y="5812"/>
                  </a:cubicBezTo>
                  <a:cubicBezTo>
                    <a:pt x="843" y="5812"/>
                    <a:pt x="843" y="5868"/>
                    <a:pt x="843" y="5924"/>
                  </a:cubicBezTo>
                  <a:cubicBezTo>
                    <a:pt x="843" y="6177"/>
                    <a:pt x="899" y="6963"/>
                    <a:pt x="1517" y="7665"/>
                  </a:cubicBezTo>
                  <a:cubicBezTo>
                    <a:pt x="2191" y="8423"/>
                    <a:pt x="3482" y="9770"/>
                    <a:pt x="3482" y="9770"/>
                  </a:cubicBezTo>
                  <a:cubicBezTo>
                    <a:pt x="3529" y="9817"/>
                    <a:pt x="3592" y="9837"/>
                    <a:pt x="3654" y="9837"/>
                  </a:cubicBezTo>
                  <a:cubicBezTo>
                    <a:pt x="3704" y="9837"/>
                    <a:pt x="3753" y="9824"/>
                    <a:pt x="3791" y="9798"/>
                  </a:cubicBezTo>
                  <a:lnTo>
                    <a:pt x="5363" y="8591"/>
                  </a:lnTo>
                  <a:cubicBezTo>
                    <a:pt x="5447" y="8535"/>
                    <a:pt x="5475" y="8423"/>
                    <a:pt x="5447" y="8310"/>
                  </a:cubicBezTo>
                  <a:lnTo>
                    <a:pt x="5419" y="8282"/>
                  </a:lnTo>
                  <a:cubicBezTo>
                    <a:pt x="5391" y="8170"/>
                    <a:pt x="5307" y="7917"/>
                    <a:pt x="5223" y="7609"/>
                  </a:cubicBezTo>
                  <a:cubicBezTo>
                    <a:pt x="5139" y="7272"/>
                    <a:pt x="5054" y="6935"/>
                    <a:pt x="5054" y="6654"/>
                  </a:cubicBezTo>
                  <a:cubicBezTo>
                    <a:pt x="5054" y="6570"/>
                    <a:pt x="5054" y="6486"/>
                    <a:pt x="5082" y="6401"/>
                  </a:cubicBezTo>
                  <a:cubicBezTo>
                    <a:pt x="5167" y="6092"/>
                    <a:pt x="5223" y="5671"/>
                    <a:pt x="5223" y="5222"/>
                  </a:cubicBezTo>
                  <a:cubicBezTo>
                    <a:pt x="5223" y="4717"/>
                    <a:pt x="5139" y="4183"/>
                    <a:pt x="4914" y="3706"/>
                  </a:cubicBezTo>
                  <a:cubicBezTo>
                    <a:pt x="4689" y="3201"/>
                    <a:pt x="4240" y="2920"/>
                    <a:pt x="3847" y="2780"/>
                  </a:cubicBezTo>
                  <a:cubicBezTo>
                    <a:pt x="3674" y="2700"/>
                    <a:pt x="3513" y="2651"/>
                    <a:pt x="3389" y="2623"/>
                  </a:cubicBezTo>
                  <a:lnTo>
                    <a:pt x="3389" y="2623"/>
                  </a:lnTo>
                  <a:cubicBezTo>
                    <a:pt x="3408" y="2496"/>
                    <a:pt x="3426" y="2327"/>
                    <a:pt x="3426" y="2134"/>
                  </a:cubicBezTo>
                  <a:cubicBezTo>
                    <a:pt x="3426" y="1937"/>
                    <a:pt x="3426" y="1657"/>
                    <a:pt x="3342" y="1348"/>
                  </a:cubicBezTo>
                  <a:cubicBezTo>
                    <a:pt x="3286" y="1039"/>
                    <a:pt x="3117" y="702"/>
                    <a:pt x="2808" y="449"/>
                  </a:cubicBezTo>
                  <a:cubicBezTo>
                    <a:pt x="2584" y="253"/>
                    <a:pt x="2275" y="141"/>
                    <a:pt x="2022" y="84"/>
                  </a:cubicBezTo>
                  <a:cubicBezTo>
                    <a:pt x="1742" y="28"/>
                    <a:pt x="1489" y="0"/>
                    <a:pt x="1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4210;p64">
              <a:extLst>
                <a:ext uri="{FF2B5EF4-FFF2-40B4-BE49-F238E27FC236}">
                  <a16:creationId xmlns:a16="http://schemas.microsoft.com/office/drawing/2014/main" id="{366EEFEB-AD68-CC51-88DD-7DB01A904013}"/>
                </a:ext>
              </a:extLst>
            </p:cNvPr>
            <p:cNvSpPr/>
            <p:nvPr/>
          </p:nvSpPr>
          <p:spPr>
            <a:xfrm>
              <a:off x="3487125" y="2863100"/>
              <a:ext cx="346050" cy="500625"/>
            </a:xfrm>
            <a:custGeom>
              <a:avLst/>
              <a:gdLst/>
              <a:ahLst/>
              <a:cxnLst/>
              <a:rect l="l" t="t" r="r" b="b"/>
              <a:pathLst>
                <a:path w="13842" h="20025" extrusionOk="0">
                  <a:moveTo>
                    <a:pt x="1573" y="1"/>
                  </a:moveTo>
                  <a:lnTo>
                    <a:pt x="1" y="1208"/>
                  </a:lnTo>
                  <a:cubicBezTo>
                    <a:pt x="1" y="1208"/>
                    <a:pt x="8732" y="19007"/>
                    <a:pt x="9546" y="19597"/>
                  </a:cubicBezTo>
                  <a:cubicBezTo>
                    <a:pt x="9893" y="19851"/>
                    <a:pt x="10274" y="20025"/>
                    <a:pt x="10686" y="20025"/>
                  </a:cubicBezTo>
                  <a:cubicBezTo>
                    <a:pt x="11273" y="20025"/>
                    <a:pt x="11925" y="19672"/>
                    <a:pt x="12634" y="18698"/>
                  </a:cubicBezTo>
                  <a:cubicBezTo>
                    <a:pt x="13841" y="17042"/>
                    <a:pt x="13701" y="15975"/>
                    <a:pt x="12859" y="14094"/>
                  </a:cubicBezTo>
                  <a:cubicBezTo>
                    <a:pt x="12045" y="12213"/>
                    <a:pt x="1573" y="1"/>
                    <a:pt x="15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4211;p64">
              <a:extLst>
                <a:ext uri="{FF2B5EF4-FFF2-40B4-BE49-F238E27FC236}">
                  <a16:creationId xmlns:a16="http://schemas.microsoft.com/office/drawing/2014/main" id="{577D2CF6-71CC-956D-4F28-2AC52962BFC9}"/>
                </a:ext>
              </a:extLst>
            </p:cNvPr>
            <p:cNvSpPr/>
            <p:nvPr/>
          </p:nvSpPr>
          <p:spPr>
            <a:xfrm>
              <a:off x="3480800" y="2857400"/>
              <a:ext cx="350275" cy="512475"/>
            </a:xfrm>
            <a:custGeom>
              <a:avLst/>
              <a:gdLst/>
              <a:ahLst/>
              <a:cxnLst/>
              <a:rect l="l" t="t" r="r" b="b"/>
              <a:pathLst>
                <a:path w="14011" h="20499" extrusionOk="0">
                  <a:moveTo>
                    <a:pt x="1802" y="551"/>
                  </a:moveTo>
                  <a:cubicBezTo>
                    <a:pt x="1878" y="634"/>
                    <a:pt x="1981" y="752"/>
                    <a:pt x="2107" y="902"/>
                  </a:cubicBezTo>
                  <a:cubicBezTo>
                    <a:pt x="3117" y="2082"/>
                    <a:pt x="5644" y="5086"/>
                    <a:pt x="8002" y="7949"/>
                  </a:cubicBezTo>
                  <a:cubicBezTo>
                    <a:pt x="9181" y="9409"/>
                    <a:pt x="10332" y="10813"/>
                    <a:pt x="11231" y="11992"/>
                  </a:cubicBezTo>
                  <a:cubicBezTo>
                    <a:pt x="11680" y="12553"/>
                    <a:pt x="12045" y="13087"/>
                    <a:pt x="12354" y="13508"/>
                  </a:cubicBezTo>
                  <a:cubicBezTo>
                    <a:pt x="12635" y="13929"/>
                    <a:pt x="12831" y="14238"/>
                    <a:pt x="12915" y="14434"/>
                  </a:cubicBezTo>
                  <a:cubicBezTo>
                    <a:pt x="13308" y="15333"/>
                    <a:pt x="13533" y="16035"/>
                    <a:pt x="13533" y="16680"/>
                  </a:cubicBezTo>
                  <a:cubicBezTo>
                    <a:pt x="13533" y="17326"/>
                    <a:pt x="13308" y="17972"/>
                    <a:pt x="12719" y="18786"/>
                  </a:cubicBezTo>
                  <a:cubicBezTo>
                    <a:pt x="12354" y="19263"/>
                    <a:pt x="12045" y="19572"/>
                    <a:pt x="11736" y="19769"/>
                  </a:cubicBezTo>
                  <a:cubicBezTo>
                    <a:pt x="11455" y="19965"/>
                    <a:pt x="11175" y="20021"/>
                    <a:pt x="10950" y="20021"/>
                  </a:cubicBezTo>
                  <a:cubicBezTo>
                    <a:pt x="10585" y="20021"/>
                    <a:pt x="10248" y="19881"/>
                    <a:pt x="9939" y="19656"/>
                  </a:cubicBezTo>
                  <a:cubicBezTo>
                    <a:pt x="9939" y="19656"/>
                    <a:pt x="9911" y="19628"/>
                    <a:pt x="9883" y="19572"/>
                  </a:cubicBezTo>
                  <a:cubicBezTo>
                    <a:pt x="9715" y="19376"/>
                    <a:pt x="9462" y="18926"/>
                    <a:pt x="9097" y="18337"/>
                  </a:cubicBezTo>
                  <a:cubicBezTo>
                    <a:pt x="7890" y="16175"/>
                    <a:pt x="5728" y="11936"/>
                    <a:pt x="3875" y="8230"/>
                  </a:cubicBezTo>
                  <a:cubicBezTo>
                    <a:pt x="2949" y="6377"/>
                    <a:pt x="2078" y="4636"/>
                    <a:pt x="1461" y="3401"/>
                  </a:cubicBezTo>
                  <a:cubicBezTo>
                    <a:pt x="1152" y="2755"/>
                    <a:pt x="899" y="2250"/>
                    <a:pt x="731" y="1885"/>
                  </a:cubicBezTo>
                  <a:cubicBezTo>
                    <a:pt x="655" y="1732"/>
                    <a:pt x="590" y="1609"/>
                    <a:pt x="542" y="1519"/>
                  </a:cubicBezTo>
                  <a:lnTo>
                    <a:pt x="542" y="1519"/>
                  </a:lnTo>
                  <a:lnTo>
                    <a:pt x="1802" y="551"/>
                  </a:lnTo>
                  <a:close/>
                  <a:moveTo>
                    <a:pt x="1852" y="0"/>
                  </a:moveTo>
                  <a:cubicBezTo>
                    <a:pt x="1796" y="0"/>
                    <a:pt x="1738" y="21"/>
                    <a:pt x="1685" y="60"/>
                  </a:cubicBezTo>
                  <a:lnTo>
                    <a:pt x="113" y="1267"/>
                  </a:lnTo>
                  <a:cubicBezTo>
                    <a:pt x="29" y="1324"/>
                    <a:pt x="1" y="1436"/>
                    <a:pt x="29" y="1548"/>
                  </a:cubicBezTo>
                  <a:cubicBezTo>
                    <a:pt x="29" y="1548"/>
                    <a:pt x="2219" y="5984"/>
                    <a:pt x="4493" y="10532"/>
                  </a:cubicBezTo>
                  <a:cubicBezTo>
                    <a:pt x="5644" y="12778"/>
                    <a:pt x="6823" y="15052"/>
                    <a:pt x="7750" y="16821"/>
                  </a:cubicBezTo>
                  <a:cubicBezTo>
                    <a:pt x="8227" y="17691"/>
                    <a:pt x="8620" y="18449"/>
                    <a:pt x="8957" y="18983"/>
                  </a:cubicBezTo>
                  <a:cubicBezTo>
                    <a:pt x="9125" y="19263"/>
                    <a:pt x="9238" y="19488"/>
                    <a:pt x="9378" y="19656"/>
                  </a:cubicBezTo>
                  <a:cubicBezTo>
                    <a:pt x="9434" y="19741"/>
                    <a:pt x="9462" y="19825"/>
                    <a:pt x="9518" y="19881"/>
                  </a:cubicBezTo>
                  <a:cubicBezTo>
                    <a:pt x="9574" y="19937"/>
                    <a:pt x="9603" y="19993"/>
                    <a:pt x="9659" y="20021"/>
                  </a:cubicBezTo>
                  <a:cubicBezTo>
                    <a:pt x="10024" y="20302"/>
                    <a:pt x="10473" y="20499"/>
                    <a:pt x="10950" y="20499"/>
                  </a:cubicBezTo>
                  <a:cubicBezTo>
                    <a:pt x="11287" y="20499"/>
                    <a:pt x="11652" y="20386"/>
                    <a:pt x="11989" y="20162"/>
                  </a:cubicBezTo>
                  <a:cubicBezTo>
                    <a:pt x="12354" y="19937"/>
                    <a:pt x="12719" y="19572"/>
                    <a:pt x="13084" y="19067"/>
                  </a:cubicBezTo>
                  <a:cubicBezTo>
                    <a:pt x="13730" y="18196"/>
                    <a:pt x="14010" y="17467"/>
                    <a:pt x="14010" y="16680"/>
                  </a:cubicBezTo>
                  <a:cubicBezTo>
                    <a:pt x="14010" y="15922"/>
                    <a:pt x="13758" y="15164"/>
                    <a:pt x="13336" y="14238"/>
                  </a:cubicBezTo>
                  <a:cubicBezTo>
                    <a:pt x="13224" y="13957"/>
                    <a:pt x="12971" y="13564"/>
                    <a:pt x="12578" y="13031"/>
                  </a:cubicBezTo>
                  <a:cubicBezTo>
                    <a:pt x="11315" y="11234"/>
                    <a:pt x="8676" y="8005"/>
                    <a:pt x="6346" y="5198"/>
                  </a:cubicBezTo>
                  <a:cubicBezTo>
                    <a:pt x="4016" y="2418"/>
                    <a:pt x="2022" y="88"/>
                    <a:pt x="2022" y="88"/>
                  </a:cubicBezTo>
                  <a:cubicBezTo>
                    <a:pt x="1977" y="28"/>
                    <a:pt x="1916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4212;p64">
              <a:extLst>
                <a:ext uri="{FF2B5EF4-FFF2-40B4-BE49-F238E27FC236}">
                  <a16:creationId xmlns:a16="http://schemas.microsoft.com/office/drawing/2014/main" id="{404696BC-B314-775C-94A3-2EF8E5F88E5A}"/>
                </a:ext>
              </a:extLst>
            </p:cNvPr>
            <p:cNvSpPr/>
            <p:nvPr/>
          </p:nvSpPr>
          <p:spPr>
            <a:xfrm>
              <a:off x="3115850" y="2418375"/>
              <a:ext cx="301125" cy="330350"/>
            </a:xfrm>
            <a:custGeom>
              <a:avLst/>
              <a:gdLst/>
              <a:ahLst/>
              <a:cxnLst/>
              <a:rect l="l" t="t" r="r" b="b"/>
              <a:pathLst>
                <a:path w="12045" h="13214" extrusionOk="0">
                  <a:moveTo>
                    <a:pt x="7069" y="1"/>
                  </a:moveTo>
                  <a:cubicBezTo>
                    <a:pt x="6062" y="1"/>
                    <a:pt x="4893" y="75"/>
                    <a:pt x="3818" y="327"/>
                  </a:cubicBezTo>
                  <a:cubicBezTo>
                    <a:pt x="1179" y="945"/>
                    <a:pt x="0" y="3359"/>
                    <a:pt x="786" y="5746"/>
                  </a:cubicBezTo>
                  <a:cubicBezTo>
                    <a:pt x="1572" y="8104"/>
                    <a:pt x="2358" y="9564"/>
                    <a:pt x="2358" y="9564"/>
                  </a:cubicBezTo>
                  <a:lnTo>
                    <a:pt x="2246" y="12877"/>
                  </a:lnTo>
                  <a:lnTo>
                    <a:pt x="4324" y="12877"/>
                  </a:lnTo>
                  <a:cubicBezTo>
                    <a:pt x="5390" y="12877"/>
                    <a:pt x="8086" y="13213"/>
                    <a:pt x="8086" y="13213"/>
                  </a:cubicBezTo>
                  <a:lnTo>
                    <a:pt x="8198" y="11080"/>
                  </a:lnTo>
                  <a:cubicBezTo>
                    <a:pt x="8198" y="11080"/>
                    <a:pt x="9130" y="11257"/>
                    <a:pt x="9869" y="11257"/>
                  </a:cubicBezTo>
                  <a:cubicBezTo>
                    <a:pt x="9961" y="11257"/>
                    <a:pt x="10051" y="11254"/>
                    <a:pt x="10135" y="11248"/>
                  </a:cubicBezTo>
                  <a:cubicBezTo>
                    <a:pt x="10865" y="11192"/>
                    <a:pt x="11258" y="11136"/>
                    <a:pt x="11258" y="10350"/>
                  </a:cubicBezTo>
                  <a:cubicBezTo>
                    <a:pt x="11258" y="9564"/>
                    <a:pt x="11427" y="7149"/>
                    <a:pt x="11427" y="7149"/>
                  </a:cubicBezTo>
                  <a:cubicBezTo>
                    <a:pt x="11427" y="7149"/>
                    <a:pt x="11595" y="6981"/>
                    <a:pt x="11820" y="6532"/>
                  </a:cubicBezTo>
                  <a:cubicBezTo>
                    <a:pt x="12044" y="6082"/>
                    <a:pt x="11651" y="5914"/>
                    <a:pt x="11314" y="5324"/>
                  </a:cubicBezTo>
                  <a:cubicBezTo>
                    <a:pt x="10977" y="4763"/>
                    <a:pt x="10809" y="4201"/>
                    <a:pt x="10809" y="3528"/>
                  </a:cubicBezTo>
                  <a:cubicBezTo>
                    <a:pt x="10809" y="2854"/>
                    <a:pt x="9658" y="159"/>
                    <a:pt x="9658" y="159"/>
                  </a:cubicBezTo>
                  <a:cubicBezTo>
                    <a:pt x="9658" y="159"/>
                    <a:pt x="8534" y="1"/>
                    <a:pt x="7069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4213;p64">
              <a:extLst>
                <a:ext uri="{FF2B5EF4-FFF2-40B4-BE49-F238E27FC236}">
                  <a16:creationId xmlns:a16="http://schemas.microsoft.com/office/drawing/2014/main" id="{68D10ABB-DA9D-5E5A-A0E7-3759BF5733C3}"/>
                </a:ext>
              </a:extLst>
            </p:cNvPr>
            <p:cNvSpPr/>
            <p:nvPr/>
          </p:nvSpPr>
          <p:spPr>
            <a:xfrm>
              <a:off x="3123550" y="2412500"/>
              <a:ext cx="294825" cy="342125"/>
            </a:xfrm>
            <a:custGeom>
              <a:avLst/>
              <a:gdLst/>
              <a:ahLst/>
              <a:cxnLst/>
              <a:rect l="l" t="t" r="r" b="b"/>
              <a:pathLst>
                <a:path w="11793" h="13685" extrusionOk="0">
                  <a:moveTo>
                    <a:pt x="6767" y="478"/>
                  </a:moveTo>
                  <a:cubicBezTo>
                    <a:pt x="7497" y="478"/>
                    <a:pt x="8143" y="506"/>
                    <a:pt x="8592" y="562"/>
                  </a:cubicBezTo>
                  <a:cubicBezTo>
                    <a:pt x="8816" y="562"/>
                    <a:pt x="9013" y="590"/>
                    <a:pt x="9125" y="590"/>
                  </a:cubicBezTo>
                  <a:cubicBezTo>
                    <a:pt x="9152" y="596"/>
                    <a:pt x="9177" y="600"/>
                    <a:pt x="9198" y="604"/>
                  </a:cubicBezTo>
                  <a:lnTo>
                    <a:pt x="9198" y="604"/>
                  </a:lnTo>
                  <a:cubicBezTo>
                    <a:pt x="9226" y="681"/>
                    <a:pt x="9267" y="791"/>
                    <a:pt x="9322" y="927"/>
                  </a:cubicBezTo>
                  <a:cubicBezTo>
                    <a:pt x="9490" y="1320"/>
                    <a:pt x="9715" y="1910"/>
                    <a:pt x="9911" y="2471"/>
                  </a:cubicBezTo>
                  <a:cubicBezTo>
                    <a:pt x="10024" y="2780"/>
                    <a:pt x="10108" y="3033"/>
                    <a:pt x="10164" y="3257"/>
                  </a:cubicBezTo>
                  <a:cubicBezTo>
                    <a:pt x="10220" y="3510"/>
                    <a:pt x="10248" y="3678"/>
                    <a:pt x="10248" y="3763"/>
                  </a:cubicBezTo>
                  <a:cubicBezTo>
                    <a:pt x="10248" y="4493"/>
                    <a:pt x="10445" y="5110"/>
                    <a:pt x="10782" y="5700"/>
                  </a:cubicBezTo>
                  <a:cubicBezTo>
                    <a:pt x="10950" y="5924"/>
                    <a:pt x="11090" y="6121"/>
                    <a:pt x="11203" y="6233"/>
                  </a:cubicBezTo>
                  <a:cubicBezTo>
                    <a:pt x="11259" y="6317"/>
                    <a:pt x="11287" y="6374"/>
                    <a:pt x="11315" y="6402"/>
                  </a:cubicBezTo>
                  <a:cubicBezTo>
                    <a:pt x="11315" y="6458"/>
                    <a:pt x="11343" y="6486"/>
                    <a:pt x="11343" y="6514"/>
                  </a:cubicBezTo>
                  <a:cubicBezTo>
                    <a:pt x="11343" y="6542"/>
                    <a:pt x="11315" y="6570"/>
                    <a:pt x="11287" y="6654"/>
                  </a:cubicBezTo>
                  <a:cubicBezTo>
                    <a:pt x="11175" y="6879"/>
                    <a:pt x="11090" y="7019"/>
                    <a:pt x="11034" y="7104"/>
                  </a:cubicBezTo>
                  <a:cubicBezTo>
                    <a:pt x="11006" y="7132"/>
                    <a:pt x="10978" y="7160"/>
                    <a:pt x="10950" y="7188"/>
                  </a:cubicBezTo>
                  <a:lnTo>
                    <a:pt x="10950" y="7216"/>
                  </a:lnTo>
                  <a:cubicBezTo>
                    <a:pt x="10894" y="7244"/>
                    <a:pt x="10866" y="7300"/>
                    <a:pt x="10866" y="7356"/>
                  </a:cubicBezTo>
                  <a:cubicBezTo>
                    <a:pt x="10866" y="7356"/>
                    <a:pt x="10697" y="9771"/>
                    <a:pt x="10697" y="10585"/>
                  </a:cubicBezTo>
                  <a:cubicBezTo>
                    <a:pt x="10697" y="10753"/>
                    <a:pt x="10669" y="10894"/>
                    <a:pt x="10641" y="10950"/>
                  </a:cubicBezTo>
                  <a:cubicBezTo>
                    <a:pt x="10613" y="11062"/>
                    <a:pt x="10557" y="11118"/>
                    <a:pt x="10417" y="11146"/>
                  </a:cubicBezTo>
                  <a:cubicBezTo>
                    <a:pt x="10276" y="11202"/>
                    <a:pt x="10080" y="11231"/>
                    <a:pt x="9799" y="11259"/>
                  </a:cubicBezTo>
                  <a:lnTo>
                    <a:pt x="9546" y="11259"/>
                  </a:lnTo>
                  <a:cubicBezTo>
                    <a:pt x="9209" y="11259"/>
                    <a:pt x="8816" y="11202"/>
                    <a:pt x="8479" y="11174"/>
                  </a:cubicBezTo>
                  <a:cubicBezTo>
                    <a:pt x="8339" y="11146"/>
                    <a:pt x="8199" y="11118"/>
                    <a:pt x="8086" y="11118"/>
                  </a:cubicBezTo>
                  <a:cubicBezTo>
                    <a:pt x="8002" y="11090"/>
                    <a:pt x="7946" y="11090"/>
                    <a:pt x="7946" y="11090"/>
                  </a:cubicBezTo>
                  <a:cubicBezTo>
                    <a:pt x="7930" y="11082"/>
                    <a:pt x="7911" y="11079"/>
                    <a:pt x="7891" y="11079"/>
                  </a:cubicBezTo>
                  <a:cubicBezTo>
                    <a:pt x="7843" y="11079"/>
                    <a:pt x="7789" y="11098"/>
                    <a:pt x="7750" y="11118"/>
                  </a:cubicBezTo>
                  <a:cubicBezTo>
                    <a:pt x="7693" y="11174"/>
                    <a:pt x="7665" y="11231"/>
                    <a:pt x="7665" y="11315"/>
                  </a:cubicBezTo>
                  <a:lnTo>
                    <a:pt x="7566" y="13195"/>
                  </a:lnTo>
                  <a:lnTo>
                    <a:pt x="7566" y="13195"/>
                  </a:lnTo>
                  <a:cubicBezTo>
                    <a:pt x="7300" y="13163"/>
                    <a:pt x="6837" y="13109"/>
                    <a:pt x="6318" y="13055"/>
                  </a:cubicBezTo>
                  <a:cubicBezTo>
                    <a:pt x="5504" y="12971"/>
                    <a:pt x="4577" y="12887"/>
                    <a:pt x="4016" y="12887"/>
                  </a:cubicBezTo>
                  <a:lnTo>
                    <a:pt x="2170" y="12887"/>
                  </a:lnTo>
                  <a:lnTo>
                    <a:pt x="2275" y="9799"/>
                  </a:lnTo>
                  <a:lnTo>
                    <a:pt x="2247" y="9686"/>
                  </a:lnTo>
                  <a:cubicBezTo>
                    <a:pt x="2247" y="9686"/>
                    <a:pt x="2247" y="9658"/>
                    <a:pt x="2219" y="9630"/>
                  </a:cubicBezTo>
                  <a:cubicBezTo>
                    <a:pt x="2050" y="9321"/>
                    <a:pt x="1377" y="7946"/>
                    <a:pt x="703" y="5896"/>
                  </a:cubicBezTo>
                  <a:cubicBezTo>
                    <a:pt x="534" y="5419"/>
                    <a:pt x="478" y="4970"/>
                    <a:pt x="478" y="4521"/>
                  </a:cubicBezTo>
                  <a:cubicBezTo>
                    <a:pt x="478" y="3650"/>
                    <a:pt x="731" y="2836"/>
                    <a:pt x="1264" y="2190"/>
                  </a:cubicBezTo>
                  <a:cubicBezTo>
                    <a:pt x="1798" y="1517"/>
                    <a:pt x="2556" y="1039"/>
                    <a:pt x="3566" y="787"/>
                  </a:cubicBezTo>
                  <a:cubicBezTo>
                    <a:pt x="4605" y="534"/>
                    <a:pt x="5784" y="478"/>
                    <a:pt x="6767" y="478"/>
                  </a:cubicBezTo>
                  <a:close/>
                  <a:moveTo>
                    <a:pt x="6767" y="1"/>
                  </a:moveTo>
                  <a:cubicBezTo>
                    <a:pt x="5756" y="1"/>
                    <a:pt x="4549" y="85"/>
                    <a:pt x="3454" y="338"/>
                  </a:cubicBezTo>
                  <a:cubicBezTo>
                    <a:pt x="2359" y="590"/>
                    <a:pt x="1489" y="1152"/>
                    <a:pt x="899" y="1882"/>
                  </a:cubicBezTo>
                  <a:cubicBezTo>
                    <a:pt x="310" y="2640"/>
                    <a:pt x="1" y="3566"/>
                    <a:pt x="1" y="4521"/>
                  </a:cubicBezTo>
                  <a:cubicBezTo>
                    <a:pt x="1" y="5026"/>
                    <a:pt x="85" y="5531"/>
                    <a:pt x="254" y="6037"/>
                  </a:cubicBezTo>
                  <a:cubicBezTo>
                    <a:pt x="961" y="8185"/>
                    <a:pt x="1669" y="9583"/>
                    <a:pt x="1824" y="9861"/>
                  </a:cubicBezTo>
                  <a:lnTo>
                    <a:pt x="1824" y="9861"/>
                  </a:lnTo>
                  <a:lnTo>
                    <a:pt x="1713" y="13112"/>
                  </a:lnTo>
                  <a:cubicBezTo>
                    <a:pt x="1685" y="13168"/>
                    <a:pt x="1713" y="13224"/>
                    <a:pt x="1770" y="13280"/>
                  </a:cubicBezTo>
                  <a:cubicBezTo>
                    <a:pt x="1798" y="13336"/>
                    <a:pt x="1882" y="13336"/>
                    <a:pt x="1938" y="13336"/>
                  </a:cubicBezTo>
                  <a:lnTo>
                    <a:pt x="4016" y="13336"/>
                  </a:lnTo>
                  <a:cubicBezTo>
                    <a:pt x="4521" y="13336"/>
                    <a:pt x="5475" y="13420"/>
                    <a:pt x="6290" y="13505"/>
                  </a:cubicBezTo>
                  <a:cubicBezTo>
                    <a:pt x="7076" y="13589"/>
                    <a:pt x="7750" y="13673"/>
                    <a:pt x="7750" y="13673"/>
                  </a:cubicBezTo>
                  <a:cubicBezTo>
                    <a:pt x="7774" y="13681"/>
                    <a:pt x="7796" y="13685"/>
                    <a:pt x="7817" y="13685"/>
                  </a:cubicBezTo>
                  <a:cubicBezTo>
                    <a:pt x="7867" y="13685"/>
                    <a:pt x="7906" y="13665"/>
                    <a:pt x="7946" y="13645"/>
                  </a:cubicBezTo>
                  <a:cubicBezTo>
                    <a:pt x="7974" y="13589"/>
                    <a:pt x="8030" y="13533"/>
                    <a:pt x="8030" y="13476"/>
                  </a:cubicBezTo>
                  <a:lnTo>
                    <a:pt x="8128" y="11590"/>
                  </a:lnTo>
                  <a:lnTo>
                    <a:pt x="8128" y="11590"/>
                  </a:lnTo>
                  <a:cubicBezTo>
                    <a:pt x="8459" y="11648"/>
                    <a:pt x="9040" y="11736"/>
                    <a:pt x="9546" y="11736"/>
                  </a:cubicBezTo>
                  <a:cubicBezTo>
                    <a:pt x="9659" y="11736"/>
                    <a:pt x="9743" y="11736"/>
                    <a:pt x="9827" y="11708"/>
                  </a:cubicBezTo>
                  <a:cubicBezTo>
                    <a:pt x="10192" y="11680"/>
                    <a:pt x="10501" y="11680"/>
                    <a:pt x="10782" y="11511"/>
                  </a:cubicBezTo>
                  <a:cubicBezTo>
                    <a:pt x="10922" y="11427"/>
                    <a:pt x="11006" y="11287"/>
                    <a:pt x="11090" y="11146"/>
                  </a:cubicBezTo>
                  <a:cubicBezTo>
                    <a:pt x="11147" y="10978"/>
                    <a:pt x="11175" y="10809"/>
                    <a:pt x="11175" y="10585"/>
                  </a:cubicBezTo>
                  <a:cubicBezTo>
                    <a:pt x="11175" y="10192"/>
                    <a:pt x="11203" y="9406"/>
                    <a:pt x="11259" y="8704"/>
                  </a:cubicBezTo>
                  <a:cubicBezTo>
                    <a:pt x="11280" y="8167"/>
                    <a:pt x="11318" y="7679"/>
                    <a:pt x="11335" y="7480"/>
                  </a:cubicBezTo>
                  <a:lnTo>
                    <a:pt x="11335" y="7480"/>
                  </a:lnTo>
                  <a:cubicBezTo>
                    <a:pt x="11407" y="7383"/>
                    <a:pt x="11550" y="7186"/>
                    <a:pt x="11708" y="6851"/>
                  </a:cubicBezTo>
                  <a:cubicBezTo>
                    <a:pt x="11764" y="6739"/>
                    <a:pt x="11792" y="6626"/>
                    <a:pt x="11792" y="6514"/>
                  </a:cubicBezTo>
                  <a:cubicBezTo>
                    <a:pt x="11792" y="6402"/>
                    <a:pt x="11764" y="6289"/>
                    <a:pt x="11736" y="6205"/>
                  </a:cubicBezTo>
                  <a:cubicBezTo>
                    <a:pt x="11596" y="5924"/>
                    <a:pt x="11371" y="5756"/>
                    <a:pt x="11203" y="5447"/>
                  </a:cubicBezTo>
                  <a:cubicBezTo>
                    <a:pt x="10866" y="4914"/>
                    <a:pt x="10725" y="4408"/>
                    <a:pt x="10725" y="3763"/>
                  </a:cubicBezTo>
                  <a:cubicBezTo>
                    <a:pt x="10725" y="3538"/>
                    <a:pt x="10641" y="3257"/>
                    <a:pt x="10529" y="2892"/>
                  </a:cubicBezTo>
                  <a:cubicBezTo>
                    <a:pt x="10220" y="1825"/>
                    <a:pt x="9574" y="309"/>
                    <a:pt x="9574" y="309"/>
                  </a:cubicBezTo>
                  <a:cubicBezTo>
                    <a:pt x="9546" y="225"/>
                    <a:pt x="9490" y="169"/>
                    <a:pt x="9406" y="169"/>
                  </a:cubicBezTo>
                  <a:cubicBezTo>
                    <a:pt x="9378" y="169"/>
                    <a:pt x="8255" y="1"/>
                    <a:pt x="6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4214;p64">
              <a:extLst>
                <a:ext uri="{FF2B5EF4-FFF2-40B4-BE49-F238E27FC236}">
                  <a16:creationId xmlns:a16="http://schemas.microsoft.com/office/drawing/2014/main" id="{13E607ED-D02E-79C2-32A7-0CE7A025CDDB}"/>
                </a:ext>
              </a:extLst>
            </p:cNvPr>
            <p:cNvSpPr/>
            <p:nvPr/>
          </p:nvSpPr>
          <p:spPr>
            <a:xfrm>
              <a:off x="3035125" y="2305125"/>
              <a:ext cx="402900" cy="383475"/>
            </a:xfrm>
            <a:custGeom>
              <a:avLst/>
              <a:gdLst/>
              <a:ahLst/>
              <a:cxnLst/>
              <a:rect l="l" t="t" r="r" b="b"/>
              <a:pathLst>
                <a:path w="16116" h="15339" extrusionOk="0">
                  <a:moveTo>
                    <a:pt x="10367" y="1"/>
                  </a:moveTo>
                  <a:cubicBezTo>
                    <a:pt x="10158" y="1"/>
                    <a:pt x="9948" y="42"/>
                    <a:pt x="9742" y="141"/>
                  </a:cubicBezTo>
                  <a:cubicBezTo>
                    <a:pt x="8451" y="758"/>
                    <a:pt x="8339" y="1544"/>
                    <a:pt x="8339" y="1544"/>
                  </a:cubicBezTo>
                  <a:cubicBezTo>
                    <a:pt x="8339" y="1544"/>
                    <a:pt x="3622" y="1769"/>
                    <a:pt x="1825" y="3678"/>
                  </a:cubicBezTo>
                  <a:cubicBezTo>
                    <a:pt x="0" y="5587"/>
                    <a:pt x="1545" y="10051"/>
                    <a:pt x="2780" y="11679"/>
                  </a:cubicBezTo>
                  <a:cubicBezTo>
                    <a:pt x="4015" y="13308"/>
                    <a:pt x="4970" y="15048"/>
                    <a:pt x="6093" y="15273"/>
                  </a:cubicBezTo>
                  <a:cubicBezTo>
                    <a:pt x="6311" y="15316"/>
                    <a:pt x="6565" y="15339"/>
                    <a:pt x="6839" y="15339"/>
                  </a:cubicBezTo>
                  <a:cubicBezTo>
                    <a:pt x="7974" y="15339"/>
                    <a:pt x="9446" y="14953"/>
                    <a:pt x="10079" y="14094"/>
                  </a:cubicBezTo>
                  <a:cubicBezTo>
                    <a:pt x="10865" y="13027"/>
                    <a:pt x="10472" y="11399"/>
                    <a:pt x="10472" y="11399"/>
                  </a:cubicBezTo>
                  <a:lnTo>
                    <a:pt x="10978" y="11174"/>
                  </a:lnTo>
                  <a:cubicBezTo>
                    <a:pt x="10978" y="11174"/>
                    <a:pt x="12157" y="10837"/>
                    <a:pt x="11932" y="9798"/>
                  </a:cubicBezTo>
                  <a:cubicBezTo>
                    <a:pt x="11708" y="8788"/>
                    <a:pt x="11315" y="8338"/>
                    <a:pt x="11371" y="8170"/>
                  </a:cubicBezTo>
                  <a:cubicBezTo>
                    <a:pt x="11427" y="8001"/>
                    <a:pt x="12325" y="7665"/>
                    <a:pt x="12325" y="6935"/>
                  </a:cubicBezTo>
                  <a:cubicBezTo>
                    <a:pt x="12325" y="6205"/>
                    <a:pt x="11371" y="5812"/>
                    <a:pt x="11371" y="5812"/>
                  </a:cubicBezTo>
                  <a:cubicBezTo>
                    <a:pt x="11371" y="5812"/>
                    <a:pt x="15554" y="4520"/>
                    <a:pt x="15835" y="3341"/>
                  </a:cubicBezTo>
                  <a:cubicBezTo>
                    <a:pt x="16115" y="2162"/>
                    <a:pt x="15554" y="983"/>
                    <a:pt x="14431" y="983"/>
                  </a:cubicBezTo>
                  <a:cubicBezTo>
                    <a:pt x="13308" y="983"/>
                    <a:pt x="12971" y="1151"/>
                    <a:pt x="12718" y="1151"/>
                  </a:cubicBezTo>
                  <a:cubicBezTo>
                    <a:pt x="12530" y="1151"/>
                    <a:pt x="11468" y="1"/>
                    <a:pt x="10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4215;p64">
              <a:extLst>
                <a:ext uri="{FF2B5EF4-FFF2-40B4-BE49-F238E27FC236}">
                  <a16:creationId xmlns:a16="http://schemas.microsoft.com/office/drawing/2014/main" id="{F0B20809-5F84-7660-0A6C-B993052716CD}"/>
                </a:ext>
              </a:extLst>
            </p:cNvPr>
            <p:cNvSpPr/>
            <p:nvPr/>
          </p:nvSpPr>
          <p:spPr>
            <a:xfrm>
              <a:off x="3054075" y="2298800"/>
              <a:ext cx="384650" cy="395875"/>
            </a:xfrm>
            <a:custGeom>
              <a:avLst/>
              <a:gdLst/>
              <a:ahLst/>
              <a:cxnLst/>
              <a:rect l="l" t="t" r="r" b="b"/>
              <a:pathLst>
                <a:path w="15386" h="15835" extrusionOk="0">
                  <a:moveTo>
                    <a:pt x="9630" y="478"/>
                  </a:moveTo>
                  <a:cubicBezTo>
                    <a:pt x="10079" y="478"/>
                    <a:pt x="10585" y="730"/>
                    <a:pt x="11006" y="1011"/>
                  </a:cubicBezTo>
                  <a:cubicBezTo>
                    <a:pt x="11202" y="1152"/>
                    <a:pt x="11399" y="1292"/>
                    <a:pt x="11539" y="1404"/>
                  </a:cubicBezTo>
                  <a:cubicBezTo>
                    <a:pt x="11623" y="1460"/>
                    <a:pt x="11680" y="1517"/>
                    <a:pt x="11736" y="1545"/>
                  </a:cubicBezTo>
                  <a:lnTo>
                    <a:pt x="11820" y="1601"/>
                  </a:lnTo>
                  <a:cubicBezTo>
                    <a:pt x="11876" y="1601"/>
                    <a:pt x="11904" y="1629"/>
                    <a:pt x="11960" y="1629"/>
                  </a:cubicBezTo>
                  <a:cubicBezTo>
                    <a:pt x="12157" y="1629"/>
                    <a:pt x="12269" y="1573"/>
                    <a:pt x="12522" y="1545"/>
                  </a:cubicBezTo>
                  <a:cubicBezTo>
                    <a:pt x="12746" y="1517"/>
                    <a:pt x="13111" y="1460"/>
                    <a:pt x="13673" y="1460"/>
                  </a:cubicBezTo>
                  <a:cubicBezTo>
                    <a:pt x="14066" y="1460"/>
                    <a:pt x="14347" y="1629"/>
                    <a:pt x="14571" y="1910"/>
                  </a:cubicBezTo>
                  <a:cubicBezTo>
                    <a:pt x="14768" y="2162"/>
                    <a:pt x="14908" y="2555"/>
                    <a:pt x="14908" y="2976"/>
                  </a:cubicBezTo>
                  <a:cubicBezTo>
                    <a:pt x="14908" y="3173"/>
                    <a:pt x="14880" y="3341"/>
                    <a:pt x="14852" y="3538"/>
                  </a:cubicBezTo>
                  <a:cubicBezTo>
                    <a:pt x="14824" y="3622"/>
                    <a:pt x="14740" y="3734"/>
                    <a:pt x="14627" y="3875"/>
                  </a:cubicBezTo>
                  <a:cubicBezTo>
                    <a:pt x="14403" y="4099"/>
                    <a:pt x="14038" y="4352"/>
                    <a:pt x="13617" y="4577"/>
                  </a:cubicBezTo>
                  <a:cubicBezTo>
                    <a:pt x="12971" y="4942"/>
                    <a:pt x="12213" y="5250"/>
                    <a:pt x="11595" y="5475"/>
                  </a:cubicBezTo>
                  <a:cubicBezTo>
                    <a:pt x="11287" y="5587"/>
                    <a:pt x="11034" y="5700"/>
                    <a:pt x="10837" y="5756"/>
                  </a:cubicBezTo>
                  <a:cubicBezTo>
                    <a:pt x="10669" y="5812"/>
                    <a:pt x="10557" y="5840"/>
                    <a:pt x="10557" y="5840"/>
                  </a:cubicBezTo>
                  <a:cubicBezTo>
                    <a:pt x="10472" y="5868"/>
                    <a:pt x="10388" y="5952"/>
                    <a:pt x="10388" y="6065"/>
                  </a:cubicBezTo>
                  <a:cubicBezTo>
                    <a:pt x="10388" y="6149"/>
                    <a:pt x="10444" y="6261"/>
                    <a:pt x="10529" y="6289"/>
                  </a:cubicBezTo>
                  <a:cubicBezTo>
                    <a:pt x="10585" y="6317"/>
                    <a:pt x="10809" y="6402"/>
                    <a:pt x="11006" y="6570"/>
                  </a:cubicBezTo>
                  <a:cubicBezTo>
                    <a:pt x="11090" y="6654"/>
                    <a:pt x="11174" y="6767"/>
                    <a:pt x="11258" y="6851"/>
                  </a:cubicBezTo>
                  <a:cubicBezTo>
                    <a:pt x="11315" y="6963"/>
                    <a:pt x="11343" y="7075"/>
                    <a:pt x="11343" y="7188"/>
                  </a:cubicBezTo>
                  <a:cubicBezTo>
                    <a:pt x="11343" y="7328"/>
                    <a:pt x="11315" y="7440"/>
                    <a:pt x="11230" y="7553"/>
                  </a:cubicBezTo>
                  <a:cubicBezTo>
                    <a:pt x="11146" y="7721"/>
                    <a:pt x="10978" y="7861"/>
                    <a:pt x="10809" y="7974"/>
                  </a:cubicBezTo>
                  <a:cubicBezTo>
                    <a:pt x="10725" y="8030"/>
                    <a:pt x="10669" y="8086"/>
                    <a:pt x="10585" y="8142"/>
                  </a:cubicBezTo>
                  <a:lnTo>
                    <a:pt x="10500" y="8226"/>
                  </a:lnTo>
                  <a:cubicBezTo>
                    <a:pt x="10472" y="8254"/>
                    <a:pt x="10416" y="8283"/>
                    <a:pt x="10388" y="8367"/>
                  </a:cubicBezTo>
                  <a:lnTo>
                    <a:pt x="10403" y="8371"/>
                  </a:lnTo>
                  <a:lnTo>
                    <a:pt x="10403" y="8371"/>
                  </a:lnTo>
                  <a:cubicBezTo>
                    <a:pt x="10388" y="8415"/>
                    <a:pt x="10388" y="8456"/>
                    <a:pt x="10388" y="8479"/>
                  </a:cubicBezTo>
                  <a:cubicBezTo>
                    <a:pt x="10388" y="8591"/>
                    <a:pt x="10416" y="8676"/>
                    <a:pt x="10472" y="8760"/>
                  </a:cubicBezTo>
                  <a:cubicBezTo>
                    <a:pt x="10585" y="9041"/>
                    <a:pt x="10809" y="9434"/>
                    <a:pt x="10950" y="10107"/>
                  </a:cubicBezTo>
                  <a:cubicBezTo>
                    <a:pt x="10978" y="10192"/>
                    <a:pt x="10978" y="10248"/>
                    <a:pt x="10978" y="10304"/>
                  </a:cubicBezTo>
                  <a:cubicBezTo>
                    <a:pt x="10978" y="10472"/>
                    <a:pt x="10922" y="10585"/>
                    <a:pt x="10865" y="10697"/>
                  </a:cubicBezTo>
                  <a:cubicBezTo>
                    <a:pt x="10753" y="10865"/>
                    <a:pt x="10585" y="11006"/>
                    <a:pt x="10416" y="11090"/>
                  </a:cubicBezTo>
                  <a:cubicBezTo>
                    <a:pt x="10360" y="11118"/>
                    <a:pt x="10276" y="11146"/>
                    <a:pt x="10248" y="11174"/>
                  </a:cubicBezTo>
                  <a:lnTo>
                    <a:pt x="10192" y="11174"/>
                  </a:lnTo>
                  <a:lnTo>
                    <a:pt x="10164" y="11202"/>
                  </a:lnTo>
                  <a:lnTo>
                    <a:pt x="10135" y="11202"/>
                  </a:lnTo>
                  <a:lnTo>
                    <a:pt x="9630" y="11427"/>
                  </a:lnTo>
                  <a:cubicBezTo>
                    <a:pt x="9518" y="11483"/>
                    <a:pt x="9462" y="11595"/>
                    <a:pt x="9490" y="11708"/>
                  </a:cubicBezTo>
                  <a:cubicBezTo>
                    <a:pt x="9518" y="11792"/>
                    <a:pt x="9574" y="12129"/>
                    <a:pt x="9574" y="12578"/>
                  </a:cubicBezTo>
                  <a:cubicBezTo>
                    <a:pt x="9602" y="13111"/>
                    <a:pt x="9490" y="13729"/>
                    <a:pt x="9153" y="14206"/>
                  </a:cubicBezTo>
                  <a:cubicBezTo>
                    <a:pt x="8872" y="14571"/>
                    <a:pt x="8367" y="14880"/>
                    <a:pt x="7805" y="15077"/>
                  </a:cubicBezTo>
                  <a:cubicBezTo>
                    <a:pt x="7244" y="15273"/>
                    <a:pt x="6626" y="15357"/>
                    <a:pt x="6093" y="15357"/>
                  </a:cubicBezTo>
                  <a:cubicBezTo>
                    <a:pt x="5812" y="15357"/>
                    <a:pt x="5587" y="15329"/>
                    <a:pt x="5391" y="15301"/>
                  </a:cubicBezTo>
                  <a:cubicBezTo>
                    <a:pt x="4914" y="15217"/>
                    <a:pt x="4408" y="14768"/>
                    <a:pt x="3903" y="14094"/>
                  </a:cubicBezTo>
                  <a:cubicBezTo>
                    <a:pt x="3369" y="13448"/>
                    <a:pt x="2836" y="12606"/>
                    <a:pt x="2190" y="11792"/>
                  </a:cubicBezTo>
                  <a:cubicBezTo>
                    <a:pt x="1797" y="11258"/>
                    <a:pt x="1376" y="10416"/>
                    <a:pt x="1039" y="9462"/>
                  </a:cubicBezTo>
                  <a:cubicBezTo>
                    <a:pt x="702" y="8507"/>
                    <a:pt x="450" y="7440"/>
                    <a:pt x="450" y="6458"/>
                  </a:cubicBezTo>
                  <a:cubicBezTo>
                    <a:pt x="450" y="5503"/>
                    <a:pt x="702" y="4661"/>
                    <a:pt x="1236" y="4099"/>
                  </a:cubicBezTo>
                  <a:cubicBezTo>
                    <a:pt x="2050" y="3201"/>
                    <a:pt x="3650" y="2668"/>
                    <a:pt x="5054" y="2359"/>
                  </a:cubicBezTo>
                  <a:cubicBezTo>
                    <a:pt x="5728" y="2218"/>
                    <a:pt x="6373" y="2134"/>
                    <a:pt x="6851" y="2078"/>
                  </a:cubicBezTo>
                  <a:cubicBezTo>
                    <a:pt x="7075" y="2078"/>
                    <a:pt x="7272" y="2050"/>
                    <a:pt x="7384" y="2050"/>
                  </a:cubicBezTo>
                  <a:cubicBezTo>
                    <a:pt x="7525" y="2022"/>
                    <a:pt x="7581" y="2022"/>
                    <a:pt x="7609" y="2022"/>
                  </a:cubicBezTo>
                  <a:cubicBezTo>
                    <a:pt x="7693" y="2022"/>
                    <a:pt x="7805" y="1938"/>
                    <a:pt x="7805" y="1825"/>
                  </a:cubicBezTo>
                  <a:lnTo>
                    <a:pt x="7833" y="1797"/>
                  </a:lnTo>
                  <a:cubicBezTo>
                    <a:pt x="7861" y="1685"/>
                    <a:pt x="8058" y="1095"/>
                    <a:pt x="9097" y="590"/>
                  </a:cubicBezTo>
                  <a:cubicBezTo>
                    <a:pt x="9265" y="506"/>
                    <a:pt x="9434" y="478"/>
                    <a:pt x="9630" y="478"/>
                  </a:cubicBezTo>
                  <a:close/>
                  <a:moveTo>
                    <a:pt x="9630" y="0"/>
                  </a:moveTo>
                  <a:cubicBezTo>
                    <a:pt x="9377" y="0"/>
                    <a:pt x="9125" y="57"/>
                    <a:pt x="8900" y="169"/>
                  </a:cubicBezTo>
                  <a:cubicBezTo>
                    <a:pt x="7888" y="644"/>
                    <a:pt x="7529" y="1256"/>
                    <a:pt x="7410" y="1569"/>
                  </a:cubicBezTo>
                  <a:lnTo>
                    <a:pt x="7410" y="1569"/>
                  </a:lnTo>
                  <a:cubicBezTo>
                    <a:pt x="7031" y="1607"/>
                    <a:pt x="6064" y="1689"/>
                    <a:pt x="4942" y="1910"/>
                  </a:cubicBezTo>
                  <a:cubicBezTo>
                    <a:pt x="3510" y="2218"/>
                    <a:pt x="1853" y="2752"/>
                    <a:pt x="899" y="3763"/>
                  </a:cubicBezTo>
                  <a:cubicBezTo>
                    <a:pt x="225" y="4464"/>
                    <a:pt x="1" y="5447"/>
                    <a:pt x="1" y="6458"/>
                  </a:cubicBezTo>
                  <a:cubicBezTo>
                    <a:pt x="1" y="7496"/>
                    <a:pt x="253" y="8619"/>
                    <a:pt x="590" y="9602"/>
                  </a:cubicBezTo>
                  <a:cubicBezTo>
                    <a:pt x="927" y="10613"/>
                    <a:pt x="1376" y="11483"/>
                    <a:pt x="1825" y="12073"/>
                  </a:cubicBezTo>
                  <a:cubicBezTo>
                    <a:pt x="2443" y="12859"/>
                    <a:pt x="2976" y="13701"/>
                    <a:pt x="3538" y="14403"/>
                  </a:cubicBezTo>
                  <a:cubicBezTo>
                    <a:pt x="4071" y="15077"/>
                    <a:pt x="4633" y="15610"/>
                    <a:pt x="5279" y="15750"/>
                  </a:cubicBezTo>
                  <a:cubicBezTo>
                    <a:pt x="5531" y="15807"/>
                    <a:pt x="5784" y="15835"/>
                    <a:pt x="6093" y="15835"/>
                  </a:cubicBezTo>
                  <a:cubicBezTo>
                    <a:pt x="6682" y="15835"/>
                    <a:pt x="7356" y="15722"/>
                    <a:pt x="7974" y="15498"/>
                  </a:cubicBezTo>
                  <a:cubicBezTo>
                    <a:pt x="8591" y="15301"/>
                    <a:pt x="9153" y="14964"/>
                    <a:pt x="9518" y="14487"/>
                  </a:cubicBezTo>
                  <a:cubicBezTo>
                    <a:pt x="9967" y="13869"/>
                    <a:pt x="10051" y="13168"/>
                    <a:pt x="10051" y="12578"/>
                  </a:cubicBezTo>
                  <a:cubicBezTo>
                    <a:pt x="10051" y="12242"/>
                    <a:pt x="10011" y="11956"/>
                    <a:pt x="9979" y="11780"/>
                  </a:cubicBezTo>
                  <a:lnTo>
                    <a:pt x="9979" y="11780"/>
                  </a:lnTo>
                  <a:lnTo>
                    <a:pt x="10299" y="11638"/>
                  </a:lnTo>
                  <a:lnTo>
                    <a:pt x="10299" y="11638"/>
                  </a:lnTo>
                  <a:lnTo>
                    <a:pt x="10304" y="11652"/>
                  </a:lnTo>
                  <a:cubicBezTo>
                    <a:pt x="10304" y="11623"/>
                    <a:pt x="10585" y="11567"/>
                    <a:pt x="10865" y="11371"/>
                  </a:cubicBezTo>
                  <a:cubicBezTo>
                    <a:pt x="11006" y="11258"/>
                    <a:pt x="11146" y="11146"/>
                    <a:pt x="11258" y="10950"/>
                  </a:cubicBezTo>
                  <a:cubicBezTo>
                    <a:pt x="11371" y="10781"/>
                    <a:pt x="11455" y="10557"/>
                    <a:pt x="11455" y="10304"/>
                  </a:cubicBezTo>
                  <a:cubicBezTo>
                    <a:pt x="11455" y="10220"/>
                    <a:pt x="11427" y="10107"/>
                    <a:pt x="11427" y="10023"/>
                  </a:cubicBezTo>
                  <a:cubicBezTo>
                    <a:pt x="11315" y="9518"/>
                    <a:pt x="11146" y="9153"/>
                    <a:pt x="11034" y="8900"/>
                  </a:cubicBezTo>
                  <a:cubicBezTo>
                    <a:pt x="10978" y="8760"/>
                    <a:pt x="10922" y="8648"/>
                    <a:pt x="10894" y="8563"/>
                  </a:cubicBezTo>
                  <a:lnTo>
                    <a:pt x="10875" y="8508"/>
                  </a:lnTo>
                  <a:lnTo>
                    <a:pt x="10875" y="8508"/>
                  </a:lnTo>
                  <a:cubicBezTo>
                    <a:pt x="10908" y="8484"/>
                    <a:pt x="10957" y="8444"/>
                    <a:pt x="11006" y="8395"/>
                  </a:cubicBezTo>
                  <a:cubicBezTo>
                    <a:pt x="11146" y="8311"/>
                    <a:pt x="11343" y="8170"/>
                    <a:pt x="11511" y="7974"/>
                  </a:cubicBezTo>
                  <a:cubicBezTo>
                    <a:pt x="11680" y="7777"/>
                    <a:pt x="11820" y="7525"/>
                    <a:pt x="11820" y="7188"/>
                  </a:cubicBezTo>
                  <a:cubicBezTo>
                    <a:pt x="11820" y="6963"/>
                    <a:pt x="11736" y="6738"/>
                    <a:pt x="11623" y="6570"/>
                  </a:cubicBezTo>
                  <a:cubicBezTo>
                    <a:pt x="11493" y="6375"/>
                    <a:pt x="11329" y="6230"/>
                    <a:pt x="11184" y="6122"/>
                  </a:cubicBezTo>
                  <a:lnTo>
                    <a:pt x="11184" y="6122"/>
                  </a:lnTo>
                  <a:cubicBezTo>
                    <a:pt x="11590" y="5978"/>
                    <a:pt x="12201" y="5750"/>
                    <a:pt x="12831" y="5475"/>
                  </a:cubicBezTo>
                  <a:cubicBezTo>
                    <a:pt x="13392" y="5250"/>
                    <a:pt x="13926" y="4970"/>
                    <a:pt x="14375" y="4661"/>
                  </a:cubicBezTo>
                  <a:cubicBezTo>
                    <a:pt x="14599" y="4521"/>
                    <a:pt x="14796" y="4352"/>
                    <a:pt x="14964" y="4212"/>
                  </a:cubicBezTo>
                  <a:cubicBezTo>
                    <a:pt x="15133" y="4043"/>
                    <a:pt x="15245" y="3847"/>
                    <a:pt x="15301" y="3650"/>
                  </a:cubicBezTo>
                  <a:cubicBezTo>
                    <a:pt x="15357" y="3426"/>
                    <a:pt x="15385" y="3201"/>
                    <a:pt x="15385" y="2976"/>
                  </a:cubicBezTo>
                  <a:cubicBezTo>
                    <a:pt x="15385" y="2471"/>
                    <a:pt x="15217" y="1994"/>
                    <a:pt x="14936" y="1601"/>
                  </a:cubicBezTo>
                  <a:cubicBezTo>
                    <a:pt x="14656" y="1236"/>
                    <a:pt x="14206" y="983"/>
                    <a:pt x="13673" y="983"/>
                  </a:cubicBezTo>
                  <a:cubicBezTo>
                    <a:pt x="13083" y="983"/>
                    <a:pt x="12718" y="1039"/>
                    <a:pt x="12438" y="1095"/>
                  </a:cubicBezTo>
                  <a:cubicBezTo>
                    <a:pt x="12233" y="1118"/>
                    <a:pt x="12084" y="1159"/>
                    <a:pt x="12005" y="1159"/>
                  </a:cubicBezTo>
                  <a:cubicBezTo>
                    <a:pt x="12000" y="1159"/>
                    <a:pt x="11995" y="1159"/>
                    <a:pt x="11990" y="1159"/>
                  </a:cubicBezTo>
                  <a:lnTo>
                    <a:pt x="11990" y="1159"/>
                  </a:lnTo>
                  <a:cubicBezTo>
                    <a:pt x="11943" y="1121"/>
                    <a:pt x="11840" y="1038"/>
                    <a:pt x="11736" y="955"/>
                  </a:cubicBezTo>
                  <a:cubicBezTo>
                    <a:pt x="11511" y="787"/>
                    <a:pt x="11202" y="562"/>
                    <a:pt x="10837" y="365"/>
                  </a:cubicBezTo>
                  <a:cubicBezTo>
                    <a:pt x="10472" y="169"/>
                    <a:pt x="10051" y="0"/>
                    <a:pt x="9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4216;p64">
              <a:extLst>
                <a:ext uri="{FF2B5EF4-FFF2-40B4-BE49-F238E27FC236}">
                  <a16:creationId xmlns:a16="http://schemas.microsoft.com/office/drawing/2014/main" id="{C3724E1F-8D7A-4D6E-22A5-D712F22B7D62}"/>
                </a:ext>
              </a:extLst>
            </p:cNvPr>
            <p:cNvSpPr/>
            <p:nvPr/>
          </p:nvSpPr>
          <p:spPr>
            <a:xfrm>
              <a:off x="3253400" y="2545500"/>
              <a:ext cx="71625" cy="89550"/>
            </a:xfrm>
            <a:custGeom>
              <a:avLst/>
              <a:gdLst/>
              <a:ahLst/>
              <a:cxnLst/>
              <a:rect l="l" t="t" r="r" b="b"/>
              <a:pathLst>
                <a:path w="2865" h="3582" extrusionOk="0">
                  <a:moveTo>
                    <a:pt x="1093" y="1"/>
                  </a:moveTo>
                  <a:cubicBezTo>
                    <a:pt x="1007" y="1"/>
                    <a:pt x="924" y="23"/>
                    <a:pt x="843" y="71"/>
                  </a:cubicBezTo>
                  <a:cubicBezTo>
                    <a:pt x="1" y="604"/>
                    <a:pt x="618" y="2513"/>
                    <a:pt x="1180" y="3131"/>
                  </a:cubicBezTo>
                  <a:cubicBezTo>
                    <a:pt x="1479" y="3460"/>
                    <a:pt x="1809" y="3582"/>
                    <a:pt x="2095" y="3582"/>
                  </a:cubicBezTo>
                  <a:cubicBezTo>
                    <a:pt x="2347" y="3582"/>
                    <a:pt x="2564" y="3487"/>
                    <a:pt x="2696" y="3356"/>
                  </a:cubicBezTo>
                  <a:lnTo>
                    <a:pt x="2864" y="1952"/>
                  </a:lnTo>
                  <a:cubicBezTo>
                    <a:pt x="2864" y="1952"/>
                    <a:pt x="1900" y="1"/>
                    <a:pt x="109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4217;p64">
              <a:extLst>
                <a:ext uri="{FF2B5EF4-FFF2-40B4-BE49-F238E27FC236}">
                  <a16:creationId xmlns:a16="http://schemas.microsoft.com/office/drawing/2014/main" id="{89AA5EFB-5096-D502-C7F6-4FA93A4F730F}"/>
                </a:ext>
              </a:extLst>
            </p:cNvPr>
            <p:cNvSpPr/>
            <p:nvPr/>
          </p:nvSpPr>
          <p:spPr>
            <a:xfrm>
              <a:off x="3258325" y="2540250"/>
              <a:ext cx="73725" cy="100375"/>
            </a:xfrm>
            <a:custGeom>
              <a:avLst/>
              <a:gdLst/>
              <a:ahLst/>
              <a:cxnLst/>
              <a:rect l="l" t="t" r="r" b="b"/>
              <a:pathLst>
                <a:path w="2949" h="4015" extrusionOk="0">
                  <a:moveTo>
                    <a:pt x="899" y="0"/>
                  </a:moveTo>
                  <a:cubicBezTo>
                    <a:pt x="786" y="0"/>
                    <a:pt x="646" y="28"/>
                    <a:pt x="534" y="84"/>
                  </a:cubicBezTo>
                  <a:cubicBezTo>
                    <a:pt x="337" y="225"/>
                    <a:pt x="197" y="393"/>
                    <a:pt x="113" y="590"/>
                  </a:cubicBezTo>
                  <a:cubicBezTo>
                    <a:pt x="28" y="786"/>
                    <a:pt x="0" y="1011"/>
                    <a:pt x="0" y="1236"/>
                  </a:cubicBezTo>
                  <a:cubicBezTo>
                    <a:pt x="0" y="1657"/>
                    <a:pt x="113" y="2106"/>
                    <a:pt x="253" y="2499"/>
                  </a:cubicBezTo>
                  <a:cubicBezTo>
                    <a:pt x="421" y="2892"/>
                    <a:pt x="590" y="3257"/>
                    <a:pt x="814" y="3481"/>
                  </a:cubicBezTo>
                  <a:cubicBezTo>
                    <a:pt x="1151" y="3875"/>
                    <a:pt x="1544" y="4015"/>
                    <a:pt x="1909" y="4015"/>
                  </a:cubicBezTo>
                  <a:cubicBezTo>
                    <a:pt x="2218" y="4015"/>
                    <a:pt x="2499" y="3903"/>
                    <a:pt x="2667" y="3734"/>
                  </a:cubicBezTo>
                  <a:cubicBezTo>
                    <a:pt x="2752" y="3622"/>
                    <a:pt x="2780" y="3481"/>
                    <a:pt x="2667" y="3397"/>
                  </a:cubicBezTo>
                  <a:cubicBezTo>
                    <a:pt x="2625" y="3355"/>
                    <a:pt x="2569" y="3334"/>
                    <a:pt x="2513" y="3334"/>
                  </a:cubicBezTo>
                  <a:cubicBezTo>
                    <a:pt x="2457" y="3334"/>
                    <a:pt x="2401" y="3355"/>
                    <a:pt x="2359" y="3397"/>
                  </a:cubicBezTo>
                  <a:cubicBezTo>
                    <a:pt x="2286" y="3470"/>
                    <a:pt x="2149" y="3543"/>
                    <a:pt x="1987" y="3543"/>
                  </a:cubicBezTo>
                  <a:cubicBezTo>
                    <a:pt x="1961" y="3543"/>
                    <a:pt x="1936" y="3541"/>
                    <a:pt x="1909" y="3538"/>
                  </a:cubicBezTo>
                  <a:cubicBezTo>
                    <a:pt x="1685" y="3538"/>
                    <a:pt x="1432" y="3453"/>
                    <a:pt x="1151" y="3173"/>
                  </a:cubicBezTo>
                  <a:cubicBezTo>
                    <a:pt x="1011" y="3004"/>
                    <a:pt x="843" y="2695"/>
                    <a:pt x="702" y="2330"/>
                  </a:cubicBezTo>
                  <a:cubicBezTo>
                    <a:pt x="562" y="1965"/>
                    <a:pt x="478" y="1572"/>
                    <a:pt x="478" y="1236"/>
                  </a:cubicBezTo>
                  <a:cubicBezTo>
                    <a:pt x="478" y="1067"/>
                    <a:pt x="506" y="899"/>
                    <a:pt x="562" y="758"/>
                  </a:cubicBezTo>
                  <a:cubicBezTo>
                    <a:pt x="590" y="646"/>
                    <a:pt x="674" y="562"/>
                    <a:pt x="786" y="506"/>
                  </a:cubicBezTo>
                  <a:cubicBezTo>
                    <a:pt x="814" y="477"/>
                    <a:pt x="871" y="449"/>
                    <a:pt x="899" y="449"/>
                  </a:cubicBezTo>
                  <a:cubicBezTo>
                    <a:pt x="1011" y="449"/>
                    <a:pt x="1179" y="534"/>
                    <a:pt x="1376" y="702"/>
                  </a:cubicBezTo>
                  <a:cubicBezTo>
                    <a:pt x="1657" y="955"/>
                    <a:pt x="1937" y="1348"/>
                    <a:pt x="2134" y="1657"/>
                  </a:cubicBezTo>
                  <a:cubicBezTo>
                    <a:pt x="2246" y="1825"/>
                    <a:pt x="2330" y="1965"/>
                    <a:pt x="2387" y="2078"/>
                  </a:cubicBezTo>
                  <a:cubicBezTo>
                    <a:pt x="2415" y="2134"/>
                    <a:pt x="2443" y="2190"/>
                    <a:pt x="2443" y="2218"/>
                  </a:cubicBezTo>
                  <a:lnTo>
                    <a:pt x="2471" y="2246"/>
                  </a:lnTo>
                  <a:cubicBezTo>
                    <a:pt x="2512" y="2328"/>
                    <a:pt x="2598" y="2381"/>
                    <a:pt x="2686" y="2381"/>
                  </a:cubicBezTo>
                  <a:cubicBezTo>
                    <a:pt x="2717" y="2381"/>
                    <a:pt x="2750" y="2374"/>
                    <a:pt x="2780" y="2358"/>
                  </a:cubicBezTo>
                  <a:cubicBezTo>
                    <a:pt x="2892" y="2302"/>
                    <a:pt x="2948" y="2162"/>
                    <a:pt x="2892" y="2050"/>
                  </a:cubicBezTo>
                  <a:cubicBezTo>
                    <a:pt x="2892" y="2050"/>
                    <a:pt x="2639" y="1544"/>
                    <a:pt x="2274" y="1039"/>
                  </a:cubicBezTo>
                  <a:cubicBezTo>
                    <a:pt x="2106" y="814"/>
                    <a:pt x="1909" y="562"/>
                    <a:pt x="1685" y="337"/>
                  </a:cubicBezTo>
                  <a:cubicBezTo>
                    <a:pt x="1460" y="141"/>
                    <a:pt x="1207" y="0"/>
                    <a:pt x="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4218;p64">
              <a:extLst>
                <a:ext uri="{FF2B5EF4-FFF2-40B4-BE49-F238E27FC236}">
                  <a16:creationId xmlns:a16="http://schemas.microsoft.com/office/drawing/2014/main" id="{DC6D5C58-10A0-130E-211F-1FBCD6A7CC25}"/>
                </a:ext>
              </a:extLst>
            </p:cNvPr>
            <p:cNvSpPr/>
            <p:nvPr/>
          </p:nvSpPr>
          <p:spPr>
            <a:xfrm>
              <a:off x="3096175" y="2715150"/>
              <a:ext cx="256925" cy="96750"/>
            </a:xfrm>
            <a:custGeom>
              <a:avLst/>
              <a:gdLst/>
              <a:ahLst/>
              <a:cxnLst/>
              <a:rect l="l" t="t" r="r" b="b"/>
              <a:pathLst>
                <a:path w="10277" h="3870" extrusionOk="0">
                  <a:moveTo>
                    <a:pt x="5011" y="0"/>
                  </a:moveTo>
                  <a:cubicBezTo>
                    <a:pt x="3592" y="0"/>
                    <a:pt x="2176" y="434"/>
                    <a:pt x="1517" y="1006"/>
                  </a:cubicBezTo>
                  <a:cubicBezTo>
                    <a:pt x="675" y="1735"/>
                    <a:pt x="113" y="3195"/>
                    <a:pt x="113" y="3195"/>
                  </a:cubicBezTo>
                  <a:lnTo>
                    <a:pt x="1" y="3869"/>
                  </a:lnTo>
                  <a:cubicBezTo>
                    <a:pt x="1" y="3869"/>
                    <a:pt x="2247" y="3027"/>
                    <a:pt x="5447" y="3027"/>
                  </a:cubicBezTo>
                  <a:cubicBezTo>
                    <a:pt x="8648" y="3027"/>
                    <a:pt x="10276" y="3813"/>
                    <a:pt x="10276" y="3813"/>
                  </a:cubicBezTo>
                  <a:cubicBezTo>
                    <a:pt x="10276" y="3813"/>
                    <a:pt x="9996" y="2522"/>
                    <a:pt x="9659" y="1735"/>
                  </a:cubicBezTo>
                  <a:cubicBezTo>
                    <a:pt x="9322" y="949"/>
                    <a:pt x="7918" y="444"/>
                    <a:pt x="6177" y="107"/>
                  </a:cubicBezTo>
                  <a:cubicBezTo>
                    <a:pt x="5799" y="34"/>
                    <a:pt x="5405" y="0"/>
                    <a:pt x="5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4219;p64">
              <a:extLst>
                <a:ext uri="{FF2B5EF4-FFF2-40B4-BE49-F238E27FC236}">
                  <a16:creationId xmlns:a16="http://schemas.microsoft.com/office/drawing/2014/main" id="{8FD8C947-C70D-FF73-7A07-681FCBD83F37}"/>
                </a:ext>
              </a:extLst>
            </p:cNvPr>
            <p:cNvSpPr/>
            <p:nvPr/>
          </p:nvSpPr>
          <p:spPr>
            <a:xfrm>
              <a:off x="3089875" y="2709400"/>
              <a:ext cx="269550" cy="108575"/>
            </a:xfrm>
            <a:custGeom>
              <a:avLst/>
              <a:gdLst/>
              <a:ahLst/>
              <a:cxnLst/>
              <a:rect l="l" t="t" r="r" b="b"/>
              <a:pathLst>
                <a:path w="10782" h="4343" extrusionOk="0">
                  <a:moveTo>
                    <a:pt x="5250" y="478"/>
                  </a:moveTo>
                  <a:cubicBezTo>
                    <a:pt x="5643" y="478"/>
                    <a:pt x="6036" y="506"/>
                    <a:pt x="6401" y="562"/>
                  </a:cubicBezTo>
                  <a:cubicBezTo>
                    <a:pt x="7244" y="730"/>
                    <a:pt x="8030" y="955"/>
                    <a:pt x="8619" y="1207"/>
                  </a:cubicBezTo>
                  <a:cubicBezTo>
                    <a:pt x="9209" y="1460"/>
                    <a:pt x="9574" y="1769"/>
                    <a:pt x="9714" y="2050"/>
                  </a:cubicBezTo>
                  <a:cubicBezTo>
                    <a:pt x="9855" y="2443"/>
                    <a:pt x="10023" y="2948"/>
                    <a:pt x="10135" y="3369"/>
                  </a:cubicBezTo>
                  <a:cubicBezTo>
                    <a:pt x="10165" y="3473"/>
                    <a:pt x="10195" y="3578"/>
                    <a:pt x="10220" y="3673"/>
                  </a:cubicBezTo>
                  <a:lnTo>
                    <a:pt x="10220" y="3673"/>
                  </a:lnTo>
                  <a:cubicBezTo>
                    <a:pt x="9538" y="3434"/>
                    <a:pt x="8028" y="3032"/>
                    <a:pt x="5699" y="3032"/>
                  </a:cubicBezTo>
                  <a:cubicBezTo>
                    <a:pt x="3223" y="3032"/>
                    <a:pt x="1315" y="3519"/>
                    <a:pt x="543" y="3765"/>
                  </a:cubicBezTo>
                  <a:lnTo>
                    <a:pt x="543" y="3765"/>
                  </a:lnTo>
                  <a:lnTo>
                    <a:pt x="590" y="3481"/>
                  </a:lnTo>
                  <a:lnTo>
                    <a:pt x="577" y="3478"/>
                  </a:lnTo>
                  <a:lnTo>
                    <a:pt x="577" y="3478"/>
                  </a:lnTo>
                  <a:lnTo>
                    <a:pt x="590" y="3453"/>
                  </a:lnTo>
                  <a:cubicBezTo>
                    <a:pt x="702" y="3173"/>
                    <a:pt x="1236" y="1994"/>
                    <a:pt x="1909" y="1404"/>
                  </a:cubicBezTo>
                  <a:cubicBezTo>
                    <a:pt x="2218" y="1151"/>
                    <a:pt x="2695" y="927"/>
                    <a:pt x="3285" y="758"/>
                  </a:cubicBezTo>
                  <a:cubicBezTo>
                    <a:pt x="3875" y="562"/>
                    <a:pt x="4576" y="478"/>
                    <a:pt x="5250" y="478"/>
                  </a:cubicBezTo>
                  <a:close/>
                  <a:moveTo>
                    <a:pt x="5250" y="0"/>
                  </a:moveTo>
                  <a:cubicBezTo>
                    <a:pt x="4520" y="0"/>
                    <a:pt x="3790" y="113"/>
                    <a:pt x="3173" y="309"/>
                  </a:cubicBezTo>
                  <a:cubicBezTo>
                    <a:pt x="2527" y="478"/>
                    <a:pt x="1994" y="730"/>
                    <a:pt x="1601" y="1067"/>
                  </a:cubicBezTo>
                  <a:cubicBezTo>
                    <a:pt x="1151" y="1460"/>
                    <a:pt x="786" y="2022"/>
                    <a:pt x="534" y="2499"/>
                  </a:cubicBezTo>
                  <a:cubicBezTo>
                    <a:pt x="281" y="2976"/>
                    <a:pt x="141" y="3341"/>
                    <a:pt x="141" y="3341"/>
                  </a:cubicBezTo>
                  <a:lnTo>
                    <a:pt x="113" y="3397"/>
                  </a:lnTo>
                  <a:lnTo>
                    <a:pt x="0" y="4071"/>
                  </a:lnTo>
                  <a:cubicBezTo>
                    <a:pt x="0" y="4155"/>
                    <a:pt x="28" y="4240"/>
                    <a:pt x="85" y="4296"/>
                  </a:cubicBezTo>
                  <a:cubicBezTo>
                    <a:pt x="134" y="4329"/>
                    <a:pt x="183" y="4342"/>
                    <a:pt x="233" y="4342"/>
                  </a:cubicBezTo>
                  <a:cubicBezTo>
                    <a:pt x="267" y="4342"/>
                    <a:pt x="302" y="4335"/>
                    <a:pt x="337" y="4324"/>
                  </a:cubicBezTo>
                  <a:cubicBezTo>
                    <a:pt x="590" y="4240"/>
                    <a:pt x="2724" y="3510"/>
                    <a:pt x="5699" y="3510"/>
                  </a:cubicBezTo>
                  <a:cubicBezTo>
                    <a:pt x="7300" y="3510"/>
                    <a:pt x="8479" y="3706"/>
                    <a:pt x="9265" y="3875"/>
                  </a:cubicBezTo>
                  <a:cubicBezTo>
                    <a:pt x="9658" y="3987"/>
                    <a:pt x="9967" y="4071"/>
                    <a:pt x="10163" y="4155"/>
                  </a:cubicBezTo>
                  <a:cubicBezTo>
                    <a:pt x="10248" y="4183"/>
                    <a:pt x="10332" y="4211"/>
                    <a:pt x="10388" y="4240"/>
                  </a:cubicBezTo>
                  <a:lnTo>
                    <a:pt x="10416" y="4268"/>
                  </a:lnTo>
                  <a:lnTo>
                    <a:pt x="10444" y="4268"/>
                  </a:lnTo>
                  <a:cubicBezTo>
                    <a:pt x="10479" y="4279"/>
                    <a:pt x="10514" y="4286"/>
                    <a:pt x="10549" y="4286"/>
                  </a:cubicBezTo>
                  <a:cubicBezTo>
                    <a:pt x="10598" y="4286"/>
                    <a:pt x="10647" y="4272"/>
                    <a:pt x="10697" y="4240"/>
                  </a:cubicBezTo>
                  <a:cubicBezTo>
                    <a:pt x="10753" y="4183"/>
                    <a:pt x="10781" y="4099"/>
                    <a:pt x="10781" y="4015"/>
                  </a:cubicBezTo>
                  <a:cubicBezTo>
                    <a:pt x="10781" y="3987"/>
                    <a:pt x="10500" y="2695"/>
                    <a:pt x="10135" y="1881"/>
                  </a:cubicBezTo>
                  <a:cubicBezTo>
                    <a:pt x="9911" y="1404"/>
                    <a:pt x="9433" y="1039"/>
                    <a:pt x="8788" y="758"/>
                  </a:cubicBezTo>
                  <a:cubicBezTo>
                    <a:pt x="8170" y="506"/>
                    <a:pt x="7356" y="281"/>
                    <a:pt x="6486" y="113"/>
                  </a:cubicBezTo>
                  <a:cubicBezTo>
                    <a:pt x="6093" y="28"/>
                    <a:pt x="5671" y="0"/>
                    <a:pt x="5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4220;p64">
              <a:extLst>
                <a:ext uri="{FF2B5EF4-FFF2-40B4-BE49-F238E27FC236}">
                  <a16:creationId xmlns:a16="http://schemas.microsoft.com/office/drawing/2014/main" id="{B8CFD754-441E-040C-D867-BF32AFE7350D}"/>
                </a:ext>
              </a:extLst>
            </p:cNvPr>
            <p:cNvSpPr/>
            <p:nvPr/>
          </p:nvSpPr>
          <p:spPr>
            <a:xfrm>
              <a:off x="2812625" y="5107575"/>
              <a:ext cx="230250" cy="130200"/>
            </a:xfrm>
            <a:custGeom>
              <a:avLst/>
              <a:gdLst/>
              <a:ahLst/>
              <a:cxnLst/>
              <a:rect l="l" t="t" r="r" b="b"/>
              <a:pathLst>
                <a:path w="9210" h="5208" extrusionOk="0">
                  <a:moveTo>
                    <a:pt x="2579" y="0"/>
                  </a:moveTo>
                  <a:cubicBezTo>
                    <a:pt x="2040" y="0"/>
                    <a:pt x="1483" y="27"/>
                    <a:pt x="1124" y="117"/>
                  </a:cubicBezTo>
                  <a:cubicBezTo>
                    <a:pt x="225" y="342"/>
                    <a:pt x="1" y="1128"/>
                    <a:pt x="394" y="1689"/>
                  </a:cubicBezTo>
                  <a:cubicBezTo>
                    <a:pt x="787" y="2251"/>
                    <a:pt x="1629" y="3261"/>
                    <a:pt x="2191" y="3711"/>
                  </a:cubicBezTo>
                  <a:cubicBezTo>
                    <a:pt x="2752" y="4160"/>
                    <a:pt x="4549" y="4384"/>
                    <a:pt x="5335" y="4777"/>
                  </a:cubicBezTo>
                  <a:cubicBezTo>
                    <a:pt x="5783" y="5002"/>
                    <a:pt x="6287" y="5208"/>
                    <a:pt x="6835" y="5208"/>
                  </a:cubicBezTo>
                  <a:cubicBezTo>
                    <a:pt x="7247" y="5208"/>
                    <a:pt x="7684" y="5091"/>
                    <a:pt x="8142" y="4777"/>
                  </a:cubicBezTo>
                  <a:cubicBezTo>
                    <a:pt x="9209" y="4047"/>
                    <a:pt x="8592" y="1296"/>
                    <a:pt x="8592" y="1296"/>
                  </a:cubicBezTo>
                  <a:lnTo>
                    <a:pt x="8592" y="1296"/>
                  </a:lnTo>
                  <a:cubicBezTo>
                    <a:pt x="8592" y="1296"/>
                    <a:pt x="8272" y="1350"/>
                    <a:pt x="7780" y="1350"/>
                  </a:cubicBezTo>
                  <a:cubicBezTo>
                    <a:pt x="6858" y="1350"/>
                    <a:pt x="5328" y="1159"/>
                    <a:pt x="4156" y="61"/>
                  </a:cubicBezTo>
                  <a:cubicBezTo>
                    <a:pt x="4156" y="61"/>
                    <a:pt x="3388" y="0"/>
                    <a:pt x="2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4221;p64">
              <a:extLst>
                <a:ext uri="{FF2B5EF4-FFF2-40B4-BE49-F238E27FC236}">
                  <a16:creationId xmlns:a16="http://schemas.microsoft.com/office/drawing/2014/main" id="{12B774AC-0EFB-8CF7-4BBC-6A9309B25B57}"/>
                </a:ext>
              </a:extLst>
            </p:cNvPr>
            <p:cNvSpPr/>
            <p:nvPr/>
          </p:nvSpPr>
          <p:spPr>
            <a:xfrm>
              <a:off x="2811925" y="5102075"/>
              <a:ext cx="226025" cy="141800"/>
            </a:xfrm>
            <a:custGeom>
              <a:avLst/>
              <a:gdLst/>
              <a:ahLst/>
              <a:cxnLst/>
              <a:rect l="l" t="t" r="r" b="b"/>
              <a:pathLst>
                <a:path w="9041" h="5672" extrusionOk="0">
                  <a:moveTo>
                    <a:pt x="2612" y="449"/>
                  </a:moveTo>
                  <a:cubicBezTo>
                    <a:pt x="3005" y="449"/>
                    <a:pt x="3398" y="477"/>
                    <a:pt x="3679" y="477"/>
                  </a:cubicBezTo>
                  <a:cubicBezTo>
                    <a:pt x="3863" y="494"/>
                    <a:pt x="3998" y="501"/>
                    <a:pt x="4076" y="504"/>
                  </a:cubicBezTo>
                  <a:lnTo>
                    <a:pt x="4076" y="504"/>
                  </a:lnTo>
                  <a:cubicBezTo>
                    <a:pt x="5329" y="1607"/>
                    <a:pt x="6866" y="1797"/>
                    <a:pt x="7805" y="1797"/>
                  </a:cubicBezTo>
                  <a:cubicBezTo>
                    <a:pt x="8075" y="1797"/>
                    <a:pt x="8287" y="1783"/>
                    <a:pt x="8435" y="1768"/>
                  </a:cubicBezTo>
                  <a:lnTo>
                    <a:pt x="8435" y="1768"/>
                  </a:lnTo>
                  <a:cubicBezTo>
                    <a:pt x="8490" y="2045"/>
                    <a:pt x="8564" y="2597"/>
                    <a:pt x="8564" y="3173"/>
                  </a:cubicBezTo>
                  <a:cubicBezTo>
                    <a:pt x="8564" y="3509"/>
                    <a:pt x="8535" y="3874"/>
                    <a:pt x="8451" y="4155"/>
                  </a:cubicBezTo>
                  <a:cubicBezTo>
                    <a:pt x="8367" y="4464"/>
                    <a:pt x="8227" y="4689"/>
                    <a:pt x="8058" y="4801"/>
                  </a:cubicBezTo>
                  <a:cubicBezTo>
                    <a:pt x="7609" y="5110"/>
                    <a:pt x="7244" y="5194"/>
                    <a:pt x="6879" y="5194"/>
                  </a:cubicBezTo>
                  <a:cubicBezTo>
                    <a:pt x="6374" y="5194"/>
                    <a:pt x="5896" y="5025"/>
                    <a:pt x="5475" y="4801"/>
                  </a:cubicBezTo>
                  <a:cubicBezTo>
                    <a:pt x="5026" y="4576"/>
                    <a:pt x="4380" y="4436"/>
                    <a:pt x="3763" y="4267"/>
                  </a:cubicBezTo>
                  <a:cubicBezTo>
                    <a:pt x="3454" y="4183"/>
                    <a:pt x="3173" y="4099"/>
                    <a:pt x="2920" y="4015"/>
                  </a:cubicBezTo>
                  <a:cubicBezTo>
                    <a:pt x="2668" y="3931"/>
                    <a:pt x="2471" y="3846"/>
                    <a:pt x="2359" y="3762"/>
                  </a:cubicBezTo>
                  <a:cubicBezTo>
                    <a:pt x="1826" y="3341"/>
                    <a:pt x="983" y="2330"/>
                    <a:pt x="618" y="1769"/>
                  </a:cubicBezTo>
                  <a:cubicBezTo>
                    <a:pt x="506" y="1628"/>
                    <a:pt x="478" y="1488"/>
                    <a:pt x="478" y="1348"/>
                  </a:cubicBezTo>
                  <a:cubicBezTo>
                    <a:pt x="478" y="1179"/>
                    <a:pt x="506" y="1011"/>
                    <a:pt x="646" y="898"/>
                  </a:cubicBezTo>
                  <a:cubicBezTo>
                    <a:pt x="759" y="758"/>
                    <a:pt x="927" y="618"/>
                    <a:pt x="1208" y="562"/>
                  </a:cubicBezTo>
                  <a:cubicBezTo>
                    <a:pt x="1517" y="477"/>
                    <a:pt x="2078" y="449"/>
                    <a:pt x="2612" y="449"/>
                  </a:cubicBezTo>
                  <a:close/>
                  <a:moveTo>
                    <a:pt x="2612" y="0"/>
                  </a:moveTo>
                  <a:cubicBezTo>
                    <a:pt x="2050" y="0"/>
                    <a:pt x="1489" y="0"/>
                    <a:pt x="1096" y="112"/>
                  </a:cubicBezTo>
                  <a:cubicBezTo>
                    <a:pt x="731" y="197"/>
                    <a:pt x="478" y="365"/>
                    <a:pt x="281" y="590"/>
                  </a:cubicBezTo>
                  <a:cubicBezTo>
                    <a:pt x="85" y="814"/>
                    <a:pt x="1" y="1067"/>
                    <a:pt x="1" y="1348"/>
                  </a:cubicBezTo>
                  <a:cubicBezTo>
                    <a:pt x="1" y="1600"/>
                    <a:pt x="85" y="1825"/>
                    <a:pt x="225" y="2050"/>
                  </a:cubicBezTo>
                  <a:cubicBezTo>
                    <a:pt x="646" y="2639"/>
                    <a:pt x="1461" y="3650"/>
                    <a:pt x="2078" y="4127"/>
                  </a:cubicBezTo>
                  <a:cubicBezTo>
                    <a:pt x="2247" y="4267"/>
                    <a:pt x="2499" y="4352"/>
                    <a:pt x="2752" y="4464"/>
                  </a:cubicBezTo>
                  <a:cubicBezTo>
                    <a:pt x="3173" y="4604"/>
                    <a:pt x="3650" y="4717"/>
                    <a:pt x="4128" y="4829"/>
                  </a:cubicBezTo>
                  <a:cubicBezTo>
                    <a:pt x="4577" y="4969"/>
                    <a:pt x="4998" y="5082"/>
                    <a:pt x="5251" y="5222"/>
                  </a:cubicBezTo>
                  <a:cubicBezTo>
                    <a:pt x="5728" y="5447"/>
                    <a:pt x="6261" y="5671"/>
                    <a:pt x="6879" y="5671"/>
                  </a:cubicBezTo>
                  <a:cubicBezTo>
                    <a:pt x="7328" y="5671"/>
                    <a:pt x="7805" y="5531"/>
                    <a:pt x="8311" y="5194"/>
                  </a:cubicBezTo>
                  <a:cubicBezTo>
                    <a:pt x="8620" y="4997"/>
                    <a:pt x="8788" y="4660"/>
                    <a:pt x="8900" y="4296"/>
                  </a:cubicBezTo>
                  <a:cubicBezTo>
                    <a:pt x="9013" y="3931"/>
                    <a:pt x="9041" y="3538"/>
                    <a:pt x="9041" y="3173"/>
                  </a:cubicBezTo>
                  <a:cubicBezTo>
                    <a:pt x="9041" y="2274"/>
                    <a:pt x="8872" y="1488"/>
                    <a:pt x="8844" y="1460"/>
                  </a:cubicBezTo>
                  <a:cubicBezTo>
                    <a:pt x="8844" y="1362"/>
                    <a:pt x="8738" y="1286"/>
                    <a:pt x="8637" y="1286"/>
                  </a:cubicBezTo>
                  <a:cubicBezTo>
                    <a:pt x="8622" y="1286"/>
                    <a:pt x="8606" y="1288"/>
                    <a:pt x="8592" y="1292"/>
                  </a:cubicBezTo>
                  <a:lnTo>
                    <a:pt x="8535" y="1292"/>
                  </a:lnTo>
                  <a:cubicBezTo>
                    <a:pt x="8423" y="1320"/>
                    <a:pt x="8170" y="1348"/>
                    <a:pt x="7805" y="1348"/>
                  </a:cubicBezTo>
                  <a:cubicBezTo>
                    <a:pt x="6935" y="1348"/>
                    <a:pt x="5447" y="1151"/>
                    <a:pt x="4352" y="112"/>
                  </a:cubicBezTo>
                  <a:cubicBezTo>
                    <a:pt x="4296" y="84"/>
                    <a:pt x="4268" y="56"/>
                    <a:pt x="4212" y="56"/>
                  </a:cubicBezTo>
                  <a:cubicBezTo>
                    <a:pt x="4212" y="56"/>
                    <a:pt x="3426" y="0"/>
                    <a:pt x="26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4222;p64">
              <a:extLst>
                <a:ext uri="{FF2B5EF4-FFF2-40B4-BE49-F238E27FC236}">
                  <a16:creationId xmlns:a16="http://schemas.microsoft.com/office/drawing/2014/main" id="{36D63811-6982-A4DE-1D64-38F66655470B}"/>
                </a:ext>
              </a:extLst>
            </p:cNvPr>
            <p:cNvSpPr/>
            <p:nvPr/>
          </p:nvSpPr>
          <p:spPr>
            <a:xfrm>
              <a:off x="2816150" y="5125225"/>
              <a:ext cx="209875" cy="112550"/>
            </a:xfrm>
            <a:custGeom>
              <a:avLst/>
              <a:gdLst/>
              <a:ahLst/>
              <a:cxnLst/>
              <a:rect l="l" t="t" r="r" b="b"/>
              <a:pathLst>
                <a:path w="8395" h="4502" extrusionOk="0">
                  <a:moveTo>
                    <a:pt x="169" y="1"/>
                  </a:moveTo>
                  <a:lnTo>
                    <a:pt x="169" y="1"/>
                  </a:lnTo>
                  <a:cubicBezTo>
                    <a:pt x="0" y="309"/>
                    <a:pt x="28" y="674"/>
                    <a:pt x="253" y="983"/>
                  </a:cubicBezTo>
                  <a:cubicBezTo>
                    <a:pt x="646" y="1545"/>
                    <a:pt x="1488" y="2555"/>
                    <a:pt x="2050" y="3005"/>
                  </a:cubicBezTo>
                  <a:cubicBezTo>
                    <a:pt x="2611" y="3454"/>
                    <a:pt x="4408" y="3678"/>
                    <a:pt x="5194" y="4071"/>
                  </a:cubicBezTo>
                  <a:cubicBezTo>
                    <a:pt x="5642" y="4296"/>
                    <a:pt x="6146" y="4502"/>
                    <a:pt x="6694" y="4502"/>
                  </a:cubicBezTo>
                  <a:cubicBezTo>
                    <a:pt x="7106" y="4502"/>
                    <a:pt x="7543" y="4385"/>
                    <a:pt x="8001" y="4071"/>
                  </a:cubicBezTo>
                  <a:cubicBezTo>
                    <a:pt x="8170" y="3959"/>
                    <a:pt x="8310" y="3791"/>
                    <a:pt x="8395" y="3594"/>
                  </a:cubicBezTo>
                  <a:lnTo>
                    <a:pt x="8395" y="3594"/>
                  </a:lnTo>
                  <a:cubicBezTo>
                    <a:pt x="8001" y="3734"/>
                    <a:pt x="7608" y="3847"/>
                    <a:pt x="7272" y="3903"/>
                  </a:cubicBezTo>
                  <a:cubicBezTo>
                    <a:pt x="7141" y="3925"/>
                    <a:pt x="6996" y="3935"/>
                    <a:pt x="6840" y="3935"/>
                  </a:cubicBezTo>
                  <a:cubicBezTo>
                    <a:pt x="5786" y="3935"/>
                    <a:pt x="4198" y="3457"/>
                    <a:pt x="2780" y="2724"/>
                  </a:cubicBezTo>
                  <a:cubicBezTo>
                    <a:pt x="1629" y="2134"/>
                    <a:pt x="646" y="759"/>
                    <a:pt x="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4223;p64">
              <a:extLst>
                <a:ext uri="{FF2B5EF4-FFF2-40B4-BE49-F238E27FC236}">
                  <a16:creationId xmlns:a16="http://schemas.microsoft.com/office/drawing/2014/main" id="{D25B0880-8FD6-F3B2-7389-293FC95ABEA9}"/>
                </a:ext>
              </a:extLst>
            </p:cNvPr>
            <p:cNvSpPr/>
            <p:nvPr/>
          </p:nvSpPr>
          <p:spPr>
            <a:xfrm>
              <a:off x="2811925" y="5119425"/>
              <a:ext cx="220425" cy="124450"/>
            </a:xfrm>
            <a:custGeom>
              <a:avLst/>
              <a:gdLst/>
              <a:ahLst/>
              <a:cxnLst/>
              <a:rect l="l" t="t" r="r" b="b"/>
              <a:pathLst>
                <a:path w="8817" h="4978" extrusionOk="0">
                  <a:moveTo>
                    <a:pt x="527" y="923"/>
                  </a:moveTo>
                  <a:lnTo>
                    <a:pt x="527" y="923"/>
                  </a:lnTo>
                  <a:cubicBezTo>
                    <a:pt x="1069" y="1699"/>
                    <a:pt x="1866" y="2673"/>
                    <a:pt x="2836" y="3180"/>
                  </a:cubicBezTo>
                  <a:cubicBezTo>
                    <a:pt x="3071" y="3298"/>
                    <a:pt x="3309" y="3409"/>
                    <a:pt x="3548" y="3514"/>
                  </a:cubicBezTo>
                  <a:lnTo>
                    <a:pt x="3548" y="3514"/>
                  </a:lnTo>
                  <a:cubicBezTo>
                    <a:pt x="3323" y="3449"/>
                    <a:pt x="3113" y="3385"/>
                    <a:pt x="2920" y="3321"/>
                  </a:cubicBezTo>
                  <a:cubicBezTo>
                    <a:pt x="2668" y="3237"/>
                    <a:pt x="2471" y="3152"/>
                    <a:pt x="2359" y="3068"/>
                  </a:cubicBezTo>
                  <a:cubicBezTo>
                    <a:pt x="1826" y="2647"/>
                    <a:pt x="983" y="1636"/>
                    <a:pt x="618" y="1075"/>
                  </a:cubicBezTo>
                  <a:cubicBezTo>
                    <a:pt x="578" y="1024"/>
                    <a:pt x="548" y="974"/>
                    <a:pt x="527" y="923"/>
                  </a:cubicBezTo>
                  <a:close/>
                  <a:moveTo>
                    <a:pt x="5819" y="4271"/>
                  </a:moveTo>
                  <a:cubicBezTo>
                    <a:pt x="6254" y="4364"/>
                    <a:pt x="6661" y="4416"/>
                    <a:pt x="7019" y="4416"/>
                  </a:cubicBezTo>
                  <a:cubicBezTo>
                    <a:pt x="7188" y="4416"/>
                    <a:pt x="7328" y="4388"/>
                    <a:pt x="7497" y="4388"/>
                  </a:cubicBezTo>
                  <a:cubicBezTo>
                    <a:pt x="7528" y="4380"/>
                    <a:pt x="7560" y="4372"/>
                    <a:pt x="7593" y="4363"/>
                  </a:cubicBezTo>
                  <a:lnTo>
                    <a:pt x="7593" y="4363"/>
                  </a:lnTo>
                  <a:cubicBezTo>
                    <a:pt x="7341" y="4466"/>
                    <a:pt x="7110" y="4500"/>
                    <a:pt x="6879" y="4500"/>
                  </a:cubicBezTo>
                  <a:cubicBezTo>
                    <a:pt x="6507" y="4500"/>
                    <a:pt x="6150" y="4408"/>
                    <a:pt x="5819" y="4271"/>
                  </a:cubicBezTo>
                  <a:close/>
                  <a:moveTo>
                    <a:pt x="382" y="1"/>
                  </a:moveTo>
                  <a:cubicBezTo>
                    <a:pt x="367" y="1"/>
                    <a:pt x="353" y="3"/>
                    <a:pt x="338" y="8"/>
                  </a:cubicBezTo>
                  <a:cubicBezTo>
                    <a:pt x="253" y="8"/>
                    <a:pt x="169" y="36"/>
                    <a:pt x="141" y="120"/>
                  </a:cubicBezTo>
                  <a:cubicBezTo>
                    <a:pt x="57" y="289"/>
                    <a:pt x="1" y="485"/>
                    <a:pt x="1" y="654"/>
                  </a:cubicBezTo>
                  <a:cubicBezTo>
                    <a:pt x="1" y="906"/>
                    <a:pt x="85" y="1131"/>
                    <a:pt x="225" y="1356"/>
                  </a:cubicBezTo>
                  <a:cubicBezTo>
                    <a:pt x="646" y="1945"/>
                    <a:pt x="1461" y="2956"/>
                    <a:pt x="2078" y="3433"/>
                  </a:cubicBezTo>
                  <a:cubicBezTo>
                    <a:pt x="2247" y="3573"/>
                    <a:pt x="2499" y="3658"/>
                    <a:pt x="2752" y="3770"/>
                  </a:cubicBezTo>
                  <a:cubicBezTo>
                    <a:pt x="3173" y="3910"/>
                    <a:pt x="3650" y="4023"/>
                    <a:pt x="4128" y="4135"/>
                  </a:cubicBezTo>
                  <a:cubicBezTo>
                    <a:pt x="4577" y="4275"/>
                    <a:pt x="4998" y="4388"/>
                    <a:pt x="5251" y="4528"/>
                  </a:cubicBezTo>
                  <a:cubicBezTo>
                    <a:pt x="5728" y="4753"/>
                    <a:pt x="6261" y="4977"/>
                    <a:pt x="6879" y="4977"/>
                  </a:cubicBezTo>
                  <a:cubicBezTo>
                    <a:pt x="7328" y="4977"/>
                    <a:pt x="7805" y="4837"/>
                    <a:pt x="8311" y="4500"/>
                  </a:cubicBezTo>
                  <a:cubicBezTo>
                    <a:pt x="8535" y="4360"/>
                    <a:pt x="8676" y="4163"/>
                    <a:pt x="8760" y="3938"/>
                  </a:cubicBezTo>
                  <a:cubicBezTo>
                    <a:pt x="8816" y="3854"/>
                    <a:pt x="8788" y="3742"/>
                    <a:pt x="8732" y="3686"/>
                  </a:cubicBezTo>
                  <a:cubicBezTo>
                    <a:pt x="8696" y="3631"/>
                    <a:pt x="8636" y="3600"/>
                    <a:pt x="8576" y="3600"/>
                  </a:cubicBezTo>
                  <a:cubicBezTo>
                    <a:pt x="8542" y="3600"/>
                    <a:pt x="8509" y="3610"/>
                    <a:pt x="8479" y="3630"/>
                  </a:cubicBezTo>
                  <a:cubicBezTo>
                    <a:pt x="8114" y="3742"/>
                    <a:pt x="7721" y="3854"/>
                    <a:pt x="7412" y="3910"/>
                  </a:cubicBezTo>
                  <a:cubicBezTo>
                    <a:pt x="7300" y="3938"/>
                    <a:pt x="7160" y="3938"/>
                    <a:pt x="7019" y="3938"/>
                  </a:cubicBezTo>
                  <a:cubicBezTo>
                    <a:pt x="6037" y="3938"/>
                    <a:pt x="4437" y="3489"/>
                    <a:pt x="3061" y="2759"/>
                  </a:cubicBezTo>
                  <a:cubicBezTo>
                    <a:pt x="1994" y="2198"/>
                    <a:pt x="1011" y="850"/>
                    <a:pt x="534" y="120"/>
                  </a:cubicBezTo>
                  <a:cubicBezTo>
                    <a:pt x="511" y="51"/>
                    <a:pt x="450" y="1"/>
                    <a:pt x="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4224;p64">
              <a:extLst>
                <a:ext uri="{FF2B5EF4-FFF2-40B4-BE49-F238E27FC236}">
                  <a16:creationId xmlns:a16="http://schemas.microsoft.com/office/drawing/2014/main" id="{92CA7B3C-694C-EDCA-9CB4-9A06936F204C}"/>
                </a:ext>
              </a:extLst>
            </p:cNvPr>
            <p:cNvSpPr/>
            <p:nvPr/>
          </p:nvSpPr>
          <p:spPr>
            <a:xfrm>
              <a:off x="3328500" y="5107575"/>
              <a:ext cx="230250" cy="130200"/>
            </a:xfrm>
            <a:custGeom>
              <a:avLst/>
              <a:gdLst/>
              <a:ahLst/>
              <a:cxnLst/>
              <a:rect l="l" t="t" r="r" b="b"/>
              <a:pathLst>
                <a:path w="9210" h="5208" extrusionOk="0">
                  <a:moveTo>
                    <a:pt x="6631" y="0"/>
                  </a:moveTo>
                  <a:cubicBezTo>
                    <a:pt x="5822" y="0"/>
                    <a:pt x="5054" y="61"/>
                    <a:pt x="5054" y="61"/>
                  </a:cubicBezTo>
                  <a:cubicBezTo>
                    <a:pt x="3882" y="1159"/>
                    <a:pt x="2352" y="1350"/>
                    <a:pt x="1430" y="1350"/>
                  </a:cubicBezTo>
                  <a:cubicBezTo>
                    <a:pt x="938" y="1350"/>
                    <a:pt x="618" y="1296"/>
                    <a:pt x="618" y="1296"/>
                  </a:cubicBezTo>
                  <a:lnTo>
                    <a:pt x="618" y="1296"/>
                  </a:lnTo>
                  <a:cubicBezTo>
                    <a:pt x="618" y="1296"/>
                    <a:pt x="1" y="4047"/>
                    <a:pt x="1068" y="4777"/>
                  </a:cubicBezTo>
                  <a:cubicBezTo>
                    <a:pt x="1526" y="5091"/>
                    <a:pt x="1963" y="5208"/>
                    <a:pt x="2376" y="5208"/>
                  </a:cubicBezTo>
                  <a:cubicBezTo>
                    <a:pt x="2923" y="5208"/>
                    <a:pt x="3427" y="5002"/>
                    <a:pt x="3875" y="4777"/>
                  </a:cubicBezTo>
                  <a:cubicBezTo>
                    <a:pt x="4661" y="4384"/>
                    <a:pt x="6458" y="4160"/>
                    <a:pt x="7019" y="3711"/>
                  </a:cubicBezTo>
                  <a:cubicBezTo>
                    <a:pt x="7581" y="3261"/>
                    <a:pt x="8423" y="2251"/>
                    <a:pt x="8816" y="1689"/>
                  </a:cubicBezTo>
                  <a:cubicBezTo>
                    <a:pt x="9209" y="1128"/>
                    <a:pt x="8985" y="342"/>
                    <a:pt x="8086" y="117"/>
                  </a:cubicBezTo>
                  <a:cubicBezTo>
                    <a:pt x="7727" y="27"/>
                    <a:pt x="7170" y="0"/>
                    <a:pt x="66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4225;p64">
              <a:extLst>
                <a:ext uri="{FF2B5EF4-FFF2-40B4-BE49-F238E27FC236}">
                  <a16:creationId xmlns:a16="http://schemas.microsoft.com/office/drawing/2014/main" id="{1BD63DF8-86CD-C99A-70BA-3CD3E0DD71A3}"/>
                </a:ext>
              </a:extLst>
            </p:cNvPr>
            <p:cNvSpPr/>
            <p:nvPr/>
          </p:nvSpPr>
          <p:spPr>
            <a:xfrm>
              <a:off x="3333425" y="5102075"/>
              <a:ext cx="226025" cy="141800"/>
            </a:xfrm>
            <a:custGeom>
              <a:avLst/>
              <a:gdLst/>
              <a:ahLst/>
              <a:cxnLst/>
              <a:rect l="l" t="t" r="r" b="b"/>
              <a:pathLst>
                <a:path w="9041" h="5672" extrusionOk="0">
                  <a:moveTo>
                    <a:pt x="6429" y="449"/>
                  </a:moveTo>
                  <a:cubicBezTo>
                    <a:pt x="6963" y="449"/>
                    <a:pt x="7524" y="477"/>
                    <a:pt x="7833" y="562"/>
                  </a:cubicBezTo>
                  <a:cubicBezTo>
                    <a:pt x="8114" y="618"/>
                    <a:pt x="8282" y="758"/>
                    <a:pt x="8423" y="898"/>
                  </a:cubicBezTo>
                  <a:cubicBezTo>
                    <a:pt x="8535" y="1011"/>
                    <a:pt x="8591" y="1179"/>
                    <a:pt x="8591" y="1348"/>
                  </a:cubicBezTo>
                  <a:cubicBezTo>
                    <a:pt x="8591" y="1488"/>
                    <a:pt x="8535" y="1628"/>
                    <a:pt x="8451" y="1769"/>
                  </a:cubicBezTo>
                  <a:cubicBezTo>
                    <a:pt x="8058" y="2330"/>
                    <a:pt x="7215" y="3341"/>
                    <a:pt x="6682" y="3762"/>
                  </a:cubicBezTo>
                  <a:cubicBezTo>
                    <a:pt x="6570" y="3846"/>
                    <a:pt x="6373" y="3931"/>
                    <a:pt x="6121" y="4015"/>
                  </a:cubicBezTo>
                  <a:cubicBezTo>
                    <a:pt x="5756" y="4155"/>
                    <a:pt x="5278" y="4267"/>
                    <a:pt x="4801" y="4380"/>
                  </a:cubicBezTo>
                  <a:cubicBezTo>
                    <a:pt x="4352" y="4520"/>
                    <a:pt x="3903" y="4632"/>
                    <a:pt x="3566" y="4801"/>
                  </a:cubicBezTo>
                  <a:cubicBezTo>
                    <a:pt x="3145" y="5025"/>
                    <a:pt x="2667" y="5194"/>
                    <a:pt x="2190" y="5194"/>
                  </a:cubicBezTo>
                  <a:cubicBezTo>
                    <a:pt x="1797" y="5194"/>
                    <a:pt x="1432" y="5110"/>
                    <a:pt x="1011" y="4801"/>
                  </a:cubicBezTo>
                  <a:cubicBezTo>
                    <a:pt x="814" y="4689"/>
                    <a:pt x="674" y="4464"/>
                    <a:pt x="590" y="4155"/>
                  </a:cubicBezTo>
                  <a:cubicBezTo>
                    <a:pt x="506" y="3874"/>
                    <a:pt x="478" y="3509"/>
                    <a:pt x="478" y="3173"/>
                  </a:cubicBezTo>
                  <a:cubicBezTo>
                    <a:pt x="478" y="2751"/>
                    <a:pt x="506" y="2358"/>
                    <a:pt x="562" y="2050"/>
                  </a:cubicBezTo>
                  <a:cubicBezTo>
                    <a:pt x="584" y="1938"/>
                    <a:pt x="589" y="1843"/>
                    <a:pt x="604" y="1767"/>
                  </a:cubicBezTo>
                  <a:lnTo>
                    <a:pt x="604" y="1767"/>
                  </a:lnTo>
                  <a:cubicBezTo>
                    <a:pt x="756" y="1782"/>
                    <a:pt x="973" y="1797"/>
                    <a:pt x="1236" y="1797"/>
                  </a:cubicBezTo>
                  <a:cubicBezTo>
                    <a:pt x="2175" y="1797"/>
                    <a:pt x="3739" y="1607"/>
                    <a:pt x="4966" y="504"/>
                  </a:cubicBezTo>
                  <a:lnTo>
                    <a:pt x="4966" y="504"/>
                  </a:lnTo>
                  <a:cubicBezTo>
                    <a:pt x="5049" y="501"/>
                    <a:pt x="5190" y="495"/>
                    <a:pt x="5363" y="477"/>
                  </a:cubicBezTo>
                  <a:cubicBezTo>
                    <a:pt x="5643" y="477"/>
                    <a:pt x="6036" y="449"/>
                    <a:pt x="6429" y="449"/>
                  </a:cubicBezTo>
                  <a:close/>
                  <a:moveTo>
                    <a:pt x="6429" y="0"/>
                  </a:moveTo>
                  <a:cubicBezTo>
                    <a:pt x="5615" y="0"/>
                    <a:pt x="4857" y="56"/>
                    <a:pt x="4829" y="56"/>
                  </a:cubicBezTo>
                  <a:cubicBezTo>
                    <a:pt x="4801" y="56"/>
                    <a:pt x="4745" y="84"/>
                    <a:pt x="4689" y="112"/>
                  </a:cubicBezTo>
                  <a:cubicBezTo>
                    <a:pt x="3594" y="1151"/>
                    <a:pt x="2134" y="1348"/>
                    <a:pt x="1236" y="1348"/>
                  </a:cubicBezTo>
                  <a:cubicBezTo>
                    <a:pt x="983" y="1348"/>
                    <a:pt x="786" y="1320"/>
                    <a:pt x="674" y="1320"/>
                  </a:cubicBezTo>
                  <a:cubicBezTo>
                    <a:pt x="590" y="1320"/>
                    <a:pt x="534" y="1292"/>
                    <a:pt x="506" y="1292"/>
                  </a:cubicBezTo>
                  <a:lnTo>
                    <a:pt x="449" y="1292"/>
                  </a:lnTo>
                  <a:cubicBezTo>
                    <a:pt x="435" y="1288"/>
                    <a:pt x="420" y="1286"/>
                    <a:pt x="405" y="1286"/>
                  </a:cubicBezTo>
                  <a:cubicBezTo>
                    <a:pt x="309" y="1286"/>
                    <a:pt x="221" y="1362"/>
                    <a:pt x="197" y="1460"/>
                  </a:cubicBezTo>
                  <a:cubicBezTo>
                    <a:pt x="197" y="1488"/>
                    <a:pt x="0" y="2274"/>
                    <a:pt x="0" y="3173"/>
                  </a:cubicBezTo>
                  <a:cubicBezTo>
                    <a:pt x="0" y="3538"/>
                    <a:pt x="28" y="3931"/>
                    <a:pt x="141" y="4296"/>
                  </a:cubicBezTo>
                  <a:cubicBezTo>
                    <a:pt x="253" y="4660"/>
                    <a:pt x="421" y="4997"/>
                    <a:pt x="730" y="5194"/>
                  </a:cubicBezTo>
                  <a:cubicBezTo>
                    <a:pt x="1236" y="5531"/>
                    <a:pt x="1713" y="5671"/>
                    <a:pt x="2190" y="5671"/>
                  </a:cubicBezTo>
                  <a:cubicBezTo>
                    <a:pt x="2780" y="5671"/>
                    <a:pt x="3313" y="5447"/>
                    <a:pt x="3790" y="5222"/>
                  </a:cubicBezTo>
                  <a:cubicBezTo>
                    <a:pt x="4127" y="5025"/>
                    <a:pt x="4773" y="4885"/>
                    <a:pt x="5391" y="4717"/>
                  </a:cubicBezTo>
                  <a:cubicBezTo>
                    <a:pt x="5699" y="4632"/>
                    <a:pt x="6008" y="4548"/>
                    <a:pt x="6289" y="4464"/>
                  </a:cubicBezTo>
                  <a:cubicBezTo>
                    <a:pt x="6570" y="4352"/>
                    <a:pt x="6794" y="4267"/>
                    <a:pt x="6963" y="4127"/>
                  </a:cubicBezTo>
                  <a:cubicBezTo>
                    <a:pt x="7580" y="3650"/>
                    <a:pt x="8423" y="2639"/>
                    <a:pt x="8816" y="2050"/>
                  </a:cubicBezTo>
                  <a:cubicBezTo>
                    <a:pt x="8956" y="1825"/>
                    <a:pt x="9040" y="1600"/>
                    <a:pt x="9040" y="1348"/>
                  </a:cubicBezTo>
                  <a:cubicBezTo>
                    <a:pt x="9040" y="1067"/>
                    <a:pt x="8956" y="814"/>
                    <a:pt x="8760" y="590"/>
                  </a:cubicBezTo>
                  <a:cubicBezTo>
                    <a:pt x="8591" y="365"/>
                    <a:pt x="8310" y="197"/>
                    <a:pt x="7945" y="112"/>
                  </a:cubicBezTo>
                  <a:cubicBezTo>
                    <a:pt x="7552" y="0"/>
                    <a:pt x="6991" y="0"/>
                    <a:pt x="6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4226;p64">
              <a:extLst>
                <a:ext uri="{FF2B5EF4-FFF2-40B4-BE49-F238E27FC236}">
                  <a16:creationId xmlns:a16="http://schemas.microsoft.com/office/drawing/2014/main" id="{8DDB0C32-FD28-A164-8EE8-9DB482564F0B}"/>
                </a:ext>
              </a:extLst>
            </p:cNvPr>
            <p:cNvSpPr/>
            <p:nvPr/>
          </p:nvSpPr>
          <p:spPr>
            <a:xfrm>
              <a:off x="3345350" y="5125225"/>
              <a:ext cx="209875" cy="112550"/>
            </a:xfrm>
            <a:custGeom>
              <a:avLst/>
              <a:gdLst/>
              <a:ahLst/>
              <a:cxnLst/>
              <a:rect l="l" t="t" r="r" b="b"/>
              <a:pathLst>
                <a:path w="8395" h="4502" extrusionOk="0">
                  <a:moveTo>
                    <a:pt x="8226" y="1"/>
                  </a:moveTo>
                  <a:lnTo>
                    <a:pt x="8226" y="1"/>
                  </a:lnTo>
                  <a:cubicBezTo>
                    <a:pt x="7749" y="759"/>
                    <a:pt x="6767" y="2134"/>
                    <a:pt x="5615" y="2724"/>
                  </a:cubicBezTo>
                  <a:cubicBezTo>
                    <a:pt x="4197" y="3457"/>
                    <a:pt x="2609" y="3935"/>
                    <a:pt x="1555" y="3935"/>
                  </a:cubicBezTo>
                  <a:cubicBezTo>
                    <a:pt x="1399" y="3935"/>
                    <a:pt x="1254" y="3925"/>
                    <a:pt x="1124" y="3903"/>
                  </a:cubicBezTo>
                  <a:cubicBezTo>
                    <a:pt x="787" y="3847"/>
                    <a:pt x="394" y="3734"/>
                    <a:pt x="1" y="3594"/>
                  </a:cubicBezTo>
                  <a:lnTo>
                    <a:pt x="1" y="3594"/>
                  </a:lnTo>
                  <a:cubicBezTo>
                    <a:pt x="113" y="3791"/>
                    <a:pt x="225" y="3959"/>
                    <a:pt x="394" y="4071"/>
                  </a:cubicBezTo>
                  <a:cubicBezTo>
                    <a:pt x="852" y="4385"/>
                    <a:pt x="1289" y="4502"/>
                    <a:pt x="1702" y="4502"/>
                  </a:cubicBezTo>
                  <a:cubicBezTo>
                    <a:pt x="2249" y="4502"/>
                    <a:pt x="2753" y="4296"/>
                    <a:pt x="3201" y="4071"/>
                  </a:cubicBezTo>
                  <a:cubicBezTo>
                    <a:pt x="3987" y="3678"/>
                    <a:pt x="5784" y="3454"/>
                    <a:pt x="6345" y="3005"/>
                  </a:cubicBezTo>
                  <a:cubicBezTo>
                    <a:pt x="6907" y="2555"/>
                    <a:pt x="7749" y="1545"/>
                    <a:pt x="8142" y="983"/>
                  </a:cubicBezTo>
                  <a:cubicBezTo>
                    <a:pt x="8367" y="674"/>
                    <a:pt x="8395" y="309"/>
                    <a:pt x="82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4227;p64">
              <a:extLst>
                <a:ext uri="{FF2B5EF4-FFF2-40B4-BE49-F238E27FC236}">
                  <a16:creationId xmlns:a16="http://schemas.microsoft.com/office/drawing/2014/main" id="{52859DC8-7A1B-0DA6-6FD1-9DA55DA3D677}"/>
                </a:ext>
              </a:extLst>
            </p:cNvPr>
            <p:cNvSpPr/>
            <p:nvPr/>
          </p:nvSpPr>
          <p:spPr>
            <a:xfrm>
              <a:off x="3339025" y="5119425"/>
              <a:ext cx="220425" cy="124450"/>
            </a:xfrm>
            <a:custGeom>
              <a:avLst/>
              <a:gdLst/>
              <a:ahLst/>
              <a:cxnLst/>
              <a:rect l="l" t="t" r="r" b="b"/>
              <a:pathLst>
                <a:path w="8817" h="4978" extrusionOk="0">
                  <a:moveTo>
                    <a:pt x="8293" y="934"/>
                  </a:moveTo>
                  <a:cubicBezTo>
                    <a:pt x="8277" y="981"/>
                    <a:pt x="8255" y="1028"/>
                    <a:pt x="8227" y="1075"/>
                  </a:cubicBezTo>
                  <a:cubicBezTo>
                    <a:pt x="7834" y="1636"/>
                    <a:pt x="6991" y="2647"/>
                    <a:pt x="6458" y="3068"/>
                  </a:cubicBezTo>
                  <a:cubicBezTo>
                    <a:pt x="6346" y="3152"/>
                    <a:pt x="6149" y="3237"/>
                    <a:pt x="5897" y="3321"/>
                  </a:cubicBezTo>
                  <a:cubicBezTo>
                    <a:pt x="5707" y="3394"/>
                    <a:pt x="5487" y="3459"/>
                    <a:pt x="5253" y="3521"/>
                  </a:cubicBezTo>
                  <a:lnTo>
                    <a:pt x="5253" y="3521"/>
                  </a:lnTo>
                  <a:cubicBezTo>
                    <a:pt x="5497" y="3414"/>
                    <a:pt x="5741" y="3300"/>
                    <a:pt x="5981" y="3180"/>
                  </a:cubicBezTo>
                  <a:cubicBezTo>
                    <a:pt x="6946" y="2676"/>
                    <a:pt x="7757" y="1708"/>
                    <a:pt x="8293" y="934"/>
                  </a:cubicBezTo>
                  <a:close/>
                  <a:moveTo>
                    <a:pt x="2999" y="4270"/>
                  </a:moveTo>
                  <a:lnTo>
                    <a:pt x="2999" y="4270"/>
                  </a:lnTo>
                  <a:cubicBezTo>
                    <a:pt x="2670" y="4408"/>
                    <a:pt x="2318" y="4500"/>
                    <a:pt x="1966" y="4500"/>
                  </a:cubicBezTo>
                  <a:cubicBezTo>
                    <a:pt x="1712" y="4500"/>
                    <a:pt x="1470" y="4465"/>
                    <a:pt x="1216" y="4356"/>
                  </a:cubicBezTo>
                  <a:lnTo>
                    <a:pt x="1216" y="4356"/>
                  </a:lnTo>
                  <a:cubicBezTo>
                    <a:pt x="1261" y="4367"/>
                    <a:pt x="1305" y="4378"/>
                    <a:pt x="1348" y="4388"/>
                  </a:cubicBezTo>
                  <a:cubicBezTo>
                    <a:pt x="1489" y="4388"/>
                    <a:pt x="1629" y="4416"/>
                    <a:pt x="1798" y="4416"/>
                  </a:cubicBezTo>
                  <a:cubicBezTo>
                    <a:pt x="2156" y="4416"/>
                    <a:pt x="2563" y="4364"/>
                    <a:pt x="2999" y="4270"/>
                  </a:cubicBezTo>
                  <a:close/>
                  <a:moveTo>
                    <a:pt x="8453" y="1"/>
                  </a:moveTo>
                  <a:cubicBezTo>
                    <a:pt x="8375" y="1"/>
                    <a:pt x="8329" y="51"/>
                    <a:pt x="8283" y="120"/>
                  </a:cubicBezTo>
                  <a:cubicBezTo>
                    <a:pt x="7806" y="850"/>
                    <a:pt x="6851" y="2198"/>
                    <a:pt x="5756" y="2759"/>
                  </a:cubicBezTo>
                  <a:cubicBezTo>
                    <a:pt x="4381" y="3489"/>
                    <a:pt x="2808" y="3938"/>
                    <a:pt x="1798" y="3938"/>
                  </a:cubicBezTo>
                  <a:cubicBezTo>
                    <a:pt x="1657" y="3938"/>
                    <a:pt x="1517" y="3938"/>
                    <a:pt x="1405" y="3910"/>
                  </a:cubicBezTo>
                  <a:cubicBezTo>
                    <a:pt x="1096" y="3854"/>
                    <a:pt x="703" y="3742"/>
                    <a:pt x="338" y="3630"/>
                  </a:cubicBezTo>
                  <a:cubicBezTo>
                    <a:pt x="308" y="3610"/>
                    <a:pt x="275" y="3600"/>
                    <a:pt x="241" y="3600"/>
                  </a:cubicBezTo>
                  <a:cubicBezTo>
                    <a:pt x="181" y="3600"/>
                    <a:pt x="121" y="3631"/>
                    <a:pt x="85" y="3686"/>
                  </a:cubicBezTo>
                  <a:cubicBezTo>
                    <a:pt x="29" y="3742"/>
                    <a:pt x="1" y="3854"/>
                    <a:pt x="57" y="3938"/>
                  </a:cubicBezTo>
                  <a:cubicBezTo>
                    <a:pt x="169" y="4163"/>
                    <a:pt x="310" y="4360"/>
                    <a:pt x="506" y="4500"/>
                  </a:cubicBezTo>
                  <a:cubicBezTo>
                    <a:pt x="1012" y="4837"/>
                    <a:pt x="1489" y="4977"/>
                    <a:pt x="1966" y="4977"/>
                  </a:cubicBezTo>
                  <a:cubicBezTo>
                    <a:pt x="2556" y="4977"/>
                    <a:pt x="3089" y="4753"/>
                    <a:pt x="3566" y="4528"/>
                  </a:cubicBezTo>
                  <a:cubicBezTo>
                    <a:pt x="3903" y="4331"/>
                    <a:pt x="4549" y="4191"/>
                    <a:pt x="5167" y="4023"/>
                  </a:cubicBezTo>
                  <a:cubicBezTo>
                    <a:pt x="5475" y="3938"/>
                    <a:pt x="5784" y="3854"/>
                    <a:pt x="6065" y="3770"/>
                  </a:cubicBezTo>
                  <a:cubicBezTo>
                    <a:pt x="6346" y="3658"/>
                    <a:pt x="6570" y="3573"/>
                    <a:pt x="6739" y="3433"/>
                  </a:cubicBezTo>
                  <a:cubicBezTo>
                    <a:pt x="7356" y="2956"/>
                    <a:pt x="8199" y="1945"/>
                    <a:pt x="8592" y="1356"/>
                  </a:cubicBezTo>
                  <a:cubicBezTo>
                    <a:pt x="8732" y="1131"/>
                    <a:pt x="8816" y="906"/>
                    <a:pt x="8816" y="654"/>
                  </a:cubicBezTo>
                  <a:cubicBezTo>
                    <a:pt x="8816" y="485"/>
                    <a:pt x="8788" y="289"/>
                    <a:pt x="8704" y="120"/>
                  </a:cubicBezTo>
                  <a:cubicBezTo>
                    <a:pt x="8648" y="36"/>
                    <a:pt x="8592" y="8"/>
                    <a:pt x="8508" y="8"/>
                  </a:cubicBezTo>
                  <a:cubicBezTo>
                    <a:pt x="8488" y="3"/>
                    <a:pt x="8469" y="1"/>
                    <a:pt x="8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4228;p64">
              <a:extLst>
                <a:ext uri="{FF2B5EF4-FFF2-40B4-BE49-F238E27FC236}">
                  <a16:creationId xmlns:a16="http://schemas.microsoft.com/office/drawing/2014/main" id="{0EEC0EDE-6CFC-8091-EBF5-C07A81D7D6EA}"/>
                </a:ext>
              </a:extLst>
            </p:cNvPr>
            <p:cNvSpPr/>
            <p:nvPr/>
          </p:nvSpPr>
          <p:spPr>
            <a:xfrm>
              <a:off x="2910200" y="3517250"/>
              <a:ext cx="615550" cy="1665775"/>
            </a:xfrm>
            <a:custGeom>
              <a:avLst/>
              <a:gdLst/>
              <a:ahLst/>
              <a:cxnLst/>
              <a:rect l="l" t="t" r="r" b="b"/>
              <a:pathLst>
                <a:path w="24622" h="66631" extrusionOk="0">
                  <a:moveTo>
                    <a:pt x="23078" y="0"/>
                  </a:moveTo>
                  <a:cubicBezTo>
                    <a:pt x="23078" y="0"/>
                    <a:pt x="17443" y="2118"/>
                    <a:pt x="10088" y="2118"/>
                  </a:cubicBezTo>
                  <a:cubicBezTo>
                    <a:pt x="8012" y="2118"/>
                    <a:pt x="5799" y="1949"/>
                    <a:pt x="3538" y="1516"/>
                  </a:cubicBezTo>
                  <a:cubicBezTo>
                    <a:pt x="3538" y="1516"/>
                    <a:pt x="3088" y="6738"/>
                    <a:pt x="3032" y="9097"/>
                  </a:cubicBezTo>
                  <a:cubicBezTo>
                    <a:pt x="2976" y="11483"/>
                    <a:pt x="3313" y="13673"/>
                    <a:pt x="3313" y="13673"/>
                  </a:cubicBezTo>
                  <a:lnTo>
                    <a:pt x="2190" y="35290"/>
                  </a:lnTo>
                  <a:cubicBezTo>
                    <a:pt x="2190" y="35290"/>
                    <a:pt x="506" y="49187"/>
                    <a:pt x="506" y="51939"/>
                  </a:cubicBezTo>
                  <a:cubicBezTo>
                    <a:pt x="506" y="54690"/>
                    <a:pt x="730" y="61905"/>
                    <a:pt x="730" y="61905"/>
                  </a:cubicBezTo>
                  <a:cubicBezTo>
                    <a:pt x="730" y="61905"/>
                    <a:pt x="112" y="63140"/>
                    <a:pt x="56" y="63421"/>
                  </a:cubicBezTo>
                  <a:cubicBezTo>
                    <a:pt x="0" y="63702"/>
                    <a:pt x="169" y="65386"/>
                    <a:pt x="169" y="65386"/>
                  </a:cubicBezTo>
                  <a:cubicBezTo>
                    <a:pt x="169" y="65386"/>
                    <a:pt x="1629" y="66285"/>
                    <a:pt x="3032" y="66397"/>
                  </a:cubicBezTo>
                  <a:cubicBezTo>
                    <a:pt x="3106" y="66403"/>
                    <a:pt x="3177" y="66406"/>
                    <a:pt x="3245" y="66406"/>
                  </a:cubicBezTo>
                  <a:cubicBezTo>
                    <a:pt x="4482" y="66406"/>
                    <a:pt x="4891" y="65490"/>
                    <a:pt x="4997" y="65330"/>
                  </a:cubicBezTo>
                  <a:cubicBezTo>
                    <a:pt x="5110" y="65162"/>
                    <a:pt x="5334" y="62860"/>
                    <a:pt x="5391" y="62074"/>
                  </a:cubicBezTo>
                  <a:cubicBezTo>
                    <a:pt x="5447" y="61287"/>
                    <a:pt x="5334" y="60108"/>
                    <a:pt x="5334" y="60108"/>
                  </a:cubicBezTo>
                  <a:cubicBezTo>
                    <a:pt x="5334" y="60108"/>
                    <a:pt x="7833" y="48008"/>
                    <a:pt x="9012" y="43881"/>
                  </a:cubicBezTo>
                  <a:cubicBezTo>
                    <a:pt x="10191" y="39782"/>
                    <a:pt x="12325" y="28637"/>
                    <a:pt x="12437" y="27177"/>
                  </a:cubicBezTo>
                  <a:cubicBezTo>
                    <a:pt x="12550" y="25717"/>
                    <a:pt x="13841" y="18895"/>
                    <a:pt x="13841" y="18895"/>
                  </a:cubicBezTo>
                  <a:cubicBezTo>
                    <a:pt x="13841" y="18895"/>
                    <a:pt x="14964" y="31107"/>
                    <a:pt x="15245" y="33409"/>
                  </a:cubicBezTo>
                  <a:cubicBezTo>
                    <a:pt x="15526" y="35739"/>
                    <a:pt x="14852" y="42140"/>
                    <a:pt x="14852" y="45566"/>
                  </a:cubicBezTo>
                  <a:cubicBezTo>
                    <a:pt x="14852" y="49019"/>
                    <a:pt x="16901" y="62410"/>
                    <a:pt x="16901" y="62410"/>
                  </a:cubicBezTo>
                  <a:cubicBezTo>
                    <a:pt x="16901" y="62410"/>
                    <a:pt x="16901" y="64067"/>
                    <a:pt x="17013" y="64516"/>
                  </a:cubicBezTo>
                  <a:cubicBezTo>
                    <a:pt x="17126" y="64965"/>
                    <a:pt x="17800" y="66509"/>
                    <a:pt x="17800" y="66509"/>
                  </a:cubicBezTo>
                  <a:cubicBezTo>
                    <a:pt x="17800" y="66509"/>
                    <a:pt x="18396" y="66631"/>
                    <a:pt x="19043" y="66631"/>
                  </a:cubicBezTo>
                  <a:cubicBezTo>
                    <a:pt x="19474" y="66631"/>
                    <a:pt x="19928" y="66577"/>
                    <a:pt x="20242" y="66397"/>
                  </a:cubicBezTo>
                  <a:cubicBezTo>
                    <a:pt x="21028" y="65948"/>
                    <a:pt x="22235" y="65190"/>
                    <a:pt x="22348" y="63842"/>
                  </a:cubicBezTo>
                  <a:cubicBezTo>
                    <a:pt x="22460" y="62495"/>
                    <a:pt x="21955" y="59800"/>
                    <a:pt x="21842" y="59041"/>
                  </a:cubicBezTo>
                  <a:cubicBezTo>
                    <a:pt x="21730" y="58255"/>
                    <a:pt x="23751" y="43235"/>
                    <a:pt x="23751" y="37901"/>
                  </a:cubicBezTo>
                  <a:cubicBezTo>
                    <a:pt x="23751" y="32567"/>
                    <a:pt x="24622" y="21000"/>
                    <a:pt x="24622" y="18558"/>
                  </a:cubicBezTo>
                  <a:cubicBezTo>
                    <a:pt x="24622" y="16115"/>
                    <a:pt x="24088" y="7889"/>
                    <a:pt x="24088" y="7889"/>
                  </a:cubicBezTo>
                  <a:lnTo>
                    <a:pt x="230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4229;p64">
              <a:extLst>
                <a:ext uri="{FF2B5EF4-FFF2-40B4-BE49-F238E27FC236}">
                  <a16:creationId xmlns:a16="http://schemas.microsoft.com/office/drawing/2014/main" id="{9E729B0B-EBA3-9AEC-C5D2-377924C189DB}"/>
                </a:ext>
              </a:extLst>
            </p:cNvPr>
            <p:cNvSpPr/>
            <p:nvPr/>
          </p:nvSpPr>
          <p:spPr>
            <a:xfrm>
              <a:off x="2905275" y="3511100"/>
              <a:ext cx="626800" cy="1678025"/>
            </a:xfrm>
            <a:custGeom>
              <a:avLst/>
              <a:gdLst/>
              <a:ahLst/>
              <a:cxnLst/>
              <a:rect l="l" t="t" r="r" b="b"/>
              <a:pathLst>
                <a:path w="25072" h="67121" extrusionOk="0">
                  <a:moveTo>
                    <a:pt x="23084" y="546"/>
                  </a:moveTo>
                  <a:lnTo>
                    <a:pt x="24033" y="8163"/>
                  </a:lnTo>
                  <a:lnTo>
                    <a:pt x="24034" y="8163"/>
                  </a:lnTo>
                  <a:lnTo>
                    <a:pt x="24034" y="8163"/>
                  </a:lnTo>
                  <a:cubicBezTo>
                    <a:pt x="24041" y="8282"/>
                    <a:pt x="24068" y="8774"/>
                    <a:pt x="24117" y="9455"/>
                  </a:cubicBezTo>
                  <a:cubicBezTo>
                    <a:pt x="24285" y="11897"/>
                    <a:pt x="24594" y="16979"/>
                    <a:pt x="24594" y="18804"/>
                  </a:cubicBezTo>
                  <a:cubicBezTo>
                    <a:pt x="24594" y="20011"/>
                    <a:pt x="24370" y="23520"/>
                    <a:pt x="24145" y="27395"/>
                  </a:cubicBezTo>
                  <a:cubicBezTo>
                    <a:pt x="23920" y="31241"/>
                    <a:pt x="23696" y="35480"/>
                    <a:pt x="23696" y="38147"/>
                  </a:cubicBezTo>
                  <a:cubicBezTo>
                    <a:pt x="23696" y="40730"/>
                    <a:pt x="23247" y="45615"/>
                    <a:pt x="22769" y="50023"/>
                  </a:cubicBezTo>
                  <a:cubicBezTo>
                    <a:pt x="22517" y="52241"/>
                    <a:pt x="22292" y="54346"/>
                    <a:pt x="22095" y="55975"/>
                  </a:cubicBezTo>
                  <a:cubicBezTo>
                    <a:pt x="22011" y="56789"/>
                    <a:pt x="21955" y="57491"/>
                    <a:pt x="21899" y="58052"/>
                  </a:cubicBezTo>
                  <a:cubicBezTo>
                    <a:pt x="21843" y="58586"/>
                    <a:pt x="21815" y="58979"/>
                    <a:pt x="21815" y="59175"/>
                  </a:cubicBezTo>
                  <a:cubicBezTo>
                    <a:pt x="21815" y="59231"/>
                    <a:pt x="21815" y="59259"/>
                    <a:pt x="21815" y="59316"/>
                  </a:cubicBezTo>
                  <a:cubicBezTo>
                    <a:pt x="21871" y="59681"/>
                    <a:pt x="22011" y="60410"/>
                    <a:pt x="22124" y="61225"/>
                  </a:cubicBezTo>
                  <a:cubicBezTo>
                    <a:pt x="22236" y="62067"/>
                    <a:pt x="22348" y="62965"/>
                    <a:pt x="22348" y="63667"/>
                  </a:cubicBezTo>
                  <a:cubicBezTo>
                    <a:pt x="22348" y="63808"/>
                    <a:pt x="22320" y="63948"/>
                    <a:pt x="22320" y="64060"/>
                  </a:cubicBezTo>
                  <a:cubicBezTo>
                    <a:pt x="22264" y="64678"/>
                    <a:pt x="21983" y="65155"/>
                    <a:pt x="21590" y="65548"/>
                  </a:cubicBezTo>
                  <a:cubicBezTo>
                    <a:pt x="21197" y="65913"/>
                    <a:pt x="20720" y="66222"/>
                    <a:pt x="20327" y="66447"/>
                  </a:cubicBezTo>
                  <a:cubicBezTo>
                    <a:pt x="20074" y="66587"/>
                    <a:pt x="19653" y="66643"/>
                    <a:pt x="19260" y="66643"/>
                  </a:cubicBezTo>
                  <a:cubicBezTo>
                    <a:pt x="18923" y="66643"/>
                    <a:pt x="18642" y="66615"/>
                    <a:pt x="18418" y="66587"/>
                  </a:cubicBezTo>
                  <a:cubicBezTo>
                    <a:pt x="18326" y="66564"/>
                    <a:pt x="18234" y="66560"/>
                    <a:pt x="18173" y="66559"/>
                  </a:cubicBezTo>
                  <a:lnTo>
                    <a:pt x="18173" y="66559"/>
                  </a:lnTo>
                  <a:cubicBezTo>
                    <a:pt x="18109" y="66411"/>
                    <a:pt x="17989" y="66133"/>
                    <a:pt x="17856" y="65829"/>
                  </a:cubicBezTo>
                  <a:cubicBezTo>
                    <a:pt x="17688" y="65408"/>
                    <a:pt x="17491" y="64874"/>
                    <a:pt x="17435" y="64706"/>
                  </a:cubicBezTo>
                  <a:cubicBezTo>
                    <a:pt x="17435" y="64622"/>
                    <a:pt x="17407" y="64425"/>
                    <a:pt x="17379" y="64229"/>
                  </a:cubicBezTo>
                  <a:cubicBezTo>
                    <a:pt x="17379" y="63892"/>
                    <a:pt x="17351" y="63499"/>
                    <a:pt x="17351" y="63190"/>
                  </a:cubicBezTo>
                  <a:cubicBezTo>
                    <a:pt x="17351" y="62881"/>
                    <a:pt x="17351" y="62656"/>
                    <a:pt x="17351" y="62656"/>
                  </a:cubicBezTo>
                  <a:lnTo>
                    <a:pt x="17351" y="62600"/>
                  </a:lnTo>
                  <a:cubicBezTo>
                    <a:pt x="17351" y="62600"/>
                    <a:pt x="17210" y="61786"/>
                    <a:pt x="17014" y="60467"/>
                  </a:cubicBezTo>
                  <a:cubicBezTo>
                    <a:pt x="16733" y="58501"/>
                    <a:pt x="16284" y="55497"/>
                    <a:pt x="15919" y="52634"/>
                  </a:cubicBezTo>
                  <a:cubicBezTo>
                    <a:pt x="15554" y="49770"/>
                    <a:pt x="15273" y="47103"/>
                    <a:pt x="15273" y="45812"/>
                  </a:cubicBezTo>
                  <a:cubicBezTo>
                    <a:pt x="15273" y="42976"/>
                    <a:pt x="15751" y="38091"/>
                    <a:pt x="15751" y="35171"/>
                  </a:cubicBezTo>
                  <a:cubicBezTo>
                    <a:pt x="15751" y="34554"/>
                    <a:pt x="15723" y="34048"/>
                    <a:pt x="15694" y="33627"/>
                  </a:cubicBezTo>
                  <a:cubicBezTo>
                    <a:pt x="15554" y="32504"/>
                    <a:pt x="15189" y="28854"/>
                    <a:pt x="14880" y="25514"/>
                  </a:cubicBezTo>
                  <a:cubicBezTo>
                    <a:pt x="14712" y="23857"/>
                    <a:pt x="14571" y="22257"/>
                    <a:pt x="14459" y="21078"/>
                  </a:cubicBezTo>
                  <a:cubicBezTo>
                    <a:pt x="14347" y="19899"/>
                    <a:pt x="14263" y="19113"/>
                    <a:pt x="14263" y="19113"/>
                  </a:cubicBezTo>
                  <a:cubicBezTo>
                    <a:pt x="14263" y="19000"/>
                    <a:pt x="14178" y="18916"/>
                    <a:pt x="14066" y="18916"/>
                  </a:cubicBezTo>
                  <a:cubicBezTo>
                    <a:pt x="13926" y="18916"/>
                    <a:pt x="13842" y="19000"/>
                    <a:pt x="13813" y="19113"/>
                  </a:cubicBezTo>
                  <a:cubicBezTo>
                    <a:pt x="13813" y="19113"/>
                    <a:pt x="13477" y="20797"/>
                    <a:pt x="13140" y="22706"/>
                  </a:cubicBezTo>
                  <a:cubicBezTo>
                    <a:pt x="12803" y="24587"/>
                    <a:pt x="12466" y="26637"/>
                    <a:pt x="12410" y="27395"/>
                  </a:cubicBezTo>
                  <a:cubicBezTo>
                    <a:pt x="12382" y="27731"/>
                    <a:pt x="12213" y="28714"/>
                    <a:pt x="11989" y="30034"/>
                  </a:cubicBezTo>
                  <a:cubicBezTo>
                    <a:pt x="11287" y="33964"/>
                    <a:pt x="9855" y="41011"/>
                    <a:pt x="8985" y="44071"/>
                  </a:cubicBezTo>
                  <a:cubicBezTo>
                    <a:pt x="7777" y="48198"/>
                    <a:pt x="5307" y="60298"/>
                    <a:pt x="5307" y="60298"/>
                  </a:cubicBezTo>
                  <a:lnTo>
                    <a:pt x="5307" y="60354"/>
                  </a:lnTo>
                  <a:cubicBezTo>
                    <a:pt x="5307" y="60354"/>
                    <a:pt x="5335" y="60551"/>
                    <a:pt x="5335" y="60832"/>
                  </a:cubicBezTo>
                  <a:cubicBezTo>
                    <a:pt x="5363" y="61084"/>
                    <a:pt x="5391" y="61449"/>
                    <a:pt x="5391" y="61814"/>
                  </a:cubicBezTo>
                  <a:cubicBezTo>
                    <a:pt x="5391" y="61983"/>
                    <a:pt x="5391" y="62151"/>
                    <a:pt x="5363" y="62291"/>
                  </a:cubicBezTo>
                  <a:cubicBezTo>
                    <a:pt x="5335" y="62685"/>
                    <a:pt x="5279" y="63471"/>
                    <a:pt x="5194" y="64144"/>
                  </a:cubicBezTo>
                  <a:cubicBezTo>
                    <a:pt x="5166" y="64509"/>
                    <a:pt x="5110" y="64818"/>
                    <a:pt x="5082" y="65071"/>
                  </a:cubicBezTo>
                  <a:cubicBezTo>
                    <a:pt x="5054" y="65183"/>
                    <a:pt x="5054" y="65295"/>
                    <a:pt x="5026" y="65380"/>
                  </a:cubicBezTo>
                  <a:lnTo>
                    <a:pt x="4998" y="65464"/>
                  </a:lnTo>
                  <a:lnTo>
                    <a:pt x="5005" y="65468"/>
                  </a:lnTo>
                  <a:lnTo>
                    <a:pt x="5005" y="65468"/>
                  </a:lnTo>
                  <a:cubicBezTo>
                    <a:pt x="4962" y="65536"/>
                    <a:pt x="4931" y="65591"/>
                    <a:pt x="4858" y="65689"/>
                  </a:cubicBezTo>
                  <a:cubicBezTo>
                    <a:pt x="4773" y="65829"/>
                    <a:pt x="4605" y="66025"/>
                    <a:pt x="4380" y="66166"/>
                  </a:cubicBezTo>
                  <a:cubicBezTo>
                    <a:pt x="4156" y="66306"/>
                    <a:pt x="3875" y="66418"/>
                    <a:pt x="3454" y="66418"/>
                  </a:cubicBezTo>
                  <a:lnTo>
                    <a:pt x="3257" y="66418"/>
                  </a:lnTo>
                  <a:cubicBezTo>
                    <a:pt x="2584" y="66362"/>
                    <a:pt x="1910" y="66110"/>
                    <a:pt x="1376" y="65885"/>
                  </a:cubicBezTo>
                  <a:cubicBezTo>
                    <a:pt x="1096" y="65773"/>
                    <a:pt x="871" y="65660"/>
                    <a:pt x="731" y="65576"/>
                  </a:cubicBezTo>
                  <a:cubicBezTo>
                    <a:pt x="661" y="65530"/>
                    <a:pt x="610" y="65502"/>
                    <a:pt x="579" y="65479"/>
                  </a:cubicBezTo>
                  <a:lnTo>
                    <a:pt x="579" y="65479"/>
                  </a:lnTo>
                  <a:cubicBezTo>
                    <a:pt x="568" y="65355"/>
                    <a:pt x="551" y="65153"/>
                    <a:pt x="534" y="64931"/>
                  </a:cubicBezTo>
                  <a:cubicBezTo>
                    <a:pt x="506" y="64566"/>
                    <a:pt x="478" y="64116"/>
                    <a:pt x="478" y="63864"/>
                  </a:cubicBezTo>
                  <a:cubicBezTo>
                    <a:pt x="478" y="63779"/>
                    <a:pt x="478" y="63723"/>
                    <a:pt x="478" y="63695"/>
                  </a:cubicBezTo>
                  <a:cubicBezTo>
                    <a:pt x="478" y="63667"/>
                    <a:pt x="534" y="63555"/>
                    <a:pt x="590" y="63386"/>
                  </a:cubicBezTo>
                  <a:cubicBezTo>
                    <a:pt x="703" y="63162"/>
                    <a:pt x="843" y="62881"/>
                    <a:pt x="955" y="62656"/>
                  </a:cubicBezTo>
                  <a:cubicBezTo>
                    <a:pt x="1039" y="62432"/>
                    <a:pt x="1152" y="62235"/>
                    <a:pt x="1152" y="62235"/>
                  </a:cubicBezTo>
                  <a:lnTo>
                    <a:pt x="1152" y="62123"/>
                  </a:lnTo>
                  <a:cubicBezTo>
                    <a:pt x="1152" y="62123"/>
                    <a:pt x="1152" y="61674"/>
                    <a:pt x="1124" y="60972"/>
                  </a:cubicBezTo>
                  <a:cubicBezTo>
                    <a:pt x="1067" y="58810"/>
                    <a:pt x="927" y="54234"/>
                    <a:pt x="927" y="52185"/>
                  </a:cubicBezTo>
                  <a:cubicBezTo>
                    <a:pt x="927" y="51511"/>
                    <a:pt x="1039" y="50135"/>
                    <a:pt x="1208" y="48423"/>
                  </a:cubicBezTo>
                  <a:cubicBezTo>
                    <a:pt x="1432" y="45896"/>
                    <a:pt x="1797" y="42667"/>
                    <a:pt x="2078" y="40084"/>
                  </a:cubicBezTo>
                  <a:cubicBezTo>
                    <a:pt x="2247" y="38793"/>
                    <a:pt x="2359" y="37670"/>
                    <a:pt x="2471" y="36856"/>
                  </a:cubicBezTo>
                  <a:cubicBezTo>
                    <a:pt x="2555" y="36042"/>
                    <a:pt x="2612" y="35564"/>
                    <a:pt x="2612" y="35564"/>
                  </a:cubicBezTo>
                  <a:lnTo>
                    <a:pt x="2640" y="35536"/>
                  </a:lnTo>
                  <a:lnTo>
                    <a:pt x="3763" y="13919"/>
                  </a:lnTo>
                  <a:lnTo>
                    <a:pt x="3763" y="13863"/>
                  </a:lnTo>
                  <a:cubicBezTo>
                    <a:pt x="3763" y="13863"/>
                    <a:pt x="3735" y="13750"/>
                    <a:pt x="3707" y="13554"/>
                  </a:cubicBezTo>
                  <a:cubicBezTo>
                    <a:pt x="3622" y="12936"/>
                    <a:pt x="3454" y="11504"/>
                    <a:pt x="3454" y="9904"/>
                  </a:cubicBezTo>
                  <a:cubicBezTo>
                    <a:pt x="3454" y="9707"/>
                    <a:pt x="3454" y="9539"/>
                    <a:pt x="3482" y="9371"/>
                  </a:cubicBezTo>
                  <a:cubicBezTo>
                    <a:pt x="3510" y="8191"/>
                    <a:pt x="3622" y="6282"/>
                    <a:pt x="3735" y="4682"/>
                  </a:cubicBezTo>
                  <a:cubicBezTo>
                    <a:pt x="3791" y="3896"/>
                    <a:pt x="3875" y="3166"/>
                    <a:pt x="3903" y="2633"/>
                  </a:cubicBezTo>
                  <a:cubicBezTo>
                    <a:pt x="3930" y="2381"/>
                    <a:pt x="3950" y="2179"/>
                    <a:pt x="3964" y="2034"/>
                  </a:cubicBezTo>
                  <a:lnTo>
                    <a:pt x="3964" y="2034"/>
                  </a:lnTo>
                  <a:cubicBezTo>
                    <a:pt x="6148" y="2423"/>
                    <a:pt x="8277" y="2605"/>
                    <a:pt x="10276" y="2605"/>
                  </a:cubicBezTo>
                  <a:cubicBezTo>
                    <a:pt x="16746" y="2580"/>
                    <a:pt x="21867" y="973"/>
                    <a:pt x="23084" y="546"/>
                  </a:cubicBezTo>
                  <a:close/>
                  <a:moveTo>
                    <a:pt x="23289" y="1"/>
                  </a:moveTo>
                  <a:cubicBezTo>
                    <a:pt x="23254" y="1"/>
                    <a:pt x="23218" y="8"/>
                    <a:pt x="23190" y="22"/>
                  </a:cubicBezTo>
                  <a:cubicBezTo>
                    <a:pt x="23190" y="22"/>
                    <a:pt x="23106" y="50"/>
                    <a:pt x="22938" y="106"/>
                  </a:cubicBezTo>
                  <a:cubicBezTo>
                    <a:pt x="21787" y="499"/>
                    <a:pt x="16677" y="2127"/>
                    <a:pt x="10276" y="2127"/>
                  </a:cubicBezTo>
                  <a:cubicBezTo>
                    <a:pt x="8227" y="2127"/>
                    <a:pt x="6037" y="1959"/>
                    <a:pt x="3791" y="1538"/>
                  </a:cubicBezTo>
                  <a:cubicBezTo>
                    <a:pt x="3774" y="1529"/>
                    <a:pt x="3755" y="1526"/>
                    <a:pt x="3736" y="1526"/>
                  </a:cubicBezTo>
                  <a:cubicBezTo>
                    <a:pt x="3688" y="1526"/>
                    <a:pt x="3634" y="1546"/>
                    <a:pt x="3594" y="1566"/>
                  </a:cubicBezTo>
                  <a:cubicBezTo>
                    <a:pt x="3538" y="1622"/>
                    <a:pt x="3510" y="1678"/>
                    <a:pt x="3510" y="1734"/>
                  </a:cubicBezTo>
                  <a:cubicBezTo>
                    <a:pt x="3510" y="1734"/>
                    <a:pt x="3061" y="6956"/>
                    <a:pt x="3005" y="9343"/>
                  </a:cubicBezTo>
                  <a:cubicBezTo>
                    <a:pt x="3005" y="9539"/>
                    <a:pt x="3005" y="9707"/>
                    <a:pt x="3005" y="9904"/>
                  </a:cubicBezTo>
                  <a:cubicBezTo>
                    <a:pt x="3005" y="11955"/>
                    <a:pt x="3257" y="13752"/>
                    <a:pt x="3283" y="13932"/>
                  </a:cubicBezTo>
                  <a:lnTo>
                    <a:pt x="3283" y="13932"/>
                  </a:lnTo>
                  <a:lnTo>
                    <a:pt x="2164" y="35480"/>
                  </a:lnTo>
                  <a:lnTo>
                    <a:pt x="2162" y="35480"/>
                  </a:lnTo>
                  <a:cubicBezTo>
                    <a:pt x="2162" y="35508"/>
                    <a:pt x="1741" y="38961"/>
                    <a:pt x="1320" y="42780"/>
                  </a:cubicBezTo>
                  <a:cubicBezTo>
                    <a:pt x="1096" y="44717"/>
                    <a:pt x="899" y="46710"/>
                    <a:pt x="731" y="48394"/>
                  </a:cubicBezTo>
                  <a:cubicBezTo>
                    <a:pt x="590" y="50079"/>
                    <a:pt x="478" y="51483"/>
                    <a:pt x="478" y="52185"/>
                  </a:cubicBezTo>
                  <a:cubicBezTo>
                    <a:pt x="478" y="54793"/>
                    <a:pt x="680" y="61411"/>
                    <a:pt x="701" y="62094"/>
                  </a:cubicBezTo>
                  <a:lnTo>
                    <a:pt x="701" y="62094"/>
                  </a:lnTo>
                  <a:cubicBezTo>
                    <a:pt x="645" y="62198"/>
                    <a:pt x="519" y="62433"/>
                    <a:pt x="394" y="62685"/>
                  </a:cubicBezTo>
                  <a:cubicBezTo>
                    <a:pt x="309" y="62881"/>
                    <a:pt x="225" y="63050"/>
                    <a:pt x="169" y="63218"/>
                  </a:cubicBezTo>
                  <a:cubicBezTo>
                    <a:pt x="113" y="63386"/>
                    <a:pt x="57" y="63499"/>
                    <a:pt x="29" y="63611"/>
                  </a:cubicBezTo>
                  <a:cubicBezTo>
                    <a:pt x="1" y="63695"/>
                    <a:pt x="1" y="63751"/>
                    <a:pt x="1" y="63864"/>
                  </a:cubicBezTo>
                  <a:cubicBezTo>
                    <a:pt x="1" y="64425"/>
                    <a:pt x="141" y="65660"/>
                    <a:pt x="141" y="65660"/>
                  </a:cubicBezTo>
                  <a:cubicBezTo>
                    <a:pt x="141" y="65717"/>
                    <a:pt x="169" y="65801"/>
                    <a:pt x="253" y="65829"/>
                  </a:cubicBezTo>
                  <a:cubicBezTo>
                    <a:pt x="253" y="65829"/>
                    <a:pt x="1741" y="66755"/>
                    <a:pt x="3229" y="66868"/>
                  </a:cubicBezTo>
                  <a:cubicBezTo>
                    <a:pt x="3285" y="66896"/>
                    <a:pt x="3370" y="66896"/>
                    <a:pt x="3454" y="66896"/>
                  </a:cubicBezTo>
                  <a:cubicBezTo>
                    <a:pt x="4128" y="66896"/>
                    <a:pt x="4605" y="66615"/>
                    <a:pt x="4914" y="66334"/>
                  </a:cubicBezTo>
                  <a:cubicBezTo>
                    <a:pt x="5054" y="66194"/>
                    <a:pt x="5166" y="66054"/>
                    <a:pt x="5251" y="65941"/>
                  </a:cubicBezTo>
                  <a:cubicBezTo>
                    <a:pt x="5335" y="65829"/>
                    <a:pt x="5391" y="65717"/>
                    <a:pt x="5391" y="65717"/>
                  </a:cubicBezTo>
                  <a:cubicBezTo>
                    <a:pt x="5447" y="65660"/>
                    <a:pt x="5447" y="65632"/>
                    <a:pt x="5447" y="65576"/>
                  </a:cubicBezTo>
                  <a:cubicBezTo>
                    <a:pt x="5503" y="65464"/>
                    <a:pt x="5531" y="65267"/>
                    <a:pt x="5559" y="64987"/>
                  </a:cubicBezTo>
                  <a:cubicBezTo>
                    <a:pt x="5672" y="64201"/>
                    <a:pt x="5784" y="62881"/>
                    <a:pt x="5840" y="62320"/>
                  </a:cubicBezTo>
                  <a:cubicBezTo>
                    <a:pt x="5840" y="62151"/>
                    <a:pt x="5840" y="61983"/>
                    <a:pt x="5840" y="61814"/>
                  </a:cubicBezTo>
                  <a:cubicBezTo>
                    <a:pt x="5840" y="61184"/>
                    <a:pt x="5798" y="60534"/>
                    <a:pt x="5787" y="60367"/>
                  </a:cubicBezTo>
                  <a:lnTo>
                    <a:pt x="5787" y="60367"/>
                  </a:lnTo>
                  <a:cubicBezTo>
                    <a:pt x="5808" y="60254"/>
                    <a:pt x="5945" y="59527"/>
                    <a:pt x="6177" y="58445"/>
                  </a:cubicBezTo>
                  <a:cubicBezTo>
                    <a:pt x="6935" y="54852"/>
                    <a:pt x="8535" y="47272"/>
                    <a:pt x="9434" y="44211"/>
                  </a:cubicBezTo>
                  <a:cubicBezTo>
                    <a:pt x="10023" y="42134"/>
                    <a:pt x="10866" y="38316"/>
                    <a:pt x="11539" y="34834"/>
                  </a:cubicBezTo>
                  <a:cubicBezTo>
                    <a:pt x="11904" y="33094"/>
                    <a:pt x="12213" y="31437"/>
                    <a:pt x="12438" y="30118"/>
                  </a:cubicBezTo>
                  <a:cubicBezTo>
                    <a:pt x="12690" y="28798"/>
                    <a:pt x="12831" y="27816"/>
                    <a:pt x="12859" y="27451"/>
                  </a:cubicBezTo>
                  <a:cubicBezTo>
                    <a:pt x="12915" y="26721"/>
                    <a:pt x="13280" y="24643"/>
                    <a:pt x="13617" y="22762"/>
                  </a:cubicBezTo>
                  <a:cubicBezTo>
                    <a:pt x="13741" y="22078"/>
                    <a:pt x="13866" y="21409"/>
                    <a:pt x="13967" y="20835"/>
                  </a:cubicBezTo>
                  <a:lnTo>
                    <a:pt x="13967" y="20835"/>
                  </a:lnTo>
                  <a:cubicBezTo>
                    <a:pt x="14285" y="24258"/>
                    <a:pt x="15001" y="31910"/>
                    <a:pt x="15217" y="33683"/>
                  </a:cubicBezTo>
                  <a:cubicBezTo>
                    <a:pt x="15273" y="34076"/>
                    <a:pt x="15273" y="34582"/>
                    <a:pt x="15273" y="35171"/>
                  </a:cubicBezTo>
                  <a:cubicBezTo>
                    <a:pt x="15273" y="38035"/>
                    <a:pt x="14824" y="42948"/>
                    <a:pt x="14796" y="45812"/>
                  </a:cubicBezTo>
                  <a:cubicBezTo>
                    <a:pt x="14824" y="47580"/>
                    <a:pt x="15329" y="51792"/>
                    <a:pt x="15835" y="55554"/>
                  </a:cubicBezTo>
                  <a:cubicBezTo>
                    <a:pt x="16368" y="59344"/>
                    <a:pt x="16874" y="62685"/>
                    <a:pt x="16874" y="62685"/>
                  </a:cubicBezTo>
                  <a:lnTo>
                    <a:pt x="16874" y="62685"/>
                  </a:lnTo>
                  <a:lnTo>
                    <a:pt x="16874" y="62685"/>
                  </a:lnTo>
                  <a:cubicBezTo>
                    <a:pt x="16874" y="62782"/>
                    <a:pt x="16878" y="63125"/>
                    <a:pt x="16902" y="63527"/>
                  </a:cubicBezTo>
                  <a:cubicBezTo>
                    <a:pt x="16902" y="63779"/>
                    <a:pt x="16902" y="64032"/>
                    <a:pt x="16930" y="64257"/>
                  </a:cubicBezTo>
                  <a:cubicBezTo>
                    <a:pt x="16930" y="64481"/>
                    <a:pt x="16958" y="64678"/>
                    <a:pt x="16986" y="64818"/>
                  </a:cubicBezTo>
                  <a:cubicBezTo>
                    <a:pt x="17070" y="65071"/>
                    <a:pt x="17239" y="65548"/>
                    <a:pt x="17435" y="65997"/>
                  </a:cubicBezTo>
                  <a:cubicBezTo>
                    <a:pt x="17604" y="66447"/>
                    <a:pt x="17772" y="66840"/>
                    <a:pt x="17772" y="66840"/>
                  </a:cubicBezTo>
                  <a:cubicBezTo>
                    <a:pt x="17800" y="66924"/>
                    <a:pt x="17884" y="66980"/>
                    <a:pt x="17940" y="66980"/>
                  </a:cubicBezTo>
                  <a:cubicBezTo>
                    <a:pt x="17968" y="66980"/>
                    <a:pt x="18558" y="67120"/>
                    <a:pt x="19260" y="67120"/>
                  </a:cubicBezTo>
                  <a:cubicBezTo>
                    <a:pt x="19709" y="67120"/>
                    <a:pt x="20186" y="67064"/>
                    <a:pt x="20551" y="66840"/>
                  </a:cubicBezTo>
                  <a:cubicBezTo>
                    <a:pt x="20944" y="66615"/>
                    <a:pt x="21478" y="66306"/>
                    <a:pt x="21927" y="65857"/>
                  </a:cubicBezTo>
                  <a:cubicBezTo>
                    <a:pt x="22348" y="65436"/>
                    <a:pt x="22741" y="64846"/>
                    <a:pt x="22797" y="64116"/>
                  </a:cubicBezTo>
                  <a:cubicBezTo>
                    <a:pt x="22797" y="63976"/>
                    <a:pt x="22797" y="63808"/>
                    <a:pt x="22797" y="63667"/>
                  </a:cubicBezTo>
                  <a:cubicBezTo>
                    <a:pt x="22797" y="62937"/>
                    <a:pt x="22685" y="62011"/>
                    <a:pt x="22573" y="61169"/>
                  </a:cubicBezTo>
                  <a:cubicBezTo>
                    <a:pt x="22460" y="60326"/>
                    <a:pt x="22320" y="59596"/>
                    <a:pt x="22292" y="59259"/>
                  </a:cubicBezTo>
                  <a:lnTo>
                    <a:pt x="22292" y="59231"/>
                  </a:lnTo>
                  <a:lnTo>
                    <a:pt x="22292" y="59175"/>
                  </a:lnTo>
                  <a:cubicBezTo>
                    <a:pt x="22292" y="59035"/>
                    <a:pt x="22320" y="58642"/>
                    <a:pt x="22348" y="58080"/>
                  </a:cubicBezTo>
                  <a:cubicBezTo>
                    <a:pt x="22545" y="56199"/>
                    <a:pt x="22994" y="52353"/>
                    <a:pt x="23415" y="48394"/>
                  </a:cubicBezTo>
                  <a:cubicBezTo>
                    <a:pt x="23808" y="44464"/>
                    <a:pt x="24173" y="40449"/>
                    <a:pt x="24173" y="38147"/>
                  </a:cubicBezTo>
                  <a:cubicBezTo>
                    <a:pt x="24173" y="35508"/>
                    <a:pt x="24398" y="31269"/>
                    <a:pt x="24622" y="27395"/>
                  </a:cubicBezTo>
                  <a:cubicBezTo>
                    <a:pt x="24847" y="23548"/>
                    <a:pt x="25071" y="20039"/>
                    <a:pt x="25071" y="18804"/>
                  </a:cubicBezTo>
                  <a:cubicBezTo>
                    <a:pt x="25071" y="16333"/>
                    <a:pt x="24510" y="8107"/>
                    <a:pt x="24510" y="8107"/>
                  </a:cubicBezTo>
                  <a:lnTo>
                    <a:pt x="23499" y="218"/>
                  </a:lnTo>
                  <a:cubicBezTo>
                    <a:pt x="23499" y="134"/>
                    <a:pt x="23443" y="78"/>
                    <a:pt x="23387" y="22"/>
                  </a:cubicBezTo>
                  <a:cubicBezTo>
                    <a:pt x="23359" y="8"/>
                    <a:pt x="23324" y="1"/>
                    <a:pt x="23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4230;p64">
              <a:extLst>
                <a:ext uri="{FF2B5EF4-FFF2-40B4-BE49-F238E27FC236}">
                  <a16:creationId xmlns:a16="http://schemas.microsoft.com/office/drawing/2014/main" id="{EBDB2DB3-E9A1-26D9-C861-9A01411C776C}"/>
                </a:ext>
              </a:extLst>
            </p:cNvPr>
            <p:cNvSpPr/>
            <p:nvPr/>
          </p:nvSpPr>
          <p:spPr>
            <a:xfrm>
              <a:off x="3183925" y="3855550"/>
              <a:ext cx="78625" cy="139825"/>
            </a:xfrm>
            <a:custGeom>
              <a:avLst/>
              <a:gdLst/>
              <a:ahLst/>
              <a:cxnLst/>
              <a:rect l="l" t="t" r="r" b="b"/>
              <a:pathLst>
                <a:path w="3145" h="5593" extrusionOk="0">
                  <a:moveTo>
                    <a:pt x="225" y="0"/>
                  </a:moveTo>
                  <a:cubicBezTo>
                    <a:pt x="113" y="0"/>
                    <a:pt x="0" y="113"/>
                    <a:pt x="0" y="253"/>
                  </a:cubicBezTo>
                  <a:cubicBezTo>
                    <a:pt x="0" y="365"/>
                    <a:pt x="113" y="478"/>
                    <a:pt x="225" y="478"/>
                  </a:cubicBezTo>
                  <a:lnTo>
                    <a:pt x="1909" y="478"/>
                  </a:lnTo>
                  <a:lnTo>
                    <a:pt x="2667" y="5391"/>
                  </a:lnTo>
                  <a:cubicBezTo>
                    <a:pt x="2692" y="5513"/>
                    <a:pt x="2780" y="5593"/>
                    <a:pt x="2877" y="5593"/>
                  </a:cubicBezTo>
                  <a:cubicBezTo>
                    <a:pt x="2891" y="5593"/>
                    <a:pt x="2906" y="5591"/>
                    <a:pt x="2920" y="5587"/>
                  </a:cubicBezTo>
                  <a:cubicBezTo>
                    <a:pt x="3060" y="5587"/>
                    <a:pt x="3145" y="5447"/>
                    <a:pt x="3117" y="5335"/>
                  </a:cubicBezTo>
                  <a:lnTo>
                    <a:pt x="2359" y="197"/>
                  </a:lnTo>
                  <a:cubicBezTo>
                    <a:pt x="2331" y="85"/>
                    <a:pt x="2246" y="0"/>
                    <a:pt x="21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4231;p64">
              <a:extLst>
                <a:ext uri="{FF2B5EF4-FFF2-40B4-BE49-F238E27FC236}">
                  <a16:creationId xmlns:a16="http://schemas.microsoft.com/office/drawing/2014/main" id="{8AE205E4-263B-8F8E-20E1-BFBC099DCE61}"/>
                </a:ext>
              </a:extLst>
            </p:cNvPr>
            <p:cNvSpPr/>
            <p:nvPr/>
          </p:nvSpPr>
          <p:spPr>
            <a:xfrm>
              <a:off x="2589450" y="2878550"/>
              <a:ext cx="361475" cy="677325"/>
            </a:xfrm>
            <a:custGeom>
              <a:avLst/>
              <a:gdLst/>
              <a:ahLst/>
              <a:cxnLst/>
              <a:rect l="l" t="t" r="r" b="b"/>
              <a:pathLst>
                <a:path w="14459" h="27093" extrusionOk="0">
                  <a:moveTo>
                    <a:pt x="12718" y="0"/>
                  </a:moveTo>
                  <a:cubicBezTo>
                    <a:pt x="12718" y="0"/>
                    <a:pt x="0" y="19091"/>
                    <a:pt x="225" y="19877"/>
                  </a:cubicBezTo>
                  <a:cubicBezTo>
                    <a:pt x="421" y="20635"/>
                    <a:pt x="12662" y="27092"/>
                    <a:pt x="12662" y="27092"/>
                  </a:cubicBezTo>
                  <a:lnTo>
                    <a:pt x="12549" y="24650"/>
                  </a:lnTo>
                  <a:lnTo>
                    <a:pt x="7889" y="18417"/>
                  </a:lnTo>
                  <a:lnTo>
                    <a:pt x="14459" y="11539"/>
                  </a:lnTo>
                  <a:lnTo>
                    <a:pt x="127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4232;p64">
              <a:extLst>
                <a:ext uri="{FF2B5EF4-FFF2-40B4-BE49-F238E27FC236}">
                  <a16:creationId xmlns:a16="http://schemas.microsoft.com/office/drawing/2014/main" id="{80BA8FA3-5422-535E-5C6E-E3AF3E0D89C1}"/>
                </a:ext>
              </a:extLst>
            </p:cNvPr>
            <p:cNvSpPr/>
            <p:nvPr/>
          </p:nvSpPr>
          <p:spPr>
            <a:xfrm>
              <a:off x="2588725" y="2872225"/>
              <a:ext cx="367825" cy="689625"/>
            </a:xfrm>
            <a:custGeom>
              <a:avLst/>
              <a:gdLst/>
              <a:ahLst/>
              <a:cxnLst/>
              <a:rect l="l" t="t" r="r" b="b"/>
              <a:pathLst>
                <a:path w="14713" h="27585" extrusionOk="0">
                  <a:moveTo>
                    <a:pt x="12608" y="856"/>
                  </a:moveTo>
                  <a:lnTo>
                    <a:pt x="14235" y="11708"/>
                  </a:lnTo>
                  <a:lnTo>
                    <a:pt x="7750" y="18502"/>
                  </a:lnTo>
                  <a:cubicBezTo>
                    <a:pt x="7665" y="18586"/>
                    <a:pt x="7665" y="18726"/>
                    <a:pt x="7722" y="18811"/>
                  </a:cubicBezTo>
                  <a:lnTo>
                    <a:pt x="12354" y="24987"/>
                  </a:lnTo>
                  <a:lnTo>
                    <a:pt x="12448" y="26959"/>
                  </a:lnTo>
                  <a:lnTo>
                    <a:pt x="12448" y="26959"/>
                  </a:lnTo>
                  <a:cubicBezTo>
                    <a:pt x="12394" y="26931"/>
                    <a:pt x="12334" y="26900"/>
                    <a:pt x="12270" y="26868"/>
                  </a:cubicBezTo>
                  <a:cubicBezTo>
                    <a:pt x="11119" y="26250"/>
                    <a:pt x="8171" y="24678"/>
                    <a:pt x="5504" y="23190"/>
                  </a:cubicBezTo>
                  <a:cubicBezTo>
                    <a:pt x="4184" y="22432"/>
                    <a:pt x="2921" y="21702"/>
                    <a:pt x="1966" y="21113"/>
                  </a:cubicBezTo>
                  <a:cubicBezTo>
                    <a:pt x="1517" y="20832"/>
                    <a:pt x="1124" y="20579"/>
                    <a:pt x="843" y="20383"/>
                  </a:cubicBezTo>
                  <a:cubicBezTo>
                    <a:pt x="703" y="20271"/>
                    <a:pt x="619" y="20186"/>
                    <a:pt x="534" y="20130"/>
                  </a:cubicBezTo>
                  <a:lnTo>
                    <a:pt x="488" y="20061"/>
                  </a:lnTo>
                  <a:lnTo>
                    <a:pt x="488" y="20061"/>
                  </a:lnTo>
                  <a:cubicBezTo>
                    <a:pt x="508" y="19999"/>
                    <a:pt x="555" y="19878"/>
                    <a:pt x="619" y="19709"/>
                  </a:cubicBezTo>
                  <a:cubicBezTo>
                    <a:pt x="984" y="18951"/>
                    <a:pt x="1938" y="17351"/>
                    <a:pt x="3173" y="15386"/>
                  </a:cubicBezTo>
                  <a:cubicBezTo>
                    <a:pt x="5026" y="12438"/>
                    <a:pt x="7469" y="8704"/>
                    <a:pt x="9434" y="5672"/>
                  </a:cubicBezTo>
                  <a:cubicBezTo>
                    <a:pt x="10417" y="4156"/>
                    <a:pt x="11315" y="2836"/>
                    <a:pt x="11933" y="1882"/>
                  </a:cubicBezTo>
                  <a:cubicBezTo>
                    <a:pt x="12207" y="1457"/>
                    <a:pt x="12437" y="1111"/>
                    <a:pt x="12608" y="856"/>
                  </a:cubicBezTo>
                  <a:close/>
                  <a:moveTo>
                    <a:pt x="12803" y="1"/>
                  </a:moveTo>
                  <a:cubicBezTo>
                    <a:pt x="12691" y="1"/>
                    <a:pt x="12607" y="29"/>
                    <a:pt x="12550" y="113"/>
                  </a:cubicBezTo>
                  <a:cubicBezTo>
                    <a:pt x="12550" y="113"/>
                    <a:pt x="9434" y="4801"/>
                    <a:pt x="6290" y="9630"/>
                  </a:cubicBezTo>
                  <a:cubicBezTo>
                    <a:pt x="4718" y="12045"/>
                    <a:pt x="3173" y="14487"/>
                    <a:pt x="1994" y="16424"/>
                  </a:cubicBezTo>
                  <a:cubicBezTo>
                    <a:pt x="1405" y="17379"/>
                    <a:pt x="927" y="18193"/>
                    <a:pt x="562" y="18811"/>
                  </a:cubicBezTo>
                  <a:cubicBezTo>
                    <a:pt x="394" y="19119"/>
                    <a:pt x="254" y="19400"/>
                    <a:pt x="169" y="19597"/>
                  </a:cubicBezTo>
                  <a:cubicBezTo>
                    <a:pt x="113" y="19709"/>
                    <a:pt x="85" y="19793"/>
                    <a:pt x="57" y="19878"/>
                  </a:cubicBezTo>
                  <a:cubicBezTo>
                    <a:pt x="29" y="19934"/>
                    <a:pt x="1" y="20018"/>
                    <a:pt x="1" y="20102"/>
                  </a:cubicBezTo>
                  <a:cubicBezTo>
                    <a:pt x="1" y="20102"/>
                    <a:pt x="1" y="20158"/>
                    <a:pt x="29" y="20186"/>
                  </a:cubicBezTo>
                  <a:cubicBezTo>
                    <a:pt x="29" y="20271"/>
                    <a:pt x="85" y="20299"/>
                    <a:pt x="113" y="20355"/>
                  </a:cubicBezTo>
                  <a:cubicBezTo>
                    <a:pt x="197" y="20439"/>
                    <a:pt x="310" y="20551"/>
                    <a:pt x="450" y="20664"/>
                  </a:cubicBezTo>
                  <a:cubicBezTo>
                    <a:pt x="955" y="21057"/>
                    <a:pt x="1966" y="21674"/>
                    <a:pt x="3201" y="22404"/>
                  </a:cubicBezTo>
                  <a:cubicBezTo>
                    <a:pt x="6907" y="24566"/>
                    <a:pt x="12578" y="27542"/>
                    <a:pt x="12578" y="27542"/>
                  </a:cubicBezTo>
                  <a:cubicBezTo>
                    <a:pt x="12621" y="27570"/>
                    <a:pt x="12663" y="27584"/>
                    <a:pt x="12705" y="27584"/>
                  </a:cubicBezTo>
                  <a:cubicBezTo>
                    <a:pt x="12747" y="27584"/>
                    <a:pt x="12789" y="27570"/>
                    <a:pt x="12831" y="27542"/>
                  </a:cubicBezTo>
                  <a:cubicBezTo>
                    <a:pt x="12887" y="27486"/>
                    <a:pt x="12943" y="27430"/>
                    <a:pt x="12915" y="27345"/>
                  </a:cubicBezTo>
                  <a:lnTo>
                    <a:pt x="12803" y="24903"/>
                  </a:lnTo>
                  <a:cubicBezTo>
                    <a:pt x="12803" y="24847"/>
                    <a:pt x="12803" y="24791"/>
                    <a:pt x="12775" y="24763"/>
                  </a:cubicBezTo>
                  <a:lnTo>
                    <a:pt x="8227" y="18698"/>
                  </a:lnTo>
                  <a:lnTo>
                    <a:pt x="14656" y="11932"/>
                  </a:lnTo>
                  <a:cubicBezTo>
                    <a:pt x="14684" y="11876"/>
                    <a:pt x="14712" y="11820"/>
                    <a:pt x="14712" y="11736"/>
                  </a:cubicBezTo>
                  <a:lnTo>
                    <a:pt x="12971" y="197"/>
                  </a:lnTo>
                  <a:cubicBezTo>
                    <a:pt x="12971" y="113"/>
                    <a:pt x="12887" y="29"/>
                    <a:pt x="128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4233;p64">
              <a:extLst>
                <a:ext uri="{FF2B5EF4-FFF2-40B4-BE49-F238E27FC236}">
                  <a16:creationId xmlns:a16="http://schemas.microsoft.com/office/drawing/2014/main" id="{36336E5E-16E4-B782-6DFB-F4895DBA06C3}"/>
                </a:ext>
              </a:extLst>
            </p:cNvPr>
            <p:cNvSpPr/>
            <p:nvPr/>
          </p:nvSpPr>
          <p:spPr>
            <a:xfrm>
              <a:off x="2888425" y="3476525"/>
              <a:ext cx="122150" cy="126200"/>
            </a:xfrm>
            <a:custGeom>
              <a:avLst/>
              <a:gdLst/>
              <a:ahLst/>
              <a:cxnLst/>
              <a:rect l="l" t="t" r="r" b="b"/>
              <a:pathLst>
                <a:path w="4886" h="5048" extrusionOk="0">
                  <a:moveTo>
                    <a:pt x="2359" y="1"/>
                  </a:moveTo>
                  <a:lnTo>
                    <a:pt x="590" y="731"/>
                  </a:lnTo>
                  <a:lnTo>
                    <a:pt x="1" y="2808"/>
                  </a:lnTo>
                  <a:cubicBezTo>
                    <a:pt x="1" y="2808"/>
                    <a:pt x="534" y="3931"/>
                    <a:pt x="1068" y="4381"/>
                  </a:cubicBezTo>
                  <a:cubicBezTo>
                    <a:pt x="1464" y="4714"/>
                    <a:pt x="2232" y="5048"/>
                    <a:pt x="2946" y="5048"/>
                  </a:cubicBezTo>
                  <a:cubicBezTo>
                    <a:pt x="3193" y="5048"/>
                    <a:pt x="3434" y="5008"/>
                    <a:pt x="3651" y="4914"/>
                  </a:cubicBezTo>
                  <a:cubicBezTo>
                    <a:pt x="4465" y="4521"/>
                    <a:pt x="3931" y="3258"/>
                    <a:pt x="3931" y="3258"/>
                  </a:cubicBezTo>
                  <a:lnTo>
                    <a:pt x="4409" y="3145"/>
                  </a:lnTo>
                  <a:cubicBezTo>
                    <a:pt x="4886" y="3033"/>
                    <a:pt x="4240" y="1657"/>
                    <a:pt x="4240" y="1657"/>
                  </a:cubicBezTo>
                  <a:lnTo>
                    <a:pt x="2359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4234;p64">
              <a:extLst>
                <a:ext uri="{FF2B5EF4-FFF2-40B4-BE49-F238E27FC236}">
                  <a16:creationId xmlns:a16="http://schemas.microsoft.com/office/drawing/2014/main" id="{AB30CEC0-9058-BF4D-5D56-4EA9764D89A6}"/>
                </a:ext>
              </a:extLst>
            </p:cNvPr>
            <p:cNvSpPr/>
            <p:nvPr/>
          </p:nvSpPr>
          <p:spPr>
            <a:xfrm>
              <a:off x="2882825" y="3470650"/>
              <a:ext cx="126350" cy="137850"/>
            </a:xfrm>
            <a:custGeom>
              <a:avLst/>
              <a:gdLst/>
              <a:ahLst/>
              <a:cxnLst/>
              <a:rect l="l" t="t" r="r" b="b"/>
              <a:pathLst>
                <a:path w="5054" h="5514" extrusionOk="0">
                  <a:moveTo>
                    <a:pt x="2527" y="517"/>
                  </a:moveTo>
                  <a:lnTo>
                    <a:pt x="4274" y="2045"/>
                  </a:lnTo>
                  <a:lnTo>
                    <a:pt x="4274" y="2045"/>
                  </a:lnTo>
                  <a:cubicBezTo>
                    <a:pt x="4306" y="2114"/>
                    <a:pt x="4385" y="2298"/>
                    <a:pt x="4464" y="2482"/>
                  </a:cubicBezTo>
                  <a:cubicBezTo>
                    <a:pt x="4520" y="2678"/>
                    <a:pt x="4576" y="2931"/>
                    <a:pt x="4576" y="3071"/>
                  </a:cubicBezTo>
                  <a:cubicBezTo>
                    <a:pt x="4576" y="3128"/>
                    <a:pt x="4576" y="3156"/>
                    <a:pt x="4576" y="3156"/>
                  </a:cubicBezTo>
                  <a:lnTo>
                    <a:pt x="4099" y="3268"/>
                  </a:lnTo>
                  <a:cubicBezTo>
                    <a:pt x="4043" y="3268"/>
                    <a:pt x="3987" y="3324"/>
                    <a:pt x="3959" y="3380"/>
                  </a:cubicBezTo>
                  <a:cubicBezTo>
                    <a:pt x="3931" y="3436"/>
                    <a:pt x="3931" y="3521"/>
                    <a:pt x="3959" y="3577"/>
                  </a:cubicBezTo>
                  <a:cubicBezTo>
                    <a:pt x="3987" y="3661"/>
                    <a:pt x="4099" y="3998"/>
                    <a:pt x="4099" y="4307"/>
                  </a:cubicBezTo>
                  <a:cubicBezTo>
                    <a:pt x="4099" y="4447"/>
                    <a:pt x="4071" y="4588"/>
                    <a:pt x="4015" y="4700"/>
                  </a:cubicBezTo>
                  <a:cubicBezTo>
                    <a:pt x="3959" y="4784"/>
                    <a:pt x="3903" y="4868"/>
                    <a:pt x="3762" y="4924"/>
                  </a:cubicBezTo>
                  <a:cubicBezTo>
                    <a:pt x="3594" y="5009"/>
                    <a:pt x="3369" y="5065"/>
                    <a:pt x="3145" y="5065"/>
                  </a:cubicBezTo>
                  <a:cubicBezTo>
                    <a:pt x="2527" y="5065"/>
                    <a:pt x="1769" y="4728"/>
                    <a:pt x="1460" y="4447"/>
                  </a:cubicBezTo>
                  <a:cubicBezTo>
                    <a:pt x="1236" y="4251"/>
                    <a:pt x="955" y="3858"/>
                    <a:pt x="758" y="3549"/>
                  </a:cubicBezTo>
                  <a:cubicBezTo>
                    <a:pt x="674" y="3380"/>
                    <a:pt x="590" y="3212"/>
                    <a:pt x="534" y="3100"/>
                  </a:cubicBezTo>
                  <a:cubicBezTo>
                    <a:pt x="509" y="3050"/>
                    <a:pt x="484" y="3022"/>
                    <a:pt x="479" y="2997"/>
                  </a:cubicBezTo>
                  <a:lnTo>
                    <a:pt x="479" y="2997"/>
                  </a:lnTo>
                  <a:lnTo>
                    <a:pt x="1004" y="1147"/>
                  </a:lnTo>
                  <a:lnTo>
                    <a:pt x="2527" y="517"/>
                  </a:lnTo>
                  <a:close/>
                  <a:moveTo>
                    <a:pt x="2566" y="0"/>
                  </a:moveTo>
                  <a:cubicBezTo>
                    <a:pt x="2544" y="0"/>
                    <a:pt x="2521" y="4"/>
                    <a:pt x="2499" y="11"/>
                  </a:cubicBezTo>
                  <a:lnTo>
                    <a:pt x="730" y="741"/>
                  </a:lnTo>
                  <a:cubicBezTo>
                    <a:pt x="674" y="769"/>
                    <a:pt x="618" y="826"/>
                    <a:pt x="590" y="910"/>
                  </a:cubicBezTo>
                  <a:lnTo>
                    <a:pt x="0" y="2959"/>
                  </a:lnTo>
                  <a:cubicBezTo>
                    <a:pt x="0" y="3015"/>
                    <a:pt x="0" y="3071"/>
                    <a:pt x="28" y="3128"/>
                  </a:cubicBezTo>
                  <a:cubicBezTo>
                    <a:pt x="28" y="3128"/>
                    <a:pt x="169" y="3436"/>
                    <a:pt x="365" y="3773"/>
                  </a:cubicBezTo>
                  <a:cubicBezTo>
                    <a:pt x="562" y="4110"/>
                    <a:pt x="843" y="4531"/>
                    <a:pt x="1151" y="4784"/>
                  </a:cubicBezTo>
                  <a:cubicBezTo>
                    <a:pt x="1572" y="5177"/>
                    <a:pt x="2359" y="5514"/>
                    <a:pt x="3145" y="5514"/>
                  </a:cubicBezTo>
                  <a:cubicBezTo>
                    <a:pt x="3425" y="5514"/>
                    <a:pt x="3706" y="5486"/>
                    <a:pt x="3959" y="5346"/>
                  </a:cubicBezTo>
                  <a:cubicBezTo>
                    <a:pt x="4183" y="5261"/>
                    <a:pt x="4352" y="5093"/>
                    <a:pt x="4436" y="4896"/>
                  </a:cubicBezTo>
                  <a:cubicBezTo>
                    <a:pt x="4548" y="4700"/>
                    <a:pt x="4576" y="4503"/>
                    <a:pt x="4576" y="4307"/>
                  </a:cubicBezTo>
                  <a:cubicBezTo>
                    <a:pt x="4562" y="4058"/>
                    <a:pt x="4509" y="3825"/>
                    <a:pt x="4462" y="3658"/>
                  </a:cubicBezTo>
                  <a:lnTo>
                    <a:pt x="4462" y="3658"/>
                  </a:lnTo>
                  <a:lnTo>
                    <a:pt x="4689" y="3605"/>
                  </a:lnTo>
                  <a:cubicBezTo>
                    <a:pt x="4829" y="3577"/>
                    <a:pt x="4941" y="3493"/>
                    <a:pt x="4998" y="3380"/>
                  </a:cubicBezTo>
                  <a:cubicBezTo>
                    <a:pt x="5026" y="3268"/>
                    <a:pt x="5054" y="3156"/>
                    <a:pt x="5054" y="3071"/>
                  </a:cubicBezTo>
                  <a:cubicBezTo>
                    <a:pt x="5054" y="2791"/>
                    <a:pt x="4941" y="2482"/>
                    <a:pt x="4857" y="2229"/>
                  </a:cubicBezTo>
                  <a:cubicBezTo>
                    <a:pt x="4773" y="2005"/>
                    <a:pt x="4689" y="1808"/>
                    <a:pt x="4689" y="1808"/>
                  </a:cubicBezTo>
                  <a:lnTo>
                    <a:pt x="4633" y="1724"/>
                  </a:lnTo>
                  <a:lnTo>
                    <a:pt x="2724" y="67"/>
                  </a:lnTo>
                  <a:cubicBezTo>
                    <a:pt x="2682" y="26"/>
                    <a:pt x="2626" y="0"/>
                    <a:pt x="25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4235;p64">
              <a:extLst>
                <a:ext uri="{FF2B5EF4-FFF2-40B4-BE49-F238E27FC236}">
                  <a16:creationId xmlns:a16="http://schemas.microsoft.com/office/drawing/2014/main" id="{2BF438C7-7D8F-0B6F-39D1-61877B862552}"/>
                </a:ext>
              </a:extLst>
            </p:cNvPr>
            <p:cNvSpPr/>
            <p:nvPr/>
          </p:nvSpPr>
          <p:spPr>
            <a:xfrm>
              <a:off x="2922825" y="3491975"/>
              <a:ext cx="54775" cy="71700"/>
            </a:xfrm>
            <a:custGeom>
              <a:avLst/>
              <a:gdLst/>
              <a:ahLst/>
              <a:cxnLst/>
              <a:rect l="l" t="t" r="r" b="b"/>
              <a:pathLst>
                <a:path w="2191" h="2868" extrusionOk="0">
                  <a:moveTo>
                    <a:pt x="1517" y="1"/>
                  </a:moveTo>
                  <a:lnTo>
                    <a:pt x="1" y="1657"/>
                  </a:lnTo>
                  <a:cubicBezTo>
                    <a:pt x="82" y="1726"/>
                    <a:pt x="181" y="1753"/>
                    <a:pt x="286" y="1753"/>
                  </a:cubicBezTo>
                  <a:cubicBezTo>
                    <a:pt x="645" y="1753"/>
                    <a:pt x="1067" y="1432"/>
                    <a:pt x="1067" y="1432"/>
                  </a:cubicBezTo>
                  <a:lnTo>
                    <a:pt x="1067" y="1432"/>
                  </a:lnTo>
                  <a:cubicBezTo>
                    <a:pt x="1067" y="1432"/>
                    <a:pt x="983" y="1882"/>
                    <a:pt x="899" y="2106"/>
                  </a:cubicBezTo>
                  <a:cubicBezTo>
                    <a:pt x="818" y="2321"/>
                    <a:pt x="1096" y="2868"/>
                    <a:pt x="1391" y="2868"/>
                  </a:cubicBezTo>
                  <a:cubicBezTo>
                    <a:pt x="1405" y="2868"/>
                    <a:pt x="1418" y="2867"/>
                    <a:pt x="1432" y="2864"/>
                  </a:cubicBezTo>
                  <a:cubicBezTo>
                    <a:pt x="1741" y="2780"/>
                    <a:pt x="2022" y="1489"/>
                    <a:pt x="2106" y="1124"/>
                  </a:cubicBezTo>
                  <a:cubicBezTo>
                    <a:pt x="2190" y="759"/>
                    <a:pt x="1517" y="1"/>
                    <a:pt x="1517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4236;p64">
              <a:extLst>
                <a:ext uri="{FF2B5EF4-FFF2-40B4-BE49-F238E27FC236}">
                  <a16:creationId xmlns:a16="http://schemas.microsoft.com/office/drawing/2014/main" id="{E81814A1-7AD4-C051-51F7-DC50EB00B1F7}"/>
                </a:ext>
              </a:extLst>
            </p:cNvPr>
            <p:cNvSpPr/>
            <p:nvPr/>
          </p:nvSpPr>
          <p:spPr>
            <a:xfrm>
              <a:off x="2916500" y="3485800"/>
              <a:ext cx="65300" cy="83400"/>
            </a:xfrm>
            <a:custGeom>
              <a:avLst/>
              <a:gdLst/>
              <a:ahLst/>
              <a:cxnLst/>
              <a:rect l="l" t="t" r="r" b="b"/>
              <a:pathLst>
                <a:path w="2612" h="3336" extrusionOk="0">
                  <a:moveTo>
                    <a:pt x="1751" y="0"/>
                  </a:moveTo>
                  <a:cubicBezTo>
                    <a:pt x="1700" y="0"/>
                    <a:pt x="1648" y="16"/>
                    <a:pt x="1601" y="51"/>
                  </a:cubicBezTo>
                  <a:cubicBezTo>
                    <a:pt x="1517" y="135"/>
                    <a:pt x="1489" y="304"/>
                    <a:pt x="1573" y="388"/>
                  </a:cubicBezTo>
                  <a:lnTo>
                    <a:pt x="1601" y="416"/>
                  </a:lnTo>
                  <a:cubicBezTo>
                    <a:pt x="1657" y="472"/>
                    <a:pt x="1798" y="641"/>
                    <a:pt x="1938" y="837"/>
                  </a:cubicBezTo>
                  <a:cubicBezTo>
                    <a:pt x="1994" y="921"/>
                    <a:pt x="2050" y="1034"/>
                    <a:pt x="2078" y="1118"/>
                  </a:cubicBezTo>
                  <a:cubicBezTo>
                    <a:pt x="2106" y="1202"/>
                    <a:pt x="2135" y="1286"/>
                    <a:pt x="2135" y="1314"/>
                  </a:cubicBezTo>
                  <a:cubicBezTo>
                    <a:pt x="2106" y="1511"/>
                    <a:pt x="1994" y="1904"/>
                    <a:pt x="1882" y="2269"/>
                  </a:cubicBezTo>
                  <a:cubicBezTo>
                    <a:pt x="1826" y="2465"/>
                    <a:pt x="1770" y="2634"/>
                    <a:pt x="1713" y="2746"/>
                  </a:cubicBezTo>
                  <a:cubicBezTo>
                    <a:pt x="1657" y="2802"/>
                    <a:pt x="1629" y="2859"/>
                    <a:pt x="1629" y="2859"/>
                  </a:cubicBezTo>
                  <a:lnTo>
                    <a:pt x="1615" y="2873"/>
                  </a:lnTo>
                  <a:lnTo>
                    <a:pt x="1615" y="2873"/>
                  </a:lnTo>
                  <a:lnTo>
                    <a:pt x="1573" y="2830"/>
                  </a:lnTo>
                  <a:cubicBezTo>
                    <a:pt x="1517" y="2802"/>
                    <a:pt x="1461" y="2718"/>
                    <a:pt x="1433" y="2634"/>
                  </a:cubicBezTo>
                  <a:cubicBezTo>
                    <a:pt x="1405" y="2550"/>
                    <a:pt x="1377" y="2465"/>
                    <a:pt x="1377" y="2437"/>
                  </a:cubicBezTo>
                  <a:cubicBezTo>
                    <a:pt x="1433" y="2297"/>
                    <a:pt x="1461" y="2129"/>
                    <a:pt x="1489" y="1960"/>
                  </a:cubicBezTo>
                  <a:cubicBezTo>
                    <a:pt x="1517" y="1820"/>
                    <a:pt x="1545" y="1707"/>
                    <a:pt x="1545" y="1707"/>
                  </a:cubicBezTo>
                  <a:cubicBezTo>
                    <a:pt x="1545" y="1623"/>
                    <a:pt x="1517" y="1511"/>
                    <a:pt x="1433" y="1483"/>
                  </a:cubicBezTo>
                  <a:cubicBezTo>
                    <a:pt x="1391" y="1455"/>
                    <a:pt x="1341" y="1441"/>
                    <a:pt x="1292" y="1441"/>
                  </a:cubicBezTo>
                  <a:cubicBezTo>
                    <a:pt x="1243" y="1441"/>
                    <a:pt x="1194" y="1455"/>
                    <a:pt x="1152" y="1483"/>
                  </a:cubicBezTo>
                  <a:cubicBezTo>
                    <a:pt x="1124" y="1511"/>
                    <a:pt x="1012" y="1595"/>
                    <a:pt x="899" y="1651"/>
                  </a:cubicBezTo>
                  <a:cubicBezTo>
                    <a:pt x="787" y="1707"/>
                    <a:pt x="647" y="1764"/>
                    <a:pt x="534" y="1764"/>
                  </a:cubicBezTo>
                  <a:cubicBezTo>
                    <a:pt x="478" y="1764"/>
                    <a:pt x="422" y="1736"/>
                    <a:pt x="394" y="1707"/>
                  </a:cubicBezTo>
                  <a:cubicBezTo>
                    <a:pt x="361" y="1674"/>
                    <a:pt x="314" y="1659"/>
                    <a:pt x="265" y="1659"/>
                  </a:cubicBezTo>
                  <a:cubicBezTo>
                    <a:pt x="190" y="1659"/>
                    <a:pt x="108" y="1696"/>
                    <a:pt x="57" y="1764"/>
                  </a:cubicBezTo>
                  <a:cubicBezTo>
                    <a:pt x="1" y="1848"/>
                    <a:pt x="1" y="1988"/>
                    <a:pt x="113" y="2072"/>
                  </a:cubicBezTo>
                  <a:cubicBezTo>
                    <a:pt x="225" y="2185"/>
                    <a:pt x="394" y="2213"/>
                    <a:pt x="534" y="2213"/>
                  </a:cubicBezTo>
                  <a:cubicBezTo>
                    <a:pt x="693" y="2213"/>
                    <a:pt x="841" y="2179"/>
                    <a:pt x="971" y="2134"/>
                  </a:cubicBezTo>
                  <a:lnTo>
                    <a:pt x="971" y="2134"/>
                  </a:lnTo>
                  <a:cubicBezTo>
                    <a:pt x="954" y="2188"/>
                    <a:pt x="939" y="2235"/>
                    <a:pt x="927" y="2269"/>
                  </a:cubicBezTo>
                  <a:cubicBezTo>
                    <a:pt x="927" y="2325"/>
                    <a:pt x="899" y="2381"/>
                    <a:pt x="899" y="2437"/>
                  </a:cubicBezTo>
                  <a:cubicBezTo>
                    <a:pt x="899" y="2634"/>
                    <a:pt x="983" y="2830"/>
                    <a:pt x="1096" y="2999"/>
                  </a:cubicBezTo>
                  <a:cubicBezTo>
                    <a:pt x="1152" y="3083"/>
                    <a:pt x="1208" y="3167"/>
                    <a:pt x="1292" y="3224"/>
                  </a:cubicBezTo>
                  <a:cubicBezTo>
                    <a:pt x="1377" y="3280"/>
                    <a:pt x="1489" y="3336"/>
                    <a:pt x="1629" y="3336"/>
                  </a:cubicBezTo>
                  <a:lnTo>
                    <a:pt x="1741" y="3336"/>
                  </a:lnTo>
                  <a:cubicBezTo>
                    <a:pt x="1854" y="3308"/>
                    <a:pt x="1910" y="3252"/>
                    <a:pt x="1966" y="3167"/>
                  </a:cubicBezTo>
                  <a:cubicBezTo>
                    <a:pt x="2078" y="3055"/>
                    <a:pt x="2135" y="2943"/>
                    <a:pt x="2191" y="2774"/>
                  </a:cubicBezTo>
                  <a:cubicBezTo>
                    <a:pt x="2387" y="2325"/>
                    <a:pt x="2528" y="1679"/>
                    <a:pt x="2584" y="1427"/>
                  </a:cubicBezTo>
                  <a:lnTo>
                    <a:pt x="2584" y="1399"/>
                  </a:lnTo>
                  <a:lnTo>
                    <a:pt x="2612" y="1314"/>
                  </a:lnTo>
                  <a:cubicBezTo>
                    <a:pt x="2612" y="1146"/>
                    <a:pt x="2556" y="1006"/>
                    <a:pt x="2471" y="865"/>
                  </a:cubicBezTo>
                  <a:cubicBezTo>
                    <a:pt x="2303" y="472"/>
                    <a:pt x="1938" y="79"/>
                    <a:pt x="1938" y="79"/>
                  </a:cubicBezTo>
                  <a:cubicBezTo>
                    <a:pt x="1889" y="30"/>
                    <a:pt x="1821" y="0"/>
                    <a:pt x="17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4237;p64">
              <a:extLst>
                <a:ext uri="{FF2B5EF4-FFF2-40B4-BE49-F238E27FC236}">
                  <a16:creationId xmlns:a16="http://schemas.microsoft.com/office/drawing/2014/main" id="{ABA14A14-2B2F-58C0-A8DC-374E35188369}"/>
                </a:ext>
              </a:extLst>
            </p:cNvPr>
            <p:cNvSpPr/>
            <p:nvPr/>
          </p:nvSpPr>
          <p:spPr>
            <a:xfrm>
              <a:off x="2907375" y="2774425"/>
              <a:ext cx="602250" cy="818975"/>
            </a:xfrm>
            <a:custGeom>
              <a:avLst/>
              <a:gdLst/>
              <a:ahLst/>
              <a:cxnLst/>
              <a:rect l="l" t="t" r="r" b="b"/>
              <a:pathLst>
                <a:path w="24090" h="32759" extrusionOk="0">
                  <a:moveTo>
                    <a:pt x="13169" y="1"/>
                  </a:moveTo>
                  <a:cubicBezTo>
                    <a:pt x="12425" y="1"/>
                    <a:pt x="11602" y="41"/>
                    <a:pt x="10754" y="151"/>
                  </a:cubicBezTo>
                  <a:cubicBezTo>
                    <a:pt x="7721" y="544"/>
                    <a:pt x="5110" y="1554"/>
                    <a:pt x="3707" y="2228"/>
                  </a:cubicBezTo>
                  <a:cubicBezTo>
                    <a:pt x="2303" y="2902"/>
                    <a:pt x="1" y="3941"/>
                    <a:pt x="1" y="4165"/>
                  </a:cubicBezTo>
                  <a:cubicBezTo>
                    <a:pt x="1" y="4390"/>
                    <a:pt x="3258" y="25249"/>
                    <a:pt x="3258" y="25249"/>
                  </a:cubicBezTo>
                  <a:cubicBezTo>
                    <a:pt x="3258" y="25249"/>
                    <a:pt x="3258" y="30668"/>
                    <a:pt x="3594" y="31454"/>
                  </a:cubicBezTo>
                  <a:cubicBezTo>
                    <a:pt x="3931" y="32240"/>
                    <a:pt x="4942" y="32352"/>
                    <a:pt x="7441" y="32633"/>
                  </a:cubicBezTo>
                  <a:cubicBezTo>
                    <a:pt x="8206" y="32720"/>
                    <a:pt x="9354" y="32758"/>
                    <a:pt x="10640" y="32758"/>
                  </a:cubicBezTo>
                  <a:cubicBezTo>
                    <a:pt x="13505" y="32758"/>
                    <a:pt x="17055" y="32567"/>
                    <a:pt x="18586" y="32296"/>
                  </a:cubicBezTo>
                  <a:cubicBezTo>
                    <a:pt x="20776" y="31903"/>
                    <a:pt x="22685" y="31566"/>
                    <a:pt x="23022" y="30556"/>
                  </a:cubicBezTo>
                  <a:cubicBezTo>
                    <a:pt x="23359" y="29545"/>
                    <a:pt x="22910" y="26822"/>
                    <a:pt x="22910" y="26822"/>
                  </a:cubicBezTo>
                  <a:lnTo>
                    <a:pt x="24089" y="4951"/>
                  </a:lnTo>
                  <a:cubicBezTo>
                    <a:pt x="24089" y="4951"/>
                    <a:pt x="22910" y="3351"/>
                    <a:pt x="20552" y="2116"/>
                  </a:cubicBezTo>
                  <a:cubicBezTo>
                    <a:pt x="18193" y="880"/>
                    <a:pt x="16481" y="263"/>
                    <a:pt x="16481" y="263"/>
                  </a:cubicBezTo>
                  <a:cubicBezTo>
                    <a:pt x="16481" y="263"/>
                    <a:pt x="15084" y="1"/>
                    <a:pt x="13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4238;p64">
              <a:extLst>
                <a:ext uri="{FF2B5EF4-FFF2-40B4-BE49-F238E27FC236}">
                  <a16:creationId xmlns:a16="http://schemas.microsoft.com/office/drawing/2014/main" id="{9F9DA884-DF3F-364B-80D6-0CAD87629C6E}"/>
                </a:ext>
              </a:extLst>
            </p:cNvPr>
            <p:cNvSpPr/>
            <p:nvPr/>
          </p:nvSpPr>
          <p:spPr>
            <a:xfrm>
              <a:off x="2901775" y="2769050"/>
              <a:ext cx="613450" cy="830350"/>
            </a:xfrm>
            <a:custGeom>
              <a:avLst/>
              <a:gdLst/>
              <a:ahLst/>
              <a:cxnLst/>
              <a:rect l="l" t="t" r="r" b="b"/>
              <a:pathLst>
                <a:path w="24538" h="33214" extrusionOk="0">
                  <a:moveTo>
                    <a:pt x="13392" y="450"/>
                  </a:moveTo>
                  <a:cubicBezTo>
                    <a:pt x="14346" y="450"/>
                    <a:pt x="15161" y="534"/>
                    <a:pt x="15750" y="590"/>
                  </a:cubicBezTo>
                  <a:cubicBezTo>
                    <a:pt x="16031" y="618"/>
                    <a:pt x="16284" y="646"/>
                    <a:pt x="16424" y="674"/>
                  </a:cubicBezTo>
                  <a:cubicBezTo>
                    <a:pt x="16508" y="674"/>
                    <a:pt x="16564" y="702"/>
                    <a:pt x="16621" y="702"/>
                  </a:cubicBezTo>
                  <a:cubicBezTo>
                    <a:pt x="16649" y="702"/>
                    <a:pt x="16733" y="731"/>
                    <a:pt x="16929" y="815"/>
                  </a:cubicBezTo>
                  <a:cubicBezTo>
                    <a:pt x="17519" y="1039"/>
                    <a:pt x="18895" y="1629"/>
                    <a:pt x="20663" y="2555"/>
                  </a:cubicBezTo>
                  <a:cubicBezTo>
                    <a:pt x="21814" y="3145"/>
                    <a:pt x="22685" y="3847"/>
                    <a:pt x="23274" y="4380"/>
                  </a:cubicBezTo>
                  <a:cubicBezTo>
                    <a:pt x="23555" y="4661"/>
                    <a:pt x="23780" y="4886"/>
                    <a:pt x="23920" y="5054"/>
                  </a:cubicBezTo>
                  <a:cubicBezTo>
                    <a:pt x="23975" y="5136"/>
                    <a:pt x="24029" y="5191"/>
                    <a:pt x="24084" y="5220"/>
                  </a:cubicBezTo>
                  <a:lnTo>
                    <a:pt x="24084" y="5220"/>
                  </a:lnTo>
                  <a:lnTo>
                    <a:pt x="22909" y="27037"/>
                  </a:lnTo>
                  <a:lnTo>
                    <a:pt x="22909" y="27093"/>
                  </a:lnTo>
                  <a:cubicBezTo>
                    <a:pt x="22909" y="27093"/>
                    <a:pt x="22909" y="27177"/>
                    <a:pt x="22937" y="27317"/>
                  </a:cubicBezTo>
                  <a:cubicBezTo>
                    <a:pt x="22994" y="27767"/>
                    <a:pt x="23134" y="28805"/>
                    <a:pt x="23134" y="29648"/>
                  </a:cubicBezTo>
                  <a:cubicBezTo>
                    <a:pt x="23134" y="30069"/>
                    <a:pt x="23106" y="30462"/>
                    <a:pt x="23022" y="30686"/>
                  </a:cubicBezTo>
                  <a:cubicBezTo>
                    <a:pt x="22965" y="30883"/>
                    <a:pt x="22825" y="31051"/>
                    <a:pt x="22572" y="31220"/>
                  </a:cubicBezTo>
                  <a:cubicBezTo>
                    <a:pt x="22235" y="31444"/>
                    <a:pt x="21674" y="31669"/>
                    <a:pt x="21028" y="31809"/>
                  </a:cubicBezTo>
                  <a:cubicBezTo>
                    <a:pt x="20354" y="31978"/>
                    <a:pt x="19568" y="32118"/>
                    <a:pt x="18754" y="32287"/>
                  </a:cubicBezTo>
                  <a:cubicBezTo>
                    <a:pt x="17266" y="32539"/>
                    <a:pt x="13729" y="32736"/>
                    <a:pt x="10865" y="32736"/>
                  </a:cubicBezTo>
                  <a:cubicBezTo>
                    <a:pt x="9574" y="32736"/>
                    <a:pt x="8423" y="32708"/>
                    <a:pt x="7693" y="32623"/>
                  </a:cubicBezTo>
                  <a:cubicBezTo>
                    <a:pt x="6429" y="32483"/>
                    <a:pt x="5587" y="32371"/>
                    <a:pt x="4998" y="32230"/>
                  </a:cubicBezTo>
                  <a:cubicBezTo>
                    <a:pt x="4717" y="32146"/>
                    <a:pt x="4492" y="32062"/>
                    <a:pt x="4352" y="31950"/>
                  </a:cubicBezTo>
                  <a:cubicBezTo>
                    <a:pt x="4211" y="31837"/>
                    <a:pt x="4099" y="31725"/>
                    <a:pt x="4043" y="31585"/>
                  </a:cubicBezTo>
                  <a:cubicBezTo>
                    <a:pt x="4015" y="31500"/>
                    <a:pt x="3987" y="31360"/>
                    <a:pt x="3959" y="31135"/>
                  </a:cubicBezTo>
                  <a:cubicBezTo>
                    <a:pt x="3847" y="30377"/>
                    <a:pt x="3790" y="28946"/>
                    <a:pt x="3762" y="27738"/>
                  </a:cubicBezTo>
                  <a:cubicBezTo>
                    <a:pt x="3734" y="27121"/>
                    <a:pt x="3734" y="26559"/>
                    <a:pt x="3734" y="26138"/>
                  </a:cubicBezTo>
                  <a:cubicBezTo>
                    <a:pt x="3734" y="25717"/>
                    <a:pt x="3734" y="25464"/>
                    <a:pt x="3734" y="25464"/>
                  </a:cubicBezTo>
                  <a:lnTo>
                    <a:pt x="3734" y="25436"/>
                  </a:lnTo>
                  <a:cubicBezTo>
                    <a:pt x="3734" y="25436"/>
                    <a:pt x="3678" y="25099"/>
                    <a:pt x="3594" y="24538"/>
                  </a:cubicBezTo>
                  <a:cubicBezTo>
                    <a:pt x="3257" y="22545"/>
                    <a:pt x="2499" y="17547"/>
                    <a:pt x="1797" y="12999"/>
                  </a:cubicBezTo>
                  <a:cubicBezTo>
                    <a:pt x="1432" y="10753"/>
                    <a:pt x="1095" y="8591"/>
                    <a:pt x="871" y="7019"/>
                  </a:cubicBezTo>
                  <a:cubicBezTo>
                    <a:pt x="730" y="6205"/>
                    <a:pt x="646" y="5559"/>
                    <a:pt x="562" y="5082"/>
                  </a:cubicBezTo>
                  <a:cubicBezTo>
                    <a:pt x="534" y="4858"/>
                    <a:pt x="506" y="4689"/>
                    <a:pt x="478" y="4549"/>
                  </a:cubicBezTo>
                  <a:cubicBezTo>
                    <a:pt x="478" y="4500"/>
                    <a:pt x="478" y="4451"/>
                    <a:pt x="478" y="4421"/>
                  </a:cubicBezTo>
                  <a:lnTo>
                    <a:pt x="478" y="4421"/>
                  </a:lnTo>
                  <a:cubicBezTo>
                    <a:pt x="500" y="4406"/>
                    <a:pt x="529" y="4391"/>
                    <a:pt x="562" y="4380"/>
                  </a:cubicBezTo>
                  <a:cubicBezTo>
                    <a:pt x="814" y="4184"/>
                    <a:pt x="1432" y="3903"/>
                    <a:pt x="2078" y="3594"/>
                  </a:cubicBezTo>
                  <a:cubicBezTo>
                    <a:pt x="2724" y="3285"/>
                    <a:pt x="3453" y="2948"/>
                    <a:pt x="4043" y="2668"/>
                  </a:cubicBezTo>
                  <a:cubicBezTo>
                    <a:pt x="5419" y="1994"/>
                    <a:pt x="8002" y="983"/>
                    <a:pt x="11006" y="590"/>
                  </a:cubicBezTo>
                  <a:cubicBezTo>
                    <a:pt x="11848" y="506"/>
                    <a:pt x="12662" y="450"/>
                    <a:pt x="13392" y="450"/>
                  </a:cubicBezTo>
                  <a:close/>
                  <a:moveTo>
                    <a:pt x="13392" y="1"/>
                  </a:moveTo>
                  <a:cubicBezTo>
                    <a:pt x="12634" y="1"/>
                    <a:pt x="11820" y="29"/>
                    <a:pt x="10949" y="141"/>
                  </a:cubicBezTo>
                  <a:cubicBezTo>
                    <a:pt x="7861" y="534"/>
                    <a:pt x="5250" y="1573"/>
                    <a:pt x="3847" y="2247"/>
                  </a:cubicBezTo>
                  <a:cubicBezTo>
                    <a:pt x="3145" y="2583"/>
                    <a:pt x="2218" y="3005"/>
                    <a:pt x="1460" y="3370"/>
                  </a:cubicBezTo>
                  <a:cubicBezTo>
                    <a:pt x="1067" y="3566"/>
                    <a:pt x="730" y="3735"/>
                    <a:pt x="478" y="3875"/>
                  </a:cubicBezTo>
                  <a:cubicBezTo>
                    <a:pt x="365" y="3931"/>
                    <a:pt x="253" y="4015"/>
                    <a:pt x="197" y="4071"/>
                  </a:cubicBezTo>
                  <a:lnTo>
                    <a:pt x="85" y="4156"/>
                  </a:lnTo>
                  <a:cubicBezTo>
                    <a:pt x="56" y="4212"/>
                    <a:pt x="0" y="4240"/>
                    <a:pt x="0" y="4380"/>
                  </a:cubicBezTo>
                  <a:lnTo>
                    <a:pt x="0" y="4408"/>
                  </a:lnTo>
                  <a:cubicBezTo>
                    <a:pt x="28" y="4633"/>
                    <a:pt x="225" y="6065"/>
                    <a:pt x="562" y="8086"/>
                  </a:cubicBezTo>
                  <a:cubicBezTo>
                    <a:pt x="1488" y="14122"/>
                    <a:pt x="3257" y="25521"/>
                    <a:pt x="3257" y="25521"/>
                  </a:cubicBezTo>
                  <a:lnTo>
                    <a:pt x="3257" y="25521"/>
                  </a:lnTo>
                  <a:lnTo>
                    <a:pt x="3257" y="25521"/>
                  </a:lnTo>
                  <a:cubicBezTo>
                    <a:pt x="3257" y="25790"/>
                    <a:pt x="3260" y="26987"/>
                    <a:pt x="3285" y="28272"/>
                  </a:cubicBezTo>
                  <a:cubicBezTo>
                    <a:pt x="3313" y="29002"/>
                    <a:pt x="3341" y="29760"/>
                    <a:pt x="3397" y="30377"/>
                  </a:cubicBezTo>
                  <a:cubicBezTo>
                    <a:pt x="3425" y="30686"/>
                    <a:pt x="3453" y="30967"/>
                    <a:pt x="3482" y="31192"/>
                  </a:cubicBezTo>
                  <a:cubicBezTo>
                    <a:pt x="3510" y="31444"/>
                    <a:pt x="3566" y="31613"/>
                    <a:pt x="3622" y="31753"/>
                  </a:cubicBezTo>
                  <a:cubicBezTo>
                    <a:pt x="3706" y="31978"/>
                    <a:pt x="3875" y="32174"/>
                    <a:pt x="4099" y="32343"/>
                  </a:cubicBezTo>
                  <a:cubicBezTo>
                    <a:pt x="4408" y="32567"/>
                    <a:pt x="4829" y="32680"/>
                    <a:pt x="5391" y="32792"/>
                  </a:cubicBezTo>
                  <a:cubicBezTo>
                    <a:pt x="5980" y="32876"/>
                    <a:pt x="6710" y="32960"/>
                    <a:pt x="7637" y="33073"/>
                  </a:cubicBezTo>
                  <a:cubicBezTo>
                    <a:pt x="8423" y="33157"/>
                    <a:pt x="9574" y="33213"/>
                    <a:pt x="10865" y="33213"/>
                  </a:cubicBezTo>
                  <a:cubicBezTo>
                    <a:pt x="13729" y="33213"/>
                    <a:pt x="17294" y="33017"/>
                    <a:pt x="18838" y="32736"/>
                  </a:cubicBezTo>
                  <a:cubicBezTo>
                    <a:pt x="19933" y="32539"/>
                    <a:pt x="20972" y="32371"/>
                    <a:pt x="21786" y="32090"/>
                  </a:cubicBezTo>
                  <a:cubicBezTo>
                    <a:pt x="22207" y="31950"/>
                    <a:pt x="22544" y="31809"/>
                    <a:pt x="22853" y="31613"/>
                  </a:cubicBezTo>
                  <a:cubicBezTo>
                    <a:pt x="23134" y="31388"/>
                    <a:pt x="23358" y="31164"/>
                    <a:pt x="23471" y="30827"/>
                  </a:cubicBezTo>
                  <a:cubicBezTo>
                    <a:pt x="23583" y="30518"/>
                    <a:pt x="23611" y="30097"/>
                    <a:pt x="23611" y="29648"/>
                  </a:cubicBezTo>
                  <a:cubicBezTo>
                    <a:pt x="23611" y="28508"/>
                    <a:pt x="23386" y="27169"/>
                    <a:pt x="23361" y="27022"/>
                  </a:cubicBezTo>
                  <a:lnTo>
                    <a:pt x="23361" y="27022"/>
                  </a:lnTo>
                  <a:lnTo>
                    <a:pt x="24538" y="5166"/>
                  </a:lnTo>
                  <a:cubicBezTo>
                    <a:pt x="24538" y="5110"/>
                    <a:pt x="24538" y="5054"/>
                    <a:pt x="24510" y="5026"/>
                  </a:cubicBezTo>
                  <a:cubicBezTo>
                    <a:pt x="24481" y="4998"/>
                    <a:pt x="23274" y="3398"/>
                    <a:pt x="20888" y="2134"/>
                  </a:cubicBezTo>
                  <a:cubicBezTo>
                    <a:pt x="18502" y="899"/>
                    <a:pt x="16789" y="281"/>
                    <a:pt x="16789" y="253"/>
                  </a:cubicBezTo>
                  <a:lnTo>
                    <a:pt x="16761" y="253"/>
                  </a:lnTo>
                  <a:cubicBezTo>
                    <a:pt x="16761" y="253"/>
                    <a:pt x="15329" y="1"/>
                    <a:pt x="13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4239;p64">
              <a:extLst>
                <a:ext uri="{FF2B5EF4-FFF2-40B4-BE49-F238E27FC236}">
                  <a16:creationId xmlns:a16="http://schemas.microsoft.com/office/drawing/2014/main" id="{82046B8E-E9B3-F6DC-082C-D4CCDB3C330B}"/>
                </a:ext>
              </a:extLst>
            </p:cNvPr>
            <p:cNvSpPr/>
            <p:nvPr/>
          </p:nvSpPr>
          <p:spPr>
            <a:xfrm>
              <a:off x="3490625" y="2898200"/>
              <a:ext cx="312375" cy="474625"/>
            </a:xfrm>
            <a:custGeom>
              <a:avLst/>
              <a:gdLst/>
              <a:ahLst/>
              <a:cxnLst/>
              <a:rect l="l" t="t" r="r" b="b"/>
              <a:pathLst>
                <a:path w="12495" h="18985" extrusionOk="0">
                  <a:moveTo>
                    <a:pt x="759" y="0"/>
                  </a:moveTo>
                  <a:lnTo>
                    <a:pt x="1" y="12072"/>
                  </a:lnTo>
                  <a:cubicBezTo>
                    <a:pt x="1" y="12072"/>
                    <a:pt x="8137" y="18984"/>
                    <a:pt x="10184" y="18984"/>
                  </a:cubicBezTo>
                  <a:cubicBezTo>
                    <a:pt x="10216" y="18984"/>
                    <a:pt x="10247" y="18982"/>
                    <a:pt x="10276" y="18979"/>
                  </a:cubicBezTo>
                  <a:cubicBezTo>
                    <a:pt x="12157" y="18754"/>
                    <a:pt x="12494" y="17294"/>
                    <a:pt x="12494" y="17294"/>
                  </a:cubicBezTo>
                  <a:lnTo>
                    <a:pt x="11596" y="12241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4240;p64">
              <a:extLst>
                <a:ext uri="{FF2B5EF4-FFF2-40B4-BE49-F238E27FC236}">
                  <a16:creationId xmlns:a16="http://schemas.microsoft.com/office/drawing/2014/main" id="{23B1EE7D-AC21-19E2-457E-51855169EDB7}"/>
                </a:ext>
              </a:extLst>
            </p:cNvPr>
            <p:cNvSpPr/>
            <p:nvPr/>
          </p:nvSpPr>
          <p:spPr>
            <a:xfrm>
              <a:off x="3484325" y="2892300"/>
              <a:ext cx="325675" cy="486700"/>
            </a:xfrm>
            <a:custGeom>
              <a:avLst/>
              <a:gdLst/>
              <a:ahLst/>
              <a:cxnLst/>
              <a:rect l="l" t="t" r="r" b="b"/>
              <a:pathLst>
                <a:path w="13027" h="19468" extrusionOk="0">
                  <a:moveTo>
                    <a:pt x="999" y="1"/>
                  </a:moveTo>
                  <a:cubicBezTo>
                    <a:pt x="974" y="1"/>
                    <a:pt x="949" y="4"/>
                    <a:pt x="927" y="12"/>
                  </a:cubicBezTo>
                  <a:cubicBezTo>
                    <a:pt x="843" y="40"/>
                    <a:pt x="786" y="124"/>
                    <a:pt x="786" y="208"/>
                  </a:cubicBezTo>
                  <a:lnTo>
                    <a:pt x="28" y="12280"/>
                  </a:lnTo>
                  <a:cubicBezTo>
                    <a:pt x="0" y="12365"/>
                    <a:pt x="56" y="12421"/>
                    <a:pt x="113" y="12477"/>
                  </a:cubicBezTo>
                  <a:cubicBezTo>
                    <a:pt x="113" y="12477"/>
                    <a:pt x="2134" y="14218"/>
                    <a:pt x="4436" y="15958"/>
                  </a:cubicBezTo>
                  <a:cubicBezTo>
                    <a:pt x="5587" y="16829"/>
                    <a:pt x="6794" y="17699"/>
                    <a:pt x="7861" y="18345"/>
                  </a:cubicBezTo>
                  <a:cubicBezTo>
                    <a:pt x="8395" y="18681"/>
                    <a:pt x="8872" y="18934"/>
                    <a:pt x="9321" y="19131"/>
                  </a:cubicBezTo>
                  <a:cubicBezTo>
                    <a:pt x="9742" y="19327"/>
                    <a:pt x="10107" y="19468"/>
                    <a:pt x="10444" y="19468"/>
                  </a:cubicBezTo>
                  <a:lnTo>
                    <a:pt x="10556" y="19439"/>
                  </a:lnTo>
                  <a:cubicBezTo>
                    <a:pt x="11567" y="19327"/>
                    <a:pt x="12185" y="18878"/>
                    <a:pt x="12522" y="18429"/>
                  </a:cubicBezTo>
                  <a:cubicBezTo>
                    <a:pt x="12887" y="18008"/>
                    <a:pt x="12971" y="17615"/>
                    <a:pt x="12999" y="17587"/>
                  </a:cubicBezTo>
                  <a:cubicBezTo>
                    <a:pt x="13027" y="17474"/>
                    <a:pt x="12943" y="17334"/>
                    <a:pt x="12802" y="17306"/>
                  </a:cubicBezTo>
                  <a:cubicBezTo>
                    <a:pt x="12788" y="17302"/>
                    <a:pt x="12772" y="17300"/>
                    <a:pt x="12757" y="17300"/>
                  </a:cubicBezTo>
                  <a:cubicBezTo>
                    <a:pt x="12655" y="17300"/>
                    <a:pt x="12546" y="17377"/>
                    <a:pt x="12522" y="17474"/>
                  </a:cubicBezTo>
                  <a:cubicBezTo>
                    <a:pt x="12522" y="17502"/>
                    <a:pt x="12437" y="17839"/>
                    <a:pt x="12157" y="18176"/>
                  </a:cubicBezTo>
                  <a:cubicBezTo>
                    <a:pt x="11848" y="18513"/>
                    <a:pt x="11371" y="18878"/>
                    <a:pt x="10500" y="18990"/>
                  </a:cubicBezTo>
                  <a:lnTo>
                    <a:pt x="10444" y="18990"/>
                  </a:lnTo>
                  <a:cubicBezTo>
                    <a:pt x="10248" y="18990"/>
                    <a:pt x="9911" y="18906"/>
                    <a:pt x="9518" y="18710"/>
                  </a:cubicBezTo>
                  <a:cubicBezTo>
                    <a:pt x="8086" y="18064"/>
                    <a:pt x="5784" y="16407"/>
                    <a:pt x="3875" y="14919"/>
                  </a:cubicBezTo>
                  <a:cubicBezTo>
                    <a:pt x="2920" y="14189"/>
                    <a:pt x="2050" y="13488"/>
                    <a:pt x="1432" y="12954"/>
                  </a:cubicBezTo>
                  <a:cubicBezTo>
                    <a:pt x="1095" y="12702"/>
                    <a:pt x="843" y="12505"/>
                    <a:pt x="674" y="12337"/>
                  </a:cubicBezTo>
                  <a:cubicBezTo>
                    <a:pt x="598" y="12273"/>
                    <a:pt x="534" y="12221"/>
                    <a:pt x="486" y="12183"/>
                  </a:cubicBezTo>
                  <a:lnTo>
                    <a:pt x="486" y="12183"/>
                  </a:lnTo>
                  <a:lnTo>
                    <a:pt x="1208" y="798"/>
                  </a:lnTo>
                  <a:lnTo>
                    <a:pt x="11679" y="12645"/>
                  </a:lnTo>
                  <a:cubicBezTo>
                    <a:pt x="11722" y="12687"/>
                    <a:pt x="11778" y="12709"/>
                    <a:pt x="11837" y="12709"/>
                  </a:cubicBezTo>
                  <a:cubicBezTo>
                    <a:pt x="11897" y="12709"/>
                    <a:pt x="11960" y="12687"/>
                    <a:pt x="12016" y="12645"/>
                  </a:cubicBezTo>
                  <a:cubicBezTo>
                    <a:pt x="12101" y="12561"/>
                    <a:pt x="12101" y="12421"/>
                    <a:pt x="12016" y="12337"/>
                  </a:cubicBezTo>
                  <a:lnTo>
                    <a:pt x="1179" y="68"/>
                  </a:lnTo>
                  <a:cubicBezTo>
                    <a:pt x="1138" y="27"/>
                    <a:pt x="1067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6" name="Google Shape;4241;p64">
            <a:extLst>
              <a:ext uri="{FF2B5EF4-FFF2-40B4-BE49-F238E27FC236}">
                <a16:creationId xmlns:a16="http://schemas.microsoft.com/office/drawing/2014/main" id="{9C5B2CC2-DB4C-E260-26AE-03EC9FD2E302}"/>
              </a:ext>
            </a:extLst>
          </p:cNvPr>
          <p:cNvGrpSpPr/>
          <p:nvPr/>
        </p:nvGrpSpPr>
        <p:grpSpPr>
          <a:xfrm>
            <a:off x="6402156" y="932628"/>
            <a:ext cx="1731784" cy="1581063"/>
            <a:chOff x="1338075" y="463925"/>
            <a:chExt cx="5022575" cy="4585450"/>
          </a:xfrm>
        </p:grpSpPr>
        <p:sp>
          <p:nvSpPr>
            <p:cNvPr id="2767" name="Google Shape;4242;p64">
              <a:extLst>
                <a:ext uri="{FF2B5EF4-FFF2-40B4-BE49-F238E27FC236}">
                  <a16:creationId xmlns:a16="http://schemas.microsoft.com/office/drawing/2014/main" id="{2F761530-6886-060B-17AE-70837548C9FD}"/>
                </a:ext>
              </a:extLst>
            </p:cNvPr>
            <p:cNvSpPr/>
            <p:nvPr/>
          </p:nvSpPr>
          <p:spPr>
            <a:xfrm>
              <a:off x="1338075" y="522825"/>
              <a:ext cx="5022575" cy="4526325"/>
            </a:xfrm>
            <a:custGeom>
              <a:avLst/>
              <a:gdLst/>
              <a:ahLst/>
              <a:cxnLst/>
              <a:rect l="l" t="t" r="r" b="b"/>
              <a:pathLst>
                <a:path w="200903" h="181053" extrusionOk="0">
                  <a:moveTo>
                    <a:pt x="125732" y="1"/>
                  </a:moveTo>
                  <a:cubicBezTo>
                    <a:pt x="113978" y="1"/>
                    <a:pt x="102353" y="4024"/>
                    <a:pt x="92608" y="11467"/>
                  </a:cubicBezTo>
                  <a:cubicBezTo>
                    <a:pt x="70622" y="28310"/>
                    <a:pt x="54646" y="51229"/>
                    <a:pt x="30570" y="65823"/>
                  </a:cubicBezTo>
                  <a:cubicBezTo>
                    <a:pt x="10512" y="77974"/>
                    <a:pt x="0" y="97646"/>
                    <a:pt x="6751" y="125419"/>
                  </a:cubicBezTo>
                  <a:cubicBezTo>
                    <a:pt x="13127" y="151683"/>
                    <a:pt x="33585" y="167565"/>
                    <a:pt x="56639" y="167565"/>
                  </a:cubicBezTo>
                  <a:cubicBezTo>
                    <a:pt x="57991" y="167565"/>
                    <a:pt x="59353" y="167510"/>
                    <a:pt x="60721" y="167400"/>
                  </a:cubicBezTo>
                  <a:cubicBezTo>
                    <a:pt x="65021" y="167056"/>
                    <a:pt x="69362" y="166862"/>
                    <a:pt x="73701" y="166862"/>
                  </a:cubicBezTo>
                  <a:cubicBezTo>
                    <a:pt x="90057" y="166862"/>
                    <a:pt x="106390" y="169618"/>
                    <a:pt x="120413" y="177493"/>
                  </a:cubicBezTo>
                  <a:cubicBezTo>
                    <a:pt x="124643" y="179866"/>
                    <a:pt x="129744" y="181052"/>
                    <a:pt x="135391" y="181052"/>
                  </a:cubicBezTo>
                  <a:cubicBezTo>
                    <a:pt x="150859" y="181052"/>
                    <a:pt x="170424" y="172151"/>
                    <a:pt x="187402" y="154349"/>
                  </a:cubicBezTo>
                  <a:cubicBezTo>
                    <a:pt x="200903" y="140173"/>
                    <a:pt x="199585" y="122172"/>
                    <a:pt x="195181" y="105329"/>
                  </a:cubicBezTo>
                  <a:cubicBezTo>
                    <a:pt x="192481" y="94946"/>
                    <a:pt x="190713" y="84306"/>
                    <a:pt x="188624" y="73763"/>
                  </a:cubicBezTo>
                  <a:cubicBezTo>
                    <a:pt x="187113" y="66337"/>
                    <a:pt x="185473" y="58944"/>
                    <a:pt x="183223" y="51712"/>
                  </a:cubicBezTo>
                  <a:cubicBezTo>
                    <a:pt x="176634" y="30753"/>
                    <a:pt x="163551" y="9506"/>
                    <a:pt x="141114" y="2370"/>
                  </a:cubicBezTo>
                  <a:cubicBezTo>
                    <a:pt x="136060" y="773"/>
                    <a:pt x="130884" y="1"/>
                    <a:pt x="1257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4243;p64">
              <a:extLst>
                <a:ext uri="{FF2B5EF4-FFF2-40B4-BE49-F238E27FC236}">
                  <a16:creationId xmlns:a16="http://schemas.microsoft.com/office/drawing/2014/main" id="{2F52ECFC-7C84-DCC2-8522-717B0537BE7C}"/>
                </a:ext>
              </a:extLst>
            </p:cNvPr>
            <p:cNvSpPr/>
            <p:nvPr/>
          </p:nvSpPr>
          <p:spPr>
            <a:xfrm>
              <a:off x="1455400" y="522600"/>
              <a:ext cx="4838550" cy="4526775"/>
            </a:xfrm>
            <a:custGeom>
              <a:avLst/>
              <a:gdLst/>
              <a:ahLst/>
              <a:cxnLst/>
              <a:rect l="l" t="t" r="r" b="b"/>
              <a:pathLst>
                <a:path w="193542" h="181071" extrusionOk="0">
                  <a:moveTo>
                    <a:pt x="50853" y="46128"/>
                  </a:moveTo>
                  <a:cubicBezTo>
                    <a:pt x="50339" y="46610"/>
                    <a:pt x="49824" y="47092"/>
                    <a:pt x="49310" y="47574"/>
                  </a:cubicBezTo>
                  <a:cubicBezTo>
                    <a:pt x="49503" y="47670"/>
                    <a:pt x="49696" y="47767"/>
                    <a:pt x="49889" y="47863"/>
                  </a:cubicBezTo>
                  <a:cubicBezTo>
                    <a:pt x="50821" y="48345"/>
                    <a:pt x="51721" y="48763"/>
                    <a:pt x="52524" y="49149"/>
                  </a:cubicBezTo>
                  <a:cubicBezTo>
                    <a:pt x="51849" y="48185"/>
                    <a:pt x="51303" y="47156"/>
                    <a:pt x="50853" y="46128"/>
                  </a:cubicBezTo>
                  <a:close/>
                  <a:moveTo>
                    <a:pt x="89169" y="37802"/>
                  </a:moveTo>
                  <a:cubicBezTo>
                    <a:pt x="89169" y="38156"/>
                    <a:pt x="89137" y="45549"/>
                    <a:pt x="84572" y="50306"/>
                  </a:cubicBezTo>
                  <a:cubicBezTo>
                    <a:pt x="79879" y="55160"/>
                    <a:pt x="72229" y="55385"/>
                    <a:pt x="72229" y="55385"/>
                  </a:cubicBezTo>
                  <a:cubicBezTo>
                    <a:pt x="72229" y="55032"/>
                    <a:pt x="72293" y="47638"/>
                    <a:pt x="76858" y="42881"/>
                  </a:cubicBezTo>
                  <a:cubicBezTo>
                    <a:pt x="81551" y="38027"/>
                    <a:pt x="89169" y="37802"/>
                    <a:pt x="89169" y="37802"/>
                  </a:cubicBezTo>
                  <a:close/>
                  <a:moveTo>
                    <a:pt x="120992" y="0"/>
                  </a:moveTo>
                  <a:cubicBezTo>
                    <a:pt x="109259" y="0"/>
                    <a:pt x="97655" y="4050"/>
                    <a:pt x="87915" y="11476"/>
                  </a:cubicBezTo>
                  <a:cubicBezTo>
                    <a:pt x="83672" y="14722"/>
                    <a:pt x="79686" y="18194"/>
                    <a:pt x="75797" y="21762"/>
                  </a:cubicBezTo>
                  <a:cubicBezTo>
                    <a:pt x="77147" y="24848"/>
                    <a:pt x="78143" y="28416"/>
                    <a:pt x="78143" y="32209"/>
                  </a:cubicBezTo>
                  <a:cubicBezTo>
                    <a:pt x="78143" y="32241"/>
                    <a:pt x="78143" y="32273"/>
                    <a:pt x="78143" y="32305"/>
                  </a:cubicBezTo>
                  <a:cubicBezTo>
                    <a:pt x="78143" y="43910"/>
                    <a:pt x="69014" y="53296"/>
                    <a:pt x="69014" y="53296"/>
                  </a:cubicBezTo>
                  <a:cubicBezTo>
                    <a:pt x="69014" y="53296"/>
                    <a:pt x="62168" y="46353"/>
                    <a:pt x="60207" y="36966"/>
                  </a:cubicBezTo>
                  <a:cubicBezTo>
                    <a:pt x="59210" y="37963"/>
                    <a:pt x="58214" y="38959"/>
                    <a:pt x="57217" y="39956"/>
                  </a:cubicBezTo>
                  <a:cubicBezTo>
                    <a:pt x="58696" y="40727"/>
                    <a:pt x="60143" y="41756"/>
                    <a:pt x="61364" y="43138"/>
                  </a:cubicBezTo>
                  <a:cubicBezTo>
                    <a:pt x="65286" y="47510"/>
                    <a:pt x="65543" y="53842"/>
                    <a:pt x="65543" y="55417"/>
                  </a:cubicBezTo>
                  <a:cubicBezTo>
                    <a:pt x="65543" y="55674"/>
                    <a:pt x="65543" y="55803"/>
                    <a:pt x="65543" y="55803"/>
                  </a:cubicBezTo>
                  <a:cubicBezTo>
                    <a:pt x="65543" y="55803"/>
                    <a:pt x="59146" y="55353"/>
                    <a:pt x="54646" y="51464"/>
                  </a:cubicBezTo>
                  <a:cubicBezTo>
                    <a:pt x="53232" y="50788"/>
                    <a:pt x="51431" y="49921"/>
                    <a:pt x="49374" y="48796"/>
                  </a:cubicBezTo>
                  <a:cubicBezTo>
                    <a:pt x="49085" y="48667"/>
                    <a:pt x="48796" y="48506"/>
                    <a:pt x="48506" y="48345"/>
                  </a:cubicBezTo>
                  <a:cubicBezTo>
                    <a:pt x="41531" y="54774"/>
                    <a:pt x="34202" y="60785"/>
                    <a:pt x="25877" y="65832"/>
                  </a:cubicBezTo>
                  <a:cubicBezTo>
                    <a:pt x="9933" y="75508"/>
                    <a:pt x="0" y="89908"/>
                    <a:pt x="0" y="109356"/>
                  </a:cubicBezTo>
                  <a:cubicBezTo>
                    <a:pt x="0" y="114370"/>
                    <a:pt x="676" y="119738"/>
                    <a:pt x="2058" y="125428"/>
                  </a:cubicBezTo>
                  <a:cubicBezTo>
                    <a:pt x="8422" y="151690"/>
                    <a:pt x="28898" y="167569"/>
                    <a:pt x="51946" y="167569"/>
                  </a:cubicBezTo>
                  <a:cubicBezTo>
                    <a:pt x="53296" y="167569"/>
                    <a:pt x="54646" y="167537"/>
                    <a:pt x="56028" y="167409"/>
                  </a:cubicBezTo>
                  <a:cubicBezTo>
                    <a:pt x="60335" y="167055"/>
                    <a:pt x="64707" y="166862"/>
                    <a:pt x="69079" y="166862"/>
                  </a:cubicBezTo>
                  <a:cubicBezTo>
                    <a:pt x="85408" y="166862"/>
                    <a:pt x="101705" y="169627"/>
                    <a:pt x="115720" y="177502"/>
                  </a:cubicBezTo>
                  <a:cubicBezTo>
                    <a:pt x="119931" y="179881"/>
                    <a:pt x="125042" y="181070"/>
                    <a:pt x="130700" y="181070"/>
                  </a:cubicBezTo>
                  <a:cubicBezTo>
                    <a:pt x="146193" y="181070"/>
                    <a:pt x="165737" y="172166"/>
                    <a:pt x="182709" y="154358"/>
                  </a:cubicBezTo>
                  <a:cubicBezTo>
                    <a:pt x="190745" y="145904"/>
                    <a:pt x="193542" y="136068"/>
                    <a:pt x="193542" y="125942"/>
                  </a:cubicBezTo>
                  <a:cubicBezTo>
                    <a:pt x="193542" y="119096"/>
                    <a:pt x="192256" y="112120"/>
                    <a:pt x="190488" y="105338"/>
                  </a:cubicBezTo>
                  <a:cubicBezTo>
                    <a:pt x="187788" y="94955"/>
                    <a:pt x="186020" y="84315"/>
                    <a:pt x="183931" y="73772"/>
                  </a:cubicBezTo>
                  <a:cubicBezTo>
                    <a:pt x="182420" y="66346"/>
                    <a:pt x="180780" y="58953"/>
                    <a:pt x="178530" y="51721"/>
                  </a:cubicBezTo>
                  <a:cubicBezTo>
                    <a:pt x="171941" y="30762"/>
                    <a:pt x="158858" y="9515"/>
                    <a:pt x="136421" y="2379"/>
                  </a:cubicBezTo>
                  <a:cubicBezTo>
                    <a:pt x="131342" y="772"/>
                    <a:pt x="126167" y="0"/>
                    <a:pt x="1209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4244;p64">
              <a:extLst>
                <a:ext uri="{FF2B5EF4-FFF2-40B4-BE49-F238E27FC236}">
                  <a16:creationId xmlns:a16="http://schemas.microsoft.com/office/drawing/2014/main" id="{BF6AB17E-B1A3-6881-467F-23972721B4D7}"/>
                </a:ext>
              </a:extLst>
            </p:cNvPr>
            <p:cNvSpPr/>
            <p:nvPr/>
          </p:nvSpPr>
          <p:spPr>
            <a:xfrm>
              <a:off x="2412500" y="519875"/>
              <a:ext cx="132625" cy="207650"/>
            </a:xfrm>
            <a:custGeom>
              <a:avLst/>
              <a:gdLst/>
              <a:ahLst/>
              <a:cxnLst/>
              <a:rect l="l" t="t" r="r" b="b"/>
              <a:pathLst>
                <a:path w="5305" h="8306" extrusionOk="0">
                  <a:moveTo>
                    <a:pt x="2754" y="1"/>
                  </a:moveTo>
                  <a:cubicBezTo>
                    <a:pt x="2398" y="1"/>
                    <a:pt x="2038" y="96"/>
                    <a:pt x="1704" y="302"/>
                  </a:cubicBezTo>
                  <a:cubicBezTo>
                    <a:pt x="161" y="1266"/>
                    <a:pt x="0" y="4545"/>
                    <a:pt x="386" y="6120"/>
                  </a:cubicBezTo>
                  <a:cubicBezTo>
                    <a:pt x="418" y="6249"/>
                    <a:pt x="1190" y="8306"/>
                    <a:pt x="1222" y="8306"/>
                  </a:cubicBezTo>
                  <a:cubicBezTo>
                    <a:pt x="1222" y="8306"/>
                    <a:pt x="3729" y="6313"/>
                    <a:pt x="4372" y="5059"/>
                  </a:cubicBezTo>
                  <a:cubicBezTo>
                    <a:pt x="4919" y="3966"/>
                    <a:pt x="5304" y="2424"/>
                    <a:pt x="4758" y="1299"/>
                  </a:cubicBezTo>
                  <a:cubicBezTo>
                    <a:pt x="4356" y="494"/>
                    <a:pt x="3566" y="1"/>
                    <a:pt x="2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4245;p64">
              <a:extLst>
                <a:ext uri="{FF2B5EF4-FFF2-40B4-BE49-F238E27FC236}">
                  <a16:creationId xmlns:a16="http://schemas.microsoft.com/office/drawing/2014/main" id="{041FA5BE-265F-BA24-F334-C1B8C85FF886}"/>
                </a:ext>
              </a:extLst>
            </p:cNvPr>
            <p:cNvSpPr/>
            <p:nvPr/>
          </p:nvSpPr>
          <p:spPr>
            <a:xfrm>
              <a:off x="1792100" y="970475"/>
              <a:ext cx="143875" cy="203075"/>
            </a:xfrm>
            <a:custGeom>
              <a:avLst/>
              <a:gdLst/>
              <a:ahLst/>
              <a:cxnLst/>
              <a:rect l="l" t="t" r="r" b="b"/>
              <a:pathLst>
                <a:path w="5755" h="8123" extrusionOk="0">
                  <a:moveTo>
                    <a:pt x="2663" y="0"/>
                  </a:moveTo>
                  <a:cubicBezTo>
                    <a:pt x="1887" y="0"/>
                    <a:pt x="1133" y="393"/>
                    <a:pt x="772" y="1179"/>
                  </a:cubicBezTo>
                  <a:cubicBezTo>
                    <a:pt x="1" y="2851"/>
                    <a:pt x="1672" y="5679"/>
                    <a:pt x="2862" y="6772"/>
                  </a:cubicBezTo>
                  <a:cubicBezTo>
                    <a:pt x="2957" y="6867"/>
                    <a:pt x="4714" y="8123"/>
                    <a:pt x="4758" y="8123"/>
                  </a:cubicBezTo>
                  <a:cubicBezTo>
                    <a:pt x="4758" y="8123"/>
                    <a:pt x="4758" y="8123"/>
                    <a:pt x="4758" y="8122"/>
                  </a:cubicBezTo>
                  <a:cubicBezTo>
                    <a:pt x="4758" y="8122"/>
                    <a:pt x="5755" y="5101"/>
                    <a:pt x="5594" y="3686"/>
                  </a:cubicBezTo>
                  <a:cubicBezTo>
                    <a:pt x="5466" y="2465"/>
                    <a:pt x="4951" y="986"/>
                    <a:pt x="3826" y="311"/>
                  </a:cubicBezTo>
                  <a:cubicBezTo>
                    <a:pt x="3466" y="104"/>
                    <a:pt x="3062" y="0"/>
                    <a:pt x="26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4246;p64">
              <a:extLst>
                <a:ext uri="{FF2B5EF4-FFF2-40B4-BE49-F238E27FC236}">
                  <a16:creationId xmlns:a16="http://schemas.microsoft.com/office/drawing/2014/main" id="{8B8396B1-C762-56BD-9A25-6E5B85B4C1DF}"/>
                </a:ext>
              </a:extLst>
            </p:cNvPr>
            <p:cNvSpPr/>
            <p:nvPr/>
          </p:nvSpPr>
          <p:spPr>
            <a:xfrm>
              <a:off x="2946900" y="802250"/>
              <a:ext cx="463700" cy="1052750"/>
            </a:xfrm>
            <a:custGeom>
              <a:avLst/>
              <a:gdLst/>
              <a:ahLst/>
              <a:cxnLst/>
              <a:rect l="l" t="t" r="r" b="b"/>
              <a:pathLst>
                <a:path w="18548" h="42110" extrusionOk="0">
                  <a:moveTo>
                    <a:pt x="9194" y="0"/>
                  </a:moveTo>
                  <a:cubicBezTo>
                    <a:pt x="9194" y="0"/>
                    <a:pt x="0" y="9483"/>
                    <a:pt x="65" y="21087"/>
                  </a:cubicBezTo>
                  <a:cubicBezTo>
                    <a:pt x="97" y="32724"/>
                    <a:pt x="9354" y="42110"/>
                    <a:pt x="9354" y="42110"/>
                  </a:cubicBezTo>
                  <a:cubicBezTo>
                    <a:pt x="9354" y="42110"/>
                    <a:pt x="18548" y="32659"/>
                    <a:pt x="18483" y="21023"/>
                  </a:cubicBezTo>
                  <a:cubicBezTo>
                    <a:pt x="18451" y="9387"/>
                    <a:pt x="9194" y="0"/>
                    <a:pt x="91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4247;p64">
              <a:extLst>
                <a:ext uri="{FF2B5EF4-FFF2-40B4-BE49-F238E27FC236}">
                  <a16:creationId xmlns:a16="http://schemas.microsoft.com/office/drawing/2014/main" id="{63B00620-F20D-1187-54F0-790FB5FA58E0}"/>
                </a:ext>
              </a:extLst>
            </p:cNvPr>
            <p:cNvSpPr/>
            <p:nvPr/>
          </p:nvSpPr>
          <p:spPr>
            <a:xfrm>
              <a:off x="1520500" y="464425"/>
              <a:ext cx="1581525" cy="1453275"/>
            </a:xfrm>
            <a:custGeom>
              <a:avLst/>
              <a:gdLst/>
              <a:ahLst/>
              <a:cxnLst/>
              <a:rect l="l" t="t" r="r" b="b"/>
              <a:pathLst>
                <a:path w="63261" h="58131" extrusionOk="0">
                  <a:moveTo>
                    <a:pt x="47124" y="44758"/>
                  </a:moveTo>
                  <a:cubicBezTo>
                    <a:pt x="47542" y="46879"/>
                    <a:pt x="48377" y="49322"/>
                    <a:pt x="49920" y="51476"/>
                  </a:cubicBezTo>
                  <a:cubicBezTo>
                    <a:pt x="49117" y="51090"/>
                    <a:pt x="48217" y="50672"/>
                    <a:pt x="47285" y="50190"/>
                  </a:cubicBezTo>
                  <a:cubicBezTo>
                    <a:pt x="46577" y="49837"/>
                    <a:pt x="45838" y="49451"/>
                    <a:pt x="45067" y="49033"/>
                  </a:cubicBezTo>
                  <a:cubicBezTo>
                    <a:pt x="45195" y="48712"/>
                    <a:pt x="46288" y="46301"/>
                    <a:pt x="46385" y="44919"/>
                  </a:cubicBezTo>
                  <a:cubicBezTo>
                    <a:pt x="46610" y="44886"/>
                    <a:pt x="46867" y="44822"/>
                    <a:pt x="47124" y="44758"/>
                  </a:cubicBezTo>
                  <a:close/>
                  <a:moveTo>
                    <a:pt x="26629" y="1"/>
                  </a:moveTo>
                  <a:cubicBezTo>
                    <a:pt x="26482" y="1"/>
                    <a:pt x="26338" y="15"/>
                    <a:pt x="26198" y="45"/>
                  </a:cubicBezTo>
                  <a:cubicBezTo>
                    <a:pt x="24912" y="302"/>
                    <a:pt x="24301" y="1652"/>
                    <a:pt x="24687" y="2841"/>
                  </a:cubicBezTo>
                  <a:cubicBezTo>
                    <a:pt x="25105" y="4063"/>
                    <a:pt x="26455" y="4899"/>
                    <a:pt x="27580" y="5284"/>
                  </a:cubicBezTo>
                  <a:cubicBezTo>
                    <a:pt x="28155" y="5487"/>
                    <a:pt x="29054" y="5546"/>
                    <a:pt x="29898" y="5546"/>
                  </a:cubicBezTo>
                  <a:cubicBezTo>
                    <a:pt x="30798" y="5546"/>
                    <a:pt x="31636" y="5478"/>
                    <a:pt x="31952" y="5445"/>
                  </a:cubicBezTo>
                  <a:cubicBezTo>
                    <a:pt x="32370" y="5831"/>
                    <a:pt x="32755" y="6217"/>
                    <a:pt x="33205" y="6667"/>
                  </a:cubicBezTo>
                  <a:cubicBezTo>
                    <a:pt x="33977" y="7470"/>
                    <a:pt x="34845" y="8402"/>
                    <a:pt x="35745" y="9463"/>
                  </a:cubicBezTo>
                  <a:cubicBezTo>
                    <a:pt x="35970" y="9720"/>
                    <a:pt x="36195" y="10042"/>
                    <a:pt x="36452" y="10331"/>
                  </a:cubicBezTo>
                  <a:cubicBezTo>
                    <a:pt x="35938" y="9913"/>
                    <a:pt x="35230" y="9367"/>
                    <a:pt x="35166" y="9303"/>
                  </a:cubicBezTo>
                  <a:cubicBezTo>
                    <a:pt x="34261" y="8734"/>
                    <a:pt x="32599" y="8166"/>
                    <a:pt x="31170" y="8166"/>
                  </a:cubicBezTo>
                  <a:cubicBezTo>
                    <a:pt x="30417" y="8166"/>
                    <a:pt x="29729" y="8324"/>
                    <a:pt x="29252" y="8724"/>
                  </a:cubicBezTo>
                  <a:cubicBezTo>
                    <a:pt x="28223" y="9560"/>
                    <a:pt x="28319" y="11038"/>
                    <a:pt x="29187" y="11906"/>
                  </a:cubicBezTo>
                  <a:cubicBezTo>
                    <a:pt x="29882" y="12577"/>
                    <a:pt x="30934" y="12819"/>
                    <a:pt x="31917" y="12819"/>
                  </a:cubicBezTo>
                  <a:cubicBezTo>
                    <a:pt x="32253" y="12819"/>
                    <a:pt x="32581" y="12791"/>
                    <a:pt x="32884" y="12742"/>
                  </a:cubicBezTo>
                  <a:cubicBezTo>
                    <a:pt x="34137" y="12581"/>
                    <a:pt x="36388" y="11167"/>
                    <a:pt x="36870" y="10845"/>
                  </a:cubicBezTo>
                  <a:cubicBezTo>
                    <a:pt x="37384" y="11520"/>
                    <a:pt x="37898" y="12228"/>
                    <a:pt x="38381" y="12999"/>
                  </a:cubicBezTo>
                  <a:cubicBezTo>
                    <a:pt x="39248" y="14285"/>
                    <a:pt x="40084" y="15731"/>
                    <a:pt x="40759" y="17306"/>
                  </a:cubicBezTo>
                  <a:cubicBezTo>
                    <a:pt x="40791" y="17371"/>
                    <a:pt x="40824" y="17467"/>
                    <a:pt x="40856" y="17564"/>
                  </a:cubicBezTo>
                  <a:cubicBezTo>
                    <a:pt x="40663" y="17306"/>
                    <a:pt x="39377" y="16021"/>
                    <a:pt x="39281" y="15956"/>
                  </a:cubicBezTo>
                  <a:cubicBezTo>
                    <a:pt x="38355" y="15197"/>
                    <a:pt x="36449" y="14333"/>
                    <a:pt x="34907" y="14333"/>
                  </a:cubicBezTo>
                  <a:cubicBezTo>
                    <a:pt x="34360" y="14333"/>
                    <a:pt x="33858" y="14442"/>
                    <a:pt x="33462" y="14703"/>
                  </a:cubicBezTo>
                  <a:cubicBezTo>
                    <a:pt x="32370" y="15442"/>
                    <a:pt x="32273" y="16921"/>
                    <a:pt x="33077" y="17885"/>
                  </a:cubicBezTo>
                  <a:cubicBezTo>
                    <a:pt x="33810" y="18795"/>
                    <a:pt x="35160" y="19115"/>
                    <a:pt x="36319" y="19115"/>
                  </a:cubicBezTo>
                  <a:cubicBezTo>
                    <a:pt x="36430" y="19115"/>
                    <a:pt x="36538" y="19112"/>
                    <a:pt x="36645" y="19107"/>
                  </a:cubicBezTo>
                  <a:cubicBezTo>
                    <a:pt x="38027" y="19074"/>
                    <a:pt x="40791" y="17692"/>
                    <a:pt x="40888" y="17628"/>
                  </a:cubicBezTo>
                  <a:cubicBezTo>
                    <a:pt x="41499" y="19107"/>
                    <a:pt x="42013" y="20682"/>
                    <a:pt x="42431" y="22289"/>
                  </a:cubicBezTo>
                  <a:cubicBezTo>
                    <a:pt x="42752" y="23478"/>
                    <a:pt x="43041" y="24668"/>
                    <a:pt x="43299" y="25857"/>
                  </a:cubicBezTo>
                  <a:cubicBezTo>
                    <a:pt x="43009" y="25535"/>
                    <a:pt x="41820" y="24346"/>
                    <a:pt x="41724" y="24282"/>
                  </a:cubicBezTo>
                  <a:cubicBezTo>
                    <a:pt x="40775" y="23523"/>
                    <a:pt x="38880" y="22658"/>
                    <a:pt x="37345" y="22658"/>
                  </a:cubicBezTo>
                  <a:cubicBezTo>
                    <a:pt x="36800" y="22658"/>
                    <a:pt x="36301" y="22767"/>
                    <a:pt x="35905" y="23028"/>
                  </a:cubicBezTo>
                  <a:cubicBezTo>
                    <a:pt x="34813" y="23768"/>
                    <a:pt x="34716" y="25246"/>
                    <a:pt x="35520" y="26211"/>
                  </a:cubicBezTo>
                  <a:cubicBezTo>
                    <a:pt x="36284" y="27159"/>
                    <a:pt x="37718" y="27467"/>
                    <a:pt x="38908" y="27467"/>
                  </a:cubicBezTo>
                  <a:cubicBezTo>
                    <a:pt x="38968" y="27467"/>
                    <a:pt x="39028" y="27466"/>
                    <a:pt x="39088" y="27464"/>
                  </a:cubicBezTo>
                  <a:cubicBezTo>
                    <a:pt x="40438" y="27400"/>
                    <a:pt x="43074" y="26082"/>
                    <a:pt x="43299" y="25986"/>
                  </a:cubicBezTo>
                  <a:cubicBezTo>
                    <a:pt x="43427" y="26532"/>
                    <a:pt x="43556" y="27078"/>
                    <a:pt x="43652" y="27625"/>
                  </a:cubicBezTo>
                  <a:cubicBezTo>
                    <a:pt x="44038" y="29425"/>
                    <a:pt x="44392" y="31225"/>
                    <a:pt x="44809" y="32993"/>
                  </a:cubicBezTo>
                  <a:cubicBezTo>
                    <a:pt x="44938" y="33604"/>
                    <a:pt x="45099" y="34182"/>
                    <a:pt x="45292" y="34793"/>
                  </a:cubicBezTo>
                  <a:cubicBezTo>
                    <a:pt x="44842" y="34343"/>
                    <a:pt x="44006" y="33507"/>
                    <a:pt x="43942" y="33443"/>
                  </a:cubicBezTo>
                  <a:cubicBezTo>
                    <a:pt x="42993" y="32684"/>
                    <a:pt x="41098" y="31820"/>
                    <a:pt x="39550" y="31820"/>
                  </a:cubicBezTo>
                  <a:cubicBezTo>
                    <a:pt x="39001" y="31820"/>
                    <a:pt x="38495" y="31928"/>
                    <a:pt x="38091" y="32189"/>
                  </a:cubicBezTo>
                  <a:cubicBezTo>
                    <a:pt x="36998" y="32929"/>
                    <a:pt x="36934" y="34407"/>
                    <a:pt x="37706" y="35372"/>
                  </a:cubicBezTo>
                  <a:cubicBezTo>
                    <a:pt x="38439" y="36281"/>
                    <a:pt x="39816" y="36602"/>
                    <a:pt x="40979" y="36602"/>
                  </a:cubicBezTo>
                  <a:cubicBezTo>
                    <a:pt x="41090" y="36602"/>
                    <a:pt x="41199" y="36599"/>
                    <a:pt x="41306" y="36593"/>
                  </a:cubicBezTo>
                  <a:cubicBezTo>
                    <a:pt x="42495" y="36561"/>
                    <a:pt x="44745" y="35500"/>
                    <a:pt x="45388" y="35179"/>
                  </a:cubicBezTo>
                  <a:cubicBezTo>
                    <a:pt x="45645" y="36175"/>
                    <a:pt x="45967" y="37172"/>
                    <a:pt x="46288" y="38136"/>
                  </a:cubicBezTo>
                  <a:cubicBezTo>
                    <a:pt x="46449" y="38522"/>
                    <a:pt x="46577" y="38972"/>
                    <a:pt x="46738" y="39358"/>
                  </a:cubicBezTo>
                  <a:cubicBezTo>
                    <a:pt x="46835" y="39550"/>
                    <a:pt x="46899" y="39743"/>
                    <a:pt x="46995" y="39936"/>
                  </a:cubicBezTo>
                  <a:cubicBezTo>
                    <a:pt x="46770" y="39936"/>
                    <a:pt x="46642" y="39904"/>
                    <a:pt x="46642" y="39904"/>
                  </a:cubicBezTo>
                  <a:lnTo>
                    <a:pt x="46642" y="39904"/>
                  </a:lnTo>
                  <a:cubicBezTo>
                    <a:pt x="46642" y="39904"/>
                    <a:pt x="46610" y="40483"/>
                    <a:pt x="46674" y="41415"/>
                  </a:cubicBezTo>
                  <a:cubicBezTo>
                    <a:pt x="45663" y="40676"/>
                    <a:pt x="44294" y="40031"/>
                    <a:pt x="43145" y="40031"/>
                  </a:cubicBezTo>
                  <a:cubicBezTo>
                    <a:pt x="42795" y="40031"/>
                    <a:pt x="42466" y="40090"/>
                    <a:pt x="42174" y="40226"/>
                  </a:cubicBezTo>
                  <a:cubicBezTo>
                    <a:pt x="40984" y="40772"/>
                    <a:pt x="40663" y="42218"/>
                    <a:pt x="41306" y="43311"/>
                  </a:cubicBezTo>
                  <a:cubicBezTo>
                    <a:pt x="41370" y="43440"/>
                    <a:pt x="41466" y="43569"/>
                    <a:pt x="41595" y="43697"/>
                  </a:cubicBezTo>
                  <a:cubicBezTo>
                    <a:pt x="41788" y="45111"/>
                    <a:pt x="42591" y="46719"/>
                    <a:pt x="43299" y="47522"/>
                  </a:cubicBezTo>
                  <a:cubicBezTo>
                    <a:pt x="43363" y="47619"/>
                    <a:pt x="44295" y="48455"/>
                    <a:pt x="44745" y="48872"/>
                  </a:cubicBezTo>
                  <a:cubicBezTo>
                    <a:pt x="44295" y="48615"/>
                    <a:pt x="43845" y="48358"/>
                    <a:pt x="43363" y="48101"/>
                  </a:cubicBezTo>
                  <a:cubicBezTo>
                    <a:pt x="42688" y="47715"/>
                    <a:pt x="41981" y="47297"/>
                    <a:pt x="41306" y="46912"/>
                  </a:cubicBezTo>
                  <a:cubicBezTo>
                    <a:pt x="40952" y="46687"/>
                    <a:pt x="40599" y="46462"/>
                    <a:pt x="40245" y="46237"/>
                  </a:cubicBezTo>
                  <a:cubicBezTo>
                    <a:pt x="39859" y="46012"/>
                    <a:pt x="39538" y="45754"/>
                    <a:pt x="39216" y="45497"/>
                  </a:cubicBezTo>
                  <a:cubicBezTo>
                    <a:pt x="38702" y="45144"/>
                    <a:pt x="38188" y="44726"/>
                    <a:pt x="37706" y="44340"/>
                  </a:cubicBezTo>
                  <a:cubicBezTo>
                    <a:pt x="38123" y="43665"/>
                    <a:pt x="39345" y="41672"/>
                    <a:pt x="39506" y="40515"/>
                  </a:cubicBezTo>
                  <a:cubicBezTo>
                    <a:pt x="39698" y="39325"/>
                    <a:pt x="39602" y="37750"/>
                    <a:pt x="38702" y="36818"/>
                  </a:cubicBezTo>
                  <a:cubicBezTo>
                    <a:pt x="38264" y="36364"/>
                    <a:pt x="37671" y="36123"/>
                    <a:pt x="37080" y="36123"/>
                  </a:cubicBezTo>
                  <a:cubicBezTo>
                    <a:pt x="36498" y="36123"/>
                    <a:pt x="35918" y="36356"/>
                    <a:pt x="35488" y="36850"/>
                  </a:cubicBezTo>
                  <a:cubicBezTo>
                    <a:pt x="34330" y="38233"/>
                    <a:pt x="35198" y="41415"/>
                    <a:pt x="36066" y="42765"/>
                  </a:cubicBezTo>
                  <a:cubicBezTo>
                    <a:pt x="36098" y="42829"/>
                    <a:pt x="36291" y="43086"/>
                    <a:pt x="36548" y="43408"/>
                  </a:cubicBezTo>
                  <a:cubicBezTo>
                    <a:pt x="36098" y="43022"/>
                    <a:pt x="35616" y="42604"/>
                    <a:pt x="35134" y="42186"/>
                  </a:cubicBezTo>
                  <a:cubicBezTo>
                    <a:pt x="33784" y="40965"/>
                    <a:pt x="32466" y="39711"/>
                    <a:pt x="31148" y="38425"/>
                  </a:cubicBezTo>
                  <a:cubicBezTo>
                    <a:pt x="30859" y="38168"/>
                    <a:pt x="30602" y="37911"/>
                    <a:pt x="30312" y="37654"/>
                  </a:cubicBezTo>
                  <a:cubicBezTo>
                    <a:pt x="30666" y="37075"/>
                    <a:pt x="32016" y="34954"/>
                    <a:pt x="32209" y="33732"/>
                  </a:cubicBezTo>
                  <a:cubicBezTo>
                    <a:pt x="32370" y="32543"/>
                    <a:pt x="32273" y="30968"/>
                    <a:pt x="31373" y="30036"/>
                  </a:cubicBezTo>
                  <a:cubicBezTo>
                    <a:pt x="30932" y="29578"/>
                    <a:pt x="30333" y="29328"/>
                    <a:pt x="29741" y="29328"/>
                  </a:cubicBezTo>
                  <a:cubicBezTo>
                    <a:pt x="29168" y="29328"/>
                    <a:pt x="28602" y="29562"/>
                    <a:pt x="28191" y="30068"/>
                  </a:cubicBezTo>
                  <a:cubicBezTo>
                    <a:pt x="27001" y="31450"/>
                    <a:pt x="27869" y="34600"/>
                    <a:pt x="28737" y="35982"/>
                  </a:cubicBezTo>
                  <a:cubicBezTo>
                    <a:pt x="28769" y="36047"/>
                    <a:pt x="29027" y="36368"/>
                    <a:pt x="29316" y="36722"/>
                  </a:cubicBezTo>
                  <a:cubicBezTo>
                    <a:pt x="28577" y="36047"/>
                    <a:pt x="27837" y="35372"/>
                    <a:pt x="27098" y="34729"/>
                  </a:cubicBezTo>
                  <a:cubicBezTo>
                    <a:pt x="25780" y="33604"/>
                    <a:pt x="24430" y="32575"/>
                    <a:pt x="23016" y="31675"/>
                  </a:cubicBezTo>
                  <a:cubicBezTo>
                    <a:pt x="23144" y="31482"/>
                    <a:pt x="24783" y="29007"/>
                    <a:pt x="24976" y="27657"/>
                  </a:cubicBezTo>
                  <a:cubicBezTo>
                    <a:pt x="25169" y="26468"/>
                    <a:pt x="25073" y="24893"/>
                    <a:pt x="24173" y="23960"/>
                  </a:cubicBezTo>
                  <a:cubicBezTo>
                    <a:pt x="23735" y="23507"/>
                    <a:pt x="23134" y="23265"/>
                    <a:pt x="22538" y="23265"/>
                  </a:cubicBezTo>
                  <a:cubicBezTo>
                    <a:pt x="21953" y="23265"/>
                    <a:pt x="21373" y="23499"/>
                    <a:pt x="20958" y="23993"/>
                  </a:cubicBezTo>
                  <a:cubicBezTo>
                    <a:pt x="19801" y="25375"/>
                    <a:pt x="20669" y="28557"/>
                    <a:pt x="21537" y="29907"/>
                  </a:cubicBezTo>
                  <a:cubicBezTo>
                    <a:pt x="21601" y="30004"/>
                    <a:pt x="22533" y="31161"/>
                    <a:pt x="22855" y="31579"/>
                  </a:cubicBezTo>
                  <a:lnTo>
                    <a:pt x="22823" y="31547"/>
                  </a:lnTo>
                  <a:cubicBezTo>
                    <a:pt x="21344" y="30614"/>
                    <a:pt x="19833" y="29907"/>
                    <a:pt x="18355" y="29329"/>
                  </a:cubicBezTo>
                  <a:cubicBezTo>
                    <a:pt x="16876" y="28718"/>
                    <a:pt x="15462" y="28300"/>
                    <a:pt x="14112" y="27914"/>
                  </a:cubicBezTo>
                  <a:cubicBezTo>
                    <a:pt x="12794" y="27561"/>
                    <a:pt x="11572" y="27303"/>
                    <a:pt x="10447" y="27078"/>
                  </a:cubicBezTo>
                  <a:cubicBezTo>
                    <a:pt x="9868" y="26950"/>
                    <a:pt x="9322" y="26886"/>
                    <a:pt x="8808" y="26789"/>
                  </a:cubicBezTo>
                  <a:lnTo>
                    <a:pt x="8840" y="26757"/>
                  </a:lnTo>
                  <a:cubicBezTo>
                    <a:pt x="8872" y="26757"/>
                    <a:pt x="7008" y="25535"/>
                    <a:pt x="6879" y="25471"/>
                  </a:cubicBezTo>
                  <a:cubicBezTo>
                    <a:pt x="6067" y="25074"/>
                    <a:pt x="4688" y="24728"/>
                    <a:pt x="3412" y="24728"/>
                  </a:cubicBezTo>
                  <a:cubicBezTo>
                    <a:pt x="2416" y="24728"/>
                    <a:pt x="1482" y="24939"/>
                    <a:pt x="932" y="25503"/>
                  </a:cubicBezTo>
                  <a:cubicBezTo>
                    <a:pt x="0" y="26468"/>
                    <a:pt x="257" y="27914"/>
                    <a:pt x="1222" y="28718"/>
                  </a:cubicBezTo>
                  <a:cubicBezTo>
                    <a:pt x="1831" y="29175"/>
                    <a:pt x="2632" y="29350"/>
                    <a:pt x="3424" y="29350"/>
                  </a:cubicBezTo>
                  <a:cubicBezTo>
                    <a:pt x="3969" y="29350"/>
                    <a:pt x="4511" y="29267"/>
                    <a:pt x="4983" y="29136"/>
                  </a:cubicBezTo>
                  <a:cubicBezTo>
                    <a:pt x="6204" y="28846"/>
                    <a:pt x="8229" y="27239"/>
                    <a:pt x="8711" y="26853"/>
                  </a:cubicBezTo>
                  <a:cubicBezTo>
                    <a:pt x="9258" y="26950"/>
                    <a:pt x="9804" y="27046"/>
                    <a:pt x="10447" y="27207"/>
                  </a:cubicBezTo>
                  <a:cubicBezTo>
                    <a:pt x="11540" y="27432"/>
                    <a:pt x="12761" y="27721"/>
                    <a:pt x="14079" y="28107"/>
                  </a:cubicBezTo>
                  <a:cubicBezTo>
                    <a:pt x="14433" y="28236"/>
                    <a:pt x="14787" y="28364"/>
                    <a:pt x="15172" y="28461"/>
                  </a:cubicBezTo>
                  <a:cubicBezTo>
                    <a:pt x="14497" y="28396"/>
                    <a:pt x="13597" y="28300"/>
                    <a:pt x="13501" y="28300"/>
                  </a:cubicBezTo>
                  <a:cubicBezTo>
                    <a:pt x="11894" y="28332"/>
                    <a:pt x="8776" y="29361"/>
                    <a:pt x="8261" y="31096"/>
                  </a:cubicBezTo>
                  <a:cubicBezTo>
                    <a:pt x="7876" y="32350"/>
                    <a:pt x="8743" y="33539"/>
                    <a:pt x="9997" y="33797"/>
                  </a:cubicBezTo>
                  <a:cubicBezTo>
                    <a:pt x="10147" y="33824"/>
                    <a:pt x="10299" y="33836"/>
                    <a:pt x="10452" y="33836"/>
                  </a:cubicBezTo>
                  <a:cubicBezTo>
                    <a:pt x="11575" y="33836"/>
                    <a:pt x="12741" y="33154"/>
                    <a:pt x="13533" y="32447"/>
                  </a:cubicBezTo>
                  <a:cubicBezTo>
                    <a:pt x="14465" y="31579"/>
                    <a:pt x="15558" y="29200"/>
                    <a:pt x="15783" y="28654"/>
                  </a:cubicBezTo>
                  <a:cubicBezTo>
                    <a:pt x="16587" y="28943"/>
                    <a:pt x="17422" y="29232"/>
                    <a:pt x="18258" y="29586"/>
                  </a:cubicBezTo>
                  <a:cubicBezTo>
                    <a:pt x="19673" y="30229"/>
                    <a:pt x="21183" y="30936"/>
                    <a:pt x="22598" y="31900"/>
                  </a:cubicBezTo>
                  <a:cubicBezTo>
                    <a:pt x="22694" y="31932"/>
                    <a:pt x="22758" y="31997"/>
                    <a:pt x="22823" y="32061"/>
                  </a:cubicBezTo>
                  <a:cubicBezTo>
                    <a:pt x="22501" y="31964"/>
                    <a:pt x="20733" y="31579"/>
                    <a:pt x="20605" y="31579"/>
                  </a:cubicBezTo>
                  <a:cubicBezTo>
                    <a:pt x="20452" y="31563"/>
                    <a:pt x="20284" y="31556"/>
                    <a:pt x="20105" y="31556"/>
                  </a:cubicBezTo>
                  <a:cubicBezTo>
                    <a:pt x="18408" y="31556"/>
                    <a:pt x="15716" y="32252"/>
                    <a:pt x="15076" y="33764"/>
                  </a:cubicBezTo>
                  <a:cubicBezTo>
                    <a:pt x="14562" y="34954"/>
                    <a:pt x="15301" y="36240"/>
                    <a:pt x="16490" y="36625"/>
                  </a:cubicBezTo>
                  <a:cubicBezTo>
                    <a:pt x="16759" y="36708"/>
                    <a:pt x="17036" y="36745"/>
                    <a:pt x="17316" y="36745"/>
                  </a:cubicBezTo>
                  <a:cubicBezTo>
                    <a:pt x="18342" y="36745"/>
                    <a:pt x="19397" y="36249"/>
                    <a:pt x="20155" y="35693"/>
                  </a:cubicBezTo>
                  <a:cubicBezTo>
                    <a:pt x="21312" y="34857"/>
                    <a:pt x="22823" y="32189"/>
                    <a:pt x="22887" y="32093"/>
                  </a:cubicBezTo>
                  <a:cubicBezTo>
                    <a:pt x="24205" y="32993"/>
                    <a:pt x="25491" y="34022"/>
                    <a:pt x="26744" y="35115"/>
                  </a:cubicBezTo>
                  <a:cubicBezTo>
                    <a:pt x="27676" y="35918"/>
                    <a:pt x="28544" y="36786"/>
                    <a:pt x="29444" y="37654"/>
                  </a:cubicBezTo>
                  <a:cubicBezTo>
                    <a:pt x="29027" y="37525"/>
                    <a:pt x="27355" y="37204"/>
                    <a:pt x="27259" y="37172"/>
                  </a:cubicBezTo>
                  <a:cubicBezTo>
                    <a:pt x="27124" y="37161"/>
                    <a:pt x="26978" y="37156"/>
                    <a:pt x="26825" y="37156"/>
                  </a:cubicBezTo>
                  <a:cubicBezTo>
                    <a:pt x="25108" y="37156"/>
                    <a:pt x="22347" y="37824"/>
                    <a:pt x="21698" y="39358"/>
                  </a:cubicBezTo>
                  <a:cubicBezTo>
                    <a:pt x="21183" y="40579"/>
                    <a:pt x="21923" y="41865"/>
                    <a:pt x="23144" y="42218"/>
                  </a:cubicBezTo>
                  <a:cubicBezTo>
                    <a:pt x="23406" y="42301"/>
                    <a:pt x="23678" y="42338"/>
                    <a:pt x="23954" y="42338"/>
                  </a:cubicBezTo>
                  <a:cubicBezTo>
                    <a:pt x="24965" y="42338"/>
                    <a:pt x="26026" y="41842"/>
                    <a:pt x="26809" y="41286"/>
                  </a:cubicBezTo>
                  <a:cubicBezTo>
                    <a:pt x="27901" y="40483"/>
                    <a:pt x="29380" y="37943"/>
                    <a:pt x="29509" y="37718"/>
                  </a:cubicBezTo>
                  <a:cubicBezTo>
                    <a:pt x="29894" y="38104"/>
                    <a:pt x="30312" y="38490"/>
                    <a:pt x="30698" y="38908"/>
                  </a:cubicBezTo>
                  <a:cubicBezTo>
                    <a:pt x="32016" y="40193"/>
                    <a:pt x="33302" y="41479"/>
                    <a:pt x="34620" y="42733"/>
                  </a:cubicBezTo>
                  <a:cubicBezTo>
                    <a:pt x="35070" y="43183"/>
                    <a:pt x="35552" y="43569"/>
                    <a:pt x="36002" y="43986"/>
                  </a:cubicBezTo>
                  <a:cubicBezTo>
                    <a:pt x="35391" y="43858"/>
                    <a:pt x="34234" y="43601"/>
                    <a:pt x="34137" y="43601"/>
                  </a:cubicBezTo>
                  <a:cubicBezTo>
                    <a:pt x="33984" y="43585"/>
                    <a:pt x="33817" y="43578"/>
                    <a:pt x="33638" y="43578"/>
                  </a:cubicBezTo>
                  <a:cubicBezTo>
                    <a:pt x="31940" y="43578"/>
                    <a:pt x="29248" y="44274"/>
                    <a:pt x="28609" y="45787"/>
                  </a:cubicBezTo>
                  <a:cubicBezTo>
                    <a:pt x="28094" y="46976"/>
                    <a:pt x="28834" y="48262"/>
                    <a:pt x="30023" y="48647"/>
                  </a:cubicBezTo>
                  <a:cubicBezTo>
                    <a:pt x="30278" y="48728"/>
                    <a:pt x="30542" y="48764"/>
                    <a:pt x="30811" y="48764"/>
                  </a:cubicBezTo>
                  <a:cubicBezTo>
                    <a:pt x="31828" y="48764"/>
                    <a:pt x="32899" y="48249"/>
                    <a:pt x="33687" y="47715"/>
                  </a:cubicBezTo>
                  <a:cubicBezTo>
                    <a:pt x="34684" y="47008"/>
                    <a:pt x="35970" y="44886"/>
                    <a:pt x="36323" y="44276"/>
                  </a:cubicBezTo>
                  <a:cubicBezTo>
                    <a:pt x="37095" y="44951"/>
                    <a:pt x="37898" y="45594"/>
                    <a:pt x="38702" y="46204"/>
                  </a:cubicBezTo>
                  <a:cubicBezTo>
                    <a:pt x="39056" y="46462"/>
                    <a:pt x="39377" y="46751"/>
                    <a:pt x="39731" y="46976"/>
                  </a:cubicBezTo>
                  <a:cubicBezTo>
                    <a:pt x="40084" y="47201"/>
                    <a:pt x="40438" y="47458"/>
                    <a:pt x="40791" y="47683"/>
                  </a:cubicBezTo>
                  <a:cubicBezTo>
                    <a:pt x="41531" y="48133"/>
                    <a:pt x="42206" y="48551"/>
                    <a:pt x="42881" y="48937"/>
                  </a:cubicBezTo>
                  <a:cubicBezTo>
                    <a:pt x="43234" y="49162"/>
                    <a:pt x="43556" y="49355"/>
                    <a:pt x="43909" y="49547"/>
                  </a:cubicBezTo>
                  <a:cubicBezTo>
                    <a:pt x="43299" y="49290"/>
                    <a:pt x="42302" y="48937"/>
                    <a:pt x="42206" y="48905"/>
                  </a:cubicBezTo>
                  <a:cubicBezTo>
                    <a:pt x="41750" y="48793"/>
                    <a:pt x="41153" y="48727"/>
                    <a:pt x="40511" y="48727"/>
                  </a:cubicBezTo>
                  <a:cubicBezTo>
                    <a:pt x="38931" y="48727"/>
                    <a:pt x="37082" y="49126"/>
                    <a:pt x="36420" y="50222"/>
                  </a:cubicBezTo>
                  <a:cubicBezTo>
                    <a:pt x="35713" y="51348"/>
                    <a:pt x="36259" y="52730"/>
                    <a:pt x="37384" y="53276"/>
                  </a:cubicBezTo>
                  <a:cubicBezTo>
                    <a:pt x="37779" y="53463"/>
                    <a:pt x="38219" y="53541"/>
                    <a:pt x="38669" y="53541"/>
                  </a:cubicBezTo>
                  <a:cubicBezTo>
                    <a:pt x="39538" y="53541"/>
                    <a:pt x="40446" y="53250"/>
                    <a:pt x="41145" y="52890"/>
                  </a:cubicBezTo>
                  <a:cubicBezTo>
                    <a:pt x="42334" y="52280"/>
                    <a:pt x="44134" y="50062"/>
                    <a:pt x="44359" y="49805"/>
                  </a:cubicBezTo>
                  <a:cubicBezTo>
                    <a:pt x="45195" y="50287"/>
                    <a:pt x="45999" y="50737"/>
                    <a:pt x="46770" y="51123"/>
                  </a:cubicBezTo>
                  <a:cubicBezTo>
                    <a:pt x="48827" y="52248"/>
                    <a:pt x="50628" y="53115"/>
                    <a:pt x="52042" y="53791"/>
                  </a:cubicBezTo>
                  <a:cubicBezTo>
                    <a:pt x="56542" y="57680"/>
                    <a:pt x="62939" y="58130"/>
                    <a:pt x="62939" y="58130"/>
                  </a:cubicBezTo>
                  <a:cubicBezTo>
                    <a:pt x="62939" y="58130"/>
                    <a:pt x="63260" y="50480"/>
                    <a:pt x="58760" y="45465"/>
                  </a:cubicBezTo>
                  <a:cubicBezTo>
                    <a:pt x="57153" y="43633"/>
                    <a:pt x="55096" y="42411"/>
                    <a:pt x="53167" y="41576"/>
                  </a:cubicBezTo>
                  <a:cubicBezTo>
                    <a:pt x="53296" y="41447"/>
                    <a:pt x="53392" y="41286"/>
                    <a:pt x="53488" y="41158"/>
                  </a:cubicBezTo>
                  <a:cubicBezTo>
                    <a:pt x="54163" y="40161"/>
                    <a:pt x="54742" y="38683"/>
                    <a:pt x="54292" y="37461"/>
                  </a:cubicBezTo>
                  <a:cubicBezTo>
                    <a:pt x="53975" y="36558"/>
                    <a:pt x="53138" y="35951"/>
                    <a:pt x="52247" y="35951"/>
                  </a:cubicBezTo>
                  <a:cubicBezTo>
                    <a:pt x="51965" y="35951"/>
                    <a:pt x="51677" y="36012"/>
                    <a:pt x="51399" y="36143"/>
                  </a:cubicBezTo>
                  <a:cubicBezTo>
                    <a:pt x="50145" y="36722"/>
                    <a:pt x="49535" y="38747"/>
                    <a:pt x="49406" y="40354"/>
                  </a:cubicBezTo>
                  <a:cubicBezTo>
                    <a:pt x="48892" y="40258"/>
                    <a:pt x="48442" y="40161"/>
                    <a:pt x="48056" y="40097"/>
                  </a:cubicBezTo>
                  <a:cubicBezTo>
                    <a:pt x="47895" y="39743"/>
                    <a:pt x="47735" y="39358"/>
                    <a:pt x="47574" y="38972"/>
                  </a:cubicBezTo>
                  <a:cubicBezTo>
                    <a:pt x="47381" y="38586"/>
                    <a:pt x="47252" y="38200"/>
                    <a:pt x="47092" y="37815"/>
                  </a:cubicBezTo>
                  <a:cubicBezTo>
                    <a:pt x="46899" y="37236"/>
                    <a:pt x="46674" y="36625"/>
                    <a:pt x="46481" y="36015"/>
                  </a:cubicBezTo>
                  <a:cubicBezTo>
                    <a:pt x="47220" y="35693"/>
                    <a:pt x="49342" y="34697"/>
                    <a:pt x="50113" y="33829"/>
                  </a:cubicBezTo>
                  <a:cubicBezTo>
                    <a:pt x="50917" y="32929"/>
                    <a:pt x="51720" y="31579"/>
                    <a:pt x="51463" y="30293"/>
                  </a:cubicBezTo>
                  <a:cubicBezTo>
                    <a:pt x="51274" y="29266"/>
                    <a:pt x="50404" y="28467"/>
                    <a:pt x="49387" y="28467"/>
                  </a:cubicBezTo>
                  <a:cubicBezTo>
                    <a:pt x="49194" y="28467"/>
                    <a:pt x="48995" y="28496"/>
                    <a:pt x="48795" y="28557"/>
                  </a:cubicBezTo>
                  <a:cubicBezTo>
                    <a:pt x="47060" y="29071"/>
                    <a:pt x="46031" y="32189"/>
                    <a:pt x="45999" y="33797"/>
                  </a:cubicBezTo>
                  <a:cubicBezTo>
                    <a:pt x="45999" y="33861"/>
                    <a:pt x="46031" y="34214"/>
                    <a:pt x="46063" y="34600"/>
                  </a:cubicBezTo>
                  <a:cubicBezTo>
                    <a:pt x="45870" y="34022"/>
                    <a:pt x="45709" y="33411"/>
                    <a:pt x="45549" y="32800"/>
                  </a:cubicBezTo>
                  <a:cubicBezTo>
                    <a:pt x="45099" y="31064"/>
                    <a:pt x="44681" y="29264"/>
                    <a:pt x="44295" y="27464"/>
                  </a:cubicBezTo>
                  <a:cubicBezTo>
                    <a:pt x="44199" y="27111"/>
                    <a:pt x="44102" y="26725"/>
                    <a:pt x="44006" y="26371"/>
                  </a:cubicBezTo>
                  <a:cubicBezTo>
                    <a:pt x="44617" y="26082"/>
                    <a:pt x="46931" y="25053"/>
                    <a:pt x="47767" y="24121"/>
                  </a:cubicBezTo>
                  <a:cubicBezTo>
                    <a:pt x="48570" y="23221"/>
                    <a:pt x="49342" y="21871"/>
                    <a:pt x="49117" y="20585"/>
                  </a:cubicBezTo>
                  <a:cubicBezTo>
                    <a:pt x="48926" y="19551"/>
                    <a:pt x="48044" y="18770"/>
                    <a:pt x="47017" y="18770"/>
                  </a:cubicBezTo>
                  <a:cubicBezTo>
                    <a:pt x="46831" y="18770"/>
                    <a:pt x="46641" y="18795"/>
                    <a:pt x="46449" y="18849"/>
                  </a:cubicBezTo>
                  <a:cubicBezTo>
                    <a:pt x="44681" y="19364"/>
                    <a:pt x="43652" y="22482"/>
                    <a:pt x="43620" y="24121"/>
                  </a:cubicBezTo>
                  <a:cubicBezTo>
                    <a:pt x="43620" y="24153"/>
                    <a:pt x="43652" y="24571"/>
                    <a:pt x="43717" y="25021"/>
                  </a:cubicBezTo>
                  <a:cubicBezTo>
                    <a:pt x="43459" y="24057"/>
                    <a:pt x="43234" y="23093"/>
                    <a:pt x="42945" y="22160"/>
                  </a:cubicBezTo>
                  <a:cubicBezTo>
                    <a:pt x="42463" y="20489"/>
                    <a:pt x="41916" y="18882"/>
                    <a:pt x="41241" y="17371"/>
                  </a:cubicBezTo>
                  <a:cubicBezTo>
                    <a:pt x="41434" y="17274"/>
                    <a:pt x="44167" y="16117"/>
                    <a:pt x="45099" y="15089"/>
                  </a:cubicBezTo>
                  <a:cubicBezTo>
                    <a:pt x="45902" y="14188"/>
                    <a:pt x="46674" y="12806"/>
                    <a:pt x="46449" y="11553"/>
                  </a:cubicBezTo>
                  <a:cubicBezTo>
                    <a:pt x="46260" y="10526"/>
                    <a:pt x="45367" y="9726"/>
                    <a:pt x="44342" y="9726"/>
                  </a:cubicBezTo>
                  <a:cubicBezTo>
                    <a:pt x="44148" y="9726"/>
                    <a:pt x="43949" y="9755"/>
                    <a:pt x="43749" y="9817"/>
                  </a:cubicBezTo>
                  <a:cubicBezTo>
                    <a:pt x="42013" y="10331"/>
                    <a:pt x="40984" y="13449"/>
                    <a:pt x="40952" y="15056"/>
                  </a:cubicBezTo>
                  <a:cubicBezTo>
                    <a:pt x="40952" y="15181"/>
                    <a:pt x="41074" y="16585"/>
                    <a:pt x="41140" y="17134"/>
                  </a:cubicBezTo>
                  <a:lnTo>
                    <a:pt x="41140" y="17134"/>
                  </a:lnTo>
                  <a:cubicBezTo>
                    <a:pt x="40401" y="15532"/>
                    <a:pt x="39536" y="14121"/>
                    <a:pt x="38638" y="12806"/>
                  </a:cubicBezTo>
                  <a:cubicBezTo>
                    <a:pt x="37738" y="11520"/>
                    <a:pt x="36773" y="10363"/>
                    <a:pt x="35873" y="9303"/>
                  </a:cubicBezTo>
                  <a:cubicBezTo>
                    <a:pt x="34973" y="8274"/>
                    <a:pt x="34073" y="7374"/>
                    <a:pt x="33302" y="6602"/>
                  </a:cubicBezTo>
                  <a:cubicBezTo>
                    <a:pt x="32852" y="6152"/>
                    <a:pt x="32466" y="5799"/>
                    <a:pt x="32080" y="5445"/>
                  </a:cubicBezTo>
                  <a:lnTo>
                    <a:pt x="32112" y="5445"/>
                  </a:lnTo>
                  <a:cubicBezTo>
                    <a:pt x="32145" y="5445"/>
                    <a:pt x="31277" y="3420"/>
                    <a:pt x="31180" y="3291"/>
                  </a:cubicBezTo>
                  <a:cubicBezTo>
                    <a:pt x="30439" y="1988"/>
                    <a:pt x="28360" y="1"/>
                    <a:pt x="26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4248;p64">
              <a:extLst>
                <a:ext uri="{FF2B5EF4-FFF2-40B4-BE49-F238E27FC236}">
                  <a16:creationId xmlns:a16="http://schemas.microsoft.com/office/drawing/2014/main" id="{5FEEA0E1-0191-0826-C5C0-CC1CCA3BCB22}"/>
                </a:ext>
              </a:extLst>
            </p:cNvPr>
            <p:cNvSpPr/>
            <p:nvPr/>
          </p:nvSpPr>
          <p:spPr>
            <a:xfrm>
              <a:off x="3260300" y="1467650"/>
              <a:ext cx="425950" cy="439600"/>
            </a:xfrm>
            <a:custGeom>
              <a:avLst/>
              <a:gdLst/>
              <a:ahLst/>
              <a:cxnLst/>
              <a:rect l="l" t="t" r="r" b="b"/>
              <a:pathLst>
                <a:path w="17038" h="17584" extrusionOk="0">
                  <a:moveTo>
                    <a:pt x="16973" y="0"/>
                  </a:moveTo>
                  <a:cubicBezTo>
                    <a:pt x="16973" y="0"/>
                    <a:pt x="9355" y="225"/>
                    <a:pt x="4662" y="5079"/>
                  </a:cubicBezTo>
                  <a:cubicBezTo>
                    <a:pt x="1" y="9933"/>
                    <a:pt x="33" y="17583"/>
                    <a:pt x="33" y="17583"/>
                  </a:cubicBezTo>
                  <a:cubicBezTo>
                    <a:pt x="33" y="17583"/>
                    <a:pt x="7683" y="17358"/>
                    <a:pt x="12376" y="12504"/>
                  </a:cubicBezTo>
                  <a:cubicBezTo>
                    <a:pt x="17037" y="7651"/>
                    <a:pt x="16973" y="0"/>
                    <a:pt x="169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4249;p64">
              <a:extLst>
                <a:ext uri="{FF2B5EF4-FFF2-40B4-BE49-F238E27FC236}">
                  <a16:creationId xmlns:a16="http://schemas.microsoft.com/office/drawing/2014/main" id="{D6D7E173-E9D7-B36D-D139-F28E4FD9B5DC}"/>
                </a:ext>
              </a:extLst>
            </p:cNvPr>
            <p:cNvSpPr/>
            <p:nvPr/>
          </p:nvSpPr>
          <p:spPr>
            <a:xfrm>
              <a:off x="2417325" y="520175"/>
              <a:ext cx="120550" cy="207350"/>
            </a:xfrm>
            <a:custGeom>
              <a:avLst/>
              <a:gdLst/>
              <a:ahLst/>
              <a:cxnLst/>
              <a:rect l="l" t="t" r="r" b="b"/>
              <a:pathLst>
                <a:path w="4822" h="8294" extrusionOk="0">
                  <a:moveTo>
                    <a:pt x="2572" y="1"/>
                  </a:moveTo>
                  <a:cubicBezTo>
                    <a:pt x="2218" y="1"/>
                    <a:pt x="1833" y="97"/>
                    <a:pt x="1511" y="290"/>
                  </a:cubicBezTo>
                  <a:cubicBezTo>
                    <a:pt x="418" y="965"/>
                    <a:pt x="0" y="2829"/>
                    <a:pt x="0" y="4405"/>
                  </a:cubicBezTo>
                  <a:cubicBezTo>
                    <a:pt x="0" y="5047"/>
                    <a:pt x="65" y="5658"/>
                    <a:pt x="193" y="6108"/>
                  </a:cubicBezTo>
                  <a:cubicBezTo>
                    <a:pt x="225" y="6237"/>
                    <a:pt x="997" y="8294"/>
                    <a:pt x="1029" y="8294"/>
                  </a:cubicBezTo>
                  <a:cubicBezTo>
                    <a:pt x="1029" y="8294"/>
                    <a:pt x="3536" y="6301"/>
                    <a:pt x="4179" y="5047"/>
                  </a:cubicBezTo>
                  <a:cubicBezTo>
                    <a:pt x="4533" y="4340"/>
                    <a:pt x="4822" y="3408"/>
                    <a:pt x="4822" y="2572"/>
                  </a:cubicBezTo>
                  <a:cubicBezTo>
                    <a:pt x="4822" y="2122"/>
                    <a:pt x="4758" y="1672"/>
                    <a:pt x="4565" y="1287"/>
                  </a:cubicBezTo>
                  <a:cubicBezTo>
                    <a:pt x="4179" y="483"/>
                    <a:pt x="3375" y="1"/>
                    <a:pt x="25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4250;p64">
              <a:extLst>
                <a:ext uri="{FF2B5EF4-FFF2-40B4-BE49-F238E27FC236}">
                  <a16:creationId xmlns:a16="http://schemas.microsoft.com/office/drawing/2014/main" id="{89FF19FD-17EF-CCAE-BBC5-434BF3EB96AC}"/>
                </a:ext>
              </a:extLst>
            </p:cNvPr>
            <p:cNvSpPr/>
            <p:nvPr/>
          </p:nvSpPr>
          <p:spPr>
            <a:xfrm>
              <a:off x="1806575" y="970200"/>
              <a:ext cx="126200" cy="203350"/>
            </a:xfrm>
            <a:custGeom>
              <a:avLst/>
              <a:gdLst/>
              <a:ahLst/>
              <a:cxnLst/>
              <a:rect l="l" t="t" r="r" b="b"/>
              <a:pathLst>
                <a:path w="5048" h="8134" extrusionOk="0">
                  <a:moveTo>
                    <a:pt x="2090" y="1"/>
                  </a:moveTo>
                  <a:cubicBezTo>
                    <a:pt x="1286" y="1"/>
                    <a:pt x="547" y="419"/>
                    <a:pt x="193" y="1190"/>
                  </a:cubicBezTo>
                  <a:cubicBezTo>
                    <a:pt x="33" y="1479"/>
                    <a:pt x="1" y="1801"/>
                    <a:pt x="1" y="2154"/>
                  </a:cubicBezTo>
                  <a:cubicBezTo>
                    <a:pt x="1" y="3794"/>
                    <a:pt x="1286" y="5851"/>
                    <a:pt x="2283" y="6783"/>
                  </a:cubicBezTo>
                  <a:cubicBezTo>
                    <a:pt x="2379" y="6880"/>
                    <a:pt x="4147" y="8133"/>
                    <a:pt x="4179" y="8133"/>
                  </a:cubicBezTo>
                  <a:cubicBezTo>
                    <a:pt x="4179" y="8133"/>
                    <a:pt x="5047" y="5529"/>
                    <a:pt x="5047" y="4019"/>
                  </a:cubicBezTo>
                  <a:cubicBezTo>
                    <a:pt x="5047" y="3922"/>
                    <a:pt x="5047" y="3794"/>
                    <a:pt x="5015" y="3697"/>
                  </a:cubicBezTo>
                  <a:cubicBezTo>
                    <a:pt x="4887" y="2476"/>
                    <a:pt x="4372" y="997"/>
                    <a:pt x="3247" y="322"/>
                  </a:cubicBezTo>
                  <a:cubicBezTo>
                    <a:pt x="2894" y="129"/>
                    <a:pt x="2476" y="1"/>
                    <a:pt x="20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4251;p64">
              <a:extLst>
                <a:ext uri="{FF2B5EF4-FFF2-40B4-BE49-F238E27FC236}">
                  <a16:creationId xmlns:a16="http://schemas.microsoft.com/office/drawing/2014/main" id="{A553E488-3BFA-F84B-BD8A-AE60B9D54E79}"/>
                </a:ext>
              </a:extLst>
            </p:cNvPr>
            <p:cNvSpPr/>
            <p:nvPr/>
          </p:nvSpPr>
          <p:spPr>
            <a:xfrm>
              <a:off x="2948500" y="802250"/>
              <a:ext cx="460500" cy="1052750"/>
            </a:xfrm>
            <a:custGeom>
              <a:avLst/>
              <a:gdLst/>
              <a:ahLst/>
              <a:cxnLst/>
              <a:rect l="l" t="t" r="r" b="b"/>
              <a:pathLst>
                <a:path w="18420" h="42110" extrusionOk="0">
                  <a:moveTo>
                    <a:pt x="9130" y="0"/>
                  </a:moveTo>
                  <a:cubicBezTo>
                    <a:pt x="9130" y="0"/>
                    <a:pt x="1" y="9419"/>
                    <a:pt x="1" y="20991"/>
                  </a:cubicBezTo>
                  <a:cubicBezTo>
                    <a:pt x="1" y="21023"/>
                    <a:pt x="1" y="21055"/>
                    <a:pt x="1" y="21087"/>
                  </a:cubicBezTo>
                  <a:cubicBezTo>
                    <a:pt x="33" y="32724"/>
                    <a:pt x="9290" y="42110"/>
                    <a:pt x="9290" y="42110"/>
                  </a:cubicBezTo>
                  <a:cubicBezTo>
                    <a:pt x="9290" y="42110"/>
                    <a:pt x="18419" y="32724"/>
                    <a:pt x="18419" y="21119"/>
                  </a:cubicBezTo>
                  <a:cubicBezTo>
                    <a:pt x="18419" y="21087"/>
                    <a:pt x="18419" y="21055"/>
                    <a:pt x="18419" y="21023"/>
                  </a:cubicBezTo>
                  <a:cubicBezTo>
                    <a:pt x="18387" y="9387"/>
                    <a:pt x="9130" y="0"/>
                    <a:pt x="91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4252;p64">
              <a:extLst>
                <a:ext uri="{FF2B5EF4-FFF2-40B4-BE49-F238E27FC236}">
                  <a16:creationId xmlns:a16="http://schemas.microsoft.com/office/drawing/2014/main" id="{249EB902-E4C1-4174-9B2C-42E6EF82869C}"/>
                </a:ext>
              </a:extLst>
            </p:cNvPr>
            <p:cNvSpPr/>
            <p:nvPr/>
          </p:nvSpPr>
          <p:spPr>
            <a:xfrm>
              <a:off x="1529325" y="463925"/>
              <a:ext cx="1564650" cy="1453775"/>
            </a:xfrm>
            <a:custGeom>
              <a:avLst/>
              <a:gdLst/>
              <a:ahLst/>
              <a:cxnLst/>
              <a:rect l="l" t="t" r="r" b="b"/>
              <a:pathLst>
                <a:path w="62586" h="58151" extrusionOk="0">
                  <a:moveTo>
                    <a:pt x="46771" y="44778"/>
                  </a:moveTo>
                  <a:cubicBezTo>
                    <a:pt x="47189" y="46899"/>
                    <a:pt x="48024" y="49342"/>
                    <a:pt x="49567" y="51496"/>
                  </a:cubicBezTo>
                  <a:cubicBezTo>
                    <a:pt x="48764" y="51110"/>
                    <a:pt x="47864" y="50692"/>
                    <a:pt x="46932" y="50210"/>
                  </a:cubicBezTo>
                  <a:cubicBezTo>
                    <a:pt x="46224" y="49857"/>
                    <a:pt x="45485" y="49471"/>
                    <a:pt x="44714" y="49053"/>
                  </a:cubicBezTo>
                  <a:cubicBezTo>
                    <a:pt x="44842" y="48732"/>
                    <a:pt x="45935" y="46321"/>
                    <a:pt x="46032" y="44939"/>
                  </a:cubicBezTo>
                  <a:cubicBezTo>
                    <a:pt x="46257" y="44906"/>
                    <a:pt x="46514" y="44842"/>
                    <a:pt x="46771" y="44778"/>
                  </a:cubicBezTo>
                  <a:close/>
                  <a:moveTo>
                    <a:pt x="26263" y="1"/>
                  </a:moveTo>
                  <a:cubicBezTo>
                    <a:pt x="26134" y="1"/>
                    <a:pt x="26006" y="33"/>
                    <a:pt x="25845" y="65"/>
                  </a:cubicBezTo>
                  <a:cubicBezTo>
                    <a:pt x="24816" y="290"/>
                    <a:pt x="24238" y="1190"/>
                    <a:pt x="24238" y="2154"/>
                  </a:cubicBezTo>
                  <a:cubicBezTo>
                    <a:pt x="24238" y="2379"/>
                    <a:pt x="24270" y="2636"/>
                    <a:pt x="24334" y="2861"/>
                  </a:cubicBezTo>
                  <a:cubicBezTo>
                    <a:pt x="24752" y="4083"/>
                    <a:pt x="26102" y="4919"/>
                    <a:pt x="27227" y="5304"/>
                  </a:cubicBezTo>
                  <a:cubicBezTo>
                    <a:pt x="27806" y="5497"/>
                    <a:pt x="28674" y="5562"/>
                    <a:pt x="29509" y="5562"/>
                  </a:cubicBezTo>
                  <a:cubicBezTo>
                    <a:pt x="30409" y="5562"/>
                    <a:pt x="31277" y="5497"/>
                    <a:pt x="31599" y="5465"/>
                  </a:cubicBezTo>
                  <a:cubicBezTo>
                    <a:pt x="32017" y="5851"/>
                    <a:pt x="32402" y="6237"/>
                    <a:pt x="32852" y="6687"/>
                  </a:cubicBezTo>
                  <a:cubicBezTo>
                    <a:pt x="33624" y="7490"/>
                    <a:pt x="34492" y="8422"/>
                    <a:pt x="35392" y="9483"/>
                  </a:cubicBezTo>
                  <a:cubicBezTo>
                    <a:pt x="35617" y="9740"/>
                    <a:pt x="35842" y="10062"/>
                    <a:pt x="36099" y="10351"/>
                  </a:cubicBezTo>
                  <a:cubicBezTo>
                    <a:pt x="35585" y="9933"/>
                    <a:pt x="34877" y="9387"/>
                    <a:pt x="34813" y="9323"/>
                  </a:cubicBezTo>
                  <a:cubicBezTo>
                    <a:pt x="33913" y="8744"/>
                    <a:pt x="32242" y="8197"/>
                    <a:pt x="30795" y="8197"/>
                  </a:cubicBezTo>
                  <a:cubicBezTo>
                    <a:pt x="30056" y="8197"/>
                    <a:pt x="29381" y="8326"/>
                    <a:pt x="28899" y="8744"/>
                  </a:cubicBezTo>
                  <a:cubicBezTo>
                    <a:pt x="28384" y="9162"/>
                    <a:pt x="28159" y="9708"/>
                    <a:pt x="28159" y="10287"/>
                  </a:cubicBezTo>
                  <a:cubicBezTo>
                    <a:pt x="28159" y="10898"/>
                    <a:pt x="28384" y="11508"/>
                    <a:pt x="28834" y="11926"/>
                  </a:cubicBezTo>
                  <a:cubicBezTo>
                    <a:pt x="29541" y="12601"/>
                    <a:pt x="30570" y="12826"/>
                    <a:pt x="31567" y="12826"/>
                  </a:cubicBezTo>
                  <a:cubicBezTo>
                    <a:pt x="31920" y="12826"/>
                    <a:pt x="32242" y="12826"/>
                    <a:pt x="32531" y="12762"/>
                  </a:cubicBezTo>
                  <a:cubicBezTo>
                    <a:pt x="33784" y="12601"/>
                    <a:pt x="36035" y="11187"/>
                    <a:pt x="36517" y="10865"/>
                  </a:cubicBezTo>
                  <a:cubicBezTo>
                    <a:pt x="37031" y="11540"/>
                    <a:pt x="37545" y="12248"/>
                    <a:pt x="38028" y="13019"/>
                  </a:cubicBezTo>
                  <a:cubicBezTo>
                    <a:pt x="38895" y="14305"/>
                    <a:pt x="39731" y="15751"/>
                    <a:pt x="40406" y="17326"/>
                  </a:cubicBezTo>
                  <a:cubicBezTo>
                    <a:pt x="40438" y="17391"/>
                    <a:pt x="40471" y="17487"/>
                    <a:pt x="40503" y="17584"/>
                  </a:cubicBezTo>
                  <a:cubicBezTo>
                    <a:pt x="40310" y="17326"/>
                    <a:pt x="39024" y="16041"/>
                    <a:pt x="38928" y="15976"/>
                  </a:cubicBezTo>
                  <a:cubicBezTo>
                    <a:pt x="37995" y="15205"/>
                    <a:pt x="36099" y="14369"/>
                    <a:pt x="34556" y="14369"/>
                  </a:cubicBezTo>
                  <a:cubicBezTo>
                    <a:pt x="34010" y="14369"/>
                    <a:pt x="33495" y="14466"/>
                    <a:pt x="33109" y="14723"/>
                  </a:cubicBezTo>
                  <a:cubicBezTo>
                    <a:pt x="32499" y="15141"/>
                    <a:pt x="32177" y="15784"/>
                    <a:pt x="32177" y="16459"/>
                  </a:cubicBezTo>
                  <a:cubicBezTo>
                    <a:pt x="32177" y="16973"/>
                    <a:pt x="32370" y="17487"/>
                    <a:pt x="32724" y="17905"/>
                  </a:cubicBezTo>
                  <a:cubicBezTo>
                    <a:pt x="33463" y="18837"/>
                    <a:pt x="34877" y="19159"/>
                    <a:pt x="36035" y="19159"/>
                  </a:cubicBezTo>
                  <a:cubicBezTo>
                    <a:pt x="36131" y="19159"/>
                    <a:pt x="36227" y="19159"/>
                    <a:pt x="36292" y="19127"/>
                  </a:cubicBezTo>
                  <a:cubicBezTo>
                    <a:pt x="37674" y="19094"/>
                    <a:pt x="40438" y="17712"/>
                    <a:pt x="40535" y="17648"/>
                  </a:cubicBezTo>
                  <a:cubicBezTo>
                    <a:pt x="41146" y="19127"/>
                    <a:pt x="41660" y="20702"/>
                    <a:pt x="42078" y="22309"/>
                  </a:cubicBezTo>
                  <a:cubicBezTo>
                    <a:pt x="42399" y="23498"/>
                    <a:pt x="42688" y="24688"/>
                    <a:pt x="42946" y="25877"/>
                  </a:cubicBezTo>
                  <a:cubicBezTo>
                    <a:pt x="42656" y="25555"/>
                    <a:pt x="41467" y="24366"/>
                    <a:pt x="41371" y="24302"/>
                  </a:cubicBezTo>
                  <a:cubicBezTo>
                    <a:pt x="40438" y="23563"/>
                    <a:pt x="38542" y="22695"/>
                    <a:pt x="36999" y="22695"/>
                  </a:cubicBezTo>
                  <a:cubicBezTo>
                    <a:pt x="36452" y="22695"/>
                    <a:pt x="35938" y="22791"/>
                    <a:pt x="35552" y="23048"/>
                  </a:cubicBezTo>
                  <a:cubicBezTo>
                    <a:pt x="34942" y="23466"/>
                    <a:pt x="34620" y="24109"/>
                    <a:pt x="34620" y="24784"/>
                  </a:cubicBezTo>
                  <a:cubicBezTo>
                    <a:pt x="34620" y="25298"/>
                    <a:pt x="34813" y="25813"/>
                    <a:pt x="35167" y="26231"/>
                  </a:cubicBezTo>
                  <a:cubicBezTo>
                    <a:pt x="35906" y="27163"/>
                    <a:pt x="37320" y="27484"/>
                    <a:pt x="38478" y="27484"/>
                  </a:cubicBezTo>
                  <a:lnTo>
                    <a:pt x="38735" y="27484"/>
                  </a:lnTo>
                  <a:cubicBezTo>
                    <a:pt x="40085" y="27420"/>
                    <a:pt x="42721" y="26102"/>
                    <a:pt x="42946" y="26006"/>
                  </a:cubicBezTo>
                  <a:cubicBezTo>
                    <a:pt x="43074" y="26552"/>
                    <a:pt x="43203" y="27098"/>
                    <a:pt x="43299" y="27645"/>
                  </a:cubicBezTo>
                  <a:cubicBezTo>
                    <a:pt x="43685" y="29445"/>
                    <a:pt x="44039" y="31245"/>
                    <a:pt x="44456" y="33013"/>
                  </a:cubicBezTo>
                  <a:cubicBezTo>
                    <a:pt x="44585" y="33624"/>
                    <a:pt x="44746" y="34202"/>
                    <a:pt x="44939" y="34813"/>
                  </a:cubicBezTo>
                  <a:cubicBezTo>
                    <a:pt x="44489" y="34363"/>
                    <a:pt x="43653" y="33527"/>
                    <a:pt x="43589" y="33463"/>
                  </a:cubicBezTo>
                  <a:cubicBezTo>
                    <a:pt x="42656" y="32692"/>
                    <a:pt x="40728" y="31856"/>
                    <a:pt x="39217" y="31856"/>
                  </a:cubicBezTo>
                  <a:cubicBezTo>
                    <a:pt x="38638" y="31856"/>
                    <a:pt x="38156" y="31952"/>
                    <a:pt x="37738" y="32209"/>
                  </a:cubicBezTo>
                  <a:cubicBezTo>
                    <a:pt x="37128" y="32627"/>
                    <a:pt x="36838" y="33270"/>
                    <a:pt x="36838" y="33945"/>
                  </a:cubicBezTo>
                  <a:cubicBezTo>
                    <a:pt x="36838" y="34460"/>
                    <a:pt x="36999" y="34974"/>
                    <a:pt x="37353" y="35392"/>
                  </a:cubicBezTo>
                  <a:cubicBezTo>
                    <a:pt x="38124" y="36324"/>
                    <a:pt x="39538" y="36645"/>
                    <a:pt x="40696" y="36645"/>
                  </a:cubicBezTo>
                  <a:cubicBezTo>
                    <a:pt x="40792" y="36645"/>
                    <a:pt x="40856" y="36613"/>
                    <a:pt x="40953" y="36613"/>
                  </a:cubicBezTo>
                  <a:cubicBezTo>
                    <a:pt x="42142" y="36581"/>
                    <a:pt x="44392" y="35520"/>
                    <a:pt x="45035" y="35199"/>
                  </a:cubicBezTo>
                  <a:cubicBezTo>
                    <a:pt x="45292" y="36195"/>
                    <a:pt x="45614" y="37192"/>
                    <a:pt x="45935" y="38156"/>
                  </a:cubicBezTo>
                  <a:cubicBezTo>
                    <a:pt x="46096" y="38542"/>
                    <a:pt x="46224" y="38992"/>
                    <a:pt x="46385" y="39378"/>
                  </a:cubicBezTo>
                  <a:cubicBezTo>
                    <a:pt x="46482" y="39570"/>
                    <a:pt x="46546" y="39763"/>
                    <a:pt x="46642" y="39956"/>
                  </a:cubicBezTo>
                  <a:cubicBezTo>
                    <a:pt x="46417" y="39956"/>
                    <a:pt x="46289" y="39924"/>
                    <a:pt x="46289" y="39924"/>
                  </a:cubicBezTo>
                  <a:cubicBezTo>
                    <a:pt x="46289" y="39924"/>
                    <a:pt x="46289" y="40053"/>
                    <a:pt x="46289" y="40278"/>
                  </a:cubicBezTo>
                  <a:cubicBezTo>
                    <a:pt x="46289" y="40535"/>
                    <a:pt x="46289" y="40953"/>
                    <a:pt x="46321" y="41435"/>
                  </a:cubicBezTo>
                  <a:cubicBezTo>
                    <a:pt x="45292" y="40696"/>
                    <a:pt x="43910" y="40053"/>
                    <a:pt x="42785" y="40053"/>
                  </a:cubicBezTo>
                  <a:cubicBezTo>
                    <a:pt x="42431" y="40053"/>
                    <a:pt x="42110" y="40117"/>
                    <a:pt x="41821" y="40246"/>
                  </a:cubicBezTo>
                  <a:cubicBezTo>
                    <a:pt x="41017" y="40599"/>
                    <a:pt x="40631" y="41338"/>
                    <a:pt x="40631" y="42142"/>
                  </a:cubicBezTo>
                  <a:cubicBezTo>
                    <a:pt x="40631" y="42528"/>
                    <a:pt x="40728" y="42946"/>
                    <a:pt x="40953" y="43331"/>
                  </a:cubicBezTo>
                  <a:cubicBezTo>
                    <a:pt x="41017" y="43460"/>
                    <a:pt x="41113" y="43589"/>
                    <a:pt x="41242" y="43717"/>
                  </a:cubicBezTo>
                  <a:cubicBezTo>
                    <a:pt x="41435" y="45131"/>
                    <a:pt x="42238" y="46739"/>
                    <a:pt x="42946" y="47542"/>
                  </a:cubicBezTo>
                  <a:cubicBezTo>
                    <a:pt x="43010" y="47639"/>
                    <a:pt x="43942" y="48475"/>
                    <a:pt x="44392" y="48892"/>
                  </a:cubicBezTo>
                  <a:cubicBezTo>
                    <a:pt x="43942" y="48635"/>
                    <a:pt x="43492" y="48378"/>
                    <a:pt x="43010" y="48121"/>
                  </a:cubicBezTo>
                  <a:cubicBezTo>
                    <a:pt x="42335" y="47735"/>
                    <a:pt x="41628" y="47317"/>
                    <a:pt x="40953" y="46932"/>
                  </a:cubicBezTo>
                  <a:cubicBezTo>
                    <a:pt x="40599" y="46707"/>
                    <a:pt x="40246" y="46482"/>
                    <a:pt x="39892" y="46257"/>
                  </a:cubicBezTo>
                  <a:cubicBezTo>
                    <a:pt x="39506" y="46032"/>
                    <a:pt x="39185" y="45774"/>
                    <a:pt x="38863" y="45517"/>
                  </a:cubicBezTo>
                  <a:cubicBezTo>
                    <a:pt x="38349" y="45164"/>
                    <a:pt x="37835" y="44746"/>
                    <a:pt x="37353" y="44360"/>
                  </a:cubicBezTo>
                  <a:cubicBezTo>
                    <a:pt x="37770" y="43685"/>
                    <a:pt x="38992" y="41692"/>
                    <a:pt x="39153" y="40535"/>
                  </a:cubicBezTo>
                  <a:cubicBezTo>
                    <a:pt x="39217" y="40213"/>
                    <a:pt x="39249" y="39892"/>
                    <a:pt x="39249" y="39538"/>
                  </a:cubicBezTo>
                  <a:cubicBezTo>
                    <a:pt x="39249" y="38574"/>
                    <a:pt x="39024" y="37513"/>
                    <a:pt x="38349" y="36838"/>
                  </a:cubicBezTo>
                  <a:cubicBezTo>
                    <a:pt x="37899" y="36388"/>
                    <a:pt x="37288" y="36131"/>
                    <a:pt x="36710" y="36131"/>
                  </a:cubicBezTo>
                  <a:cubicBezTo>
                    <a:pt x="36131" y="36131"/>
                    <a:pt x="35552" y="36388"/>
                    <a:pt x="35135" y="36870"/>
                  </a:cubicBezTo>
                  <a:cubicBezTo>
                    <a:pt x="34749" y="37353"/>
                    <a:pt x="34588" y="38060"/>
                    <a:pt x="34588" y="38799"/>
                  </a:cubicBezTo>
                  <a:cubicBezTo>
                    <a:pt x="34588" y="40246"/>
                    <a:pt x="35135" y="41885"/>
                    <a:pt x="35713" y="42785"/>
                  </a:cubicBezTo>
                  <a:cubicBezTo>
                    <a:pt x="35745" y="42849"/>
                    <a:pt x="35938" y="43106"/>
                    <a:pt x="36195" y="43428"/>
                  </a:cubicBezTo>
                  <a:cubicBezTo>
                    <a:pt x="35745" y="43042"/>
                    <a:pt x="35263" y="42624"/>
                    <a:pt x="34781" y="42206"/>
                  </a:cubicBezTo>
                  <a:cubicBezTo>
                    <a:pt x="33431" y="40985"/>
                    <a:pt x="32113" y="39731"/>
                    <a:pt x="30795" y="38445"/>
                  </a:cubicBezTo>
                  <a:cubicBezTo>
                    <a:pt x="30506" y="38188"/>
                    <a:pt x="30249" y="37931"/>
                    <a:pt x="29959" y="37674"/>
                  </a:cubicBezTo>
                  <a:cubicBezTo>
                    <a:pt x="30313" y="37095"/>
                    <a:pt x="31663" y="34974"/>
                    <a:pt x="31856" y="33752"/>
                  </a:cubicBezTo>
                  <a:cubicBezTo>
                    <a:pt x="31888" y="33431"/>
                    <a:pt x="31920" y="33109"/>
                    <a:pt x="31920" y="32756"/>
                  </a:cubicBezTo>
                  <a:cubicBezTo>
                    <a:pt x="31920" y="31759"/>
                    <a:pt x="31695" y="30731"/>
                    <a:pt x="31020" y="30056"/>
                  </a:cubicBezTo>
                  <a:cubicBezTo>
                    <a:pt x="30570" y="29606"/>
                    <a:pt x="29991" y="29349"/>
                    <a:pt x="29381" y="29349"/>
                  </a:cubicBezTo>
                  <a:cubicBezTo>
                    <a:pt x="28802" y="29349"/>
                    <a:pt x="28256" y="29574"/>
                    <a:pt x="27838" y="30088"/>
                  </a:cubicBezTo>
                  <a:cubicBezTo>
                    <a:pt x="27420" y="30570"/>
                    <a:pt x="27259" y="31245"/>
                    <a:pt x="27259" y="32017"/>
                  </a:cubicBezTo>
                  <a:cubicBezTo>
                    <a:pt x="27259" y="33463"/>
                    <a:pt x="27838" y="35102"/>
                    <a:pt x="28384" y="36002"/>
                  </a:cubicBezTo>
                  <a:cubicBezTo>
                    <a:pt x="28416" y="36067"/>
                    <a:pt x="28674" y="36388"/>
                    <a:pt x="28963" y="36742"/>
                  </a:cubicBezTo>
                  <a:cubicBezTo>
                    <a:pt x="28224" y="36067"/>
                    <a:pt x="27484" y="35392"/>
                    <a:pt x="26745" y="34749"/>
                  </a:cubicBezTo>
                  <a:cubicBezTo>
                    <a:pt x="25427" y="33624"/>
                    <a:pt x="24077" y="32595"/>
                    <a:pt x="22663" y="31695"/>
                  </a:cubicBezTo>
                  <a:cubicBezTo>
                    <a:pt x="22791" y="31502"/>
                    <a:pt x="24430" y="29027"/>
                    <a:pt x="24623" y="27677"/>
                  </a:cubicBezTo>
                  <a:cubicBezTo>
                    <a:pt x="24688" y="27356"/>
                    <a:pt x="24720" y="27034"/>
                    <a:pt x="24720" y="26681"/>
                  </a:cubicBezTo>
                  <a:cubicBezTo>
                    <a:pt x="24720" y="25716"/>
                    <a:pt x="24463" y="24655"/>
                    <a:pt x="23820" y="23980"/>
                  </a:cubicBezTo>
                  <a:cubicBezTo>
                    <a:pt x="23370" y="23530"/>
                    <a:pt x="22759" y="23273"/>
                    <a:pt x="22180" y="23273"/>
                  </a:cubicBezTo>
                  <a:cubicBezTo>
                    <a:pt x="21602" y="23273"/>
                    <a:pt x="21023" y="23498"/>
                    <a:pt x="20605" y="24013"/>
                  </a:cubicBezTo>
                  <a:cubicBezTo>
                    <a:pt x="20220" y="24495"/>
                    <a:pt x="20059" y="25202"/>
                    <a:pt x="20059" y="25941"/>
                  </a:cubicBezTo>
                  <a:cubicBezTo>
                    <a:pt x="20059" y="27388"/>
                    <a:pt x="20605" y="29027"/>
                    <a:pt x="21184" y="29927"/>
                  </a:cubicBezTo>
                  <a:cubicBezTo>
                    <a:pt x="21248" y="30024"/>
                    <a:pt x="22180" y="31181"/>
                    <a:pt x="22502" y="31599"/>
                  </a:cubicBezTo>
                  <a:lnTo>
                    <a:pt x="22470" y="31567"/>
                  </a:lnTo>
                  <a:cubicBezTo>
                    <a:pt x="20991" y="30634"/>
                    <a:pt x="19480" y="29927"/>
                    <a:pt x="18002" y="29349"/>
                  </a:cubicBezTo>
                  <a:cubicBezTo>
                    <a:pt x="16523" y="28738"/>
                    <a:pt x="15109" y="28320"/>
                    <a:pt x="13759" y="27934"/>
                  </a:cubicBezTo>
                  <a:cubicBezTo>
                    <a:pt x="12441" y="27581"/>
                    <a:pt x="11219" y="27323"/>
                    <a:pt x="10094" y="27098"/>
                  </a:cubicBezTo>
                  <a:cubicBezTo>
                    <a:pt x="9515" y="26970"/>
                    <a:pt x="8969" y="26906"/>
                    <a:pt x="8455" y="26809"/>
                  </a:cubicBezTo>
                  <a:lnTo>
                    <a:pt x="8487" y="26777"/>
                  </a:lnTo>
                  <a:cubicBezTo>
                    <a:pt x="8487" y="26745"/>
                    <a:pt x="6655" y="25555"/>
                    <a:pt x="6526" y="25491"/>
                  </a:cubicBezTo>
                  <a:cubicBezTo>
                    <a:pt x="5722" y="25105"/>
                    <a:pt x="4340" y="24752"/>
                    <a:pt x="3087" y="24752"/>
                  </a:cubicBezTo>
                  <a:cubicBezTo>
                    <a:pt x="2090" y="24752"/>
                    <a:pt x="1126" y="24977"/>
                    <a:pt x="579" y="25523"/>
                  </a:cubicBezTo>
                  <a:cubicBezTo>
                    <a:pt x="194" y="25941"/>
                    <a:pt x="1" y="26456"/>
                    <a:pt x="1" y="26938"/>
                  </a:cubicBezTo>
                  <a:cubicBezTo>
                    <a:pt x="1" y="27613"/>
                    <a:pt x="322" y="28288"/>
                    <a:pt x="869" y="28738"/>
                  </a:cubicBezTo>
                  <a:cubicBezTo>
                    <a:pt x="1479" y="29188"/>
                    <a:pt x="2251" y="29381"/>
                    <a:pt x="3054" y="29381"/>
                  </a:cubicBezTo>
                  <a:cubicBezTo>
                    <a:pt x="3601" y="29381"/>
                    <a:pt x="4147" y="29284"/>
                    <a:pt x="4630" y="29156"/>
                  </a:cubicBezTo>
                  <a:cubicBezTo>
                    <a:pt x="5851" y="28866"/>
                    <a:pt x="7876" y="27259"/>
                    <a:pt x="8358" y="26873"/>
                  </a:cubicBezTo>
                  <a:cubicBezTo>
                    <a:pt x="8905" y="26970"/>
                    <a:pt x="9451" y="27066"/>
                    <a:pt x="10094" y="27227"/>
                  </a:cubicBezTo>
                  <a:cubicBezTo>
                    <a:pt x="11187" y="27452"/>
                    <a:pt x="12408" y="27741"/>
                    <a:pt x="13726" y="28127"/>
                  </a:cubicBezTo>
                  <a:cubicBezTo>
                    <a:pt x="14080" y="28256"/>
                    <a:pt x="14434" y="28384"/>
                    <a:pt x="14819" y="28481"/>
                  </a:cubicBezTo>
                  <a:cubicBezTo>
                    <a:pt x="14144" y="28416"/>
                    <a:pt x="13276" y="28320"/>
                    <a:pt x="13180" y="28320"/>
                  </a:cubicBezTo>
                  <a:lnTo>
                    <a:pt x="13148" y="28320"/>
                  </a:lnTo>
                  <a:cubicBezTo>
                    <a:pt x="11541" y="28352"/>
                    <a:pt x="8423" y="29381"/>
                    <a:pt x="7908" y="31116"/>
                  </a:cubicBezTo>
                  <a:cubicBezTo>
                    <a:pt x="7844" y="31309"/>
                    <a:pt x="7812" y="31502"/>
                    <a:pt x="7812" y="31695"/>
                  </a:cubicBezTo>
                  <a:cubicBezTo>
                    <a:pt x="7812" y="32724"/>
                    <a:pt x="8583" y="33592"/>
                    <a:pt x="9644" y="33817"/>
                  </a:cubicBezTo>
                  <a:cubicBezTo>
                    <a:pt x="9805" y="33817"/>
                    <a:pt x="9966" y="33849"/>
                    <a:pt x="10126" y="33849"/>
                  </a:cubicBezTo>
                  <a:cubicBezTo>
                    <a:pt x="11219" y="33849"/>
                    <a:pt x="12376" y="33174"/>
                    <a:pt x="13180" y="32467"/>
                  </a:cubicBezTo>
                  <a:cubicBezTo>
                    <a:pt x="14112" y="31599"/>
                    <a:pt x="15205" y="29220"/>
                    <a:pt x="15430" y="28674"/>
                  </a:cubicBezTo>
                  <a:cubicBezTo>
                    <a:pt x="16234" y="28963"/>
                    <a:pt x="17069" y="29252"/>
                    <a:pt x="17905" y="29606"/>
                  </a:cubicBezTo>
                  <a:cubicBezTo>
                    <a:pt x="19320" y="30249"/>
                    <a:pt x="20830" y="30956"/>
                    <a:pt x="22245" y="31920"/>
                  </a:cubicBezTo>
                  <a:cubicBezTo>
                    <a:pt x="22341" y="31952"/>
                    <a:pt x="22405" y="32017"/>
                    <a:pt x="22470" y="32081"/>
                  </a:cubicBezTo>
                  <a:cubicBezTo>
                    <a:pt x="22148" y="31984"/>
                    <a:pt x="20380" y="31599"/>
                    <a:pt x="20252" y="31599"/>
                  </a:cubicBezTo>
                  <a:cubicBezTo>
                    <a:pt x="20123" y="31599"/>
                    <a:pt x="19962" y="31567"/>
                    <a:pt x="19770" y="31567"/>
                  </a:cubicBezTo>
                  <a:cubicBezTo>
                    <a:pt x="18098" y="31567"/>
                    <a:pt x="15366" y="32274"/>
                    <a:pt x="14723" y="33784"/>
                  </a:cubicBezTo>
                  <a:cubicBezTo>
                    <a:pt x="14594" y="34042"/>
                    <a:pt x="14562" y="34331"/>
                    <a:pt x="14562" y="34588"/>
                  </a:cubicBezTo>
                  <a:cubicBezTo>
                    <a:pt x="14562" y="35520"/>
                    <a:pt x="15205" y="36356"/>
                    <a:pt x="16137" y="36645"/>
                  </a:cubicBezTo>
                  <a:cubicBezTo>
                    <a:pt x="16394" y="36742"/>
                    <a:pt x="16684" y="36774"/>
                    <a:pt x="16941" y="36774"/>
                  </a:cubicBezTo>
                  <a:cubicBezTo>
                    <a:pt x="17969" y="36774"/>
                    <a:pt x="19030" y="36260"/>
                    <a:pt x="19802" y="35713"/>
                  </a:cubicBezTo>
                  <a:cubicBezTo>
                    <a:pt x="20959" y="34877"/>
                    <a:pt x="22470" y="32209"/>
                    <a:pt x="22534" y="32113"/>
                  </a:cubicBezTo>
                  <a:cubicBezTo>
                    <a:pt x="23852" y="33013"/>
                    <a:pt x="25138" y="34042"/>
                    <a:pt x="26391" y="35135"/>
                  </a:cubicBezTo>
                  <a:cubicBezTo>
                    <a:pt x="27323" y="35938"/>
                    <a:pt x="28191" y="36806"/>
                    <a:pt x="29091" y="37674"/>
                  </a:cubicBezTo>
                  <a:cubicBezTo>
                    <a:pt x="28674" y="37545"/>
                    <a:pt x="27002" y="37224"/>
                    <a:pt x="26906" y="37192"/>
                  </a:cubicBezTo>
                  <a:lnTo>
                    <a:pt x="26423" y="37192"/>
                  </a:lnTo>
                  <a:cubicBezTo>
                    <a:pt x="24720" y="37192"/>
                    <a:pt x="21988" y="37867"/>
                    <a:pt x="21345" y="39378"/>
                  </a:cubicBezTo>
                  <a:cubicBezTo>
                    <a:pt x="21248" y="39635"/>
                    <a:pt x="21184" y="39924"/>
                    <a:pt x="21184" y="40181"/>
                  </a:cubicBezTo>
                  <a:cubicBezTo>
                    <a:pt x="21184" y="41113"/>
                    <a:pt x="21859" y="41949"/>
                    <a:pt x="22791" y="42238"/>
                  </a:cubicBezTo>
                  <a:cubicBezTo>
                    <a:pt x="23048" y="42335"/>
                    <a:pt x="23305" y="42367"/>
                    <a:pt x="23563" y="42367"/>
                  </a:cubicBezTo>
                  <a:cubicBezTo>
                    <a:pt x="24591" y="42367"/>
                    <a:pt x="25652" y="41853"/>
                    <a:pt x="26456" y="41306"/>
                  </a:cubicBezTo>
                  <a:cubicBezTo>
                    <a:pt x="27548" y="40503"/>
                    <a:pt x="29027" y="37963"/>
                    <a:pt x="29156" y="37738"/>
                  </a:cubicBezTo>
                  <a:cubicBezTo>
                    <a:pt x="29541" y="38124"/>
                    <a:pt x="29959" y="38510"/>
                    <a:pt x="30345" y="38928"/>
                  </a:cubicBezTo>
                  <a:cubicBezTo>
                    <a:pt x="31663" y="40213"/>
                    <a:pt x="32949" y="41499"/>
                    <a:pt x="34267" y="42753"/>
                  </a:cubicBezTo>
                  <a:cubicBezTo>
                    <a:pt x="34717" y="43203"/>
                    <a:pt x="35199" y="43589"/>
                    <a:pt x="35649" y="44006"/>
                  </a:cubicBezTo>
                  <a:cubicBezTo>
                    <a:pt x="35038" y="43878"/>
                    <a:pt x="33881" y="43621"/>
                    <a:pt x="33784" y="43621"/>
                  </a:cubicBezTo>
                  <a:cubicBezTo>
                    <a:pt x="33624" y="43621"/>
                    <a:pt x="33463" y="43589"/>
                    <a:pt x="33302" y="43589"/>
                  </a:cubicBezTo>
                  <a:cubicBezTo>
                    <a:pt x="31599" y="43589"/>
                    <a:pt x="28899" y="44296"/>
                    <a:pt x="28256" y="45807"/>
                  </a:cubicBezTo>
                  <a:cubicBezTo>
                    <a:pt x="28127" y="46064"/>
                    <a:pt x="28063" y="46353"/>
                    <a:pt x="28063" y="46610"/>
                  </a:cubicBezTo>
                  <a:cubicBezTo>
                    <a:pt x="28095" y="47542"/>
                    <a:pt x="28738" y="48378"/>
                    <a:pt x="29670" y="48667"/>
                  </a:cubicBezTo>
                  <a:cubicBezTo>
                    <a:pt x="29927" y="48732"/>
                    <a:pt x="30184" y="48796"/>
                    <a:pt x="30474" y="48796"/>
                  </a:cubicBezTo>
                  <a:cubicBezTo>
                    <a:pt x="31502" y="48796"/>
                    <a:pt x="32563" y="48282"/>
                    <a:pt x="33334" y="47735"/>
                  </a:cubicBezTo>
                  <a:cubicBezTo>
                    <a:pt x="34331" y="47028"/>
                    <a:pt x="35617" y="44906"/>
                    <a:pt x="35970" y="44296"/>
                  </a:cubicBezTo>
                  <a:cubicBezTo>
                    <a:pt x="36742" y="44971"/>
                    <a:pt x="37545" y="45614"/>
                    <a:pt x="38349" y="46224"/>
                  </a:cubicBezTo>
                  <a:cubicBezTo>
                    <a:pt x="38703" y="46482"/>
                    <a:pt x="39024" y="46771"/>
                    <a:pt x="39378" y="46996"/>
                  </a:cubicBezTo>
                  <a:cubicBezTo>
                    <a:pt x="39731" y="47221"/>
                    <a:pt x="40085" y="47478"/>
                    <a:pt x="40438" y="47703"/>
                  </a:cubicBezTo>
                  <a:cubicBezTo>
                    <a:pt x="41178" y="48153"/>
                    <a:pt x="41853" y="48571"/>
                    <a:pt x="42528" y="48957"/>
                  </a:cubicBezTo>
                  <a:cubicBezTo>
                    <a:pt x="42881" y="49182"/>
                    <a:pt x="43203" y="49375"/>
                    <a:pt x="43556" y="49567"/>
                  </a:cubicBezTo>
                  <a:cubicBezTo>
                    <a:pt x="42946" y="49310"/>
                    <a:pt x="41949" y="48957"/>
                    <a:pt x="41853" y="48925"/>
                  </a:cubicBezTo>
                  <a:cubicBezTo>
                    <a:pt x="41403" y="48828"/>
                    <a:pt x="40792" y="48764"/>
                    <a:pt x="40149" y="48764"/>
                  </a:cubicBezTo>
                  <a:cubicBezTo>
                    <a:pt x="38574" y="48764"/>
                    <a:pt x="36742" y="49150"/>
                    <a:pt x="36067" y="50242"/>
                  </a:cubicBezTo>
                  <a:cubicBezTo>
                    <a:pt x="35842" y="50596"/>
                    <a:pt x="35745" y="50950"/>
                    <a:pt x="35745" y="51303"/>
                  </a:cubicBezTo>
                  <a:cubicBezTo>
                    <a:pt x="35745" y="52139"/>
                    <a:pt x="36260" y="52910"/>
                    <a:pt x="37031" y="53296"/>
                  </a:cubicBezTo>
                  <a:cubicBezTo>
                    <a:pt x="37417" y="53489"/>
                    <a:pt x="37867" y="53553"/>
                    <a:pt x="38317" y="53553"/>
                  </a:cubicBezTo>
                  <a:cubicBezTo>
                    <a:pt x="39185" y="53553"/>
                    <a:pt x="40085" y="53264"/>
                    <a:pt x="40792" y="52910"/>
                  </a:cubicBezTo>
                  <a:cubicBezTo>
                    <a:pt x="41981" y="52300"/>
                    <a:pt x="43781" y="50082"/>
                    <a:pt x="44006" y="49825"/>
                  </a:cubicBezTo>
                  <a:cubicBezTo>
                    <a:pt x="44842" y="50307"/>
                    <a:pt x="45646" y="50757"/>
                    <a:pt x="46417" y="51143"/>
                  </a:cubicBezTo>
                  <a:cubicBezTo>
                    <a:pt x="48474" y="52268"/>
                    <a:pt x="50275" y="53135"/>
                    <a:pt x="51689" y="53811"/>
                  </a:cubicBezTo>
                  <a:cubicBezTo>
                    <a:pt x="56189" y="57700"/>
                    <a:pt x="62586" y="58150"/>
                    <a:pt x="62586" y="58150"/>
                  </a:cubicBezTo>
                  <a:cubicBezTo>
                    <a:pt x="62586" y="58150"/>
                    <a:pt x="62586" y="58021"/>
                    <a:pt x="62586" y="57764"/>
                  </a:cubicBezTo>
                  <a:cubicBezTo>
                    <a:pt x="62586" y="56189"/>
                    <a:pt x="62329" y="49857"/>
                    <a:pt x="58407" y="45485"/>
                  </a:cubicBezTo>
                  <a:cubicBezTo>
                    <a:pt x="56800" y="43653"/>
                    <a:pt x="54743" y="42431"/>
                    <a:pt x="52814" y="41596"/>
                  </a:cubicBezTo>
                  <a:cubicBezTo>
                    <a:pt x="52943" y="41467"/>
                    <a:pt x="53039" y="41306"/>
                    <a:pt x="53135" y="41178"/>
                  </a:cubicBezTo>
                  <a:cubicBezTo>
                    <a:pt x="53650" y="40406"/>
                    <a:pt x="54100" y="39378"/>
                    <a:pt x="54100" y="38413"/>
                  </a:cubicBezTo>
                  <a:cubicBezTo>
                    <a:pt x="54100" y="38092"/>
                    <a:pt x="54035" y="37770"/>
                    <a:pt x="53939" y="37481"/>
                  </a:cubicBezTo>
                  <a:cubicBezTo>
                    <a:pt x="53618" y="36581"/>
                    <a:pt x="52782" y="35970"/>
                    <a:pt x="51882" y="35970"/>
                  </a:cubicBezTo>
                  <a:cubicBezTo>
                    <a:pt x="51625" y="35970"/>
                    <a:pt x="51303" y="36035"/>
                    <a:pt x="51046" y="36163"/>
                  </a:cubicBezTo>
                  <a:cubicBezTo>
                    <a:pt x="49792" y="36742"/>
                    <a:pt x="49182" y="38767"/>
                    <a:pt x="49053" y="40374"/>
                  </a:cubicBezTo>
                  <a:cubicBezTo>
                    <a:pt x="48539" y="40278"/>
                    <a:pt x="48089" y="40181"/>
                    <a:pt x="47703" y="40117"/>
                  </a:cubicBezTo>
                  <a:cubicBezTo>
                    <a:pt x="47542" y="39763"/>
                    <a:pt x="47382" y="39378"/>
                    <a:pt x="47221" y="38992"/>
                  </a:cubicBezTo>
                  <a:cubicBezTo>
                    <a:pt x="47028" y="38606"/>
                    <a:pt x="46899" y="38220"/>
                    <a:pt x="46739" y="37835"/>
                  </a:cubicBezTo>
                  <a:cubicBezTo>
                    <a:pt x="46546" y="37256"/>
                    <a:pt x="46321" y="36645"/>
                    <a:pt x="46128" y="36035"/>
                  </a:cubicBezTo>
                  <a:cubicBezTo>
                    <a:pt x="46867" y="35713"/>
                    <a:pt x="48989" y="34717"/>
                    <a:pt x="49760" y="33849"/>
                  </a:cubicBezTo>
                  <a:cubicBezTo>
                    <a:pt x="50467" y="33077"/>
                    <a:pt x="51175" y="31920"/>
                    <a:pt x="51175" y="30795"/>
                  </a:cubicBezTo>
                  <a:cubicBezTo>
                    <a:pt x="51175" y="30634"/>
                    <a:pt x="51142" y="30474"/>
                    <a:pt x="51110" y="30313"/>
                  </a:cubicBezTo>
                  <a:cubicBezTo>
                    <a:pt x="50917" y="29284"/>
                    <a:pt x="50050" y="28481"/>
                    <a:pt x="49021" y="28481"/>
                  </a:cubicBezTo>
                  <a:cubicBezTo>
                    <a:pt x="48828" y="28481"/>
                    <a:pt x="48635" y="28513"/>
                    <a:pt x="48442" y="28577"/>
                  </a:cubicBezTo>
                  <a:cubicBezTo>
                    <a:pt x="46707" y="29091"/>
                    <a:pt x="45678" y="32209"/>
                    <a:pt x="45646" y="33817"/>
                  </a:cubicBezTo>
                  <a:cubicBezTo>
                    <a:pt x="45646" y="33881"/>
                    <a:pt x="45678" y="34234"/>
                    <a:pt x="45710" y="34620"/>
                  </a:cubicBezTo>
                  <a:cubicBezTo>
                    <a:pt x="45517" y="34042"/>
                    <a:pt x="45356" y="33431"/>
                    <a:pt x="45196" y="32820"/>
                  </a:cubicBezTo>
                  <a:cubicBezTo>
                    <a:pt x="44746" y="31084"/>
                    <a:pt x="44328" y="29284"/>
                    <a:pt x="43942" y="27484"/>
                  </a:cubicBezTo>
                  <a:cubicBezTo>
                    <a:pt x="43846" y="27131"/>
                    <a:pt x="43749" y="26745"/>
                    <a:pt x="43653" y="26391"/>
                  </a:cubicBezTo>
                  <a:cubicBezTo>
                    <a:pt x="44264" y="26102"/>
                    <a:pt x="46578" y="25073"/>
                    <a:pt x="47414" y="24141"/>
                  </a:cubicBezTo>
                  <a:cubicBezTo>
                    <a:pt x="48121" y="23370"/>
                    <a:pt x="48796" y="22212"/>
                    <a:pt x="48796" y="21087"/>
                  </a:cubicBezTo>
                  <a:cubicBezTo>
                    <a:pt x="48796" y="20927"/>
                    <a:pt x="48796" y="20766"/>
                    <a:pt x="48764" y="20605"/>
                  </a:cubicBezTo>
                  <a:cubicBezTo>
                    <a:pt x="48571" y="19577"/>
                    <a:pt x="47671" y="18773"/>
                    <a:pt x="46674" y="18773"/>
                  </a:cubicBezTo>
                  <a:cubicBezTo>
                    <a:pt x="46482" y="18773"/>
                    <a:pt x="46289" y="18805"/>
                    <a:pt x="46096" y="18869"/>
                  </a:cubicBezTo>
                  <a:cubicBezTo>
                    <a:pt x="44328" y="19384"/>
                    <a:pt x="43299" y="22502"/>
                    <a:pt x="43267" y="24141"/>
                  </a:cubicBezTo>
                  <a:cubicBezTo>
                    <a:pt x="43267" y="24205"/>
                    <a:pt x="43299" y="24591"/>
                    <a:pt x="43364" y="25041"/>
                  </a:cubicBezTo>
                  <a:cubicBezTo>
                    <a:pt x="43106" y="24077"/>
                    <a:pt x="42881" y="23113"/>
                    <a:pt x="42592" y="22180"/>
                  </a:cubicBezTo>
                  <a:cubicBezTo>
                    <a:pt x="42110" y="20509"/>
                    <a:pt x="41563" y="18902"/>
                    <a:pt x="40888" y="17391"/>
                  </a:cubicBezTo>
                  <a:cubicBezTo>
                    <a:pt x="41081" y="17294"/>
                    <a:pt x="43814" y="16137"/>
                    <a:pt x="44746" y="15109"/>
                  </a:cubicBezTo>
                  <a:cubicBezTo>
                    <a:pt x="45453" y="14305"/>
                    <a:pt x="46128" y="13180"/>
                    <a:pt x="46128" y="12055"/>
                  </a:cubicBezTo>
                  <a:cubicBezTo>
                    <a:pt x="46128" y="11894"/>
                    <a:pt x="46128" y="11733"/>
                    <a:pt x="46096" y="11573"/>
                  </a:cubicBezTo>
                  <a:cubicBezTo>
                    <a:pt x="45903" y="10544"/>
                    <a:pt x="45003" y="9740"/>
                    <a:pt x="44006" y="9740"/>
                  </a:cubicBezTo>
                  <a:cubicBezTo>
                    <a:pt x="43814" y="9740"/>
                    <a:pt x="43621" y="9773"/>
                    <a:pt x="43396" y="9837"/>
                  </a:cubicBezTo>
                  <a:cubicBezTo>
                    <a:pt x="41660" y="10351"/>
                    <a:pt x="40631" y="13469"/>
                    <a:pt x="40599" y="15076"/>
                  </a:cubicBezTo>
                  <a:cubicBezTo>
                    <a:pt x="40599" y="15233"/>
                    <a:pt x="40721" y="16606"/>
                    <a:pt x="40787" y="17154"/>
                  </a:cubicBezTo>
                  <a:lnTo>
                    <a:pt x="40787" y="17154"/>
                  </a:lnTo>
                  <a:cubicBezTo>
                    <a:pt x="40048" y="15552"/>
                    <a:pt x="39183" y="14141"/>
                    <a:pt x="38285" y="12826"/>
                  </a:cubicBezTo>
                  <a:cubicBezTo>
                    <a:pt x="37385" y="11540"/>
                    <a:pt x="36420" y="10383"/>
                    <a:pt x="35520" y="9323"/>
                  </a:cubicBezTo>
                  <a:cubicBezTo>
                    <a:pt x="34620" y="8294"/>
                    <a:pt x="33720" y="7394"/>
                    <a:pt x="32949" y="6622"/>
                  </a:cubicBezTo>
                  <a:cubicBezTo>
                    <a:pt x="32499" y="6172"/>
                    <a:pt x="32113" y="5819"/>
                    <a:pt x="31727" y="5465"/>
                  </a:cubicBezTo>
                  <a:lnTo>
                    <a:pt x="31759" y="5465"/>
                  </a:lnTo>
                  <a:cubicBezTo>
                    <a:pt x="31759" y="5369"/>
                    <a:pt x="30924" y="3408"/>
                    <a:pt x="30827" y="3311"/>
                  </a:cubicBezTo>
                  <a:cubicBezTo>
                    <a:pt x="30088" y="2026"/>
                    <a:pt x="27999" y="1"/>
                    <a:pt x="26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4253;p64">
              <a:extLst>
                <a:ext uri="{FF2B5EF4-FFF2-40B4-BE49-F238E27FC236}">
                  <a16:creationId xmlns:a16="http://schemas.microsoft.com/office/drawing/2014/main" id="{9FD6A442-9BF4-8AA1-13CE-2DBF99F946BD}"/>
                </a:ext>
              </a:extLst>
            </p:cNvPr>
            <p:cNvSpPr/>
            <p:nvPr/>
          </p:nvSpPr>
          <p:spPr>
            <a:xfrm>
              <a:off x="3261100" y="1467650"/>
              <a:ext cx="423525" cy="439600"/>
            </a:xfrm>
            <a:custGeom>
              <a:avLst/>
              <a:gdLst/>
              <a:ahLst/>
              <a:cxnLst/>
              <a:rect l="l" t="t" r="r" b="b"/>
              <a:pathLst>
                <a:path w="16941" h="17584" extrusionOk="0">
                  <a:moveTo>
                    <a:pt x="16941" y="0"/>
                  </a:moveTo>
                  <a:cubicBezTo>
                    <a:pt x="16941" y="0"/>
                    <a:pt x="9323" y="225"/>
                    <a:pt x="4630" y="5079"/>
                  </a:cubicBezTo>
                  <a:cubicBezTo>
                    <a:pt x="65" y="9836"/>
                    <a:pt x="1" y="17230"/>
                    <a:pt x="1" y="17583"/>
                  </a:cubicBezTo>
                  <a:cubicBezTo>
                    <a:pt x="1" y="17583"/>
                    <a:pt x="7651" y="17358"/>
                    <a:pt x="12344" y="12504"/>
                  </a:cubicBezTo>
                  <a:cubicBezTo>
                    <a:pt x="16909" y="7747"/>
                    <a:pt x="16941" y="354"/>
                    <a:pt x="169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4254;p64">
              <a:extLst>
                <a:ext uri="{FF2B5EF4-FFF2-40B4-BE49-F238E27FC236}">
                  <a16:creationId xmlns:a16="http://schemas.microsoft.com/office/drawing/2014/main" id="{195FF076-E844-4C53-1FDB-3DDBA4D60842}"/>
                </a:ext>
              </a:extLst>
            </p:cNvPr>
            <p:cNvSpPr/>
            <p:nvPr/>
          </p:nvSpPr>
          <p:spPr>
            <a:xfrm>
              <a:off x="2983875" y="802250"/>
              <a:ext cx="389775" cy="1053550"/>
            </a:xfrm>
            <a:custGeom>
              <a:avLst/>
              <a:gdLst/>
              <a:ahLst/>
              <a:cxnLst/>
              <a:rect l="l" t="t" r="r" b="b"/>
              <a:pathLst>
                <a:path w="15591" h="42142" extrusionOk="0">
                  <a:moveTo>
                    <a:pt x="7458" y="0"/>
                  </a:moveTo>
                  <a:lnTo>
                    <a:pt x="7522" y="14433"/>
                  </a:lnTo>
                  <a:lnTo>
                    <a:pt x="7522" y="14433"/>
                  </a:lnTo>
                  <a:lnTo>
                    <a:pt x="2764" y="10319"/>
                  </a:lnTo>
                  <a:lnTo>
                    <a:pt x="2443" y="10672"/>
                  </a:lnTo>
                  <a:lnTo>
                    <a:pt x="7522" y="15076"/>
                  </a:lnTo>
                  <a:lnTo>
                    <a:pt x="7586" y="25427"/>
                  </a:lnTo>
                  <a:lnTo>
                    <a:pt x="322" y="18998"/>
                  </a:lnTo>
                  <a:lnTo>
                    <a:pt x="0" y="19351"/>
                  </a:lnTo>
                  <a:lnTo>
                    <a:pt x="7586" y="26070"/>
                  </a:lnTo>
                  <a:lnTo>
                    <a:pt x="7618" y="35456"/>
                  </a:lnTo>
                  <a:lnTo>
                    <a:pt x="2186" y="31181"/>
                  </a:lnTo>
                  <a:lnTo>
                    <a:pt x="1864" y="31566"/>
                  </a:lnTo>
                  <a:lnTo>
                    <a:pt x="7618" y="36067"/>
                  </a:lnTo>
                  <a:lnTo>
                    <a:pt x="7650" y="42142"/>
                  </a:lnTo>
                  <a:lnTo>
                    <a:pt x="8133" y="42110"/>
                  </a:lnTo>
                  <a:lnTo>
                    <a:pt x="8068" y="31534"/>
                  </a:lnTo>
                  <a:lnTo>
                    <a:pt x="15590" y="24784"/>
                  </a:lnTo>
                  <a:lnTo>
                    <a:pt x="15269" y="24430"/>
                  </a:lnTo>
                  <a:lnTo>
                    <a:pt x="8068" y="30891"/>
                  </a:lnTo>
                  <a:lnTo>
                    <a:pt x="8036" y="22052"/>
                  </a:lnTo>
                  <a:lnTo>
                    <a:pt x="8068" y="22084"/>
                  </a:lnTo>
                  <a:lnTo>
                    <a:pt x="14433" y="12794"/>
                  </a:lnTo>
                  <a:lnTo>
                    <a:pt x="14047" y="12505"/>
                  </a:lnTo>
                  <a:lnTo>
                    <a:pt x="8036" y="21280"/>
                  </a:lnTo>
                  <a:lnTo>
                    <a:pt x="79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4255;p64">
              <a:extLst>
                <a:ext uri="{FF2B5EF4-FFF2-40B4-BE49-F238E27FC236}">
                  <a16:creationId xmlns:a16="http://schemas.microsoft.com/office/drawing/2014/main" id="{FBC9A95D-2630-356C-5849-9408B3F1C4D5}"/>
                </a:ext>
              </a:extLst>
            </p:cNvPr>
            <p:cNvSpPr/>
            <p:nvPr/>
          </p:nvSpPr>
          <p:spPr>
            <a:xfrm>
              <a:off x="2682500" y="1458000"/>
              <a:ext cx="415500" cy="463700"/>
            </a:xfrm>
            <a:custGeom>
              <a:avLst/>
              <a:gdLst/>
              <a:ahLst/>
              <a:cxnLst/>
              <a:rect l="l" t="t" r="r" b="b"/>
              <a:pathLst>
                <a:path w="16620" h="18548" extrusionOk="0">
                  <a:moveTo>
                    <a:pt x="355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61"/>
                  </a:lnTo>
                  <a:lnTo>
                    <a:pt x="1994" y="6944"/>
                  </a:lnTo>
                  <a:lnTo>
                    <a:pt x="5851" y="6879"/>
                  </a:lnTo>
                  <a:lnTo>
                    <a:pt x="9676" y="11154"/>
                  </a:lnTo>
                  <a:lnTo>
                    <a:pt x="4276" y="11154"/>
                  </a:lnTo>
                  <a:lnTo>
                    <a:pt x="4276" y="11637"/>
                  </a:lnTo>
                  <a:lnTo>
                    <a:pt x="10094" y="11637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52" y="15976"/>
                  </a:lnTo>
                  <a:lnTo>
                    <a:pt x="16266" y="18548"/>
                  </a:lnTo>
                  <a:lnTo>
                    <a:pt x="16620" y="18226"/>
                  </a:lnTo>
                  <a:lnTo>
                    <a:pt x="12569" y="13662"/>
                  </a:lnTo>
                  <a:lnTo>
                    <a:pt x="13212" y="7908"/>
                  </a:lnTo>
                  <a:lnTo>
                    <a:pt x="12730" y="7844"/>
                  </a:lnTo>
                  <a:lnTo>
                    <a:pt x="12152" y="13212"/>
                  </a:lnTo>
                  <a:lnTo>
                    <a:pt x="8905" y="9579"/>
                  </a:lnTo>
                  <a:lnTo>
                    <a:pt x="8937" y="9579"/>
                  </a:lnTo>
                  <a:lnTo>
                    <a:pt x="8101" y="3118"/>
                  </a:lnTo>
                  <a:lnTo>
                    <a:pt x="7619" y="3183"/>
                  </a:lnTo>
                  <a:lnTo>
                    <a:pt x="8358" y="8969"/>
                  </a:lnTo>
                  <a:lnTo>
                    <a:pt x="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4256;p64">
              <a:extLst>
                <a:ext uri="{FF2B5EF4-FFF2-40B4-BE49-F238E27FC236}">
                  <a16:creationId xmlns:a16="http://schemas.microsoft.com/office/drawing/2014/main" id="{B3D00358-76D6-9475-1D49-02AB2D76CD19}"/>
                </a:ext>
              </a:extLst>
            </p:cNvPr>
            <p:cNvSpPr/>
            <p:nvPr/>
          </p:nvSpPr>
          <p:spPr>
            <a:xfrm>
              <a:off x="3257100" y="1463625"/>
              <a:ext cx="432350" cy="447625"/>
            </a:xfrm>
            <a:custGeom>
              <a:avLst/>
              <a:gdLst/>
              <a:ahLst/>
              <a:cxnLst/>
              <a:rect l="l" t="t" r="r" b="b"/>
              <a:pathLst>
                <a:path w="17294" h="17905" extrusionOk="0">
                  <a:moveTo>
                    <a:pt x="16940" y="0"/>
                  </a:moveTo>
                  <a:lnTo>
                    <a:pt x="11283" y="5851"/>
                  </a:lnTo>
                  <a:lnTo>
                    <a:pt x="10994" y="2443"/>
                  </a:lnTo>
                  <a:lnTo>
                    <a:pt x="10511" y="2475"/>
                  </a:lnTo>
                  <a:lnTo>
                    <a:pt x="10833" y="6333"/>
                  </a:lnTo>
                  <a:lnTo>
                    <a:pt x="6879" y="10447"/>
                  </a:lnTo>
                  <a:lnTo>
                    <a:pt x="6461" y="5079"/>
                  </a:lnTo>
                  <a:lnTo>
                    <a:pt x="5979" y="5111"/>
                  </a:lnTo>
                  <a:lnTo>
                    <a:pt x="6429" y="10897"/>
                  </a:lnTo>
                  <a:lnTo>
                    <a:pt x="2829" y="14658"/>
                  </a:lnTo>
                  <a:lnTo>
                    <a:pt x="2315" y="10865"/>
                  </a:lnTo>
                  <a:lnTo>
                    <a:pt x="1832" y="10962"/>
                  </a:lnTo>
                  <a:lnTo>
                    <a:pt x="2411" y="15076"/>
                  </a:lnTo>
                  <a:lnTo>
                    <a:pt x="0" y="17583"/>
                  </a:lnTo>
                  <a:lnTo>
                    <a:pt x="354" y="17905"/>
                  </a:lnTo>
                  <a:lnTo>
                    <a:pt x="4565" y="13533"/>
                  </a:lnTo>
                  <a:lnTo>
                    <a:pt x="10383" y="13758"/>
                  </a:lnTo>
                  <a:lnTo>
                    <a:pt x="10383" y="13276"/>
                  </a:lnTo>
                  <a:lnTo>
                    <a:pt x="5015" y="13051"/>
                  </a:lnTo>
                  <a:lnTo>
                    <a:pt x="8390" y="9579"/>
                  </a:lnTo>
                  <a:lnTo>
                    <a:pt x="14754" y="8294"/>
                  </a:lnTo>
                  <a:lnTo>
                    <a:pt x="14658" y="7811"/>
                  </a:lnTo>
                  <a:lnTo>
                    <a:pt x="8968" y="8969"/>
                  </a:lnTo>
                  <a:lnTo>
                    <a:pt x="8968" y="8969"/>
                  </a:lnTo>
                  <a:lnTo>
                    <a:pt x="17294" y="322"/>
                  </a:lnTo>
                  <a:lnTo>
                    <a:pt x="169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4257;p64">
              <a:extLst>
                <a:ext uri="{FF2B5EF4-FFF2-40B4-BE49-F238E27FC236}">
                  <a16:creationId xmlns:a16="http://schemas.microsoft.com/office/drawing/2014/main" id="{38460894-3BE0-E7EA-03B3-F3780DE89B9F}"/>
                </a:ext>
              </a:extLst>
            </p:cNvPr>
            <p:cNvSpPr/>
            <p:nvPr/>
          </p:nvSpPr>
          <p:spPr>
            <a:xfrm>
              <a:off x="3434700" y="1007975"/>
              <a:ext cx="226625" cy="229850"/>
            </a:xfrm>
            <a:custGeom>
              <a:avLst/>
              <a:gdLst/>
              <a:ahLst/>
              <a:cxnLst/>
              <a:rect l="l" t="t" r="r" b="b"/>
              <a:pathLst>
                <a:path w="9065" h="9194" extrusionOk="0">
                  <a:moveTo>
                    <a:pt x="4532" y="0"/>
                  </a:moveTo>
                  <a:cubicBezTo>
                    <a:pt x="2025" y="0"/>
                    <a:pt x="0" y="2058"/>
                    <a:pt x="0" y="4597"/>
                  </a:cubicBezTo>
                  <a:cubicBezTo>
                    <a:pt x="0" y="7137"/>
                    <a:pt x="2025" y="9194"/>
                    <a:pt x="4532" y="9194"/>
                  </a:cubicBezTo>
                  <a:cubicBezTo>
                    <a:pt x="7040" y="9194"/>
                    <a:pt x="9065" y="7137"/>
                    <a:pt x="9065" y="4597"/>
                  </a:cubicBezTo>
                  <a:cubicBezTo>
                    <a:pt x="9065" y="2058"/>
                    <a:pt x="7040" y="0"/>
                    <a:pt x="4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4258;p64">
              <a:extLst>
                <a:ext uri="{FF2B5EF4-FFF2-40B4-BE49-F238E27FC236}">
                  <a16:creationId xmlns:a16="http://schemas.microsoft.com/office/drawing/2014/main" id="{1E4F5750-2929-1BD4-F755-A8C621C9B850}"/>
                </a:ext>
              </a:extLst>
            </p:cNvPr>
            <p:cNvSpPr/>
            <p:nvPr/>
          </p:nvSpPr>
          <p:spPr>
            <a:xfrm>
              <a:off x="3428250" y="1001550"/>
              <a:ext cx="240325" cy="242700"/>
            </a:xfrm>
            <a:custGeom>
              <a:avLst/>
              <a:gdLst/>
              <a:ahLst/>
              <a:cxnLst/>
              <a:rect l="l" t="t" r="r" b="b"/>
              <a:pathLst>
                <a:path w="9613" h="9708" extrusionOk="0">
                  <a:moveTo>
                    <a:pt x="4790" y="547"/>
                  </a:moveTo>
                  <a:cubicBezTo>
                    <a:pt x="5980" y="547"/>
                    <a:pt x="7041" y="1029"/>
                    <a:pt x="7812" y="1800"/>
                  </a:cubicBezTo>
                  <a:cubicBezTo>
                    <a:pt x="8583" y="2572"/>
                    <a:pt x="9066" y="3665"/>
                    <a:pt x="9066" y="4854"/>
                  </a:cubicBezTo>
                  <a:cubicBezTo>
                    <a:pt x="9066" y="6043"/>
                    <a:pt x="8583" y="7136"/>
                    <a:pt x="7812" y="7908"/>
                  </a:cubicBezTo>
                  <a:cubicBezTo>
                    <a:pt x="7041" y="8679"/>
                    <a:pt x="5980" y="9161"/>
                    <a:pt x="4790" y="9161"/>
                  </a:cubicBezTo>
                  <a:cubicBezTo>
                    <a:pt x="3633" y="9161"/>
                    <a:pt x="2540" y="8679"/>
                    <a:pt x="1769" y="7908"/>
                  </a:cubicBezTo>
                  <a:cubicBezTo>
                    <a:pt x="997" y="7136"/>
                    <a:pt x="515" y="6043"/>
                    <a:pt x="515" y="4854"/>
                  </a:cubicBezTo>
                  <a:cubicBezTo>
                    <a:pt x="515" y="3665"/>
                    <a:pt x="997" y="2572"/>
                    <a:pt x="1769" y="1800"/>
                  </a:cubicBezTo>
                  <a:cubicBezTo>
                    <a:pt x="2540" y="1029"/>
                    <a:pt x="3633" y="547"/>
                    <a:pt x="4790" y="547"/>
                  </a:cubicBezTo>
                  <a:close/>
                  <a:moveTo>
                    <a:pt x="4790" y="0"/>
                  </a:moveTo>
                  <a:cubicBezTo>
                    <a:pt x="3473" y="0"/>
                    <a:pt x="2251" y="547"/>
                    <a:pt x="1383" y="1415"/>
                  </a:cubicBezTo>
                  <a:cubicBezTo>
                    <a:pt x="515" y="2315"/>
                    <a:pt x="1" y="3504"/>
                    <a:pt x="1" y="4854"/>
                  </a:cubicBezTo>
                  <a:cubicBezTo>
                    <a:pt x="1" y="6204"/>
                    <a:pt x="515" y="7394"/>
                    <a:pt x="1383" y="8294"/>
                  </a:cubicBezTo>
                  <a:cubicBezTo>
                    <a:pt x="2251" y="9161"/>
                    <a:pt x="3473" y="9708"/>
                    <a:pt x="4790" y="9708"/>
                  </a:cubicBezTo>
                  <a:cubicBezTo>
                    <a:pt x="6108" y="9708"/>
                    <a:pt x="7330" y="9161"/>
                    <a:pt x="8198" y="8294"/>
                  </a:cubicBezTo>
                  <a:cubicBezTo>
                    <a:pt x="9066" y="7394"/>
                    <a:pt x="9612" y="6204"/>
                    <a:pt x="9612" y="4854"/>
                  </a:cubicBezTo>
                  <a:cubicBezTo>
                    <a:pt x="9612" y="3504"/>
                    <a:pt x="9066" y="2315"/>
                    <a:pt x="8198" y="1415"/>
                  </a:cubicBezTo>
                  <a:cubicBezTo>
                    <a:pt x="7330" y="547"/>
                    <a:pt x="6108" y="0"/>
                    <a:pt x="47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4259;p64">
              <a:extLst>
                <a:ext uri="{FF2B5EF4-FFF2-40B4-BE49-F238E27FC236}">
                  <a16:creationId xmlns:a16="http://schemas.microsoft.com/office/drawing/2014/main" id="{800D6911-368E-6993-0B90-09B0F94F0847}"/>
                </a:ext>
              </a:extLst>
            </p:cNvPr>
            <p:cNvSpPr/>
            <p:nvPr/>
          </p:nvSpPr>
          <p:spPr>
            <a:xfrm>
              <a:off x="3804350" y="1436300"/>
              <a:ext cx="204950" cy="566025"/>
            </a:xfrm>
            <a:custGeom>
              <a:avLst/>
              <a:gdLst/>
              <a:ahLst/>
              <a:cxnLst/>
              <a:rect l="l" t="t" r="r" b="b"/>
              <a:pathLst>
                <a:path w="8198" h="22641" extrusionOk="0">
                  <a:moveTo>
                    <a:pt x="2361" y="0"/>
                  </a:moveTo>
                  <a:cubicBezTo>
                    <a:pt x="2352" y="0"/>
                    <a:pt x="2347" y="0"/>
                    <a:pt x="2347" y="0"/>
                  </a:cubicBezTo>
                  <a:lnTo>
                    <a:pt x="0" y="8101"/>
                  </a:lnTo>
                  <a:cubicBezTo>
                    <a:pt x="0" y="8101"/>
                    <a:pt x="1801" y="19351"/>
                    <a:pt x="1993" y="20284"/>
                  </a:cubicBezTo>
                  <a:cubicBezTo>
                    <a:pt x="2131" y="21083"/>
                    <a:pt x="2979" y="22640"/>
                    <a:pt x="4496" y="22640"/>
                  </a:cubicBezTo>
                  <a:cubicBezTo>
                    <a:pt x="4747" y="22640"/>
                    <a:pt x="5017" y="22598"/>
                    <a:pt x="5304" y="22502"/>
                  </a:cubicBezTo>
                  <a:cubicBezTo>
                    <a:pt x="7362" y="21859"/>
                    <a:pt x="8197" y="20187"/>
                    <a:pt x="8004" y="18805"/>
                  </a:cubicBezTo>
                  <a:cubicBezTo>
                    <a:pt x="7812" y="17423"/>
                    <a:pt x="5594" y="7522"/>
                    <a:pt x="5047" y="3729"/>
                  </a:cubicBezTo>
                  <a:cubicBezTo>
                    <a:pt x="4496" y="88"/>
                    <a:pt x="2547" y="0"/>
                    <a:pt x="2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4260;p64">
              <a:extLst>
                <a:ext uri="{FF2B5EF4-FFF2-40B4-BE49-F238E27FC236}">
                  <a16:creationId xmlns:a16="http://schemas.microsoft.com/office/drawing/2014/main" id="{A88051C1-7011-E36F-FD0B-982029678E3C}"/>
                </a:ext>
              </a:extLst>
            </p:cNvPr>
            <p:cNvSpPr/>
            <p:nvPr/>
          </p:nvSpPr>
          <p:spPr>
            <a:xfrm>
              <a:off x="3797925" y="1429875"/>
              <a:ext cx="213775" cy="579425"/>
            </a:xfrm>
            <a:custGeom>
              <a:avLst/>
              <a:gdLst/>
              <a:ahLst/>
              <a:cxnLst/>
              <a:rect l="l" t="t" r="r" b="b"/>
              <a:pathLst>
                <a:path w="8551" h="23177" extrusionOk="0">
                  <a:moveTo>
                    <a:pt x="2800" y="563"/>
                  </a:moveTo>
                  <a:cubicBezTo>
                    <a:pt x="3001" y="595"/>
                    <a:pt x="3326" y="689"/>
                    <a:pt x="3665" y="965"/>
                  </a:cubicBezTo>
                  <a:cubicBezTo>
                    <a:pt x="4179" y="1383"/>
                    <a:pt x="4758" y="2250"/>
                    <a:pt x="5015" y="4018"/>
                  </a:cubicBezTo>
                  <a:cubicBezTo>
                    <a:pt x="5304" y="5915"/>
                    <a:pt x="6011" y="9354"/>
                    <a:pt x="6654" y="12472"/>
                  </a:cubicBezTo>
                  <a:cubicBezTo>
                    <a:pt x="6976" y="14047"/>
                    <a:pt x="7297" y="15526"/>
                    <a:pt x="7522" y="16715"/>
                  </a:cubicBezTo>
                  <a:cubicBezTo>
                    <a:pt x="7779" y="17905"/>
                    <a:pt x="7940" y="18773"/>
                    <a:pt x="8004" y="19094"/>
                  </a:cubicBezTo>
                  <a:cubicBezTo>
                    <a:pt x="8004" y="19223"/>
                    <a:pt x="8004" y="19319"/>
                    <a:pt x="8004" y="19448"/>
                  </a:cubicBezTo>
                  <a:cubicBezTo>
                    <a:pt x="8004" y="20637"/>
                    <a:pt x="7233" y="21955"/>
                    <a:pt x="5497" y="22501"/>
                  </a:cubicBezTo>
                  <a:cubicBezTo>
                    <a:pt x="5240" y="22598"/>
                    <a:pt x="4983" y="22630"/>
                    <a:pt x="4790" y="22630"/>
                  </a:cubicBezTo>
                  <a:cubicBezTo>
                    <a:pt x="4115" y="22630"/>
                    <a:pt x="3568" y="22309"/>
                    <a:pt x="3183" y="21859"/>
                  </a:cubicBezTo>
                  <a:cubicBezTo>
                    <a:pt x="2797" y="21409"/>
                    <a:pt x="2572" y="20830"/>
                    <a:pt x="2508" y="20508"/>
                  </a:cubicBezTo>
                  <a:cubicBezTo>
                    <a:pt x="2411" y="20058"/>
                    <a:pt x="1897" y="17005"/>
                    <a:pt x="1447" y="14047"/>
                  </a:cubicBezTo>
                  <a:cubicBezTo>
                    <a:pt x="1190" y="12601"/>
                    <a:pt x="965" y="11154"/>
                    <a:pt x="804" y="10062"/>
                  </a:cubicBezTo>
                  <a:cubicBezTo>
                    <a:pt x="675" y="9210"/>
                    <a:pt x="567" y="8586"/>
                    <a:pt x="529" y="8373"/>
                  </a:cubicBezTo>
                  <a:lnTo>
                    <a:pt x="529" y="8373"/>
                  </a:lnTo>
                  <a:lnTo>
                    <a:pt x="2800" y="563"/>
                  </a:lnTo>
                  <a:close/>
                  <a:moveTo>
                    <a:pt x="2604" y="0"/>
                  </a:moveTo>
                  <a:cubicBezTo>
                    <a:pt x="2475" y="0"/>
                    <a:pt x="2379" y="97"/>
                    <a:pt x="2347" y="193"/>
                  </a:cubicBezTo>
                  <a:lnTo>
                    <a:pt x="0" y="8261"/>
                  </a:lnTo>
                  <a:lnTo>
                    <a:pt x="0" y="8390"/>
                  </a:lnTo>
                  <a:cubicBezTo>
                    <a:pt x="0" y="8390"/>
                    <a:pt x="450" y="11219"/>
                    <a:pt x="900" y="14144"/>
                  </a:cubicBezTo>
                  <a:cubicBezTo>
                    <a:pt x="1383" y="17069"/>
                    <a:pt x="1865" y="20123"/>
                    <a:pt x="1961" y="20605"/>
                  </a:cubicBezTo>
                  <a:cubicBezTo>
                    <a:pt x="2058" y="21055"/>
                    <a:pt x="2315" y="21666"/>
                    <a:pt x="2797" y="22212"/>
                  </a:cubicBezTo>
                  <a:cubicBezTo>
                    <a:pt x="3247" y="22726"/>
                    <a:pt x="3922" y="23176"/>
                    <a:pt x="4790" y="23176"/>
                  </a:cubicBezTo>
                  <a:cubicBezTo>
                    <a:pt x="5047" y="23176"/>
                    <a:pt x="5336" y="23112"/>
                    <a:pt x="5658" y="23016"/>
                  </a:cubicBezTo>
                  <a:cubicBezTo>
                    <a:pt x="7619" y="22405"/>
                    <a:pt x="8551" y="20862"/>
                    <a:pt x="8551" y="19448"/>
                  </a:cubicBezTo>
                  <a:cubicBezTo>
                    <a:pt x="8551" y="19319"/>
                    <a:pt x="8551" y="19158"/>
                    <a:pt x="8519" y="19030"/>
                  </a:cubicBezTo>
                  <a:cubicBezTo>
                    <a:pt x="8454" y="18676"/>
                    <a:pt x="8294" y="17776"/>
                    <a:pt x="8069" y="16619"/>
                  </a:cubicBezTo>
                  <a:cubicBezTo>
                    <a:pt x="7329" y="13051"/>
                    <a:pt x="5979" y="6751"/>
                    <a:pt x="5561" y="3922"/>
                  </a:cubicBezTo>
                  <a:cubicBezTo>
                    <a:pt x="5272" y="2090"/>
                    <a:pt x="4629" y="1093"/>
                    <a:pt x="3986" y="547"/>
                  </a:cubicBezTo>
                  <a:cubicBezTo>
                    <a:pt x="3343" y="32"/>
                    <a:pt x="2733" y="0"/>
                    <a:pt x="2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4261;p64">
              <a:extLst>
                <a:ext uri="{FF2B5EF4-FFF2-40B4-BE49-F238E27FC236}">
                  <a16:creationId xmlns:a16="http://schemas.microsoft.com/office/drawing/2014/main" id="{0289EA71-796A-A776-76A3-0F20C57A13D3}"/>
                </a:ext>
              </a:extLst>
            </p:cNvPr>
            <p:cNvSpPr/>
            <p:nvPr/>
          </p:nvSpPr>
          <p:spPr>
            <a:xfrm>
              <a:off x="3106825" y="1594975"/>
              <a:ext cx="767475" cy="595950"/>
            </a:xfrm>
            <a:custGeom>
              <a:avLst/>
              <a:gdLst/>
              <a:ahLst/>
              <a:cxnLst/>
              <a:rect l="l" t="t" r="r" b="b"/>
              <a:pathLst>
                <a:path w="30699" h="23838" extrusionOk="0">
                  <a:moveTo>
                    <a:pt x="21971" y="1"/>
                  </a:moveTo>
                  <a:cubicBezTo>
                    <a:pt x="19140" y="1"/>
                    <a:pt x="15086" y="686"/>
                    <a:pt x="9386" y="2911"/>
                  </a:cubicBezTo>
                  <a:cubicBezTo>
                    <a:pt x="9386" y="2911"/>
                    <a:pt x="0" y="6865"/>
                    <a:pt x="0" y="8311"/>
                  </a:cubicBezTo>
                  <a:cubicBezTo>
                    <a:pt x="0" y="9758"/>
                    <a:pt x="5786" y="23837"/>
                    <a:pt x="5786" y="23837"/>
                  </a:cubicBezTo>
                  <a:lnTo>
                    <a:pt x="30698" y="17344"/>
                  </a:lnTo>
                  <a:lnTo>
                    <a:pt x="27901" y="1754"/>
                  </a:lnTo>
                  <a:cubicBezTo>
                    <a:pt x="27901" y="1754"/>
                    <a:pt x="26502" y="1"/>
                    <a:pt x="219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4262;p64">
              <a:extLst>
                <a:ext uri="{FF2B5EF4-FFF2-40B4-BE49-F238E27FC236}">
                  <a16:creationId xmlns:a16="http://schemas.microsoft.com/office/drawing/2014/main" id="{C268E8A8-8E12-D4F9-1DEA-CD98719EF2AF}"/>
                </a:ext>
              </a:extLst>
            </p:cNvPr>
            <p:cNvSpPr/>
            <p:nvPr/>
          </p:nvSpPr>
          <p:spPr>
            <a:xfrm>
              <a:off x="3100400" y="1588175"/>
              <a:ext cx="781125" cy="609375"/>
            </a:xfrm>
            <a:custGeom>
              <a:avLst/>
              <a:gdLst/>
              <a:ahLst/>
              <a:cxnLst/>
              <a:rect l="l" t="t" r="r" b="b"/>
              <a:pathLst>
                <a:path w="31245" h="24375" extrusionOk="0">
                  <a:moveTo>
                    <a:pt x="22244" y="515"/>
                  </a:moveTo>
                  <a:cubicBezTo>
                    <a:pt x="24462" y="515"/>
                    <a:pt x="25908" y="965"/>
                    <a:pt x="26776" y="1383"/>
                  </a:cubicBezTo>
                  <a:cubicBezTo>
                    <a:pt x="27226" y="1576"/>
                    <a:pt x="27516" y="1801"/>
                    <a:pt x="27708" y="1929"/>
                  </a:cubicBezTo>
                  <a:cubicBezTo>
                    <a:pt x="27805" y="2026"/>
                    <a:pt x="27869" y="2090"/>
                    <a:pt x="27901" y="2122"/>
                  </a:cubicBezTo>
                  <a:lnTo>
                    <a:pt x="27915" y="2136"/>
                  </a:lnTo>
                  <a:lnTo>
                    <a:pt x="30634" y="17423"/>
                  </a:lnTo>
                  <a:lnTo>
                    <a:pt x="6207" y="23793"/>
                  </a:lnTo>
                  <a:lnTo>
                    <a:pt x="6207" y="23793"/>
                  </a:lnTo>
                  <a:cubicBezTo>
                    <a:pt x="6165" y="23693"/>
                    <a:pt x="6109" y="23561"/>
                    <a:pt x="6043" y="23402"/>
                  </a:cubicBezTo>
                  <a:cubicBezTo>
                    <a:pt x="5497" y="22052"/>
                    <a:pt x="4114" y="18645"/>
                    <a:pt x="2861" y="15398"/>
                  </a:cubicBezTo>
                  <a:cubicBezTo>
                    <a:pt x="2250" y="13791"/>
                    <a:pt x="1639" y="12216"/>
                    <a:pt x="1222" y="10994"/>
                  </a:cubicBezTo>
                  <a:cubicBezTo>
                    <a:pt x="996" y="10351"/>
                    <a:pt x="836" y="9805"/>
                    <a:pt x="707" y="9387"/>
                  </a:cubicBezTo>
                  <a:cubicBezTo>
                    <a:pt x="643" y="9194"/>
                    <a:pt x="611" y="9001"/>
                    <a:pt x="579" y="8873"/>
                  </a:cubicBezTo>
                  <a:cubicBezTo>
                    <a:pt x="546" y="8744"/>
                    <a:pt x="546" y="8615"/>
                    <a:pt x="546" y="8583"/>
                  </a:cubicBezTo>
                  <a:cubicBezTo>
                    <a:pt x="514" y="8583"/>
                    <a:pt x="546" y="8519"/>
                    <a:pt x="611" y="8423"/>
                  </a:cubicBezTo>
                  <a:cubicBezTo>
                    <a:pt x="707" y="8262"/>
                    <a:pt x="900" y="8037"/>
                    <a:pt x="1222" y="7812"/>
                  </a:cubicBezTo>
                  <a:cubicBezTo>
                    <a:pt x="2314" y="6976"/>
                    <a:pt x="4468" y="5851"/>
                    <a:pt x="6332" y="4983"/>
                  </a:cubicBezTo>
                  <a:cubicBezTo>
                    <a:pt x="7265" y="4533"/>
                    <a:pt x="8100" y="4147"/>
                    <a:pt x="8743" y="3858"/>
                  </a:cubicBezTo>
                  <a:cubicBezTo>
                    <a:pt x="9354" y="3569"/>
                    <a:pt x="9740" y="3408"/>
                    <a:pt x="9740" y="3408"/>
                  </a:cubicBezTo>
                  <a:cubicBezTo>
                    <a:pt x="15429" y="1190"/>
                    <a:pt x="19447" y="515"/>
                    <a:pt x="22244" y="515"/>
                  </a:cubicBezTo>
                  <a:close/>
                  <a:moveTo>
                    <a:pt x="22244" y="1"/>
                  </a:moveTo>
                  <a:cubicBezTo>
                    <a:pt x="19351" y="1"/>
                    <a:pt x="15269" y="676"/>
                    <a:pt x="9547" y="2926"/>
                  </a:cubicBezTo>
                  <a:cubicBezTo>
                    <a:pt x="9547" y="2926"/>
                    <a:pt x="7200" y="3922"/>
                    <a:pt x="4822" y="5112"/>
                  </a:cubicBezTo>
                  <a:cubicBezTo>
                    <a:pt x="3664" y="5690"/>
                    <a:pt x="2475" y="6333"/>
                    <a:pt x="1575" y="6912"/>
                  </a:cubicBezTo>
                  <a:cubicBezTo>
                    <a:pt x="1125" y="7201"/>
                    <a:pt x="771" y="7490"/>
                    <a:pt x="482" y="7748"/>
                  </a:cubicBezTo>
                  <a:cubicBezTo>
                    <a:pt x="354" y="7876"/>
                    <a:pt x="225" y="8005"/>
                    <a:pt x="129" y="8133"/>
                  </a:cubicBezTo>
                  <a:cubicBezTo>
                    <a:pt x="64" y="8262"/>
                    <a:pt x="0" y="8423"/>
                    <a:pt x="0" y="8583"/>
                  </a:cubicBezTo>
                  <a:cubicBezTo>
                    <a:pt x="0" y="8712"/>
                    <a:pt x="32" y="8873"/>
                    <a:pt x="64" y="9066"/>
                  </a:cubicBezTo>
                  <a:cubicBezTo>
                    <a:pt x="225" y="9773"/>
                    <a:pt x="675" y="11058"/>
                    <a:pt x="1222" y="12601"/>
                  </a:cubicBezTo>
                  <a:cubicBezTo>
                    <a:pt x="2925" y="17262"/>
                    <a:pt x="5786" y="24206"/>
                    <a:pt x="5786" y="24206"/>
                  </a:cubicBezTo>
                  <a:cubicBezTo>
                    <a:pt x="5839" y="24312"/>
                    <a:pt x="5937" y="24374"/>
                    <a:pt x="6042" y="24374"/>
                  </a:cubicBezTo>
                  <a:cubicBezTo>
                    <a:pt x="6063" y="24374"/>
                    <a:pt x="6085" y="24372"/>
                    <a:pt x="6107" y="24366"/>
                  </a:cubicBezTo>
                  <a:lnTo>
                    <a:pt x="31019" y="17873"/>
                  </a:lnTo>
                  <a:cubicBezTo>
                    <a:pt x="31148" y="17841"/>
                    <a:pt x="31244" y="17712"/>
                    <a:pt x="31212" y="17552"/>
                  </a:cubicBezTo>
                  <a:lnTo>
                    <a:pt x="28416" y="1962"/>
                  </a:lnTo>
                  <a:lnTo>
                    <a:pt x="28351" y="1833"/>
                  </a:lnTo>
                  <a:cubicBezTo>
                    <a:pt x="28319" y="1769"/>
                    <a:pt x="26808" y="1"/>
                    <a:pt x="22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4263;p64">
              <a:extLst>
                <a:ext uri="{FF2B5EF4-FFF2-40B4-BE49-F238E27FC236}">
                  <a16:creationId xmlns:a16="http://schemas.microsoft.com/office/drawing/2014/main" id="{A810A482-D566-5AD5-F2EB-85B3B67BEA10}"/>
                </a:ext>
              </a:extLst>
            </p:cNvPr>
            <p:cNvSpPr/>
            <p:nvPr/>
          </p:nvSpPr>
          <p:spPr>
            <a:xfrm>
              <a:off x="3300475" y="1435225"/>
              <a:ext cx="606750" cy="742775"/>
            </a:xfrm>
            <a:custGeom>
              <a:avLst/>
              <a:gdLst/>
              <a:ahLst/>
              <a:cxnLst/>
              <a:rect l="l" t="t" r="r" b="b"/>
              <a:pathLst>
                <a:path w="24270" h="29711" extrusionOk="0">
                  <a:moveTo>
                    <a:pt x="17600" y="1"/>
                  </a:moveTo>
                  <a:cubicBezTo>
                    <a:pt x="15099" y="1"/>
                    <a:pt x="12134" y="159"/>
                    <a:pt x="10191" y="783"/>
                  </a:cubicBezTo>
                  <a:cubicBezTo>
                    <a:pt x="10191" y="783"/>
                    <a:pt x="7523" y="2422"/>
                    <a:pt x="5401" y="3644"/>
                  </a:cubicBezTo>
                  <a:cubicBezTo>
                    <a:pt x="3248" y="4833"/>
                    <a:pt x="1" y="6504"/>
                    <a:pt x="1" y="9848"/>
                  </a:cubicBezTo>
                  <a:cubicBezTo>
                    <a:pt x="1" y="13191"/>
                    <a:pt x="2412" y="26434"/>
                    <a:pt x="2412" y="27816"/>
                  </a:cubicBezTo>
                  <a:cubicBezTo>
                    <a:pt x="2412" y="28999"/>
                    <a:pt x="2482" y="29711"/>
                    <a:pt x="2503" y="29711"/>
                  </a:cubicBezTo>
                  <a:cubicBezTo>
                    <a:pt x="2506" y="29711"/>
                    <a:pt x="2508" y="29690"/>
                    <a:pt x="2508" y="29649"/>
                  </a:cubicBezTo>
                  <a:cubicBezTo>
                    <a:pt x="2508" y="29391"/>
                    <a:pt x="18805" y="24023"/>
                    <a:pt x="18805" y="24023"/>
                  </a:cubicBezTo>
                  <a:cubicBezTo>
                    <a:pt x="18805" y="24023"/>
                    <a:pt x="19834" y="19748"/>
                    <a:pt x="20670" y="17723"/>
                  </a:cubicBezTo>
                  <a:cubicBezTo>
                    <a:pt x="21506" y="15666"/>
                    <a:pt x="20670" y="13930"/>
                    <a:pt x="21602" y="10587"/>
                  </a:cubicBezTo>
                  <a:cubicBezTo>
                    <a:pt x="22534" y="7244"/>
                    <a:pt x="24270" y="5026"/>
                    <a:pt x="23531" y="2519"/>
                  </a:cubicBezTo>
                  <a:cubicBezTo>
                    <a:pt x="22791" y="43"/>
                    <a:pt x="22598" y="108"/>
                    <a:pt x="19930" y="43"/>
                  </a:cubicBezTo>
                  <a:cubicBezTo>
                    <a:pt x="19246" y="19"/>
                    <a:pt x="18450" y="1"/>
                    <a:pt x="17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4264;p64">
              <a:extLst>
                <a:ext uri="{FF2B5EF4-FFF2-40B4-BE49-F238E27FC236}">
                  <a16:creationId xmlns:a16="http://schemas.microsoft.com/office/drawing/2014/main" id="{4472D9C1-93DB-8DB6-7A80-2BCDFBE60083}"/>
                </a:ext>
              </a:extLst>
            </p:cNvPr>
            <p:cNvSpPr/>
            <p:nvPr/>
          </p:nvSpPr>
          <p:spPr>
            <a:xfrm>
              <a:off x="3294050" y="1428275"/>
              <a:ext cx="605950" cy="757025"/>
            </a:xfrm>
            <a:custGeom>
              <a:avLst/>
              <a:gdLst/>
              <a:ahLst/>
              <a:cxnLst/>
              <a:rect l="l" t="t" r="r" b="b"/>
              <a:pathLst>
                <a:path w="24238" h="30281" extrusionOk="0">
                  <a:moveTo>
                    <a:pt x="17905" y="546"/>
                  </a:moveTo>
                  <a:cubicBezTo>
                    <a:pt x="18741" y="546"/>
                    <a:pt x="19512" y="546"/>
                    <a:pt x="20187" y="579"/>
                  </a:cubicBezTo>
                  <a:cubicBezTo>
                    <a:pt x="20863" y="611"/>
                    <a:pt x="21377" y="611"/>
                    <a:pt x="21763" y="643"/>
                  </a:cubicBezTo>
                  <a:cubicBezTo>
                    <a:pt x="22052" y="675"/>
                    <a:pt x="22245" y="739"/>
                    <a:pt x="22438" y="804"/>
                  </a:cubicBezTo>
                  <a:cubicBezTo>
                    <a:pt x="22663" y="900"/>
                    <a:pt x="22823" y="1061"/>
                    <a:pt x="22984" y="1382"/>
                  </a:cubicBezTo>
                  <a:cubicBezTo>
                    <a:pt x="23177" y="1704"/>
                    <a:pt x="23338" y="2186"/>
                    <a:pt x="23531" y="2893"/>
                  </a:cubicBezTo>
                  <a:cubicBezTo>
                    <a:pt x="23659" y="3279"/>
                    <a:pt x="23691" y="3664"/>
                    <a:pt x="23691" y="4050"/>
                  </a:cubicBezTo>
                  <a:cubicBezTo>
                    <a:pt x="23691" y="4982"/>
                    <a:pt x="23370" y="5979"/>
                    <a:pt x="22952" y="7072"/>
                  </a:cubicBezTo>
                  <a:cubicBezTo>
                    <a:pt x="22534" y="8165"/>
                    <a:pt x="21988" y="9386"/>
                    <a:pt x="21602" y="10801"/>
                  </a:cubicBezTo>
                  <a:cubicBezTo>
                    <a:pt x="21120" y="12504"/>
                    <a:pt x="21088" y="13790"/>
                    <a:pt x="21088" y="14915"/>
                  </a:cubicBezTo>
                  <a:cubicBezTo>
                    <a:pt x="21088" y="16040"/>
                    <a:pt x="21055" y="16940"/>
                    <a:pt x="20670" y="17904"/>
                  </a:cubicBezTo>
                  <a:cubicBezTo>
                    <a:pt x="20252" y="18933"/>
                    <a:pt x="19802" y="20508"/>
                    <a:pt x="19416" y="21826"/>
                  </a:cubicBezTo>
                  <a:cubicBezTo>
                    <a:pt x="19139" y="22885"/>
                    <a:pt x="18921" y="23766"/>
                    <a:pt x="18840" y="24097"/>
                  </a:cubicBezTo>
                  <a:lnTo>
                    <a:pt x="18840" y="24097"/>
                  </a:lnTo>
                  <a:cubicBezTo>
                    <a:pt x="18051" y="24357"/>
                    <a:pt x="14442" y="25551"/>
                    <a:pt x="10833" y="26744"/>
                  </a:cubicBezTo>
                  <a:cubicBezTo>
                    <a:pt x="8808" y="27451"/>
                    <a:pt x="6751" y="28159"/>
                    <a:pt x="5240" y="28673"/>
                  </a:cubicBezTo>
                  <a:cubicBezTo>
                    <a:pt x="4469" y="28962"/>
                    <a:pt x="3826" y="29187"/>
                    <a:pt x="3376" y="29380"/>
                  </a:cubicBezTo>
                  <a:cubicBezTo>
                    <a:pt x="3229" y="29422"/>
                    <a:pt x="3096" y="29478"/>
                    <a:pt x="2986" y="29520"/>
                  </a:cubicBezTo>
                  <a:lnTo>
                    <a:pt x="2986" y="29520"/>
                  </a:lnTo>
                  <a:cubicBezTo>
                    <a:pt x="2977" y="29197"/>
                    <a:pt x="2958" y="28712"/>
                    <a:pt x="2958" y="28094"/>
                  </a:cubicBezTo>
                  <a:cubicBezTo>
                    <a:pt x="2958" y="27869"/>
                    <a:pt x="2894" y="27516"/>
                    <a:pt x="2830" y="27034"/>
                  </a:cubicBezTo>
                  <a:cubicBezTo>
                    <a:pt x="2605" y="25266"/>
                    <a:pt x="2026" y="21762"/>
                    <a:pt x="1512" y="18322"/>
                  </a:cubicBezTo>
                  <a:cubicBezTo>
                    <a:pt x="997" y="14915"/>
                    <a:pt x="547" y="11540"/>
                    <a:pt x="547" y="10126"/>
                  </a:cubicBezTo>
                  <a:cubicBezTo>
                    <a:pt x="547" y="8550"/>
                    <a:pt x="1287" y="7361"/>
                    <a:pt x="2347" y="6429"/>
                  </a:cubicBezTo>
                  <a:cubicBezTo>
                    <a:pt x="3376" y="5465"/>
                    <a:pt x="4694" y="4757"/>
                    <a:pt x="5787" y="4147"/>
                  </a:cubicBezTo>
                  <a:cubicBezTo>
                    <a:pt x="7908" y="2957"/>
                    <a:pt x="10608" y="1286"/>
                    <a:pt x="10608" y="1286"/>
                  </a:cubicBezTo>
                  <a:lnTo>
                    <a:pt x="10597" y="1270"/>
                  </a:lnTo>
                  <a:lnTo>
                    <a:pt x="10597" y="1270"/>
                  </a:lnTo>
                  <a:cubicBezTo>
                    <a:pt x="12495" y="704"/>
                    <a:pt x="15421" y="546"/>
                    <a:pt x="17905" y="546"/>
                  </a:cubicBezTo>
                  <a:close/>
                  <a:moveTo>
                    <a:pt x="17905" y="0"/>
                  </a:moveTo>
                  <a:cubicBezTo>
                    <a:pt x="15366" y="0"/>
                    <a:pt x="12376" y="161"/>
                    <a:pt x="10383" y="804"/>
                  </a:cubicBezTo>
                  <a:lnTo>
                    <a:pt x="10319" y="804"/>
                  </a:lnTo>
                  <a:cubicBezTo>
                    <a:pt x="10319" y="804"/>
                    <a:pt x="10158" y="932"/>
                    <a:pt x="9869" y="1093"/>
                  </a:cubicBezTo>
                  <a:cubicBezTo>
                    <a:pt x="9001" y="1607"/>
                    <a:pt x="7105" y="2797"/>
                    <a:pt x="5498" y="3697"/>
                  </a:cubicBezTo>
                  <a:cubicBezTo>
                    <a:pt x="4437" y="4275"/>
                    <a:pt x="3087" y="5015"/>
                    <a:pt x="1994" y="6011"/>
                  </a:cubicBezTo>
                  <a:cubicBezTo>
                    <a:pt x="869" y="7040"/>
                    <a:pt x="1" y="8358"/>
                    <a:pt x="1" y="10126"/>
                  </a:cubicBezTo>
                  <a:cubicBezTo>
                    <a:pt x="1" y="10993"/>
                    <a:pt x="162" y="12440"/>
                    <a:pt x="387" y="14176"/>
                  </a:cubicBezTo>
                  <a:cubicBezTo>
                    <a:pt x="708" y="16779"/>
                    <a:pt x="1222" y="19994"/>
                    <a:pt x="1640" y="22726"/>
                  </a:cubicBezTo>
                  <a:cubicBezTo>
                    <a:pt x="1865" y="24076"/>
                    <a:pt x="2058" y="25298"/>
                    <a:pt x="2187" y="26230"/>
                  </a:cubicBezTo>
                  <a:cubicBezTo>
                    <a:pt x="2347" y="27194"/>
                    <a:pt x="2412" y="27869"/>
                    <a:pt x="2412" y="28094"/>
                  </a:cubicBezTo>
                  <a:cubicBezTo>
                    <a:pt x="2412" y="28705"/>
                    <a:pt x="2444" y="29187"/>
                    <a:pt x="2444" y="29509"/>
                  </a:cubicBezTo>
                  <a:cubicBezTo>
                    <a:pt x="2476" y="29669"/>
                    <a:pt x="2476" y="29798"/>
                    <a:pt x="2476" y="29894"/>
                  </a:cubicBezTo>
                  <a:lnTo>
                    <a:pt x="2508" y="30023"/>
                  </a:lnTo>
                  <a:lnTo>
                    <a:pt x="2508" y="30055"/>
                  </a:lnTo>
                  <a:lnTo>
                    <a:pt x="2540" y="30119"/>
                  </a:lnTo>
                  <a:lnTo>
                    <a:pt x="2572" y="30184"/>
                  </a:lnTo>
                  <a:cubicBezTo>
                    <a:pt x="2605" y="30216"/>
                    <a:pt x="2669" y="30248"/>
                    <a:pt x="2765" y="30280"/>
                  </a:cubicBezTo>
                  <a:cubicBezTo>
                    <a:pt x="2862" y="30280"/>
                    <a:pt x="2926" y="30216"/>
                    <a:pt x="2958" y="30184"/>
                  </a:cubicBezTo>
                  <a:cubicBezTo>
                    <a:pt x="2987" y="30155"/>
                    <a:pt x="3016" y="30126"/>
                    <a:pt x="3021" y="30097"/>
                  </a:cubicBezTo>
                  <a:lnTo>
                    <a:pt x="3021" y="30097"/>
                  </a:lnTo>
                  <a:cubicBezTo>
                    <a:pt x="3066" y="30081"/>
                    <a:pt x="3132" y="30056"/>
                    <a:pt x="3215" y="30023"/>
                  </a:cubicBezTo>
                  <a:cubicBezTo>
                    <a:pt x="3762" y="29766"/>
                    <a:pt x="5047" y="29316"/>
                    <a:pt x="6655" y="28769"/>
                  </a:cubicBezTo>
                  <a:cubicBezTo>
                    <a:pt x="9066" y="27901"/>
                    <a:pt x="12184" y="26873"/>
                    <a:pt x="14723" y="26037"/>
                  </a:cubicBezTo>
                  <a:cubicBezTo>
                    <a:pt x="15977" y="25587"/>
                    <a:pt x="17069" y="25233"/>
                    <a:pt x="17873" y="24976"/>
                  </a:cubicBezTo>
                  <a:cubicBezTo>
                    <a:pt x="18677" y="24719"/>
                    <a:pt x="19159" y="24558"/>
                    <a:pt x="19159" y="24558"/>
                  </a:cubicBezTo>
                  <a:cubicBezTo>
                    <a:pt x="19255" y="24526"/>
                    <a:pt x="19320" y="24430"/>
                    <a:pt x="19320" y="24366"/>
                  </a:cubicBezTo>
                  <a:cubicBezTo>
                    <a:pt x="19320" y="24366"/>
                    <a:pt x="19384" y="24076"/>
                    <a:pt x="19512" y="23658"/>
                  </a:cubicBezTo>
                  <a:cubicBezTo>
                    <a:pt x="19834" y="22373"/>
                    <a:pt x="20573" y="19576"/>
                    <a:pt x="21184" y="18097"/>
                  </a:cubicBezTo>
                  <a:cubicBezTo>
                    <a:pt x="21602" y="17004"/>
                    <a:pt x="21602" y="16008"/>
                    <a:pt x="21634" y="14915"/>
                  </a:cubicBezTo>
                  <a:cubicBezTo>
                    <a:pt x="21634" y="13822"/>
                    <a:pt x="21666" y="12569"/>
                    <a:pt x="22116" y="10929"/>
                  </a:cubicBezTo>
                  <a:cubicBezTo>
                    <a:pt x="22502" y="9579"/>
                    <a:pt x="23016" y="8390"/>
                    <a:pt x="23466" y="7265"/>
                  </a:cubicBezTo>
                  <a:cubicBezTo>
                    <a:pt x="23884" y="6172"/>
                    <a:pt x="24238" y="5111"/>
                    <a:pt x="24238" y="4050"/>
                  </a:cubicBezTo>
                  <a:cubicBezTo>
                    <a:pt x="24238" y="3600"/>
                    <a:pt x="24173" y="3182"/>
                    <a:pt x="24045" y="2732"/>
                  </a:cubicBezTo>
                  <a:cubicBezTo>
                    <a:pt x="23852" y="2089"/>
                    <a:pt x="23723" y="1639"/>
                    <a:pt x="23531" y="1254"/>
                  </a:cubicBezTo>
                  <a:cubicBezTo>
                    <a:pt x="23402" y="996"/>
                    <a:pt x="23273" y="771"/>
                    <a:pt x="23080" y="579"/>
                  </a:cubicBezTo>
                  <a:cubicBezTo>
                    <a:pt x="22791" y="321"/>
                    <a:pt x="22405" y="193"/>
                    <a:pt x="21955" y="129"/>
                  </a:cubicBezTo>
                  <a:cubicBezTo>
                    <a:pt x="21505" y="64"/>
                    <a:pt x="20959" y="64"/>
                    <a:pt x="20187" y="32"/>
                  </a:cubicBezTo>
                  <a:cubicBezTo>
                    <a:pt x="19512" y="0"/>
                    <a:pt x="18741" y="0"/>
                    <a:pt x="17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4265;p64">
              <a:extLst>
                <a:ext uri="{FF2B5EF4-FFF2-40B4-BE49-F238E27FC236}">
                  <a16:creationId xmlns:a16="http://schemas.microsoft.com/office/drawing/2014/main" id="{7A67424E-3331-6723-DC55-8B91553F6CE9}"/>
                </a:ext>
              </a:extLst>
            </p:cNvPr>
            <p:cNvSpPr/>
            <p:nvPr/>
          </p:nvSpPr>
          <p:spPr>
            <a:xfrm>
              <a:off x="3471650" y="1404675"/>
              <a:ext cx="296550" cy="281575"/>
            </a:xfrm>
            <a:custGeom>
              <a:avLst/>
              <a:gdLst/>
              <a:ahLst/>
              <a:cxnLst/>
              <a:rect l="l" t="t" r="r" b="b"/>
              <a:pathLst>
                <a:path w="11862" h="11263" extrusionOk="0">
                  <a:moveTo>
                    <a:pt x="3896" y="0"/>
                  </a:moveTo>
                  <a:cubicBezTo>
                    <a:pt x="3088" y="0"/>
                    <a:pt x="2433" y="172"/>
                    <a:pt x="2122" y="526"/>
                  </a:cubicBezTo>
                  <a:cubicBezTo>
                    <a:pt x="2122" y="526"/>
                    <a:pt x="933" y="1169"/>
                    <a:pt x="483" y="4158"/>
                  </a:cubicBezTo>
                  <a:cubicBezTo>
                    <a:pt x="1" y="7116"/>
                    <a:pt x="1" y="11262"/>
                    <a:pt x="1" y="11262"/>
                  </a:cubicBezTo>
                  <a:cubicBezTo>
                    <a:pt x="1" y="11262"/>
                    <a:pt x="5015" y="8498"/>
                    <a:pt x="5755" y="8402"/>
                  </a:cubicBezTo>
                  <a:cubicBezTo>
                    <a:pt x="5770" y="8399"/>
                    <a:pt x="5788" y="8398"/>
                    <a:pt x="5808" y="8398"/>
                  </a:cubicBezTo>
                  <a:cubicBezTo>
                    <a:pt x="6720" y="8398"/>
                    <a:pt x="11862" y="10523"/>
                    <a:pt x="11862" y="10523"/>
                  </a:cubicBezTo>
                  <a:cubicBezTo>
                    <a:pt x="11862" y="10523"/>
                    <a:pt x="11123" y="6280"/>
                    <a:pt x="9998" y="3323"/>
                  </a:cubicBezTo>
                  <a:cubicBezTo>
                    <a:pt x="9206" y="1181"/>
                    <a:pt x="6021" y="0"/>
                    <a:pt x="38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4266;p64">
              <a:extLst>
                <a:ext uri="{FF2B5EF4-FFF2-40B4-BE49-F238E27FC236}">
                  <a16:creationId xmlns:a16="http://schemas.microsoft.com/office/drawing/2014/main" id="{C09371B1-A1A0-5024-D088-1960671D77D6}"/>
                </a:ext>
              </a:extLst>
            </p:cNvPr>
            <p:cNvSpPr/>
            <p:nvPr/>
          </p:nvSpPr>
          <p:spPr>
            <a:xfrm>
              <a:off x="3465225" y="1397725"/>
              <a:ext cx="310225" cy="295550"/>
            </a:xfrm>
            <a:custGeom>
              <a:avLst/>
              <a:gdLst/>
              <a:ahLst/>
              <a:cxnLst/>
              <a:rect l="l" t="t" r="r" b="b"/>
              <a:pathLst>
                <a:path w="12409" h="11822" extrusionOk="0">
                  <a:moveTo>
                    <a:pt x="4179" y="547"/>
                  </a:moveTo>
                  <a:cubicBezTo>
                    <a:pt x="5176" y="547"/>
                    <a:pt x="6494" y="836"/>
                    <a:pt x="7587" y="1383"/>
                  </a:cubicBezTo>
                  <a:cubicBezTo>
                    <a:pt x="8712" y="1929"/>
                    <a:pt x="9644" y="2701"/>
                    <a:pt x="9997" y="3697"/>
                  </a:cubicBezTo>
                  <a:cubicBezTo>
                    <a:pt x="10576" y="5144"/>
                    <a:pt x="11026" y="6944"/>
                    <a:pt x="11348" y="8358"/>
                  </a:cubicBezTo>
                  <a:cubicBezTo>
                    <a:pt x="11508" y="9097"/>
                    <a:pt x="11637" y="9708"/>
                    <a:pt x="11733" y="10158"/>
                  </a:cubicBezTo>
                  <a:cubicBezTo>
                    <a:pt x="11745" y="10242"/>
                    <a:pt x="11757" y="10319"/>
                    <a:pt x="11769" y="10389"/>
                  </a:cubicBezTo>
                  <a:lnTo>
                    <a:pt x="11769" y="10389"/>
                  </a:lnTo>
                  <a:cubicBezTo>
                    <a:pt x="11272" y="10182"/>
                    <a:pt x="10420" y="9833"/>
                    <a:pt x="9515" y="9483"/>
                  </a:cubicBezTo>
                  <a:cubicBezTo>
                    <a:pt x="8808" y="9226"/>
                    <a:pt x="8069" y="8969"/>
                    <a:pt x="7458" y="8776"/>
                  </a:cubicBezTo>
                  <a:cubicBezTo>
                    <a:pt x="7169" y="8647"/>
                    <a:pt x="6879" y="8583"/>
                    <a:pt x="6654" y="8519"/>
                  </a:cubicBezTo>
                  <a:cubicBezTo>
                    <a:pt x="6397" y="8455"/>
                    <a:pt x="6204" y="8422"/>
                    <a:pt x="6044" y="8422"/>
                  </a:cubicBezTo>
                  <a:lnTo>
                    <a:pt x="5979" y="8422"/>
                  </a:lnTo>
                  <a:cubicBezTo>
                    <a:pt x="5819" y="8455"/>
                    <a:pt x="5658" y="8487"/>
                    <a:pt x="5433" y="8583"/>
                  </a:cubicBezTo>
                  <a:cubicBezTo>
                    <a:pt x="4694" y="8905"/>
                    <a:pt x="3376" y="9580"/>
                    <a:pt x="2219" y="10190"/>
                  </a:cubicBezTo>
                  <a:cubicBezTo>
                    <a:pt x="1538" y="10560"/>
                    <a:pt x="916" y="10894"/>
                    <a:pt x="531" y="11100"/>
                  </a:cubicBezTo>
                  <a:lnTo>
                    <a:pt x="531" y="11100"/>
                  </a:lnTo>
                  <a:cubicBezTo>
                    <a:pt x="535" y="11029"/>
                    <a:pt x="540" y="10951"/>
                    <a:pt x="547" y="10865"/>
                  </a:cubicBezTo>
                  <a:cubicBezTo>
                    <a:pt x="547" y="9547"/>
                    <a:pt x="643" y="6654"/>
                    <a:pt x="997" y="4469"/>
                  </a:cubicBezTo>
                  <a:cubicBezTo>
                    <a:pt x="1222" y="3022"/>
                    <a:pt x="1608" y="2154"/>
                    <a:pt x="1961" y="1672"/>
                  </a:cubicBezTo>
                  <a:cubicBezTo>
                    <a:pt x="2122" y="1415"/>
                    <a:pt x="2283" y="1254"/>
                    <a:pt x="2379" y="1158"/>
                  </a:cubicBezTo>
                  <a:cubicBezTo>
                    <a:pt x="2411" y="1126"/>
                    <a:pt x="2476" y="1093"/>
                    <a:pt x="2508" y="1061"/>
                  </a:cubicBezTo>
                  <a:lnTo>
                    <a:pt x="2604" y="997"/>
                  </a:lnTo>
                  <a:cubicBezTo>
                    <a:pt x="2701" y="868"/>
                    <a:pt x="2894" y="740"/>
                    <a:pt x="3183" y="676"/>
                  </a:cubicBezTo>
                  <a:cubicBezTo>
                    <a:pt x="3440" y="579"/>
                    <a:pt x="3794" y="547"/>
                    <a:pt x="4179" y="547"/>
                  </a:cubicBezTo>
                  <a:close/>
                  <a:moveTo>
                    <a:pt x="4179" y="1"/>
                  </a:moveTo>
                  <a:cubicBezTo>
                    <a:pt x="3761" y="1"/>
                    <a:pt x="3344" y="65"/>
                    <a:pt x="3022" y="161"/>
                  </a:cubicBezTo>
                  <a:cubicBezTo>
                    <a:pt x="2700" y="249"/>
                    <a:pt x="2431" y="390"/>
                    <a:pt x="2240" y="585"/>
                  </a:cubicBezTo>
                  <a:lnTo>
                    <a:pt x="2240" y="585"/>
                  </a:lnTo>
                  <a:cubicBezTo>
                    <a:pt x="2102" y="664"/>
                    <a:pt x="916" y="1453"/>
                    <a:pt x="451" y="4372"/>
                  </a:cubicBezTo>
                  <a:cubicBezTo>
                    <a:pt x="1" y="7394"/>
                    <a:pt x="1" y="11540"/>
                    <a:pt x="1" y="11540"/>
                  </a:cubicBezTo>
                  <a:cubicBezTo>
                    <a:pt x="1" y="11637"/>
                    <a:pt x="33" y="11733"/>
                    <a:pt x="129" y="11798"/>
                  </a:cubicBezTo>
                  <a:cubicBezTo>
                    <a:pt x="161" y="11814"/>
                    <a:pt x="210" y="11822"/>
                    <a:pt x="258" y="11822"/>
                  </a:cubicBezTo>
                  <a:cubicBezTo>
                    <a:pt x="306" y="11822"/>
                    <a:pt x="354" y="11814"/>
                    <a:pt x="386" y="11798"/>
                  </a:cubicBezTo>
                  <a:cubicBezTo>
                    <a:pt x="386" y="11798"/>
                    <a:pt x="708" y="11605"/>
                    <a:pt x="1190" y="11348"/>
                  </a:cubicBezTo>
                  <a:cubicBezTo>
                    <a:pt x="1897" y="10962"/>
                    <a:pt x="2990" y="10383"/>
                    <a:pt x="3986" y="9869"/>
                  </a:cubicBezTo>
                  <a:cubicBezTo>
                    <a:pt x="4469" y="9612"/>
                    <a:pt x="4951" y="9387"/>
                    <a:pt x="5304" y="9226"/>
                  </a:cubicBezTo>
                  <a:cubicBezTo>
                    <a:pt x="5497" y="9130"/>
                    <a:pt x="5658" y="9065"/>
                    <a:pt x="5787" y="9033"/>
                  </a:cubicBezTo>
                  <a:cubicBezTo>
                    <a:pt x="5915" y="8969"/>
                    <a:pt x="6012" y="8937"/>
                    <a:pt x="6044" y="8937"/>
                  </a:cubicBezTo>
                  <a:cubicBezTo>
                    <a:pt x="6108" y="8937"/>
                    <a:pt x="6301" y="8969"/>
                    <a:pt x="6494" y="9033"/>
                  </a:cubicBezTo>
                  <a:cubicBezTo>
                    <a:pt x="7265" y="9226"/>
                    <a:pt x="8680" y="9740"/>
                    <a:pt x="9837" y="10190"/>
                  </a:cubicBezTo>
                  <a:cubicBezTo>
                    <a:pt x="10447" y="10415"/>
                    <a:pt x="10994" y="10640"/>
                    <a:pt x="11380" y="10801"/>
                  </a:cubicBezTo>
                  <a:cubicBezTo>
                    <a:pt x="11765" y="10962"/>
                    <a:pt x="12023" y="11058"/>
                    <a:pt x="12023" y="11058"/>
                  </a:cubicBezTo>
                  <a:cubicBezTo>
                    <a:pt x="12063" y="11072"/>
                    <a:pt x="12102" y="11079"/>
                    <a:pt x="12140" y="11079"/>
                  </a:cubicBezTo>
                  <a:cubicBezTo>
                    <a:pt x="12193" y="11079"/>
                    <a:pt x="12242" y="11064"/>
                    <a:pt x="12280" y="11026"/>
                  </a:cubicBezTo>
                  <a:cubicBezTo>
                    <a:pt x="12344" y="10962"/>
                    <a:pt x="12408" y="10865"/>
                    <a:pt x="12376" y="10769"/>
                  </a:cubicBezTo>
                  <a:cubicBezTo>
                    <a:pt x="12376" y="10769"/>
                    <a:pt x="11637" y="6494"/>
                    <a:pt x="10512" y="3504"/>
                  </a:cubicBezTo>
                  <a:cubicBezTo>
                    <a:pt x="10062" y="2347"/>
                    <a:pt x="9033" y="1479"/>
                    <a:pt x="7844" y="901"/>
                  </a:cubicBezTo>
                  <a:cubicBezTo>
                    <a:pt x="6622" y="322"/>
                    <a:pt x="5272" y="1"/>
                    <a:pt x="4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4267;p64">
              <a:extLst>
                <a:ext uri="{FF2B5EF4-FFF2-40B4-BE49-F238E27FC236}">
                  <a16:creationId xmlns:a16="http://schemas.microsoft.com/office/drawing/2014/main" id="{3F8293CE-7DC3-05F0-0637-8EF28680B8B3}"/>
                </a:ext>
              </a:extLst>
            </p:cNvPr>
            <p:cNvSpPr/>
            <p:nvPr/>
          </p:nvSpPr>
          <p:spPr>
            <a:xfrm>
              <a:off x="3502200" y="1399325"/>
              <a:ext cx="156725" cy="307825"/>
            </a:xfrm>
            <a:custGeom>
              <a:avLst/>
              <a:gdLst/>
              <a:ahLst/>
              <a:cxnLst/>
              <a:rect l="l" t="t" r="r" b="b"/>
              <a:pathLst>
                <a:path w="6269" h="12313" extrusionOk="0">
                  <a:moveTo>
                    <a:pt x="0" y="1"/>
                  </a:moveTo>
                  <a:cubicBezTo>
                    <a:pt x="0" y="1"/>
                    <a:pt x="32" y="129"/>
                    <a:pt x="64" y="322"/>
                  </a:cubicBezTo>
                  <a:cubicBezTo>
                    <a:pt x="450" y="1576"/>
                    <a:pt x="1768" y="6205"/>
                    <a:pt x="2572" y="8519"/>
                  </a:cubicBezTo>
                  <a:cubicBezTo>
                    <a:pt x="3504" y="11219"/>
                    <a:pt x="4886" y="12312"/>
                    <a:pt x="4886" y="12312"/>
                  </a:cubicBezTo>
                  <a:lnTo>
                    <a:pt x="6268" y="6783"/>
                  </a:lnTo>
                  <a:cubicBezTo>
                    <a:pt x="6268" y="6783"/>
                    <a:pt x="836" y="14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4268;p64">
              <a:extLst>
                <a:ext uri="{FF2B5EF4-FFF2-40B4-BE49-F238E27FC236}">
                  <a16:creationId xmlns:a16="http://schemas.microsoft.com/office/drawing/2014/main" id="{BDE16ADC-282D-E8DE-297D-8842137D4F46}"/>
                </a:ext>
              </a:extLst>
            </p:cNvPr>
            <p:cNvSpPr/>
            <p:nvPr/>
          </p:nvSpPr>
          <p:spPr>
            <a:xfrm>
              <a:off x="3494150" y="1392900"/>
              <a:ext cx="172000" cy="321200"/>
            </a:xfrm>
            <a:custGeom>
              <a:avLst/>
              <a:gdLst/>
              <a:ahLst/>
              <a:cxnLst/>
              <a:rect l="l" t="t" r="r" b="b"/>
              <a:pathLst>
                <a:path w="6880" h="12848" extrusionOk="0">
                  <a:moveTo>
                    <a:pt x="957" y="1566"/>
                  </a:moveTo>
                  <a:cubicBezTo>
                    <a:pt x="1108" y="1743"/>
                    <a:pt x="1272" y="1929"/>
                    <a:pt x="1447" y="2122"/>
                  </a:cubicBezTo>
                  <a:cubicBezTo>
                    <a:pt x="3115" y="3988"/>
                    <a:pt x="5702" y="6499"/>
                    <a:pt x="6302" y="7100"/>
                  </a:cubicBezTo>
                  <a:lnTo>
                    <a:pt x="6302" y="7100"/>
                  </a:lnTo>
                  <a:lnTo>
                    <a:pt x="5062" y="12062"/>
                  </a:lnTo>
                  <a:lnTo>
                    <a:pt x="5062" y="12062"/>
                  </a:lnTo>
                  <a:cubicBezTo>
                    <a:pt x="4616" y="11571"/>
                    <a:pt x="3788" y="10505"/>
                    <a:pt x="3151" y="8712"/>
                  </a:cubicBezTo>
                  <a:cubicBezTo>
                    <a:pt x="2501" y="6840"/>
                    <a:pt x="1515" y="3456"/>
                    <a:pt x="957" y="1566"/>
                  </a:cubicBezTo>
                  <a:close/>
                  <a:moveTo>
                    <a:pt x="328" y="1"/>
                  </a:moveTo>
                  <a:cubicBezTo>
                    <a:pt x="283" y="1"/>
                    <a:pt x="236" y="11"/>
                    <a:pt x="194" y="33"/>
                  </a:cubicBezTo>
                  <a:cubicBezTo>
                    <a:pt x="65" y="65"/>
                    <a:pt x="1" y="194"/>
                    <a:pt x="65" y="354"/>
                  </a:cubicBezTo>
                  <a:cubicBezTo>
                    <a:pt x="65" y="354"/>
                    <a:pt x="68" y="364"/>
                    <a:pt x="73" y="382"/>
                  </a:cubicBezTo>
                  <a:lnTo>
                    <a:pt x="73" y="382"/>
                  </a:lnTo>
                  <a:lnTo>
                    <a:pt x="65" y="386"/>
                  </a:lnTo>
                  <a:cubicBezTo>
                    <a:pt x="71" y="395"/>
                    <a:pt x="76" y="404"/>
                    <a:pt x="82" y="413"/>
                  </a:cubicBezTo>
                  <a:lnTo>
                    <a:pt x="82" y="413"/>
                  </a:lnTo>
                  <a:cubicBezTo>
                    <a:pt x="94" y="461"/>
                    <a:pt x="112" y="538"/>
                    <a:pt x="129" y="644"/>
                  </a:cubicBezTo>
                  <a:cubicBezTo>
                    <a:pt x="515" y="1897"/>
                    <a:pt x="1833" y="6558"/>
                    <a:pt x="2637" y="8873"/>
                  </a:cubicBezTo>
                  <a:cubicBezTo>
                    <a:pt x="3601" y="11605"/>
                    <a:pt x="5015" y="12762"/>
                    <a:pt x="5047" y="12794"/>
                  </a:cubicBezTo>
                  <a:cubicBezTo>
                    <a:pt x="5085" y="12832"/>
                    <a:pt x="5134" y="12847"/>
                    <a:pt x="5187" y="12847"/>
                  </a:cubicBezTo>
                  <a:cubicBezTo>
                    <a:pt x="5225" y="12847"/>
                    <a:pt x="5265" y="12840"/>
                    <a:pt x="5305" y="12826"/>
                  </a:cubicBezTo>
                  <a:cubicBezTo>
                    <a:pt x="5401" y="12794"/>
                    <a:pt x="5465" y="12730"/>
                    <a:pt x="5465" y="12633"/>
                  </a:cubicBezTo>
                  <a:lnTo>
                    <a:pt x="6880" y="7105"/>
                  </a:lnTo>
                  <a:cubicBezTo>
                    <a:pt x="6880" y="7008"/>
                    <a:pt x="6848" y="6912"/>
                    <a:pt x="6783" y="6847"/>
                  </a:cubicBezTo>
                  <a:cubicBezTo>
                    <a:pt x="6783" y="6847"/>
                    <a:pt x="6462" y="6494"/>
                    <a:pt x="5915" y="5980"/>
                  </a:cubicBezTo>
                  <a:cubicBezTo>
                    <a:pt x="5144" y="5208"/>
                    <a:pt x="3955" y="4019"/>
                    <a:pt x="2862" y="2862"/>
                  </a:cubicBezTo>
                  <a:cubicBezTo>
                    <a:pt x="2315" y="2315"/>
                    <a:pt x="1801" y="1736"/>
                    <a:pt x="1415" y="1254"/>
                  </a:cubicBezTo>
                  <a:cubicBezTo>
                    <a:pt x="997" y="772"/>
                    <a:pt x="676" y="386"/>
                    <a:pt x="547" y="129"/>
                  </a:cubicBezTo>
                  <a:cubicBezTo>
                    <a:pt x="504" y="44"/>
                    <a:pt x="419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4269;p64">
              <a:extLst>
                <a:ext uri="{FF2B5EF4-FFF2-40B4-BE49-F238E27FC236}">
                  <a16:creationId xmlns:a16="http://schemas.microsoft.com/office/drawing/2014/main" id="{16518E04-1427-CEF0-D47C-9C3267B5784B}"/>
                </a:ext>
              </a:extLst>
            </p:cNvPr>
            <p:cNvSpPr/>
            <p:nvPr/>
          </p:nvSpPr>
          <p:spPr>
            <a:xfrm>
              <a:off x="3432275" y="1102075"/>
              <a:ext cx="359250" cy="500225"/>
            </a:xfrm>
            <a:custGeom>
              <a:avLst/>
              <a:gdLst/>
              <a:ahLst/>
              <a:cxnLst/>
              <a:rect l="l" t="t" r="r" b="b"/>
              <a:pathLst>
                <a:path w="14370" h="20009" extrusionOk="0">
                  <a:moveTo>
                    <a:pt x="7203" y="0"/>
                  </a:moveTo>
                  <a:cubicBezTo>
                    <a:pt x="5995" y="0"/>
                    <a:pt x="2837" y="474"/>
                    <a:pt x="1576" y="5237"/>
                  </a:cubicBezTo>
                  <a:cubicBezTo>
                    <a:pt x="1" y="11151"/>
                    <a:pt x="5112" y="16262"/>
                    <a:pt x="6590" y="18191"/>
                  </a:cubicBezTo>
                  <a:cubicBezTo>
                    <a:pt x="7446" y="19326"/>
                    <a:pt x="8517" y="20008"/>
                    <a:pt x="9504" y="20008"/>
                  </a:cubicBezTo>
                  <a:cubicBezTo>
                    <a:pt x="10223" y="20008"/>
                    <a:pt x="10897" y="19647"/>
                    <a:pt x="11412" y="18834"/>
                  </a:cubicBezTo>
                  <a:cubicBezTo>
                    <a:pt x="13244" y="15877"/>
                    <a:pt x="13791" y="14398"/>
                    <a:pt x="14080" y="10509"/>
                  </a:cubicBezTo>
                  <a:cubicBezTo>
                    <a:pt x="14369" y="6619"/>
                    <a:pt x="13887" y="4015"/>
                    <a:pt x="12151" y="1990"/>
                  </a:cubicBezTo>
                  <a:cubicBezTo>
                    <a:pt x="10489" y="86"/>
                    <a:pt x="8002" y="29"/>
                    <a:pt x="7711" y="29"/>
                  </a:cubicBezTo>
                  <a:cubicBezTo>
                    <a:pt x="7693" y="29"/>
                    <a:pt x="7683" y="29"/>
                    <a:pt x="7683" y="29"/>
                  </a:cubicBezTo>
                  <a:cubicBezTo>
                    <a:pt x="7683" y="29"/>
                    <a:pt x="7503" y="0"/>
                    <a:pt x="7203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4270;p64">
              <a:extLst>
                <a:ext uri="{FF2B5EF4-FFF2-40B4-BE49-F238E27FC236}">
                  <a16:creationId xmlns:a16="http://schemas.microsoft.com/office/drawing/2014/main" id="{D0DF5EA8-C159-A3C6-23DC-624059D48ABA}"/>
                </a:ext>
              </a:extLst>
            </p:cNvPr>
            <p:cNvSpPr/>
            <p:nvPr/>
          </p:nvSpPr>
          <p:spPr>
            <a:xfrm>
              <a:off x="3457200" y="1095575"/>
              <a:ext cx="335925" cy="513525"/>
            </a:xfrm>
            <a:custGeom>
              <a:avLst/>
              <a:gdLst/>
              <a:ahLst/>
              <a:cxnLst/>
              <a:rect l="l" t="t" r="r" b="b"/>
              <a:pathLst>
                <a:path w="13437" h="20541" extrusionOk="0">
                  <a:moveTo>
                    <a:pt x="6558" y="547"/>
                  </a:moveTo>
                  <a:lnTo>
                    <a:pt x="6622" y="579"/>
                  </a:lnTo>
                  <a:lnTo>
                    <a:pt x="6750" y="579"/>
                  </a:lnTo>
                  <a:cubicBezTo>
                    <a:pt x="6911" y="579"/>
                    <a:pt x="7586" y="579"/>
                    <a:pt x="8422" y="836"/>
                  </a:cubicBezTo>
                  <a:cubicBezTo>
                    <a:pt x="9226" y="1061"/>
                    <a:pt x="10158" y="1543"/>
                    <a:pt x="10929" y="2411"/>
                  </a:cubicBezTo>
                  <a:cubicBezTo>
                    <a:pt x="12344" y="4050"/>
                    <a:pt x="12890" y="6011"/>
                    <a:pt x="12890" y="8840"/>
                  </a:cubicBezTo>
                  <a:cubicBezTo>
                    <a:pt x="12890" y="9419"/>
                    <a:pt x="12858" y="10061"/>
                    <a:pt x="12826" y="10736"/>
                  </a:cubicBezTo>
                  <a:cubicBezTo>
                    <a:pt x="12665" y="12697"/>
                    <a:pt x="12472" y="14015"/>
                    <a:pt x="12086" y="15205"/>
                  </a:cubicBezTo>
                  <a:cubicBezTo>
                    <a:pt x="11669" y="16394"/>
                    <a:pt x="11090" y="17487"/>
                    <a:pt x="10158" y="18965"/>
                  </a:cubicBezTo>
                  <a:cubicBezTo>
                    <a:pt x="9708" y="19705"/>
                    <a:pt x="9129" y="19994"/>
                    <a:pt x="8518" y="19994"/>
                  </a:cubicBezTo>
                  <a:cubicBezTo>
                    <a:pt x="7650" y="19994"/>
                    <a:pt x="6622" y="19383"/>
                    <a:pt x="5786" y="18290"/>
                  </a:cubicBezTo>
                  <a:cubicBezTo>
                    <a:pt x="5143" y="17423"/>
                    <a:pt x="3825" y="16008"/>
                    <a:pt x="2668" y="14176"/>
                  </a:cubicBezTo>
                  <a:cubicBezTo>
                    <a:pt x="1543" y="12376"/>
                    <a:pt x="547" y="10158"/>
                    <a:pt x="547" y="7779"/>
                  </a:cubicBezTo>
                  <a:cubicBezTo>
                    <a:pt x="547" y="7040"/>
                    <a:pt x="643" y="6301"/>
                    <a:pt x="836" y="5561"/>
                  </a:cubicBezTo>
                  <a:cubicBezTo>
                    <a:pt x="1447" y="3247"/>
                    <a:pt x="2507" y="1993"/>
                    <a:pt x="3568" y="1318"/>
                  </a:cubicBezTo>
                  <a:cubicBezTo>
                    <a:pt x="4597" y="643"/>
                    <a:pt x="5625" y="547"/>
                    <a:pt x="6204" y="547"/>
                  </a:cubicBezTo>
                  <a:close/>
                  <a:moveTo>
                    <a:pt x="6204" y="0"/>
                  </a:moveTo>
                  <a:cubicBezTo>
                    <a:pt x="5561" y="0"/>
                    <a:pt x="4436" y="129"/>
                    <a:pt x="3279" y="868"/>
                  </a:cubicBezTo>
                  <a:cubicBezTo>
                    <a:pt x="2122" y="1640"/>
                    <a:pt x="964" y="2990"/>
                    <a:pt x="322" y="5433"/>
                  </a:cubicBezTo>
                  <a:cubicBezTo>
                    <a:pt x="97" y="6236"/>
                    <a:pt x="0" y="7008"/>
                    <a:pt x="0" y="7779"/>
                  </a:cubicBezTo>
                  <a:cubicBezTo>
                    <a:pt x="0" y="10319"/>
                    <a:pt x="1061" y="12601"/>
                    <a:pt x="2218" y="14465"/>
                  </a:cubicBezTo>
                  <a:cubicBezTo>
                    <a:pt x="3407" y="16330"/>
                    <a:pt x="4757" y="17776"/>
                    <a:pt x="5368" y="18612"/>
                  </a:cubicBezTo>
                  <a:cubicBezTo>
                    <a:pt x="6268" y="19801"/>
                    <a:pt x="7393" y="20541"/>
                    <a:pt x="8518" y="20541"/>
                  </a:cubicBezTo>
                  <a:cubicBezTo>
                    <a:pt x="9322" y="20541"/>
                    <a:pt x="10093" y="20123"/>
                    <a:pt x="10640" y="19255"/>
                  </a:cubicBezTo>
                  <a:cubicBezTo>
                    <a:pt x="11572" y="17744"/>
                    <a:pt x="12183" y="16619"/>
                    <a:pt x="12601" y="15365"/>
                  </a:cubicBezTo>
                  <a:cubicBezTo>
                    <a:pt x="12986" y="14112"/>
                    <a:pt x="13211" y="12729"/>
                    <a:pt x="13340" y="10801"/>
                  </a:cubicBezTo>
                  <a:cubicBezTo>
                    <a:pt x="13404" y="10094"/>
                    <a:pt x="13436" y="9451"/>
                    <a:pt x="13436" y="8840"/>
                  </a:cubicBezTo>
                  <a:cubicBezTo>
                    <a:pt x="13436" y="5947"/>
                    <a:pt x="12858" y="3825"/>
                    <a:pt x="11347" y="2090"/>
                  </a:cubicBezTo>
                  <a:cubicBezTo>
                    <a:pt x="10479" y="1093"/>
                    <a:pt x="9451" y="579"/>
                    <a:pt x="8551" y="322"/>
                  </a:cubicBezTo>
                  <a:cubicBezTo>
                    <a:pt x="7683" y="64"/>
                    <a:pt x="6975" y="32"/>
                    <a:pt x="6750" y="32"/>
                  </a:cubicBezTo>
                  <a:cubicBezTo>
                    <a:pt x="6718" y="32"/>
                    <a:pt x="6525" y="0"/>
                    <a:pt x="6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4271;p64">
              <a:extLst>
                <a:ext uri="{FF2B5EF4-FFF2-40B4-BE49-F238E27FC236}">
                  <a16:creationId xmlns:a16="http://schemas.microsoft.com/office/drawing/2014/main" id="{40078ACF-BAB9-550B-DF82-67F262A09279}"/>
                </a:ext>
              </a:extLst>
            </p:cNvPr>
            <p:cNvSpPr/>
            <p:nvPr/>
          </p:nvSpPr>
          <p:spPr>
            <a:xfrm>
              <a:off x="3459600" y="1102075"/>
              <a:ext cx="323875" cy="276500"/>
            </a:xfrm>
            <a:custGeom>
              <a:avLst/>
              <a:gdLst/>
              <a:ahLst/>
              <a:cxnLst/>
              <a:rect l="l" t="t" r="r" b="b"/>
              <a:pathLst>
                <a:path w="12955" h="11060" extrusionOk="0">
                  <a:moveTo>
                    <a:pt x="6110" y="0"/>
                  </a:moveTo>
                  <a:cubicBezTo>
                    <a:pt x="4902" y="0"/>
                    <a:pt x="1744" y="474"/>
                    <a:pt x="483" y="5237"/>
                  </a:cubicBezTo>
                  <a:cubicBezTo>
                    <a:pt x="1" y="7037"/>
                    <a:pt x="161" y="8741"/>
                    <a:pt x="611" y="10348"/>
                  </a:cubicBezTo>
                  <a:cubicBezTo>
                    <a:pt x="772" y="9898"/>
                    <a:pt x="1029" y="9576"/>
                    <a:pt x="1415" y="9576"/>
                  </a:cubicBezTo>
                  <a:cubicBezTo>
                    <a:pt x="2507" y="9576"/>
                    <a:pt x="2599" y="11059"/>
                    <a:pt x="2956" y="11059"/>
                  </a:cubicBezTo>
                  <a:cubicBezTo>
                    <a:pt x="2967" y="11059"/>
                    <a:pt x="2979" y="11058"/>
                    <a:pt x="2990" y="11055"/>
                  </a:cubicBezTo>
                  <a:cubicBezTo>
                    <a:pt x="3344" y="10959"/>
                    <a:pt x="4854" y="9673"/>
                    <a:pt x="4565" y="8483"/>
                  </a:cubicBezTo>
                  <a:cubicBezTo>
                    <a:pt x="4276" y="7262"/>
                    <a:pt x="4661" y="6716"/>
                    <a:pt x="6590" y="6716"/>
                  </a:cubicBezTo>
                  <a:cubicBezTo>
                    <a:pt x="8348" y="6716"/>
                    <a:pt x="8892" y="7387"/>
                    <a:pt x="9449" y="7387"/>
                  </a:cubicBezTo>
                  <a:cubicBezTo>
                    <a:pt x="9513" y="7387"/>
                    <a:pt x="9577" y="7378"/>
                    <a:pt x="9644" y="7358"/>
                  </a:cubicBezTo>
                  <a:cubicBezTo>
                    <a:pt x="10319" y="7166"/>
                    <a:pt x="10769" y="5880"/>
                    <a:pt x="11412" y="5880"/>
                  </a:cubicBezTo>
                  <a:cubicBezTo>
                    <a:pt x="11830" y="5880"/>
                    <a:pt x="12376" y="6041"/>
                    <a:pt x="12955" y="6587"/>
                  </a:cubicBezTo>
                  <a:cubicBezTo>
                    <a:pt x="12730" y="4723"/>
                    <a:pt x="12119" y="3244"/>
                    <a:pt x="11058" y="1990"/>
                  </a:cubicBezTo>
                  <a:cubicBezTo>
                    <a:pt x="9396" y="86"/>
                    <a:pt x="6909" y="29"/>
                    <a:pt x="6618" y="29"/>
                  </a:cubicBezTo>
                  <a:cubicBezTo>
                    <a:pt x="6600" y="29"/>
                    <a:pt x="6590" y="29"/>
                    <a:pt x="6590" y="29"/>
                  </a:cubicBezTo>
                  <a:cubicBezTo>
                    <a:pt x="6590" y="29"/>
                    <a:pt x="6410" y="0"/>
                    <a:pt x="6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4272;p64">
              <a:extLst>
                <a:ext uri="{FF2B5EF4-FFF2-40B4-BE49-F238E27FC236}">
                  <a16:creationId xmlns:a16="http://schemas.microsoft.com/office/drawing/2014/main" id="{392816C6-610A-B053-9667-A0060EAF8F1A}"/>
                </a:ext>
              </a:extLst>
            </p:cNvPr>
            <p:cNvSpPr/>
            <p:nvPr/>
          </p:nvSpPr>
          <p:spPr>
            <a:xfrm>
              <a:off x="3457200" y="1095575"/>
              <a:ext cx="333525" cy="290125"/>
            </a:xfrm>
            <a:custGeom>
              <a:avLst/>
              <a:gdLst/>
              <a:ahLst/>
              <a:cxnLst/>
              <a:rect l="l" t="t" r="r" b="b"/>
              <a:pathLst>
                <a:path w="13341" h="11605" extrusionOk="0">
                  <a:moveTo>
                    <a:pt x="6558" y="547"/>
                  </a:moveTo>
                  <a:lnTo>
                    <a:pt x="6622" y="579"/>
                  </a:lnTo>
                  <a:lnTo>
                    <a:pt x="6750" y="579"/>
                  </a:lnTo>
                  <a:cubicBezTo>
                    <a:pt x="6911" y="579"/>
                    <a:pt x="7586" y="579"/>
                    <a:pt x="8422" y="836"/>
                  </a:cubicBezTo>
                  <a:cubicBezTo>
                    <a:pt x="9226" y="1061"/>
                    <a:pt x="10158" y="1543"/>
                    <a:pt x="10929" y="2411"/>
                  </a:cubicBezTo>
                  <a:cubicBezTo>
                    <a:pt x="11859" y="3482"/>
                    <a:pt x="12419" y="4701"/>
                    <a:pt x="12694" y="6220"/>
                  </a:cubicBezTo>
                  <a:lnTo>
                    <a:pt x="12694" y="6220"/>
                  </a:lnTo>
                  <a:cubicBezTo>
                    <a:pt x="12264" y="5962"/>
                    <a:pt x="11846" y="5883"/>
                    <a:pt x="11508" y="5883"/>
                  </a:cubicBezTo>
                  <a:cubicBezTo>
                    <a:pt x="11251" y="5883"/>
                    <a:pt x="11058" y="6011"/>
                    <a:pt x="10865" y="6140"/>
                  </a:cubicBezTo>
                  <a:cubicBezTo>
                    <a:pt x="10640" y="6365"/>
                    <a:pt x="10415" y="6654"/>
                    <a:pt x="10222" y="6911"/>
                  </a:cubicBezTo>
                  <a:cubicBezTo>
                    <a:pt x="10029" y="7136"/>
                    <a:pt x="9804" y="7329"/>
                    <a:pt x="9676" y="7361"/>
                  </a:cubicBezTo>
                  <a:lnTo>
                    <a:pt x="9547" y="7393"/>
                  </a:lnTo>
                  <a:cubicBezTo>
                    <a:pt x="9483" y="7393"/>
                    <a:pt x="9354" y="7361"/>
                    <a:pt x="9226" y="7297"/>
                  </a:cubicBezTo>
                  <a:cubicBezTo>
                    <a:pt x="8792" y="7111"/>
                    <a:pt x="8120" y="6717"/>
                    <a:pt x="6836" y="6717"/>
                  </a:cubicBezTo>
                  <a:cubicBezTo>
                    <a:pt x="6787" y="6717"/>
                    <a:pt x="6737" y="6717"/>
                    <a:pt x="6686" y="6718"/>
                  </a:cubicBezTo>
                  <a:cubicBezTo>
                    <a:pt x="5883" y="6718"/>
                    <a:pt x="5304" y="6783"/>
                    <a:pt x="4918" y="7008"/>
                  </a:cubicBezTo>
                  <a:cubicBezTo>
                    <a:pt x="4693" y="7136"/>
                    <a:pt x="4532" y="7297"/>
                    <a:pt x="4436" y="7490"/>
                  </a:cubicBezTo>
                  <a:cubicBezTo>
                    <a:pt x="4340" y="7683"/>
                    <a:pt x="4307" y="7908"/>
                    <a:pt x="4307" y="8133"/>
                  </a:cubicBezTo>
                  <a:cubicBezTo>
                    <a:pt x="4307" y="8326"/>
                    <a:pt x="4340" y="8551"/>
                    <a:pt x="4404" y="8808"/>
                  </a:cubicBezTo>
                  <a:lnTo>
                    <a:pt x="4405" y="8808"/>
                  </a:lnTo>
                  <a:lnTo>
                    <a:pt x="4405" y="8808"/>
                  </a:lnTo>
                  <a:cubicBezTo>
                    <a:pt x="4411" y="8893"/>
                    <a:pt x="4436" y="8976"/>
                    <a:pt x="4436" y="9033"/>
                  </a:cubicBezTo>
                  <a:cubicBezTo>
                    <a:pt x="4436" y="9483"/>
                    <a:pt x="4147" y="9997"/>
                    <a:pt x="3825" y="10383"/>
                  </a:cubicBezTo>
                  <a:cubicBezTo>
                    <a:pt x="3632" y="10576"/>
                    <a:pt x="3472" y="10769"/>
                    <a:pt x="3311" y="10865"/>
                  </a:cubicBezTo>
                  <a:cubicBezTo>
                    <a:pt x="3247" y="10929"/>
                    <a:pt x="3150" y="10994"/>
                    <a:pt x="3118" y="11026"/>
                  </a:cubicBezTo>
                  <a:lnTo>
                    <a:pt x="3098" y="11036"/>
                  </a:lnTo>
                  <a:lnTo>
                    <a:pt x="3098" y="11036"/>
                  </a:lnTo>
                  <a:cubicBezTo>
                    <a:pt x="3071" y="10986"/>
                    <a:pt x="3021" y="10908"/>
                    <a:pt x="2957" y="10801"/>
                  </a:cubicBezTo>
                  <a:cubicBezTo>
                    <a:pt x="2861" y="10608"/>
                    <a:pt x="2732" y="10286"/>
                    <a:pt x="2507" y="10029"/>
                  </a:cubicBezTo>
                  <a:cubicBezTo>
                    <a:pt x="2282" y="9804"/>
                    <a:pt x="1961" y="9579"/>
                    <a:pt x="1511" y="9579"/>
                  </a:cubicBezTo>
                  <a:cubicBezTo>
                    <a:pt x="1222" y="9579"/>
                    <a:pt x="997" y="9708"/>
                    <a:pt x="836" y="9869"/>
                  </a:cubicBezTo>
                  <a:cubicBezTo>
                    <a:pt x="825" y="9881"/>
                    <a:pt x="815" y="9894"/>
                    <a:pt x="804" y="9907"/>
                  </a:cubicBezTo>
                  <a:lnTo>
                    <a:pt x="804" y="9907"/>
                  </a:lnTo>
                  <a:cubicBezTo>
                    <a:pt x="642" y="9218"/>
                    <a:pt x="547" y="8498"/>
                    <a:pt x="547" y="7779"/>
                  </a:cubicBezTo>
                  <a:cubicBezTo>
                    <a:pt x="547" y="7040"/>
                    <a:pt x="643" y="6301"/>
                    <a:pt x="836" y="5561"/>
                  </a:cubicBezTo>
                  <a:cubicBezTo>
                    <a:pt x="1447" y="3247"/>
                    <a:pt x="2507" y="1993"/>
                    <a:pt x="3568" y="1318"/>
                  </a:cubicBezTo>
                  <a:cubicBezTo>
                    <a:pt x="4597" y="643"/>
                    <a:pt x="5625" y="547"/>
                    <a:pt x="6204" y="547"/>
                  </a:cubicBezTo>
                  <a:close/>
                  <a:moveTo>
                    <a:pt x="6204" y="0"/>
                  </a:moveTo>
                  <a:cubicBezTo>
                    <a:pt x="5561" y="0"/>
                    <a:pt x="4436" y="129"/>
                    <a:pt x="3279" y="868"/>
                  </a:cubicBezTo>
                  <a:cubicBezTo>
                    <a:pt x="2122" y="1640"/>
                    <a:pt x="964" y="2990"/>
                    <a:pt x="322" y="5433"/>
                  </a:cubicBezTo>
                  <a:cubicBezTo>
                    <a:pt x="97" y="6236"/>
                    <a:pt x="0" y="7008"/>
                    <a:pt x="32" y="7779"/>
                  </a:cubicBezTo>
                  <a:cubicBezTo>
                    <a:pt x="0" y="8776"/>
                    <a:pt x="193" y="9740"/>
                    <a:pt x="450" y="10672"/>
                  </a:cubicBezTo>
                  <a:cubicBezTo>
                    <a:pt x="482" y="10769"/>
                    <a:pt x="579" y="10865"/>
                    <a:pt x="707" y="10865"/>
                  </a:cubicBezTo>
                  <a:cubicBezTo>
                    <a:pt x="804" y="10865"/>
                    <a:pt x="900" y="10801"/>
                    <a:pt x="964" y="10704"/>
                  </a:cubicBezTo>
                  <a:cubicBezTo>
                    <a:pt x="1029" y="10511"/>
                    <a:pt x="1125" y="10351"/>
                    <a:pt x="1222" y="10254"/>
                  </a:cubicBezTo>
                  <a:cubicBezTo>
                    <a:pt x="1318" y="10158"/>
                    <a:pt x="1382" y="10126"/>
                    <a:pt x="1511" y="10126"/>
                  </a:cubicBezTo>
                  <a:cubicBezTo>
                    <a:pt x="1704" y="10126"/>
                    <a:pt x="1864" y="10190"/>
                    <a:pt x="1993" y="10286"/>
                  </a:cubicBezTo>
                  <a:cubicBezTo>
                    <a:pt x="2186" y="10447"/>
                    <a:pt x="2347" y="10704"/>
                    <a:pt x="2443" y="10961"/>
                  </a:cubicBezTo>
                  <a:cubicBezTo>
                    <a:pt x="2507" y="11122"/>
                    <a:pt x="2572" y="11219"/>
                    <a:pt x="2636" y="11347"/>
                  </a:cubicBezTo>
                  <a:cubicBezTo>
                    <a:pt x="2700" y="11379"/>
                    <a:pt x="2732" y="11444"/>
                    <a:pt x="2797" y="11508"/>
                  </a:cubicBezTo>
                  <a:cubicBezTo>
                    <a:pt x="2861" y="11540"/>
                    <a:pt x="2957" y="11604"/>
                    <a:pt x="3054" y="11604"/>
                  </a:cubicBezTo>
                  <a:lnTo>
                    <a:pt x="3150" y="11572"/>
                  </a:lnTo>
                  <a:cubicBezTo>
                    <a:pt x="3247" y="11572"/>
                    <a:pt x="3311" y="11540"/>
                    <a:pt x="3375" y="11476"/>
                  </a:cubicBezTo>
                  <a:cubicBezTo>
                    <a:pt x="3665" y="11315"/>
                    <a:pt x="4018" y="10994"/>
                    <a:pt x="4372" y="10576"/>
                  </a:cubicBezTo>
                  <a:cubicBezTo>
                    <a:pt x="4693" y="10126"/>
                    <a:pt x="4950" y="9611"/>
                    <a:pt x="4950" y="9033"/>
                  </a:cubicBezTo>
                  <a:cubicBezTo>
                    <a:pt x="4950" y="8904"/>
                    <a:pt x="4950" y="8808"/>
                    <a:pt x="4918" y="8679"/>
                  </a:cubicBezTo>
                  <a:cubicBezTo>
                    <a:pt x="4854" y="8454"/>
                    <a:pt x="4854" y="8261"/>
                    <a:pt x="4854" y="8133"/>
                  </a:cubicBezTo>
                  <a:cubicBezTo>
                    <a:pt x="4854" y="7940"/>
                    <a:pt x="4886" y="7843"/>
                    <a:pt x="4918" y="7747"/>
                  </a:cubicBezTo>
                  <a:cubicBezTo>
                    <a:pt x="4983" y="7586"/>
                    <a:pt x="5111" y="7490"/>
                    <a:pt x="5400" y="7393"/>
                  </a:cubicBezTo>
                  <a:cubicBezTo>
                    <a:pt x="5690" y="7297"/>
                    <a:pt x="6108" y="7233"/>
                    <a:pt x="6686" y="7233"/>
                  </a:cubicBezTo>
                  <a:cubicBezTo>
                    <a:pt x="7522" y="7233"/>
                    <a:pt x="8068" y="7393"/>
                    <a:pt x="8486" y="7554"/>
                  </a:cubicBezTo>
                  <a:cubicBezTo>
                    <a:pt x="8679" y="7651"/>
                    <a:pt x="8840" y="7715"/>
                    <a:pt x="9033" y="7779"/>
                  </a:cubicBezTo>
                  <a:cubicBezTo>
                    <a:pt x="9193" y="7843"/>
                    <a:pt x="9354" y="7908"/>
                    <a:pt x="9547" y="7908"/>
                  </a:cubicBezTo>
                  <a:cubicBezTo>
                    <a:pt x="9643" y="7908"/>
                    <a:pt x="9740" y="7908"/>
                    <a:pt x="9836" y="7876"/>
                  </a:cubicBezTo>
                  <a:cubicBezTo>
                    <a:pt x="10061" y="7811"/>
                    <a:pt x="10254" y="7651"/>
                    <a:pt x="10415" y="7490"/>
                  </a:cubicBezTo>
                  <a:cubicBezTo>
                    <a:pt x="10640" y="7265"/>
                    <a:pt x="10833" y="6943"/>
                    <a:pt x="11026" y="6751"/>
                  </a:cubicBezTo>
                  <a:cubicBezTo>
                    <a:pt x="11122" y="6622"/>
                    <a:pt x="11219" y="6526"/>
                    <a:pt x="11315" y="6493"/>
                  </a:cubicBezTo>
                  <a:cubicBezTo>
                    <a:pt x="11411" y="6429"/>
                    <a:pt x="11444" y="6397"/>
                    <a:pt x="11508" y="6397"/>
                  </a:cubicBezTo>
                  <a:cubicBezTo>
                    <a:pt x="11861" y="6397"/>
                    <a:pt x="12344" y="6526"/>
                    <a:pt x="12858" y="7040"/>
                  </a:cubicBezTo>
                  <a:cubicBezTo>
                    <a:pt x="12917" y="7080"/>
                    <a:pt x="12977" y="7107"/>
                    <a:pt x="13044" y="7107"/>
                  </a:cubicBezTo>
                  <a:cubicBezTo>
                    <a:pt x="13086" y="7107"/>
                    <a:pt x="13130" y="7097"/>
                    <a:pt x="13179" y="7072"/>
                  </a:cubicBezTo>
                  <a:cubicBezTo>
                    <a:pt x="13276" y="7040"/>
                    <a:pt x="13340" y="6911"/>
                    <a:pt x="13308" y="6815"/>
                  </a:cubicBezTo>
                  <a:cubicBezTo>
                    <a:pt x="13083" y="4918"/>
                    <a:pt x="12472" y="3375"/>
                    <a:pt x="11347" y="2090"/>
                  </a:cubicBezTo>
                  <a:cubicBezTo>
                    <a:pt x="10479" y="1093"/>
                    <a:pt x="9451" y="579"/>
                    <a:pt x="8551" y="322"/>
                  </a:cubicBezTo>
                  <a:cubicBezTo>
                    <a:pt x="7683" y="64"/>
                    <a:pt x="6975" y="32"/>
                    <a:pt x="6750" y="32"/>
                  </a:cubicBezTo>
                  <a:cubicBezTo>
                    <a:pt x="6718" y="32"/>
                    <a:pt x="6525" y="0"/>
                    <a:pt x="6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4273;p64">
              <a:extLst>
                <a:ext uri="{FF2B5EF4-FFF2-40B4-BE49-F238E27FC236}">
                  <a16:creationId xmlns:a16="http://schemas.microsoft.com/office/drawing/2014/main" id="{0CE6F4E0-02C7-8F88-C023-4F778084C0C1}"/>
                </a:ext>
              </a:extLst>
            </p:cNvPr>
            <p:cNvSpPr/>
            <p:nvPr/>
          </p:nvSpPr>
          <p:spPr>
            <a:xfrm>
              <a:off x="3464200" y="1340575"/>
              <a:ext cx="70150" cy="105400"/>
            </a:xfrm>
            <a:custGeom>
              <a:avLst/>
              <a:gdLst/>
              <a:ahLst/>
              <a:cxnLst/>
              <a:rect l="l" t="t" r="r" b="b"/>
              <a:pathLst>
                <a:path w="2806" h="4216" extrusionOk="0">
                  <a:moveTo>
                    <a:pt x="941" y="1"/>
                  </a:moveTo>
                  <a:cubicBezTo>
                    <a:pt x="298" y="1"/>
                    <a:pt x="0" y="616"/>
                    <a:pt x="395" y="1997"/>
                  </a:cubicBezTo>
                  <a:cubicBezTo>
                    <a:pt x="845" y="3572"/>
                    <a:pt x="1520" y="4215"/>
                    <a:pt x="1874" y="4215"/>
                  </a:cubicBezTo>
                  <a:cubicBezTo>
                    <a:pt x="2260" y="4215"/>
                    <a:pt x="2420" y="3669"/>
                    <a:pt x="2420" y="3669"/>
                  </a:cubicBezTo>
                  <a:lnTo>
                    <a:pt x="2806" y="2094"/>
                  </a:lnTo>
                  <a:cubicBezTo>
                    <a:pt x="2806" y="2094"/>
                    <a:pt x="2067" y="229"/>
                    <a:pt x="1231" y="36"/>
                  </a:cubicBezTo>
                  <a:cubicBezTo>
                    <a:pt x="1128" y="13"/>
                    <a:pt x="1031" y="1"/>
                    <a:pt x="941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4274;p64">
              <a:extLst>
                <a:ext uri="{FF2B5EF4-FFF2-40B4-BE49-F238E27FC236}">
                  <a16:creationId xmlns:a16="http://schemas.microsoft.com/office/drawing/2014/main" id="{249780E3-F117-5FC8-53A2-684DD8E1AB81}"/>
                </a:ext>
              </a:extLst>
            </p:cNvPr>
            <p:cNvSpPr/>
            <p:nvPr/>
          </p:nvSpPr>
          <p:spPr>
            <a:xfrm>
              <a:off x="3462825" y="1334250"/>
              <a:ext cx="78775" cy="118150"/>
            </a:xfrm>
            <a:custGeom>
              <a:avLst/>
              <a:gdLst/>
              <a:ahLst/>
              <a:cxnLst/>
              <a:rect l="l" t="t" r="r" b="b"/>
              <a:pathLst>
                <a:path w="3151" h="4726" extrusionOk="0">
                  <a:moveTo>
                    <a:pt x="997" y="0"/>
                  </a:moveTo>
                  <a:cubicBezTo>
                    <a:pt x="707" y="0"/>
                    <a:pt x="450" y="97"/>
                    <a:pt x="257" y="322"/>
                  </a:cubicBezTo>
                  <a:cubicBezTo>
                    <a:pt x="64" y="514"/>
                    <a:pt x="0" y="836"/>
                    <a:pt x="0" y="1189"/>
                  </a:cubicBezTo>
                  <a:cubicBezTo>
                    <a:pt x="0" y="1511"/>
                    <a:pt x="64" y="1864"/>
                    <a:pt x="193" y="2315"/>
                  </a:cubicBezTo>
                  <a:cubicBezTo>
                    <a:pt x="418" y="3118"/>
                    <a:pt x="707" y="3697"/>
                    <a:pt x="997" y="4115"/>
                  </a:cubicBezTo>
                  <a:cubicBezTo>
                    <a:pt x="1157" y="4307"/>
                    <a:pt x="1318" y="4436"/>
                    <a:pt x="1447" y="4565"/>
                  </a:cubicBezTo>
                  <a:cubicBezTo>
                    <a:pt x="1607" y="4661"/>
                    <a:pt x="1768" y="4725"/>
                    <a:pt x="1929" y="4725"/>
                  </a:cubicBezTo>
                  <a:cubicBezTo>
                    <a:pt x="2090" y="4725"/>
                    <a:pt x="2218" y="4661"/>
                    <a:pt x="2347" y="4597"/>
                  </a:cubicBezTo>
                  <a:cubicBezTo>
                    <a:pt x="2475" y="4468"/>
                    <a:pt x="2572" y="4340"/>
                    <a:pt x="2636" y="4211"/>
                  </a:cubicBezTo>
                  <a:cubicBezTo>
                    <a:pt x="2700" y="4082"/>
                    <a:pt x="2732" y="3986"/>
                    <a:pt x="2732" y="3986"/>
                  </a:cubicBezTo>
                  <a:cubicBezTo>
                    <a:pt x="2797" y="3857"/>
                    <a:pt x="2700" y="3697"/>
                    <a:pt x="2572" y="3665"/>
                  </a:cubicBezTo>
                  <a:cubicBezTo>
                    <a:pt x="2543" y="3650"/>
                    <a:pt x="2514" y="3644"/>
                    <a:pt x="2484" y="3644"/>
                  </a:cubicBezTo>
                  <a:cubicBezTo>
                    <a:pt x="2379" y="3644"/>
                    <a:pt x="2275" y="3725"/>
                    <a:pt x="2250" y="3825"/>
                  </a:cubicBezTo>
                  <a:lnTo>
                    <a:pt x="2218" y="3825"/>
                  </a:lnTo>
                  <a:cubicBezTo>
                    <a:pt x="2218" y="3825"/>
                    <a:pt x="2186" y="3954"/>
                    <a:pt x="2122" y="4050"/>
                  </a:cubicBezTo>
                  <a:lnTo>
                    <a:pt x="1993" y="4179"/>
                  </a:lnTo>
                  <a:lnTo>
                    <a:pt x="1929" y="4211"/>
                  </a:lnTo>
                  <a:cubicBezTo>
                    <a:pt x="1929" y="4211"/>
                    <a:pt x="1865" y="4179"/>
                    <a:pt x="1768" y="4115"/>
                  </a:cubicBezTo>
                  <a:cubicBezTo>
                    <a:pt x="1479" y="3922"/>
                    <a:pt x="1029" y="3311"/>
                    <a:pt x="707" y="2154"/>
                  </a:cubicBezTo>
                  <a:cubicBezTo>
                    <a:pt x="579" y="1768"/>
                    <a:pt x="547" y="1414"/>
                    <a:pt x="547" y="1189"/>
                  </a:cubicBezTo>
                  <a:cubicBezTo>
                    <a:pt x="547" y="900"/>
                    <a:pt x="611" y="739"/>
                    <a:pt x="675" y="643"/>
                  </a:cubicBezTo>
                  <a:cubicBezTo>
                    <a:pt x="739" y="579"/>
                    <a:pt x="836" y="547"/>
                    <a:pt x="997" y="514"/>
                  </a:cubicBezTo>
                  <a:cubicBezTo>
                    <a:pt x="1061" y="514"/>
                    <a:pt x="1125" y="547"/>
                    <a:pt x="1222" y="547"/>
                  </a:cubicBezTo>
                  <a:cubicBezTo>
                    <a:pt x="1350" y="579"/>
                    <a:pt x="1511" y="707"/>
                    <a:pt x="1672" y="868"/>
                  </a:cubicBezTo>
                  <a:cubicBezTo>
                    <a:pt x="1929" y="1157"/>
                    <a:pt x="2186" y="1543"/>
                    <a:pt x="2347" y="1864"/>
                  </a:cubicBezTo>
                  <a:cubicBezTo>
                    <a:pt x="2411" y="2025"/>
                    <a:pt x="2507" y="2154"/>
                    <a:pt x="2540" y="2282"/>
                  </a:cubicBezTo>
                  <a:cubicBezTo>
                    <a:pt x="2572" y="2315"/>
                    <a:pt x="2572" y="2379"/>
                    <a:pt x="2604" y="2379"/>
                  </a:cubicBezTo>
                  <a:lnTo>
                    <a:pt x="2604" y="2443"/>
                  </a:lnTo>
                  <a:cubicBezTo>
                    <a:pt x="2651" y="2537"/>
                    <a:pt x="2750" y="2597"/>
                    <a:pt x="2850" y="2597"/>
                  </a:cubicBezTo>
                  <a:cubicBezTo>
                    <a:pt x="2886" y="2597"/>
                    <a:pt x="2923" y="2589"/>
                    <a:pt x="2957" y="2572"/>
                  </a:cubicBezTo>
                  <a:cubicBezTo>
                    <a:pt x="3086" y="2540"/>
                    <a:pt x="3150" y="2379"/>
                    <a:pt x="3118" y="2218"/>
                  </a:cubicBezTo>
                  <a:cubicBezTo>
                    <a:pt x="3118" y="2218"/>
                    <a:pt x="2925" y="1768"/>
                    <a:pt x="2604" y="1254"/>
                  </a:cubicBezTo>
                  <a:cubicBezTo>
                    <a:pt x="2475" y="997"/>
                    <a:pt x="2282" y="739"/>
                    <a:pt x="2090" y="514"/>
                  </a:cubicBezTo>
                  <a:cubicBezTo>
                    <a:pt x="1865" y="289"/>
                    <a:pt x="1639" y="97"/>
                    <a:pt x="1350" y="32"/>
                  </a:cubicBezTo>
                  <a:cubicBezTo>
                    <a:pt x="1222" y="0"/>
                    <a:pt x="1093" y="0"/>
                    <a:pt x="9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4275;p64">
              <a:extLst>
                <a:ext uri="{FF2B5EF4-FFF2-40B4-BE49-F238E27FC236}">
                  <a16:creationId xmlns:a16="http://schemas.microsoft.com/office/drawing/2014/main" id="{B57015F6-5EAB-51B8-F8C0-65CAC0DAA9ED}"/>
                </a:ext>
              </a:extLst>
            </p:cNvPr>
            <p:cNvSpPr/>
            <p:nvPr/>
          </p:nvSpPr>
          <p:spPr>
            <a:xfrm>
              <a:off x="3358350" y="1860450"/>
              <a:ext cx="196900" cy="140000"/>
            </a:xfrm>
            <a:custGeom>
              <a:avLst/>
              <a:gdLst/>
              <a:ahLst/>
              <a:cxnLst/>
              <a:rect l="l" t="t" r="r" b="b"/>
              <a:pathLst>
                <a:path w="7876" h="5600" extrusionOk="0">
                  <a:moveTo>
                    <a:pt x="286" y="1"/>
                  </a:moveTo>
                  <a:cubicBezTo>
                    <a:pt x="266" y="1"/>
                    <a:pt x="246" y="3"/>
                    <a:pt x="225" y="7"/>
                  </a:cubicBezTo>
                  <a:cubicBezTo>
                    <a:pt x="97" y="39"/>
                    <a:pt x="0" y="167"/>
                    <a:pt x="0" y="296"/>
                  </a:cubicBezTo>
                  <a:cubicBezTo>
                    <a:pt x="0" y="328"/>
                    <a:pt x="129" y="1100"/>
                    <a:pt x="515" y="2032"/>
                  </a:cubicBezTo>
                  <a:cubicBezTo>
                    <a:pt x="900" y="2932"/>
                    <a:pt x="1543" y="4057"/>
                    <a:pt x="2636" y="4764"/>
                  </a:cubicBezTo>
                  <a:cubicBezTo>
                    <a:pt x="3729" y="5439"/>
                    <a:pt x="4983" y="5600"/>
                    <a:pt x="5947" y="5600"/>
                  </a:cubicBezTo>
                  <a:cubicBezTo>
                    <a:pt x="6911" y="5600"/>
                    <a:pt x="7651" y="5439"/>
                    <a:pt x="7651" y="5439"/>
                  </a:cubicBezTo>
                  <a:cubicBezTo>
                    <a:pt x="7811" y="5407"/>
                    <a:pt x="7876" y="5246"/>
                    <a:pt x="7844" y="5118"/>
                  </a:cubicBezTo>
                  <a:cubicBezTo>
                    <a:pt x="7816" y="5006"/>
                    <a:pt x="7715" y="4919"/>
                    <a:pt x="7584" y="4919"/>
                  </a:cubicBezTo>
                  <a:cubicBezTo>
                    <a:pt x="7564" y="4919"/>
                    <a:pt x="7543" y="4921"/>
                    <a:pt x="7522" y="4925"/>
                  </a:cubicBezTo>
                  <a:lnTo>
                    <a:pt x="7490" y="4925"/>
                  </a:lnTo>
                  <a:cubicBezTo>
                    <a:pt x="7361" y="4957"/>
                    <a:pt x="6751" y="5086"/>
                    <a:pt x="5947" y="5086"/>
                  </a:cubicBezTo>
                  <a:cubicBezTo>
                    <a:pt x="5015" y="5086"/>
                    <a:pt x="3890" y="4925"/>
                    <a:pt x="2926" y="4314"/>
                  </a:cubicBezTo>
                  <a:cubicBezTo>
                    <a:pt x="1961" y="3703"/>
                    <a:pt x="1383" y="2675"/>
                    <a:pt x="997" y="1807"/>
                  </a:cubicBezTo>
                  <a:cubicBezTo>
                    <a:pt x="836" y="1389"/>
                    <a:pt x="708" y="971"/>
                    <a:pt x="643" y="682"/>
                  </a:cubicBezTo>
                  <a:cubicBezTo>
                    <a:pt x="611" y="553"/>
                    <a:pt x="579" y="425"/>
                    <a:pt x="579" y="360"/>
                  </a:cubicBezTo>
                  <a:lnTo>
                    <a:pt x="547" y="264"/>
                  </a:lnTo>
                  <a:lnTo>
                    <a:pt x="547" y="232"/>
                  </a:lnTo>
                  <a:cubicBezTo>
                    <a:pt x="519" y="92"/>
                    <a:pt x="418" y="1"/>
                    <a:pt x="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4276;p64">
              <a:extLst>
                <a:ext uri="{FF2B5EF4-FFF2-40B4-BE49-F238E27FC236}">
                  <a16:creationId xmlns:a16="http://schemas.microsoft.com/office/drawing/2014/main" id="{0AE4B000-8104-E163-0C42-F4938F6841C7}"/>
                </a:ext>
              </a:extLst>
            </p:cNvPr>
            <p:cNvSpPr/>
            <p:nvPr/>
          </p:nvSpPr>
          <p:spPr>
            <a:xfrm>
              <a:off x="3617100" y="1700525"/>
              <a:ext cx="40225" cy="189850"/>
            </a:xfrm>
            <a:custGeom>
              <a:avLst/>
              <a:gdLst/>
              <a:ahLst/>
              <a:cxnLst/>
              <a:rect l="l" t="t" r="r" b="b"/>
              <a:pathLst>
                <a:path w="1609" h="7594" extrusionOk="0">
                  <a:moveTo>
                    <a:pt x="287" y="1"/>
                  </a:moveTo>
                  <a:cubicBezTo>
                    <a:pt x="268" y="1"/>
                    <a:pt x="247" y="3"/>
                    <a:pt x="226" y="7"/>
                  </a:cubicBezTo>
                  <a:cubicBezTo>
                    <a:pt x="97" y="71"/>
                    <a:pt x="1" y="200"/>
                    <a:pt x="33" y="361"/>
                  </a:cubicBezTo>
                  <a:cubicBezTo>
                    <a:pt x="33" y="361"/>
                    <a:pt x="97" y="586"/>
                    <a:pt x="194" y="1003"/>
                  </a:cubicBezTo>
                  <a:cubicBezTo>
                    <a:pt x="515" y="2225"/>
                    <a:pt x="1094" y="4925"/>
                    <a:pt x="1094" y="6629"/>
                  </a:cubicBezTo>
                  <a:cubicBezTo>
                    <a:pt x="1094" y="6854"/>
                    <a:pt x="1062" y="7079"/>
                    <a:pt x="1062" y="7272"/>
                  </a:cubicBezTo>
                  <a:cubicBezTo>
                    <a:pt x="1029" y="7432"/>
                    <a:pt x="1126" y="7561"/>
                    <a:pt x="1287" y="7593"/>
                  </a:cubicBezTo>
                  <a:cubicBezTo>
                    <a:pt x="1447" y="7593"/>
                    <a:pt x="1576" y="7497"/>
                    <a:pt x="1576" y="7336"/>
                  </a:cubicBezTo>
                  <a:cubicBezTo>
                    <a:pt x="1608" y="7143"/>
                    <a:pt x="1608" y="6886"/>
                    <a:pt x="1608" y="6629"/>
                  </a:cubicBezTo>
                  <a:cubicBezTo>
                    <a:pt x="1608" y="5407"/>
                    <a:pt x="1351" y="3832"/>
                    <a:pt x="1094" y="2514"/>
                  </a:cubicBezTo>
                  <a:cubicBezTo>
                    <a:pt x="837" y="1228"/>
                    <a:pt x="547" y="200"/>
                    <a:pt x="547" y="200"/>
                  </a:cubicBezTo>
                  <a:cubicBezTo>
                    <a:pt x="519" y="88"/>
                    <a:pt x="419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4277;p64">
              <a:extLst>
                <a:ext uri="{FF2B5EF4-FFF2-40B4-BE49-F238E27FC236}">
                  <a16:creationId xmlns:a16="http://schemas.microsoft.com/office/drawing/2014/main" id="{ED4838A5-1745-417B-44C9-23F4547362B5}"/>
                </a:ext>
              </a:extLst>
            </p:cNvPr>
            <p:cNvSpPr/>
            <p:nvPr/>
          </p:nvSpPr>
          <p:spPr>
            <a:xfrm>
              <a:off x="2852875" y="1675025"/>
              <a:ext cx="234675" cy="478400"/>
            </a:xfrm>
            <a:custGeom>
              <a:avLst/>
              <a:gdLst/>
              <a:ahLst/>
              <a:cxnLst/>
              <a:rect l="l" t="t" r="r" b="b"/>
              <a:pathLst>
                <a:path w="9387" h="19136" extrusionOk="0">
                  <a:moveTo>
                    <a:pt x="2842" y="0"/>
                  </a:moveTo>
                  <a:cubicBezTo>
                    <a:pt x="1898" y="0"/>
                    <a:pt x="884" y="1395"/>
                    <a:pt x="483" y="3888"/>
                  </a:cubicBezTo>
                  <a:cubicBezTo>
                    <a:pt x="1" y="6717"/>
                    <a:pt x="933" y="11956"/>
                    <a:pt x="1318" y="12535"/>
                  </a:cubicBezTo>
                  <a:cubicBezTo>
                    <a:pt x="1686" y="13056"/>
                    <a:pt x="4073" y="19136"/>
                    <a:pt x="6413" y="19136"/>
                  </a:cubicBezTo>
                  <a:cubicBezTo>
                    <a:pt x="6526" y="19136"/>
                    <a:pt x="6639" y="19122"/>
                    <a:pt x="6751" y="19092"/>
                  </a:cubicBezTo>
                  <a:cubicBezTo>
                    <a:pt x="9194" y="18417"/>
                    <a:pt x="9387" y="15813"/>
                    <a:pt x="8808" y="13724"/>
                  </a:cubicBezTo>
                  <a:cubicBezTo>
                    <a:pt x="8262" y="11667"/>
                    <a:pt x="6012" y="6331"/>
                    <a:pt x="5176" y="3438"/>
                  </a:cubicBezTo>
                  <a:cubicBezTo>
                    <a:pt x="4308" y="513"/>
                    <a:pt x="3183" y="63"/>
                    <a:pt x="3183" y="63"/>
                  </a:cubicBezTo>
                  <a:cubicBezTo>
                    <a:pt x="3071" y="21"/>
                    <a:pt x="2957" y="0"/>
                    <a:pt x="2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4278;p64">
              <a:extLst>
                <a:ext uri="{FF2B5EF4-FFF2-40B4-BE49-F238E27FC236}">
                  <a16:creationId xmlns:a16="http://schemas.microsoft.com/office/drawing/2014/main" id="{ADAE5B20-3D45-5F97-654F-B9BC2D3A937C}"/>
                </a:ext>
              </a:extLst>
            </p:cNvPr>
            <p:cNvSpPr/>
            <p:nvPr/>
          </p:nvSpPr>
          <p:spPr>
            <a:xfrm>
              <a:off x="2854475" y="1667750"/>
              <a:ext cx="232275" cy="491825"/>
            </a:xfrm>
            <a:custGeom>
              <a:avLst/>
              <a:gdLst/>
              <a:ahLst/>
              <a:cxnLst/>
              <a:rect l="l" t="t" r="r" b="b"/>
              <a:pathLst>
                <a:path w="9291" h="19673" extrusionOk="0">
                  <a:moveTo>
                    <a:pt x="2797" y="547"/>
                  </a:moveTo>
                  <a:cubicBezTo>
                    <a:pt x="2862" y="547"/>
                    <a:pt x="2958" y="579"/>
                    <a:pt x="3022" y="579"/>
                  </a:cubicBezTo>
                  <a:lnTo>
                    <a:pt x="3055" y="611"/>
                  </a:lnTo>
                  <a:cubicBezTo>
                    <a:pt x="3247" y="739"/>
                    <a:pt x="4147" y="1382"/>
                    <a:pt x="4855" y="3793"/>
                  </a:cubicBezTo>
                  <a:cubicBezTo>
                    <a:pt x="5273" y="5272"/>
                    <a:pt x="6044" y="7329"/>
                    <a:pt x="6783" y="9290"/>
                  </a:cubicBezTo>
                  <a:cubicBezTo>
                    <a:pt x="7523" y="11251"/>
                    <a:pt x="8230" y="13083"/>
                    <a:pt x="8487" y="14112"/>
                  </a:cubicBezTo>
                  <a:cubicBezTo>
                    <a:pt x="8648" y="14690"/>
                    <a:pt x="8744" y="15301"/>
                    <a:pt x="8744" y="15912"/>
                  </a:cubicBezTo>
                  <a:cubicBezTo>
                    <a:pt x="8744" y="16651"/>
                    <a:pt x="8616" y="17358"/>
                    <a:pt x="8262" y="17905"/>
                  </a:cubicBezTo>
                  <a:cubicBezTo>
                    <a:pt x="7940" y="18451"/>
                    <a:pt x="7426" y="18901"/>
                    <a:pt x="6623" y="19126"/>
                  </a:cubicBezTo>
                  <a:cubicBezTo>
                    <a:pt x="6526" y="19126"/>
                    <a:pt x="6430" y="19158"/>
                    <a:pt x="6333" y="19158"/>
                  </a:cubicBezTo>
                  <a:cubicBezTo>
                    <a:pt x="6108" y="19158"/>
                    <a:pt x="5851" y="19062"/>
                    <a:pt x="5594" y="18933"/>
                  </a:cubicBezTo>
                  <a:cubicBezTo>
                    <a:pt x="5144" y="18676"/>
                    <a:pt x="4662" y="18162"/>
                    <a:pt x="4212" y="17583"/>
                  </a:cubicBezTo>
                  <a:cubicBezTo>
                    <a:pt x="3537" y="16683"/>
                    <a:pt x="2894" y="15558"/>
                    <a:pt x="2444" y="14594"/>
                  </a:cubicBezTo>
                  <a:cubicBezTo>
                    <a:pt x="2187" y="14112"/>
                    <a:pt x="1994" y="13694"/>
                    <a:pt x="1833" y="13340"/>
                  </a:cubicBezTo>
                  <a:cubicBezTo>
                    <a:pt x="1737" y="13179"/>
                    <a:pt x="1672" y="13051"/>
                    <a:pt x="1608" y="12922"/>
                  </a:cubicBezTo>
                  <a:cubicBezTo>
                    <a:pt x="1576" y="12826"/>
                    <a:pt x="1512" y="12729"/>
                    <a:pt x="1479" y="12665"/>
                  </a:cubicBezTo>
                  <a:cubicBezTo>
                    <a:pt x="1479" y="12665"/>
                    <a:pt x="1415" y="12569"/>
                    <a:pt x="1383" y="12408"/>
                  </a:cubicBezTo>
                  <a:cubicBezTo>
                    <a:pt x="1222" y="11958"/>
                    <a:pt x="997" y="10929"/>
                    <a:pt x="837" y="9772"/>
                  </a:cubicBezTo>
                  <a:cubicBezTo>
                    <a:pt x="676" y="8615"/>
                    <a:pt x="547" y="7233"/>
                    <a:pt x="547" y="6043"/>
                  </a:cubicBezTo>
                  <a:cubicBezTo>
                    <a:pt x="547" y="5368"/>
                    <a:pt x="579" y="4757"/>
                    <a:pt x="676" y="4243"/>
                  </a:cubicBezTo>
                  <a:cubicBezTo>
                    <a:pt x="869" y="2990"/>
                    <a:pt x="1222" y="2057"/>
                    <a:pt x="1640" y="1447"/>
                  </a:cubicBezTo>
                  <a:cubicBezTo>
                    <a:pt x="1833" y="1125"/>
                    <a:pt x="2026" y="900"/>
                    <a:pt x="2251" y="739"/>
                  </a:cubicBezTo>
                  <a:cubicBezTo>
                    <a:pt x="2444" y="611"/>
                    <a:pt x="2637" y="547"/>
                    <a:pt x="2797" y="547"/>
                  </a:cubicBezTo>
                  <a:close/>
                  <a:moveTo>
                    <a:pt x="2797" y="0"/>
                  </a:moveTo>
                  <a:cubicBezTo>
                    <a:pt x="2476" y="0"/>
                    <a:pt x="2187" y="129"/>
                    <a:pt x="1929" y="322"/>
                  </a:cubicBezTo>
                  <a:cubicBezTo>
                    <a:pt x="1512" y="611"/>
                    <a:pt x="1158" y="1093"/>
                    <a:pt x="869" y="1736"/>
                  </a:cubicBezTo>
                  <a:cubicBezTo>
                    <a:pt x="547" y="2379"/>
                    <a:pt x="290" y="3182"/>
                    <a:pt x="129" y="4147"/>
                  </a:cubicBezTo>
                  <a:cubicBezTo>
                    <a:pt x="65" y="4693"/>
                    <a:pt x="1" y="5336"/>
                    <a:pt x="1" y="6043"/>
                  </a:cubicBezTo>
                  <a:cubicBezTo>
                    <a:pt x="1" y="7458"/>
                    <a:pt x="194" y="9065"/>
                    <a:pt x="387" y="10351"/>
                  </a:cubicBezTo>
                  <a:cubicBezTo>
                    <a:pt x="483" y="10993"/>
                    <a:pt x="612" y="11572"/>
                    <a:pt x="708" y="12022"/>
                  </a:cubicBezTo>
                  <a:cubicBezTo>
                    <a:pt x="772" y="12247"/>
                    <a:pt x="804" y="12440"/>
                    <a:pt x="869" y="12601"/>
                  </a:cubicBezTo>
                  <a:cubicBezTo>
                    <a:pt x="933" y="12729"/>
                    <a:pt x="965" y="12858"/>
                    <a:pt x="1029" y="12954"/>
                  </a:cubicBezTo>
                  <a:cubicBezTo>
                    <a:pt x="1062" y="12986"/>
                    <a:pt x="1126" y="13147"/>
                    <a:pt x="1222" y="13372"/>
                  </a:cubicBezTo>
                  <a:cubicBezTo>
                    <a:pt x="1608" y="14112"/>
                    <a:pt x="2315" y="15687"/>
                    <a:pt x="3183" y="17037"/>
                  </a:cubicBezTo>
                  <a:cubicBezTo>
                    <a:pt x="3633" y="17744"/>
                    <a:pt x="4115" y="18387"/>
                    <a:pt x="4630" y="18869"/>
                  </a:cubicBezTo>
                  <a:cubicBezTo>
                    <a:pt x="5176" y="19351"/>
                    <a:pt x="5723" y="19673"/>
                    <a:pt x="6333" y="19673"/>
                  </a:cubicBezTo>
                  <a:cubicBezTo>
                    <a:pt x="6494" y="19673"/>
                    <a:pt x="6623" y="19673"/>
                    <a:pt x="6751" y="19640"/>
                  </a:cubicBezTo>
                  <a:cubicBezTo>
                    <a:pt x="7683" y="19383"/>
                    <a:pt x="8326" y="18837"/>
                    <a:pt x="8744" y="18194"/>
                  </a:cubicBezTo>
                  <a:cubicBezTo>
                    <a:pt x="9130" y="17519"/>
                    <a:pt x="9291" y="16715"/>
                    <a:pt x="9291" y="15912"/>
                  </a:cubicBezTo>
                  <a:cubicBezTo>
                    <a:pt x="9291" y="15237"/>
                    <a:pt x="9194" y="14594"/>
                    <a:pt x="9001" y="13951"/>
                  </a:cubicBezTo>
                  <a:cubicBezTo>
                    <a:pt x="8712" y="12890"/>
                    <a:pt x="8005" y="11058"/>
                    <a:pt x="7298" y="9097"/>
                  </a:cubicBezTo>
                  <a:cubicBezTo>
                    <a:pt x="6558" y="7136"/>
                    <a:pt x="5787" y="5079"/>
                    <a:pt x="5369" y="3632"/>
                  </a:cubicBezTo>
                  <a:cubicBezTo>
                    <a:pt x="4501" y="675"/>
                    <a:pt x="3312" y="129"/>
                    <a:pt x="3215" y="97"/>
                  </a:cubicBezTo>
                  <a:cubicBezTo>
                    <a:pt x="3087" y="32"/>
                    <a:pt x="2926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4279;p64">
              <a:extLst>
                <a:ext uri="{FF2B5EF4-FFF2-40B4-BE49-F238E27FC236}">
                  <a16:creationId xmlns:a16="http://schemas.microsoft.com/office/drawing/2014/main" id="{41FD2C8D-3F31-D3E7-BA0D-1DAEC429B16F}"/>
                </a:ext>
              </a:extLst>
            </p:cNvPr>
            <p:cNvSpPr/>
            <p:nvPr/>
          </p:nvSpPr>
          <p:spPr>
            <a:xfrm>
              <a:off x="2232500" y="1920075"/>
              <a:ext cx="607550" cy="897025"/>
            </a:xfrm>
            <a:custGeom>
              <a:avLst/>
              <a:gdLst/>
              <a:ahLst/>
              <a:cxnLst/>
              <a:rect l="l" t="t" r="r" b="b"/>
              <a:pathLst>
                <a:path w="24302" h="35881" extrusionOk="0">
                  <a:moveTo>
                    <a:pt x="14658" y="0"/>
                  </a:moveTo>
                  <a:cubicBezTo>
                    <a:pt x="14658" y="0"/>
                    <a:pt x="0" y="14273"/>
                    <a:pt x="0" y="16426"/>
                  </a:cubicBezTo>
                  <a:cubicBezTo>
                    <a:pt x="0" y="18523"/>
                    <a:pt x="8416" y="35881"/>
                    <a:pt x="10939" y="35881"/>
                  </a:cubicBezTo>
                  <a:cubicBezTo>
                    <a:pt x="10969" y="35881"/>
                    <a:pt x="10998" y="35879"/>
                    <a:pt x="11026" y="35874"/>
                  </a:cubicBezTo>
                  <a:cubicBezTo>
                    <a:pt x="13436" y="35488"/>
                    <a:pt x="24301" y="23916"/>
                    <a:pt x="24301" y="23916"/>
                  </a:cubicBezTo>
                  <a:lnTo>
                    <a:pt x="14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4280;p64">
              <a:extLst>
                <a:ext uri="{FF2B5EF4-FFF2-40B4-BE49-F238E27FC236}">
                  <a16:creationId xmlns:a16="http://schemas.microsoft.com/office/drawing/2014/main" id="{4D96FCDE-D666-8A5E-4947-00A1F7353992}"/>
                </a:ext>
              </a:extLst>
            </p:cNvPr>
            <p:cNvSpPr/>
            <p:nvPr/>
          </p:nvSpPr>
          <p:spPr>
            <a:xfrm>
              <a:off x="2226050" y="1912850"/>
              <a:ext cx="621225" cy="911300"/>
            </a:xfrm>
            <a:custGeom>
              <a:avLst/>
              <a:gdLst/>
              <a:ahLst/>
              <a:cxnLst/>
              <a:rect l="l" t="t" r="r" b="b"/>
              <a:pathLst>
                <a:path w="24849" h="36452" extrusionOk="0">
                  <a:moveTo>
                    <a:pt x="14809" y="759"/>
                  </a:moveTo>
                  <a:lnTo>
                    <a:pt x="24242" y="24153"/>
                  </a:lnTo>
                  <a:lnTo>
                    <a:pt x="24242" y="24153"/>
                  </a:lnTo>
                  <a:cubicBezTo>
                    <a:pt x="24162" y="24241"/>
                    <a:pt x="24042" y="24368"/>
                    <a:pt x="23884" y="24526"/>
                  </a:cubicBezTo>
                  <a:cubicBezTo>
                    <a:pt x="22823" y="25619"/>
                    <a:pt x="20155" y="28416"/>
                    <a:pt x="17520" y="30955"/>
                  </a:cubicBezTo>
                  <a:cubicBezTo>
                    <a:pt x="16170" y="32209"/>
                    <a:pt x="14852" y="33430"/>
                    <a:pt x="13727" y="34330"/>
                  </a:cubicBezTo>
                  <a:cubicBezTo>
                    <a:pt x="13148" y="34780"/>
                    <a:pt x="12634" y="35166"/>
                    <a:pt x="12216" y="35456"/>
                  </a:cubicBezTo>
                  <a:cubicBezTo>
                    <a:pt x="11798" y="35713"/>
                    <a:pt x="11444" y="35873"/>
                    <a:pt x="11251" y="35906"/>
                  </a:cubicBezTo>
                  <a:lnTo>
                    <a:pt x="11219" y="35906"/>
                  </a:lnTo>
                  <a:cubicBezTo>
                    <a:pt x="11123" y="35906"/>
                    <a:pt x="10994" y="35873"/>
                    <a:pt x="10834" y="35745"/>
                  </a:cubicBezTo>
                  <a:cubicBezTo>
                    <a:pt x="10480" y="35552"/>
                    <a:pt x="10062" y="35102"/>
                    <a:pt x="9580" y="34523"/>
                  </a:cubicBezTo>
                  <a:cubicBezTo>
                    <a:pt x="7876" y="32434"/>
                    <a:pt x="5626" y="28352"/>
                    <a:pt x="3762" y="24623"/>
                  </a:cubicBezTo>
                  <a:cubicBezTo>
                    <a:pt x="2862" y="22758"/>
                    <a:pt x="2026" y="20958"/>
                    <a:pt x="1447" y="19544"/>
                  </a:cubicBezTo>
                  <a:cubicBezTo>
                    <a:pt x="1158" y="18837"/>
                    <a:pt x="933" y="18226"/>
                    <a:pt x="772" y="17712"/>
                  </a:cubicBezTo>
                  <a:cubicBezTo>
                    <a:pt x="612" y="17230"/>
                    <a:pt x="547" y="16844"/>
                    <a:pt x="547" y="16715"/>
                  </a:cubicBezTo>
                  <a:cubicBezTo>
                    <a:pt x="547" y="16651"/>
                    <a:pt x="580" y="16490"/>
                    <a:pt x="676" y="16297"/>
                  </a:cubicBezTo>
                  <a:cubicBezTo>
                    <a:pt x="1062" y="15494"/>
                    <a:pt x="2155" y="14079"/>
                    <a:pt x="3569" y="12440"/>
                  </a:cubicBezTo>
                  <a:cubicBezTo>
                    <a:pt x="5723" y="9997"/>
                    <a:pt x="8616" y="6975"/>
                    <a:pt x="10930" y="4597"/>
                  </a:cubicBezTo>
                  <a:cubicBezTo>
                    <a:pt x="12119" y="3407"/>
                    <a:pt x="13148" y="2379"/>
                    <a:pt x="13887" y="1640"/>
                  </a:cubicBezTo>
                  <a:cubicBezTo>
                    <a:pt x="14287" y="1257"/>
                    <a:pt x="14600" y="960"/>
                    <a:pt x="14809" y="759"/>
                  </a:cubicBezTo>
                  <a:close/>
                  <a:moveTo>
                    <a:pt x="14980" y="0"/>
                  </a:moveTo>
                  <a:cubicBezTo>
                    <a:pt x="14884" y="0"/>
                    <a:pt x="14787" y="32"/>
                    <a:pt x="14723" y="97"/>
                  </a:cubicBezTo>
                  <a:cubicBezTo>
                    <a:pt x="14723" y="97"/>
                    <a:pt x="11059" y="3665"/>
                    <a:pt x="7394" y="7490"/>
                  </a:cubicBezTo>
                  <a:cubicBezTo>
                    <a:pt x="5562" y="9418"/>
                    <a:pt x="3730" y="11411"/>
                    <a:pt x="2347" y="13051"/>
                  </a:cubicBezTo>
                  <a:cubicBezTo>
                    <a:pt x="1672" y="13887"/>
                    <a:pt x="1094" y="14626"/>
                    <a:pt x="676" y="15237"/>
                  </a:cubicBezTo>
                  <a:cubicBezTo>
                    <a:pt x="483" y="15526"/>
                    <a:pt x="322" y="15815"/>
                    <a:pt x="194" y="16040"/>
                  </a:cubicBezTo>
                  <a:cubicBezTo>
                    <a:pt x="65" y="16297"/>
                    <a:pt x="1" y="16490"/>
                    <a:pt x="1" y="16715"/>
                  </a:cubicBezTo>
                  <a:cubicBezTo>
                    <a:pt x="1" y="16876"/>
                    <a:pt x="33" y="17069"/>
                    <a:pt x="97" y="17326"/>
                  </a:cubicBezTo>
                  <a:cubicBezTo>
                    <a:pt x="355" y="18290"/>
                    <a:pt x="997" y="19930"/>
                    <a:pt x="1865" y="21891"/>
                  </a:cubicBezTo>
                  <a:cubicBezTo>
                    <a:pt x="3183" y="24816"/>
                    <a:pt x="5015" y="28416"/>
                    <a:pt x="6751" y="31309"/>
                  </a:cubicBezTo>
                  <a:cubicBezTo>
                    <a:pt x="7619" y="32723"/>
                    <a:pt x="8455" y="34009"/>
                    <a:pt x="9194" y="34909"/>
                  </a:cubicBezTo>
                  <a:cubicBezTo>
                    <a:pt x="9580" y="35359"/>
                    <a:pt x="9934" y="35745"/>
                    <a:pt x="10255" y="36002"/>
                  </a:cubicBezTo>
                  <a:cubicBezTo>
                    <a:pt x="10576" y="36259"/>
                    <a:pt x="10866" y="36452"/>
                    <a:pt x="11219" y="36452"/>
                  </a:cubicBezTo>
                  <a:lnTo>
                    <a:pt x="11348" y="36420"/>
                  </a:lnTo>
                  <a:cubicBezTo>
                    <a:pt x="11734" y="36356"/>
                    <a:pt x="12152" y="36131"/>
                    <a:pt x="12698" y="35777"/>
                  </a:cubicBezTo>
                  <a:cubicBezTo>
                    <a:pt x="14594" y="34491"/>
                    <a:pt x="17584" y="31662"/>
                    <a:pt x="20123" y="29123"/>
                  </a:cubicBezTo>
                  <a:cubicBezTo>
                    <a:pt x="22663" y="26616"/>
                    <a:pt x="24752" y="24398"/>
                    <a:pt x="24752" y="24398"/>
                  </a:cubicBezTo>
                  <a:cubicBezTo>
                    <a:pt x="24816" y="24301"/>
                    <a:pt x="24849" y="24205"/>
                    <a:pt x="24816" y="24109"/>
                  </a:cubicBezTo>
                  <a:lnTo>
                    <a:pt x="15173" y="161"/>
                  </a:lnTo>
                  <a:cubicBezTo>
                    <a:pt x="15141" y="97"/>
                    <a:pt x="15045" y="32"/>
                    <a:pt x="149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4281;p64">
              <a:extLst>
                <a:ext uri="{FF2B5EF4-FFF2-40B4-BE49-F238E27FC236}">
                  <a16:creationId xmlns:a16="http://schemas.microsoft.com/office/drawing/2014/main" id="{F74DB76E-D9A4-65F6-300A-237421EB421E}"/>
                </a:ext>
              </a:extLst>
            </p:cNvPr>
            <p:cNvSpPr/>
            <p:nvPr/>
          </p:nvSpPr>
          <p:spPr>
            <a:xfrm>
              <a:off x="2330525" y="1675750"/>
              <a:ext cx="585850" cy="1056000"/>
            </a:xfrm>
            <a:custGeom>
              <a:avLst/>
              <a:gdLst/>
              <a:ahLst/>
              <a:cxnLst/>
              <a:rect l="l" t="t" r="r" b="b"/>
              <a:pathLst>
                <a:path w="23434" h="42240" extrusionOk="0">
                  <a:moveTo>
                    <a:pt x="18339" y="1"/>
                  </a:moveTo>
                  <a:cubicBezTo>
                    <a:pt x="15917" y="1"/>
                    <a:pt x="11880" y="1698"/>
                    <a:pt x="11155" y="2284"/>
                  </a:cubicBezTo>
                  <a:cubicBezTo>
                    <a:pt x="11155" y="2284"/>
                    <a:pt x="6558" y="6302"/>
                    <a:pt x="3279" y="10159"/>
                  </a:cubicBezTo>
                  <a:cubicBezTo>
                    <a:pt x="1" y="13984"/>
                    <a:pt x="258" y="20445"/>
                    <a:pt x="1319" y="24881"/>
                  </a:cubicBezTo>
                  <a:cubicBezTo>
                    <a:pt x="2347" y="29285"/>
                    <a:pt x="4212" y="41757"/>
                    <a:pt x="6558" y="42207"/>
                  </a:cubicBezTo>
                  <a:cubicBezTo>
                    <a:pt x="6665" y="42229"/>
                    <a:pt x="6770" y="42240"/>
                    <a:pt x="6875" y="42240"/>
                  </a:cubicBezTo>
                  <a:cubicBezTo>
                    <a:pt x="9079" y="42240"/>
                    <a:pt x="10956" y="37545"/>
                    <a:pt x="14884" y="34139"/>
                  </a:cubicBezTo>
                  <a:cubicBezTo>
                    <a:pt x="19030" y="30571"/>
                    <a:pt x="22309" y="27581"/>
                    <a:pt x="22598" y="25235"/>
                  </a:cubicBezTo>
                  <a:cubicBezTo>
                    <a:pt x="22855" y="22888"/>
                    <a:pt x="22502" y="15399"/>
                    <a:pt x="22695" y="14820"/>
                  </a:cubicBezTo>
                  <a:cubicBezTo>
                    <a:pt x="22855" y="14274"/>
                    <a:pt x="23434" y="9195"/>
                    <a:pt x="23434" y="6495"/>
                  </a:cubicBezTo>
                  <a:cubicBezTo>
                    <a:pt x="23434" y="3762"/>
                    <a:pt x="21377" y="773"/>
                    <a:pt x="19319" y="130"/>
                  </a:cubicBezTo>
                  <a:cubicBezTo>
                    <a:pt x="19042" y="40"/>
                    <a:pt x="18709" y="1"/>
                    <a:pt x="18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4282;p64">
              <a:extLst>
                <a:ext uri="{FF2B5EF4-FFF2-40B4-BE49-F238E27FC236}">
                  <a16:creationId xmlns:a16="http://schemas.microsoft.com/office/drawing/2014/main" id="{711E66B0-3E14-B84E-25AD-957BE8EC0621}"/>
                </a:ext>
              </a:extLst>
            </p:cNvPr>
            <p:cNvSpPr/>
            <p:nvPr/>
          </p:nvSpPr>
          <p:spPr>
            <a:xfrm>
              <a:off x="2338575" y="1668550"/>
              <a:ext cx="584250" cy="1069625"/>
            </a:xfrm>
            <a:custGeom>
              <a:avLst/>
              <a:gdLst/>
              <a:ahLst/>
              <a:cxnLst/>
              <a:rect l="l" t="t" r="r" b="b"/>
              <a:pathLst>
                <a:path w="23370" h="42785" extrusionOk="0">
                  <a:moveTo>
                    <a:pt x="18033" y="547"/>
                  </a:moveTo>
                  <a:cubicBezTo>
                    <a:pt x="18387" y="547"/>
                    <a:pt x="18676" y="579"/>
                    <a:pt x="18901" y="643"/>
                  </a:cubicBezTo>
                  <a:cubicBezTo>
                    <a:pt x="19833" y="965"/>
                    <a:pt x="20862" y="1832"/>
                    <a:pt x="21601" y="2958"/>
                  </a:cubicBezTo>
                  <a:cubicBezTo>
                    <a:pt x="22340" y="4083"/>
                    <a:pt x="22855" y="5497"/>
                    <a:pt x="22855" y="6783"/>
                  </a:cubicBezTo>
                  <a:cubicBezTo>
                    <a:pt x="22855" y="8133"/>
                    <a:pt x="22694" y="10061"/>
                    <a:pt x="22533" y="11733"/>
                  </a:cubicBezTo>
                  <a:cubicBezTo>
                    <a:pt x="22469" y="12569"/>
                    <a:pt x="22373" y="13340"/>
                    <a:pt x="22276" y="13919"/>
                  </a:cubicBezTo>
                  <a:cubicBezTo>
                    <a:pt x="22244" y="14208"/>
                    <a:pt x="22212" y="14465"/>
                    <a:pt x="22180" y="14658"/>
                  </a:cubicBezTo>
                  <a:cubicBezTo>
                    <a:pt x="22148" y="14851"/>
                    <a:pt x="22115" y="15012"/>
                    <a:pt x="22115" y="15044"/>
                  </a:cubicBezTo>
                  <a:cubicBezTo>
                    <a:pt x="22083" y="15108"/>
                    <a:pt x="22083" y="15172"/>
                    <a:pt x="22051" y="15237"/>
                  </a:cubicBezTo>
                  <a:cubicBezTo>
                    <a:pt x="22051" y="15494"/>
                    <a:pt x="22019" y="15847"/>
                    <a:pt x="22019" y="16362"/>
                  </a:cubicBezTo>
                  <a:cubicBezTo>
                    <a:pt x="22019" y="17840"/>
                    <a:pt x="22115" y="20316"/>
                    <a:pt x="22115" y="22405"/>
                  </a:cubicBezTo>
                  <a:cubicBezTo>
                    <a:pt x="22115" y="23691"/>
                    <a:pt x="22083" y="24816"/>
                    <a:pt x="21987" y="25491"/>
                  </a:cubicBezTo>
                  <a:cubicBezTo>
                    <a:pt x="21890" y="26552"/>
                    <a:pt x="21023" y="27869"/>
                    <a:pt x="19673" y="29348"/>
                  </a:cubicBezTo>
                  <a:cubicBezTo>
                    <a:pt x="18322" y="30827"/>
                    <a:pt x="16458" y="32466"/>
                    <a:pt x="14401" y="34234"/>
                  </a:cubicBezTo>
                  <a:cubicBezTo>
                    <a:pt x="12408" y="35970"/>
                    <a:pt x="10929" y="37995"/>
                    <a:pt x="9708" y="39602"/>
                  </a:cubicBezTo>
                  <a:cubicBezTo>
                    <a:pt x="9065" y="40406"/>
                    <a:pt x="8518" y="41081"/>
                    <a:pt x="8004" y="41531"/>
                  </a:cubicBezTo>
                  <a:cubicBezTo>
                    <a:pt x="7458" y="42013"/>
                    <a:pt x="6975" y="42270"/>
                    <a:pt x="6525" y="42270"/>
                  </a:cubicBezTo>
                  <a:cubicBezTo>
                    <a:pt x="6461" y="42270"/>
                    <a:pt x="6365" y="42238"/>
                    <a:pt x="6300" y="42238"/>
                  </a:cubicBezTo>
                  <a:cubicBezTo>
                    <a:pt x="6108" y="42206"/>
                    <a:pt x="5850" y="42013"/>
                    <a:pt x="5593" y="41659"/>
                  </a:cubicBezTo>
                  <a:cubicBezTo>
                    <a:pt x="5143" y="41017"/>
                    <a:pt x="4693" y="39859"/>
                    <a:pt x="4243" y="38509"/>
                  </a:cubicBezTo>
                  <a:cubicBezTo>
                    <a:pt x="2957" y="34363"/>
                    <a:pt x="1929" y="27998"/>
                    <a:pt x="1254" y="25105"/>
                  </a:cubicBezTo>
                  <a:cubicBezTo>
                    <a:pt x="836" y="23369"/>
                    <a:pt x="547" y="21312"/>
                    <a:pt x="547" y="19255"/>
                  </a:cubicBezTo>
                  <a:cubicBezTo>
                    <a:pt x="547" y="16072"/>
                    <a:pt x="1222" y="12858"/>
                    <a:pt x="3150" y="10608"/>
                  </a:cubicBezTo>
                  <a:cubicBezTo>
                    <a:pt x="4790" y="8711"/>
                    <a:pt x="6750" y="6718"/>
                    <a:pt x="8293" y="5240"/>
                  </a:cubicBezTo>
                  <a:cubicBezTo>
                    <a:pt x="9097" y="4500"/>
                    <a:pt x="9772" y="3890"/>
                    <a:pt x="10222" y="3440"/>
                  </a:cubicBezTo>
                  <a:cubicBezTo>
                    <a:pt x="10704" y="3022"/>
                    <a:pt x="10994" y="2765"/>
                    <a:pt x="10994" y="2765"/>
                  </a:cubicBezTo>
                  <a:cubicBezTo>
                    <a:pt x="11122" y="2668"/>
                    <a:pt x="11540" y="2443"/>
                    <a:pt x="12022" y="2218"/>
                  </a:cubicBezTo>
                  <a:cubicBezTo>
                    <a:pt x="12794" y="1865"/>
                    <a:pt x="13887" y="1447"/>
                    <a:pt x="14979" y="1093"/>
                  </a:cubicBezTo>
                  <a:cubicBezTo>
                    <a:pt x="16072" y="772"/>
                    <a:pt x="17197" y="547"/>
                    <a:pt x="18033" y="547"/>
                  </a:cubicBezTo>
                  <a:close/>
                  <a:moveTo>
                    <a:pt x="18033" y="0"/>
                  </a:moveTo>
                  <a:cubicBezTo>
                    <a:pt x="16780" y="0"/>
                    <a:pt x="15140" y="450"/>
                    <a:pt x="13726" y="965"/>
                  </a:cubicBezTo>
                  <a:cubicBezTo>
                    <a:pt x="13019" y="1190"/>
                    <a:pt x="12344" y="1479"/>
                    <a:pt x="11797" y="1704"/>
                  </a:cubicBezTo>
                  <a:cubicBezTo>
                    <a:pt x="11283" y="1961"/>
                    <a:pt x="10897" y="2186"/>
                    <a:pt x="10672" y="2347"/>
                  </a:cubicBezTo>
                  <a:lnTo>
                    <a:pt x="10640" y="2347"/>
                  </a:lnTo>
                  <a:cubicBezTo>
                    <a:pt x="10640" y="2347"/>
                    <a:pt x="6043" y="6397"/>
                    <a:pt x="2732" y="10254"/>
                  </a:cubicBezTo>
                  <a:cubicBezTo>
                    <a:pt x="707" y="12665"/>
                    <a:pt x="32" y="16008"/>
                    <a:pt x="0" y="19255"/>
                  </a:cubicBezTo>
                  <a:cubicBezTo>
                    <a:pt x="0" y="21376"/>
                    <a:pt x="322" y="23466"/>
                    <a:pt x="707" y="25202"/>
                  </a:cubicBezTo>
                  <a:cubicBezTo>
                    <a:pt x="1222" y="27387"/>
                    <a:pt x="1961" y="31630"/>
                    <a:pt x="2861" y="35359"/>
                  </a:cubicBezTo>
                  <a:cubicBezTo>
                    <a:pt x="3311" y="37224"/>
                    <a:pt x="3793" y="38991"/>
                    <a:pt x="4307" y="40309"/>
                  </a:cubicBezTo>
                  <a:cubicBezTo>
                    <a:pt x="4597" y="40984"/>
                    <a:pt x="4854" y="41531"/>
                    <a:pt x="5143" y="41949"/>
                  </a:cubicBezTo>
                  <a:cubicBezTo>
                    <a:pt x="5465" y="42367"/>
                    <a:pt x="5786" y="42688"/>
                    <a:pt x="6172" y="42752"/>
                  </a:cubicBezTo>
                  <a:cubicBezTo>
                    <a:pt x="6300" y="42785"/>
                    <a:pt x="6429" y="42785"/>
                    <a:pt x="6525" y="42785"/>
                  </a:cubicBezTo>
                  <a:cubicBezTo>
                    <a:pt x="7200" y="42785"/>
                    <a:pt x="7779" y="42463"/>
                    <a:pt x="8358" y="41949"/>
                  </a:cubicBezTo>
                  <a:cubicBezTo>
                    <a:pt x="9193" y="41177"/>
                    <a:pt x="10061" y="39988"/>
                    <a:pt x="11090" y="38670"/>
                  </a:cubicBezTo>
                  <a:cubicBezTo>
                    <a:pt x="12119" y="37352"/>
                    <a:pt x="13308" y="35906"/>
                    <a:pt x="14754" y="34652"/>
                  </a:cubicBezTo>
                  <a:cubicBezTo>
                    <a:pt x="16812" y="32852"/>
                    <a:pt x="18676" y="31213"/>
                    <a:pt x="20058" y="29702"/>
                  </a:cubicBezTo>
                  <a:cubicBezTo>
                    <a:pt x="21440" y="28191"/>
                    <a:pt x="22373" y="26841"/>
                    <a:pt x="22533" y="25555"/>
                  </a:cubicBezTo>
                  <a:cubicBezTo>
                    <a:pt x="22630" y="24848"/>
                    <a:pt x="22630" y="23691"/>
                    <a:pt x="22630" y="22405"/>
                  </a:cubicBezTo>
                  <a:cubicBezTo>
                    <a:pt x="22630" y="20316"/>
                    <a:pt x="22565" y="17808"/>
                    <a:pt x="22565" y="16362"/>
                  </a:cubicBezTo>
                  <a:cubicBezTo>
                    <a:pt x="22565" y="16040"/>
                    <a:pt x="22565" y="15751"/>
                    <a:pt x="22565" y="15558"/>
                  </a:cubicBezTo>
                  <a:cubicBezTo>
                    <a:pt x="22598" y="15462"/>
                    <a:pt x="22598" y="15365"/>
                    <a:pt x="22598" y="15301"/>
                  </a:cubicBezTo>
                  <a:lnTo>
                    <a:pt x="22598" y="15237"/>
                  </a:lnTo>
                  <a:lnTo>
                    <a:pt x="22598" y="15205"/>
                  </a:lnTo>
                  <a:cubicBezTo>
                    <a:pt x="22662" y="15108"/>
                    <a:pt x="22662" y="14947"/>
                    <a:pt x="22694" y="14755"/>
                  </a:cubicBezTo>
                  <a:cubicBezTo>
                    <a:pt x="22951" y="13340"/>
                    <a:pt x="23369" y="9194"/>
                    <a:pt x="23369" y="6783"/>
                  </a:cubicBezTo>
                  <a:cubicBezTo>
                    <a:pt x="23369" y="5336"/>
                    <a:pt x="22855" y="3890"/>
                    <a:pt x="22051" y="2668"/>
                  </a:cubicBezTo>
                  <a:cubicBezTo>
                    <a:pt x="21248" y="1447"/>
                    <a:pt x="20187" y="515"/>
                    <a:pt x="19062" y="161"/>
                  </a:cubicBezTo>
                  <a:cubicBezTo>
                    <a:pt x="18772" y="65"/>
                    <a:pt x="18419" y="0"/>
                    <a:pt x="180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4283;p64">
              <a:extLst>
                <a:ext uri="{FF2B5EF4-FFF2-40B4-BE49-F238E27FC236}">
                  <a16:creationId xmlns:a16="http://schemas.microsoft.com/office/drawing/2014/main" id="{5BC73E70-0BC6-87F2-28BD-784C5E788614}"/>
                </a:ext>
              </a:extLst>
            </p:cNvPr>
            <p:cNvSpPr/>
            <p:nvPr/>
          </p:nvSpPr>
          <p:spPr>
            <a:xfrm>
              <a:off x="2408475" y="3896950"/>
              <a:ext cx="675875" cy="654975"/>
            </a:xfrm>
            <a:custGeom>
              <a:avLst/>
              <a:gdLst/>
              <a:ahLst/>
              <a:cxnLst/>
              <a:rect l="l" t="t" r="r" b="b"/>
              <a:pathLst>
                <a:path w="27035" h="26199" extrusionOk="0">
                  <a:moveTo>
                    <a:pt x="22331" y="1"/>
                  </a:moveTo>
                  <a:cubicBezTo>
                    <a:pt x="19738" y="1"/>
                    <a:pt x="17488" y="1145"/>
                    <a:pt x="17005" y="1608"/>
                  </a:cubicBezTo>
                  <a:cubicBezTo>
                    <a:pt x="16266" y="2380"/>
                    <a:pt x="7555" y="16555"/>
                    <a:pt x="5272" y="18805"/>
                  </a:cubicBezTo>
                  <a:cubicBezTo>
                    <a:pt x="3022" y="21088"/>
                    <a:pt x="1" y="23916"/>
                    <a:pt x="194" y="25041"/>
                  </a:cubicBezTo>
                  <a:cubicBezTo>
                    <a:pt x="386" y="26199"/>
                    <a:pt x="3408" y="26199"/>
                    <a:pt x="8133" y="26199"/>
                  </a:cubicBezTo>
                  <a:cubicBezTo>
                    <a:pt x="12858" y="26199"/>
                    <a:pt x="14916" y="25620"/>
                    <a:pt x="16619" y="24881"/>
                  </a:cubicBezTo>
                  <a:cubicBezTo>
                    <a:pt x="18323" y="24109"/>
                    <a:pt x="18709" y="23370"/>
                    <a:pt x="17198" y="23177"/>
                  </a:cubicBezTo>
                  <a:cubicBezTo>
                    <a:pt x="15687" y="22984"/>
                    <a:pt x="8487" y="20702"/>
                    <a:pt x="8487" y="20702"/>
                  </a:cubicBezTo>
                  <a:cubicBezTo>
                    <a:pt x="8487" y="20702"/>
                    <a:pt x="15301" y="15784"/>
                    <a:pt x="19641" y="11830"/>
                  </a:cubicBezTo>
                  <a:cubicBezTo>
                    <a:pt x="24013" y="7844"/>
                    <a:pt x="27034" y="1608"/>
                    <a:pt x="27034" y="1608"/>
                  </a:cubicBezTo>
                  <a:cubicBezTo>
                    <a:pt x="25545" y="407"/>
                    <a:pt x="23877" y="1"/>
                    <a:pt x="223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4284;p64">
              <a:extLst>
                <a:ext uri="{FF2B5EF4-FFF2-40B4-BE49-F238E27FC236}">
                  <a16:creationId xmlns:a16="http://schemas.microsoft.com/office/drawing/2014/main" id="{98D86FCF-CBAA-5D8C-5BD0-78AC9A096221}"/>
                </a:ext>
              </a:extLst>
            </p:cNvPr>
            <p:cNvSpPr/>
            <p:nvPr/>
          </p:nvSpPr>
          <p:spPr>
            <a:xfrm>
              <a:off x="2406075" y="3890525"/>
              <a:ext cx="685500" cy="667825"/>
            </a:xfrm>
            <a:custGeom>
              <a:avLst/>
              <a:gdLst/>
              <a:ahLst/>
              <a:cxnLst/>
              <a:rect l="l" t="t" r="r" b="b"/>
              <a:pathLst>
                <a:path w="27420" h="26713" extrusionOk="0">
                  <a:moveTo>
                    <a:pt x="22270" y="546"/>
                  </a:moveTo>
                  <a:cubicBezTo>
                    <a:pt x="22315" y="546"/>
                    <a:pt x="22360" y="546"/>
                    <a:pt x="22405" y="547"/>
                  </a:cubicBezTo>
                  <a:cubicBezTo>
                    <a:pt x="23860" y="547"/>
                    <a:pt x="25404" y="905"/>
                    <a:pt x="26780" y="1965"/>
                  </a:cubicBezTo>
                  <a:lnTo>
                    <a:pt x="26780" y="1965"/>
                  </a:lnTo>
                  <a:cubicBezTo>
                    <a:pt x="26769" y="1984"/>
                    <a:pt x="26757" y="2004"/>
                    <a:pt x="26744" y="2026"/>
                  </a:cubicBezTo>
                  <a:cubicBezTo>
                    <a:pt x="26102" y="3280"/>
                    <a:pt x="23337" y="8455"/>
                    <a:pt x="19576" y="11894"/>
                  </a:cubicBezTo>
                  <a:cubicBezTo>
                    <a:pt x="17390" y="13855"/>
                    <a:pt x="14626" y="16073"/>
                    <a:pt x="12376" y="17809"/>
                  </a:cubicBezTo>
                  <a:cubicBezTo>
                    <a:pt x="11251" y="18677"/>
                    <a:pt x="10286" y="19384"/>
                    <a:pt x="9579" y="19930"/>
                  </a:cubicBezTo>
                  <a:cubicBezTo>
                    <a:pt x="8872" y="20445"/>
                    <a:pt x="8454" y="20734"/>
                    <a:pt x="8454" y="20734"/>
                  </a:cubicBezTo>
                  <a:cubicBezTo>
                    <a:pt x="8358" y="20798"/>
                    <a:pt x="8326" y="20895"/>
                    <a:pt x="8326" y="21023"/>
                  </a:cubicBezTo>
                  <a:cubicBezTo>
                    <a:pt x="8358" y="21120"/>
                    <a:pt x="8422" y="21184"/>
                    <a:pt x="8519" y="21216"/>
                  </a:cubicBezTo>
                  <a:cubicBezTo>
                    <a:pt x="8519" y="21216"/>
                    <a:pt x="10319" y="21795"/>
                    <a:pt x="12312" y="22373"/>
                  </a:cubicBezTo>
                  <a:cubicBezTo>
                    <a:pt x="13308" y="22663"/>
                    <a:pt x="14337" y="22984"/>
                    <a:pt x="15237" y="23209"/>
                  </a:cubicBezTo>
                  <a:cubicBezTo>
                    <a:pt x="16105" y="23466"/>
                    <a:pt x="16844" y="23627"/>
                    <a:pt x="17262" y="23691"/>
                  </a:cubicBezTo>
                  <a:cubicBezTo>
                    <a:pt x="17551" y="23723"/>
                    <a:pt x="17776" y="23788"/>
                    <a:pt x="17873" y="23852"/>
                  </a:cubicBezTo>
                  <a:cubicBezTo>
                    <a:pt x="17937" y="23884"/>
                    <a:pt x="17969" y="23916"/>
                    <a:pt x="17969" y="23916"/>
                  </a:cubicBezTo>
                  <a:cubicBezTo>
                    <a:pt x="17969" y="23948"/>
                    <a:pt x="17969" y="23981"/>
                    <a:pt x="17905" y="24045"/>
                  </a:cubicBezTo>
                  <a:cubicBezTo>
                    <a:pt x="17776" y="24238"/>
                    <a:pt x="17326" y="24559"/>
                    <a:pt x="16619" y="24881"/>
                  </a:cubicBezTo>
                  <a:cubicBezTo>
                    <a:pt x="14947" y="25620"/>
                    <a:pt x="12922" y="26166"/>
                    <a:pt x="8229" y="26166"/>
                  </a:cubicBezTo>
                  <a:cubicBezTo>
                    <a:pt x="5851" y="26166"/>
                    <a:pt x="3922" y="26166"/>
                    <a:pt x="2572" y="26038"/>
                  </a:cubicBezTo>
                  <a:cubicBezTo>
                    <a:pt x="1897" y="25974"/>
                    <a:pt x="1382" y="25877"/>
                    <a:pt x="1029" y="25716"/>
                  </a:cubicBezTo>
                  <a:cubicBezTo>
                    <a:pt x="868" y="25652"/>
                    <a:pt x="740" y="25588"/>
                    <a:pt x="675" y="25491"/>
                  </a:cubicBezTo>
                  <a:cubicBezTo>
                    <a:pt x="579" y="25427"/>
                    <a:pt x="547" y="25363"/>
                    <a:pt x="547" y="25266"/>
                  </a:cubicBezTo>
                  <a:lnTo>
                    <a:pt x="547" y="25202"/>
                  </a:lnTo>
                  <a:cubicBezTo>
                    <a:pt x="547" y="25009"/>
                    <a:pt x="675" y="24623"/>
                    <a:pt x="997" y="24206"/>
                  </a:cubicBezTo>
                  <a:cubicBezTo>
                    <a:pt x="1865" y="22856"/>
                    <a:pt x="3922" y="20927"/>
                    <a:pt x="5561" y="19255"/>
                  </a:cubicBezTo>
                  <a:cubicBezTo>
                    <a:pt x="6172" y="18677"/>
                    <a:pt x="7136" y="17359"/>
                    <a:pt x="8294" y="15687"/>
                  </a:cubicBezTo>
                  <a:cubicBezTo>
                    <a:pt x="9997" y="13180"/>
                    <a:pt x="12119" y="9933"/>
                    <a:pt x="13887" y="7201"/>
                  </a:cubicBezTo>
                  <a:cubicBezTo>
                    <a:pt x="14755" y="5851"/>
                    <a:pt x="15558" y="4597"/>
                    <a:pt x="16169" y="3697"/>
                  </a:cubicBezTo>
                  <a:cubicBezTo>
                    <a:pt x="16458" y="3247"/>
                    <a:pt x="16715" y="2862"/>
                    <a:pt x="16908" y="2572"/>
                  </a:cubicBezTo>
                  <a:cubicBezTo>
                    <a:pt x="17005" y="2444"/>
                    <a:pt x="17101" y="2315"/>
                    <a:pt x="17165" y="2219"/>
                  </a:cubicBezTo>
                  <a:cubicBezTo>
                    <a:pt x="17230" y="2154"/>
                    <a:pt x="17262" y="2090"/>
                    <a:pt x="17294" y="2058"/>
                  </a:cubicBezTo>
                  <a:cubicBezTo>
                    <a:pt x="17358" y="1994"/>
                    <a:pt x="17583" y="1833"/>
                    <a:pt x="17905" y="1672"/>
                  </a:cubicBezTo>
                  <a:cubicBezTo>
                    <a:pt x="18783" y="1170"/>
                    <a:pt x="20457" y="546"/>
                    <a:pt x="22270" y="546"/>
                  </a:cubicBezTo>
                  <a:close/>
                  <a:moveTo>
                    <a:pt x="22405" y="1"/>
                  </a:moveTo>
                  <a:cubicBezTo>
                    <a:pt x="21087" y="1"/>
                    <a:pt x="19833" y="290"/>
                    <a:pt x="18869" y="644"/>
                  </a:cubicBezTo>
                  <a:cubicBezTo>
                    <a:pt x="18387" y="804"/>
                    <a:pt x="17969" y="997"/>
                    <a:pt x="17648" y="1190"/>
                  </a:cubicBezTo>
                  <a:cubicBezTo>
                    <a:pt x="17294" y="1383"/>
                    <a:pt x="17069" y="1544"/>
                    <a:pt x="16908" y="1672"/>
                  </a:cubicBezTo>
                  <a:cubicBezTo>
                    <a:pt x="16844" y="1769"/>
                    <a:pt x="16780" y="1865"/>
                    <a:pt x="16651" y="2026"/>
                  </a:cubicBezTo>
                  <a:cubicBezTo>
                    <a:pt x="16233" y="2572"/>
                    <a:pt x="15462" y="3762"/>
                    <a:pt x="14465" y="5272"/>
                  </a:cubicBezTo>
                  <a:cubicBezTo>
                    <a:pt x="12987" y="7587"/>
                    <a:pt x="11058" y="10576"/>
                    <a:pt x="9322" y="13212"/>
                  </a:cubicBezTo>
                  <a:cubicBezTo>
                    <a:pt x="8422" y="14530"/>
                    <a:pt x="7586" y="15752"/>
                    <a:pt x="6879" y="16748"/>
                  </a:cubicBezTo>
                  <a:cubicBezTo>
                    <a:pt x="6172" y="17745"/>
                    <a:pt x="5561" y="18516"/>
                    <a:pt x="5208" y="18870"/>
                  </a:cubicBezTo>
                  <a:cubicBezTo>
                    <a:pt x="4083" y="19995"/>
                    <a:pt x="2829" y="21216"/>
                    <a:pt x="1800" y="22341"/>
                  </a:cubicBezTo>
                  <a:cubicBezTo>
                    <a:pt x="1286" y="22888"/>
                    <a:pt x="868" y="23434"/>
                    <a:pt x="547" y="23916"/>
                  </a:cubicBezTo>
                  <a:cubicBezTo>
                    <a:pt x="225" y="24398"/>
                    <a:pt x="0" y="24784"/>
                    <a:pt x="0" y="25202"/>
                  </a:cubicBezTo>
                  <a:cubicBezTo>
                    <a:pt x="0" y="25266"/>
                    <a:pt x="0" y="25298"/>
                    <a:pt x="0" y="25363"/>
                  </a:cubicBezTo>
                  <a:cubicBezTo>
                    <a:pt x="32" y="25556"/>
                    <a:pt x="161" y="25749"/>
                    <a:pt x="290" y="25877"/>
                  </a:cubicBezTo>
                  <a:cubicBezTo>
                    <a:pt x="547" y="26134"/>
                    <a:pt x="900" y="26263"/>
                    <a:pt x="1382" y="26391"/>
                  </a:cubicBezTo>
                  <a:cubicBezTo>
                    <a:pt x="2765" y="26713"/>
                    <a:pt x="5111" y="26713"/>
                    <a:pt x="8229" y="26713"/>
                  </a:cubicBezTo>
                  <a:cubicBezTo>
                    <a:pt x="12954" y="26713"/>
                    <a:pt x="15108" y="26134"/>
                    <a:pt x="16844" y="25363"/>
                  </a:cubicBezTo>
                  <a:cubicBezTo>
                    <a:pt x="17326" y="25138"/>
                    <a:pt x="17712" y="24913"/>
                    <a:pt x="18001" y="24688"/>
                  </a:cubicBezTo>
                  <a:cubicBezTo>
                    <a:pt x="18162" y="24591"/>
                    <a:pt x="18258" y="24463"/>
                    <a:pt x="18355" y="24334"/>
                  </a:cubicBezTo>
                  <a:cubicBezTo>
                    <a:pt x="18451" y="24238"/>
                    <a:pt x="18515" y="24077"/>
                    <a:pt x="18515" y="23916"/>
                  </a:cubicBezTo>
                  <a:cubicBezTo>
                    <a:pt x="18515" y="23820"/>
                    <a:pt x="18451" y="23691"/>
                    <a:pt x="18387" y="23595"/>
                  </a:cubicBezTo>
                  <a:cubicBezTo>
                    <a:pt x="18290" y="23466"/>
                    <a:pt x="18162" y="23370"/>
                    <a:pt x="17969" y="23306"/>
                  </a:cubicBezTo>
                  <a:cubicBezTo>
                    <a:pt x="17808" y="23241"/>
                    <a:pt x="17583" y="23177"/>
                    <a:pt x="17326" y="23145"/>
                  </a:cubicBezTo>
                  <a:cubicBezTo>
                    <a:pt x="16973" y="23113"/>
                    <a:pt x="16233" y="22952"/>
                    <a:pt x="15365" y="22695"/>
                  </a:cubicBezTo>
                  <a:cubicBezTo>
                    <a:pt x="14047" y="22341"/>
                    <a:pt x="12376" y="21859"/>
                    <a:pt x="11026" y="21441"/>
                  </a:cubicBezTo>
                  <a:cubicBezTo>
                    <a:pt x="10351" y="21248"/>
                    <a:pt x="9772" y="21055"/>
                    <a:pt x="9354" y="20927"/>
                  </a:cubicBezTo>
                  <a:cubicBezTo>
                    <a:pt x="9290" y="20907"/>
                    <a:pt x="9230" y="20888"/>
                    <a:pt x="9174" y="20870"/>
                  </a:cubicBezTo>
                  <a:lnTo>
                    <a:pt x="9174" y="20870"/>
                  </a:lnTo>
                  <a:cubicBezTo>
                    <a:pt x="10737" y="19726"/>
                    <a:pt x="16215" y="15667"/>
                    <a:pt x="19930" y="12280"/>
                  </a:cubicBezTo>
                  <a:cubicBezTo>
                    <a:pt x="24334" y="8262"/>
                    <a:pt x="27355" y="1994"/>
                    <a:pt x="27355" y="1994"/>
                  </a:cubicBezTo>
                  <a:cubicBezTo>
                    <a:pt x="27419" y="1865"/>
                    <a:pt x="27387" y="1737"/>
                    <a:pt x="27291" y="1672"/>
                  </a:cubicBezTo>
                  <a:cubicBezTo>
                    <a:pt x="25748" y="419"/>
                    <a:pt x="24012" y="1"/>
                    <a:pt x="22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4285;p64">
              <a:extLst>
                <a:ext uri="{FF2B5EF4-FFF2-40B4-BE49-F238E27FC236}">
                  <a16:creationId xmlns:a16="http://schemas.microsoft.com/office/drawing/2014/main" id="{7810C15B-680D-8305-5CFA-A102068C44B8}"/>
                </a:ext>
              </a:extLst>
            </p:cNvPr>
            <p:cNvSpPr/>
            <p:nvPr/>
          </p:nvSpPr>
          <p:spPr>
            <a:xfrm>
              <a:off x="2410900" y="4419300"/>
              <a:ext cx="465300" cy="132625"/>
            </a:xfrm>
            <a:custGeom>
              <a:avLst/>
              <a:gdLst/>
              <a:ahLst/>
              <a:cxnLst/>
              <a:rect l="l" t="t" r="r" b="b"/>
              <a:pathLst>
                <a:path w="18612" h="5305" extrusionOk="0">
                  <a:moveTo>
                    <a:pt x="9001" y="1"/>
                  </a:moveTo>
                  <a:lnTo>
                    <a:pt x="7651" y="3022"/>
                  </a:lnTo>
                  <a:cubicBezTo>
                    <a:pt x="7651" y="3022"/>
                    <a:pt x="7258" y="3107"/>
                    <a:pt x="6637" y="3107"/>
                  </a:cubicBezTo>
                  <a:cubicBezTo>
                    <a:pt x="5499" y="3107"/>
                    <a:pt x="3593" y="2824"/>
                    <a:pt x="1929" y="1222"/>
                  </a:cubicBezTo>
                  <a:cubicBezTo>
                    <a:pt x="804" y="2476"/>
                    <a:pt x="0" y="3569"/>
                    <a:pt x="97" y="4147"/>
                  </a:cubicBezTo>
                  <a:cubicBezTo>
                    <a:pt x="289" y="5305"/>
                    <a:pt x="3311" y="5305"/>
                    <a:pt x="8036" y="5305"/>
                  </a:cubicBezTo>
                  <a:cubicBezTo>
                    <a:pt x="12761" y="5305"/>
                    <a:pt x="14819" y="4726"/>
                    <a:pt x="16522" y="3987"/>
                  </a:cubicBezTo>
                  <a:cubicBezTo>
                    <a:pt x="18226" y="3215"/>
                    <a:pt x="18612" y="2476"/>
                    <a:pt x="17101" y="2283"/>
                  </a:cubicBezTo>
                  <a:cubicBezTo>
                    <a:pt x="15847" y="2122"/>
                    <a:pt x="10769" y="547"/>
                    <a:pt x="9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4286;p64">
              <a:extLst>
                <a:ext uri="{FF2B5EF4-FFF2-40B4-BE49-F238E27FC236}">
                  <a16:creationId xmlns:a16="http://schemas.microsoft.com/office/drawing/2014/main" id="{1D220D00-B0FD-8EF8-5710-446A22498192}"/>
                </a:ext>
              </a:extLst>
            </p:cNvPr>
            <p:cNvSpPr/>
            <p:nvPr/>
          </p:nvSpPr>
          <p:spPr>
            <a:xfrm>
              <a:off x="2406075" y="4412675"/>
              <a:ext cx="462900" cy="145675"/>
            </a:xfrm>
            <a:custGeom>
              <a:avLst/>
              <a:gdLst/>
              <a:ahLst/>
              <a:cxnLst/>
              <a:rect l="l" t="t" r="r" b="b"/>
              <a:pathLst>
                <a:path w="18516" h="5827" extrusionOk="0">
                  <a:moveTo>
                    <a:pt x="9359" y="599"/>
                  </a:moveTo>
                  <a:cubicBezTo>
                    <a:pt x="10277" y="897"/>
                    <a:pt x="11838" y="1366"/>
                    <a:pt x="13372" y="1809"/>
                  </a:cubicBezTo>
                  <a:cubicBezTo>
                    <a:pt x="14176" y="2034"/>
                    <a:pt x="15012" y="2291"/>
                    <a:pt x="15687" y="2452"/>
                  </a:cubicBezTo>
                  <a:cubicBezTo>
                    <a:pt x="16362" y="2645"/>
                    <a:pt x="16908" y="2773"/>
                    <a:pt x="17262" y="2805"/>
                  </a:cubicBezTo>
                  <a:cubicBezTo>
                    <a:pt x="17551" y="2837"/>
                    <a:pt x="17776" y="2902"/>
                    <a:pt x="17873" y="2966"/>
                  </a:cubicBezTo>
                  <a:cubicBezTo>
                    <a:pt x="17937" y="2998"/>
                    <a:pt x="17969" y="3030"/>
                    <a:pt x="17969" y="3030"/>
                  </a:cubicBezTo>
                  <a:cubicBezTo>
                    <a:pt x="17969" y="3062"/>
                    <a:pt x="17969" y="3095"/>
                    <a:pt x="17905" y="3159"/>
                  </a:cubicBezTo>
                  <a:cubicBezTo>
                    <a:pt x="17776" y="3352"/>
                    <a:pt x="17326" y="3673"/>
                    <a:pt x="16619" y="3995"/>
                  </a:cubicBezTo>
                  <a:cubicBezTo>
                    <a:pt x="14947" y="4734"/>
                    <a:pt x="12922" y="5280"/>
                    <a:pt x="8229" y="5280"/>
                  </a:cubicBezTo>
                  <a:cubicBezTo>
                    <a:pt x="5851" y="5280"/>
                    <a:pt x="3922" y="5280"/>
                    <a:pt x="2572" y="5152"/>
                  </a:cubicBezTo>
                  <a:cubicBezTo>
                    <a:pt x="1897" y="5088"/>
                    <a:pt x="1382" y="4991"/>
                    <a:pt x="1029" y="4830"/>
                  </a:cubicBezTo>
                  <a:cubicBezTo>
                    <a:pt x="868" y="4766"/>
                    <a:pt x="740" y="4702"/>
                    <a:pt x="675" y="4605"/>
                  </a:cubicBezTo>
                  <a:cubicBezTo>
                    <a:pt x="579" y="4541"/>
                    <a:pt x="547" y="4477"/>
                    <a:pt x="547" y="4380"/>
                  </a:cubicBezTo>
                  <a:lnTo>
                    <a:pt x="547" y="4316"/>
                  </a:lnTo>
                  <a:cubicBezTo>
                    <a:pt x="547" y="4123"/>
                    <a:pt x="707" y="3737"/>
                    <a:pt x="1029" y="3255"/>
                  </a:cubicBezTo>
                  <a:cubicBezTo>
                    <a:pt x="1314" y="2857"/>
                    <a:pt x="1699" y="2382"/>
                    <a:pt x="2141" y="1877"/>
                  </a:cubicBezTo>
                  <a:lnTo>
                    <a:pt x="2141" y="1877"/>
                  </a:lnTo>
                  <a:cubicBezTo>
                    <a:pt x="3823" y="3375"/>
                    <a:pt x="5674" y="3641"/>
                    <a:pt x="6815" y="3641"/>
                  </a:cubicBezTo>
                  <a:cubicBezTo>
                    <a:pt x="7458" y="3641"/>
                    <a:pt x="7876" y="3545"/>
                    <a:pt x="7908" y="3545"/>
                  </a:cubicBezTo>
                  <a:cubicBezTo>
                    <a:pt x="7972" y="3545"/>
                    <a:pt x="8036" y="3480"/>
                    <a:pt x="8101" y="3416"/>
                  </a:cubicBezTo>
                  <a:lnTo>
                    <a:pt x="9359" y="599"/>
                  </a:lnTo>
                  <a:close/>
                  <a:moveTo>
                    <a:pt x="9222" y="0"/>
                  </a:moveTo>
                  <a:cubicBezTo>
                    <a:pt x="9110" y="0"/>
                    <a:pt x="8995" y="63"/>
                    <a:pt x="8969" y="169"/>
                  </a:cubicBezTo>
                  <a:lnTo>
                    <a:pt x="7644" y="3064"/>
                  </a:lnTo>
                  <a:lnTo>
                    <a:pt x="7644" y="3064"/>
                  </a:lnTo>
                  <a:cubicBezTo>
                    <a:pt x="7477" y="3095"/>
                    <a:pt x="7178" y="3127"/>
                    <a:pt x="6815" y="3127"/>
                  </a:cubicBezTo>
                  <a:cubicBezTo>
                    <a:pt x="5722" y="3095"/>
                    <a:pt x="3890" y="2837"/>
                    <a:pt x="2315" y="1294"/>
                  </a:cubicBezTo>
                  <a:cubicBezTo>
                    <a:pt x="2250" y="1262"/>
                    <a:pt x="2186" y="1230"/>
                    <a:pt x="2122" y="1230"/>
                  </a:cubicBezTo>
                  <a:cubicBezTo>
                    <a:pt x="2058" y="1230"/>
                    <a:pt x="1961" y="1262"/>
                    <a:pt x="1929" y="1327"/>
                  </a:cubicBezTo>
                  <a:cubicBezTo>
                    <a:pt x="1382" y="1905"/>
                    <a:pt x="932" y="2452"/>
                    <a:pt x="579" y="2966"/>
                  </a:cubicBezTo>
                  <a:cubicBezTo>
                    <a:pt x="225" y="3448"/>
                    <a:pt x="0" y="3898"/>
                    <a:pt x="0" y="4316"/>
                  </a:cubicBezTo>
                  <a:cubicBezTo>
                    <a:pt x="0" y="4378"/>
                    <a:pt x="0" y="4410"/>
                    <a:pt x="29" y="4470"/>
                  </a:cubicBezTo>
                  <a:lnTo>
                    <a:pt x="29" y="4470"/>
                  </a:lnTo>
                  <a:lnTo>
                    <a:pt x="0" y="4477"/>
                  </a:lnTo>
                  <a:cubicBezTo>
                    <a:pt x="32" y="4670"/>
                    <a:pt x="161" y="4863"/>
                    <a:pt x="290" y="4991"/>
                  </a:cubicBezTo>
                  <a:cubicBezTo>
                    <a:pt x="547" y="5248"/>
                    <a:pt x="900" y="5377"/>
                    <a:pt x="1382" y="5505"/>
                  </a:cubicBezTo>
                  <a:cubicBezTo>
                    <a:pt x="2765" y="5827"/>
                    <a:pt x="5111" y="5827"/>
                    <a:pt x="8229" y="5827"/>
                  </a:cubicBezTo>
                  <a:cubicBezTo>
                    <a:pt x="12954" y="5827"/>
                    <a:pt x="15108" y="5248"/>
                    <a:pt x="16844" y="4477"/>
                  </a:cubicBezTo>
                  <a:cubicBezTo>
                    <a:pt x="17326" y="4252"/>
                    <a:pt x="17744" y="4027"/>
                    <a:pt x="18001" y="3802"/>
                  </a:cubicBezTo>
                  <a:cubicBezTo>
                    <a:pt x="18162" y="3705"/>
                    <a:pt x="18258" y="3577"/>
                    <a:pt x="18355" y="3448"/>
                  </a:cubicBezTo>
                  <a:cubicBezTo>
                    <a:pt x="18451" y="3352"/>
                    <a:pt x="18515" y="3191"/>
                    <a:pt x="18515" y="3030"/>
                  </a:cubicBezTo>
                  <a:cubicBezTo>
                    <a:pt x="18515" y="2934"/>
                    <a:pt x="18451" y="2805"/>
                    <a:pt x="18387" y="2709"/>
                  </a:cubicBezTo>
                  <a:cubicBezTo>
                    <a:pt x="18290" y="2580"/>
                    <a:pt x="18162" y="2484"/>
                    <a:pt x="17969" y="2420"/>
                  </a:cubicBezTo>
                  <a:cubicBezTo>
                    <a:pt x="17808" y="2355"/>
                    <a:pt x="17583" y="2291"/>
                    <a:pt x="17326" y="2259"/>
                  </a:cubicBezTo>
                  <a:cubicBezTo>
                    <a:pt x="17037" y="2227"/>
                    <a:pt x="16490" y="2098"/>
                    <a:pt x="15815" y="1937"/>
                  </a:cubicBezTo>
                  <a:cubicBezTo>
                    <a:pt x="13790" y="1391"/>
                    <a:pt x="10608" y="427"/>
                    <a:pt x="9290" y="9"/>
                  </a:cubicBezTo>
                  <a:cubicBezTo>
                    <a:pt x="9268" y="3"/>
                    <a:pt x="9245" y="0"/>
                    <a:pt x="9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4287;p64">
              <a:extLst>
                <a:ext uri="{FF2B5EF4-FFF2-40B4-BE49-F238E27FC236}">
                  <a16:creationId xmlns:a16="http://schemas.microsoft.com/office/drawing/2014/main" id="{123855BD-324A-2A21-9F12-EA8D0B1E57B8}"/>
                </a:ext>
              </a:extLst>
            </p:cNvPr>
            <p:cNvSpPr/>
            <p:nvPr/>
          </p:nvSpPr>
          <p:spPr>
            <a:xfrm>
              <a:off x="4440000" y="3896950"/>
              <a:ext cx="675875" cy="654975"/>
            </a:xfrm>
            <a:custGeom>
              <a:avLst/>
              <a:gdLst/>
              <a:ahLst/>
              <a:cxnLst/>
              <a:rect l="l" t="t" r="r" b="b"/>
              <a:pathLst>
                <a:path w="27035" h="26199" extrusionOk="0">
                  <a:moveTo>
                    <a:pt x="4688" y="1"/>
                  </a:moveTo>
                  <a:cubicBezTo>
                    <a:pt x="3143" y="1"/>
                    <a:pt x="1478" y="407"/>
                    <a:pt x="1" y="1608"/>
                  </a:cubicBezTo>
                  <a:cubicBezTo>
                    <a:pt x="1" y="1608"/>
                    <a:pt x="3022" y="7844"/>
                    <a:pt x="7362" y="11830"/>
                  </a:cubicBezTo>
                  <a:cubicBezTo>
                    <a:pt x="11701" y="15784"/>
                    <a:pt x="18516" y="20702"/>
                    <a:pt x="18516" y="20702"/>
                  </a:cubicBezTo>
                  <a:cubicBezTo>
                    <a:pt x="18516" y="20702"/>
                    <a:pt x="11316" y="22984"/>
                    <a:pt x="9805" y="23177"/>
                  </a:cubicBezTo>
                  <a:cubicBezTo>
                    <a:pt x="8294" y="23370"/>
                    <a:pt x="8680" y="24109"/>
                    <a:pt x="10383" y="24881"/>
                  </a:cubicBezTo>
                  <a:cubicBezTo>
                    <a:pt x="12087" y="25620"/>
                    <a:pt x="14176" y="26199"/>
                    <a:pt x="18902" y="26199"/>
                  </a:cubicBezTo>
                  <a:cubicBezTo>
                    <a:pt x="23627" y="26199"/>
                    <a:pt x="26648" y="26199"/>
                    <a:pt x="26841" y="25041"/>
                  </a:cubicBezTo>
                  <a:cubicBezTo>
                    <a:pt x="27034" y="23916"/>
                    <a:pt x="23980" y="21088"/>
                    <a:pt x="21730" y="18805"/>
                  </a:cubicBezTo>
                  <a:cubicBezTo>
                    <a:pt x="19448" y="16555"/>
                    <a:pt x="10769" y="2380"/>
                    <a:pt x="9998" y="1608"/>
                  </a:cubicBezTo>
                  <a:cubicBezTo>
                    <a:pt x="9534" y="1145"/>
                    <a:pt x="7280" y="1"/>
                    <a:pt x="4688" y="1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4288;p64">
              <a:extLst>
                <a:ext uri="{FF2B5EF4-FFF2-40B4-BE49-F238E27FC236}">
                  <a16:creationId xmlns:a16="http://schemas.microsoft.com/office/drawing/2014/main" id="{CABC1440-CBCC-8EEB-BE3C-C6579A32122D}"/>
                </a:ext>
              </a:extLst>
            </p:cNvPr>
            <p:cNvSpPr/>
            <p:nvPr/>
          </p:nvSpPr>
          <p:spPr>
            <a:xfrm>
              <a:off x="4431975" y="3890525"/>
              <a:ext cx="685500" cy="667825"/>
            </a:xfrm>
            <a:custGeom>
              <a:avLst/>
              <a:gdLst/>
              <a:ahLst/>
              <a:cxnLst/>
              <a:rect l="l" t="t" r="r" b="b"/>
              <a:pathLst>
                <a:path w="27420" h="26713" extrusionOk="0">
                  <a:moveTo>
                    <a:pt x="5015" y="547"/>
                  </a:moveTo>
                  <a:cubicBezTo>
                    <a:pt x="6268" y="547"/>
                    <a:pt x="7458" y="804"/>
                    <a:pt x="8390" y="1158"/>
                  </a:cubicBezTo>
                  <a:cubicBezTo>
                    <a:pt x="8840" y="1319"/>
                    <a:pt x="9226" y="1479"/>
                    <a:pt x="9547" y="1672"/>
                  </a:cubicBezTo>
                  <a:cubicBezTo>
                    <a:pt x="9836" y="1833"/>
                    <a:pt x="10061" y="1994"/>
                    <a:pt x="10126" y="2058"/>
                  </a:cubicBezTo>
                  <a:cubicBezTo>
                    <a:pt x="10158" y="2090"/>
                    <a:pt x="10254" y="2187"/>
                    <a:pt x="10351" y="2315"/>
                  </a:cubicBezTo>
                  <a:cubicBezTo>
                    <a:pt x="10736" y="2862"/>
                    <a:pt x="11508" y="4051"/>
                    <a:pt x="12504" y="5594"/>
                  </a:cubicBezTo>
                  <a:cubicBezTo>
                    <a:pt x="13983" y="7876"/>
                    <a:pt x="15912" y="10866"/>
                    <a:pt x="17680" y="13501"/>
                  </a:cubicBezTo>
                  <a:cubicBezTo>
                    <a:pt x="18548" y="14852"/>
                    <a:pt x="19383" y="16073"/>
                    <a:pt x="20123" y="17069"/>
                  </a:cubicBezTo>
                  <a:cubicBezTo>
                    <a:pt x="20830" y="18066"/>
                    <a:pt x="21441" y="18837"/>
                    <a:pt x="21858" y="19255"/>
                  </a:cubicBezTo>
                  <a:cubicBezTo>
                    <a:pt x="22951" y="20380"/>
                    <a:pt x="24237" y="21602"/>
                    <a:pt x="25234" y="22695"/>
                  </a:cubicBezTo>
                  <a:cubicBezTo>
                    <a:pt x="25716" y="23241"/>
                    <a:pt x="26166" y="23756"/>
                    <a:pt x="26455" y="24206"/>
                  </a:cubicBezTo>
                  <a:cubicBezTo>
                    <a:pt x="26744" y="24656"/>
                    <a:pt x="26905" y="25009"/>
                    <a:pt x="26905" y="25202"/>
                  </a:cubicBezTo>
                  <a:lnTo>
                    <a:pt x="26873" y="25266"/>
                  </a:lnTo>
                  <a:cubicBezTo>
                    <a:pt x="26873" y="25363"/>
                    <a:pt x="26841" y="25427"/>
                    <a:pt x="26777" y="25491"/>
                  </a:cubicBezTo>
                  <a:cubicBezTo>
                    <a:pt x="26616" y="25620"/>
                    <a:pt x="26359" y="25781"/>
                    <a:pt x="25941" y="25877"/>
                  </a:cubicBezTo>
                  <a:cubicBezTo>
                    <a:pt x="24687" y="26166"/>
                    <a:pt x="22308" y="26166"/>
                    <a:pt x="19223" y="26166"/>
                  </a:cubicBezTo>
                  <a:cubicBezTo>
                    <a:pt x="14497" y="26166"/>
                    <a:pt x="12472" y="25620"/>
                    <a:pt x="10801" y="24881"/>
                  </a:cubicBezTo>
                  <a:cubicBezTo>
                    <a:pt x="10351" y="24656"/>
                    <a:pt x="9965" y="24463"/>
                    <a:pt x="9740" y="24270"/>
                  </a:cubicBezTo>
                  <a:cubicBezTo>
                    <a:pt x="9644" y="24173"/>
                    <a:pt x="9547" y="24109"/>
                    <a:pt x="9515" y="24045"/>
                  </a:cubicBezTo>
                  <a:cubicBezTo>
                    <a:pt x="9451" y="23981"/>
                    <a:pt x="9451" y="23948"/>
                    <a:pt x="9451" y="23916"/>
                  </a:cubicBezTo>
                  <a:cubicBezTo>
                    <a:pt x="9483" y="23884"/>
                    <a:pt x="9547" y="23852"/>
                    <a:pt x="9644" y="23820"/>
                  </a:cubicBezTo>
                  <a:cubicBezTo>
                    <a:pt x="9772" y="23756"/>
                    <a:pt x="9933" y="23723"/>
                    <a:pt x="10158" y="23691"/>
                  </a:cubicBezTo>
                  <a:cubicBezTo>
                    <a:pt x="10576" y="23627"/>
                    <a:pt x="11315" y="23466"/>
                    <a:pt x="12215" y="23209"/>
                  </a:cubicBezTo>
                  <a:cubicBezTo>
                    <a:pt x="14883" y="22502"/>
                    <a:pt x="18901" y="21216"/>
                    <a:pt x="18901" y="21216"/>
                  </a:cubicBezTo>
                  <a:cubicBezTo>
                    <a:pt x="18998" y="21184"/>
                    <a:pt x="19094" y="21120"/>
                    <a:pt x="19094" y="21023"/>
                  </a:cubicBezTo>
                  <a:cubicBezTo>
                    <a:pt x="19126" y="20895"/>
                    <a:pt x="19062" y="20798"/>
                    <a:pt x="18998" y="20734"/>
                  </a:cubicBezTo>
                  <a:cubicBezTo>
                    <a:pt x="18998" y="20734"/>
                    <a:pt x="18580" y="20445"/>
                    <a:pt x="17873" y="19930"/>
                  </a:cubicBezTo>
                  <a:cubicBezTo>
                    <a:pt x="15751" y="18355"/>
                    <a:pt x="11122" y="14852"/>
                    <a:pt x="7876" y="11894"/>
                  </a:cubicBezTo>
                  <a:cubicBezTo>
                    <a:pt x="5722" y="9933"/>
                    <a:pt x="3890" y="7394"/>
                    <a:pt x="2604" y="5337"/>
                  </a:cubicBezTo>
                  <a:cubicBezTo>
                    <a:pt x="1961" y="4340"/>
                    <a:pt x="1447" y="3440"/>
                    <a:pt x="1093" y="2797"/>
                  </a:cubicBezTo>
                  <a:cubicBezTo>
                    <a:pt x="900" y="2476"/>
                    <a:pt x="772" y="2219"/>
                    <a:pt x="675" y="2026"/>
                  </a:cubicBezTo>
                  <a:cubicBezTo>
                    <a:pt x="666" y="2002"/>
                    <a:pt x="656" y="1980"/>
                    <a:pt x="647" y="1959"/>
                  </a:cubicBezTo>
                  <a:lnTo>
                    <a:pt x="647" y="1959"/>
                  </a:lnTo>
                  <a:cubicBezTo>
                    <a:pt x="2021" y="904"/>
                    <a:pt x="3562" y="547"/>
                    <a:pt x="5015" y="547"/>
                  </a:cubicBezTo>
                  <a:close/>
                  <a:moveTo>
                    <a:pt x="5015" y="1"/>
                  </a:moveTo>
                  <a:cubicBezTo>
                    <a:pt x="3408" y="1"/>
                    <a:pt x="1672" y="419"/>
                    <a:pt x="129" y="1672"/>
                  </a:cubicBezTo>
                  <a:cubicBezTo>
                    <a:pt x="32" y="1737"/>
                    <a:pt x="0" y="1865"/>
                    <a:pt x="65" y="1994"/>
                  </a:cubicBezTo>
                  <a:cubicBezTo>
                    <a:pt x="65" y="1994"/>
                    <a:pt x="3086" y="8262"/>
                    <a:pt x="7490" y="12280"/>
                  </a:cubicBezTo>
                  <a:cubicBezTo>
                    <a:pt x="11201" y="15664"/>
                    <a:pt x="16672" y="19719"/>
                    <a:pt x="18241" y="20867"/>
                  </a:cubicBezTo>
                  <a:lnTo>
                    <a:pt x="18241" y="20867"/>
                  </a:lnTo>
                  <a:cubicBezTo>
                    <a:pt x="18068" y="20922"/>
                    <a:pt x="17856" y="20987"/>
                    <a:pt x="17615" y="21055"/>
                  </a:cubicBezTo>
                  <a:cubicBezTo>
                    <a:pt x="16555" y="21377"/>
                    <a:pt x="14947" y="21891"/>
                    <a:pt x="13469" y="22309"/>
                  </a:cubicBezTo>
                  <a:cubicBezTo>
                    <a:pt x="12729" y="22502"/>
                    <a:pt x="12022" y="22727"/>
                    <a:pt x="11444" y="22856"/>
                  </a:cubicBezTo>
                  <a:cubicBezTo>
                    <a:pt x="10833" y="23016"/>
                    <a:pt x="10351" y="23113"/>
                    <a:pt x="10094" y="23145"/>
                  </a:cubicBezTo>
                  <a:cubicBezTo>
                    <a:pt x="9772" y="23209"/>
                    <a:pt x="9515" y="23273"/>
                    <a:pt x="9290" y="23370"/>
                  </a:cubicBezTo>
                  <a:cubicBezTo>
                    <a:pt x="9194" y="23434"/>
                    <a:pt x="9097" y="23498"/>
                    <a:pt x="9033" y="23595"/>
                  </a:cubicBezTo>
                  <a:cubicBezTo>
                    <a:pt x="8969" y="23691"/>
                    <a:pt x="8936" y="23820"/>
                    <a:pt x="8936" y="23916"/>
                  </a:cubicBezTo>
                  <a:cubicBezTo>
                    <a:pt x="8936" y="24077"/>
                    <a:pt x="9001" y="24238"/>
                    <a:pt x="9065" y="24334"/>
                  </a:cubicBezTo>
                  <a:cubicBezTo>
                    <a:pt x="9322" y="24720"/>
                    <a:pt x="9836" y="25041"/>
                    <a:pt x="10608" y="25363"/>
                  </a:cubicBezTo>
                  <a:cubicBezTo>
                    <a:pt x="12344" y="26134"/>
                    <a:pt x="14465" y="26713"/>
                    <a:pt x="19223" y="26713"/>
                  </a:cubicBezTo>
                  <a:cubicBezTo>
                    <a:pt x="21569" y="26713"/>
                    <a:pt x="23530" y="26713"/>
                    <a:pt x="24912" y="26584"/>
                  </a:cubicBezTo>
                  <a:cubicBezTo>
                    <a:pt x="25619" y="26488"/>
                    <a:pt x="26166" y="26391"/>
                    <a:pt x="26584" y="26231"/>
                  </a:cubicBezTo>
                  <a:cubicBezTo>
                    <a:pt x="26809" y="26134"/>
                    <a:pt x="27002" y="26006"/>
                    <a:pt x="27130" y="25877"/>
                  </a:cubicBezTo>
                  <a:cubicBezTo>
                    <a:pt x="27291" y="25749"/>
                    <a:pt x="27387" y="25556"/>
                    <a:pt x="27419" y="25363"/>
                  </a:cubicBezTo>
                  <a:cubicBezTo>
                    <a:pt x="27419" y="25298"/>
                    <a:pt x="27419" y="25266"/>
                    <a:pt x="27419" y="25202"/>
                  </a:cubicBezTo>
                  <a:cubicBezTo>
                    <a:pt x="27419" y="24784"/>
                    <a:pt x="27194" y="24398"/>
                    <a:pt x="26905" y="23916"/>
                  </a:cubicBezTo>
                  <a:cubicBezTo>
                    <a:pt x="25941" y="22470"/>
                    <a:pt x="23884" y="20541"/>
                    <a:pt x="22244" y="18870"/>
                  </a:cubicBezTo>
                  <a:cubicBezTo>
                    <a:pt x="21698" y="18355"/>
                    <a:pt x="20733" y="17037"/>
                    <a:pt x="19576" y="15398"/>
                  </a:cubicBezTo>
                  <a:cubicBezTo>
                    <a:pt x="17873" y="12891"/>
                    <a:pt x="15751" y="9612"/>
                    <a:pt x="13983" y="6912"/>
                  </a:cubicBezTo>
                  <a:cubicBezTo>
                    <a:pt x="13115" y="5530"/>
                    <a:pt x="12312" y="4308"/>
                    <a:pt x="11733" y="3408"/>
                  </a:cubicBezTo>
                  <a:cubicBezTo>
                    <a:pt x="11412" y="2926"/>
                    <a:pt x="11154" y="2572"/>
                    <a:pt x="10961" y="2283"/>
                  </a:cubicBezTo>
                  <a:cubicBezTo>
                    <a:pt x="10865" y="2122"/>
                    <a:pt x="10769" y="1994"/>
                    <a:pt x="10704" y="1897"/>
                  </a:cubicBezTo>
                  <a:cubicBezTo>
                    <a:pt x="10640" y="1801"/>
                    <a:pt x="10576" y="1737"/>
                    <a:pt x="10511" y="1672"/>
                  </a:cubicBezTo>
                  <a:cubicBezTo>
                    <a:pt x="10351" y="1544"/>
                    <a:pt x="10126" y="1383"/>
                    <a:pt x="9804" y="1190"/>
                  </a:cubicBezTo>
                  <a:cubicBezTo>
                    <a:pt x="8808" y="644"/>
                    <a:pt x="7008" y="1"/>
                    <a:pt x="5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4289;p64">
              <a:extLst>
                <a:ext uri="{FF2B5EF4-FFF2-40B4-BE49-F238E27FC236}">
                  <a16:creationId xmlns:a16="http://schemas.microsoft.com/office/drawing/2014/main" id="{C02CECCD-59B3-65EC-3FE9-AD8D2278C560}"/>
                </a:ext>
              </a:extLst>
            </p:cNvPr>
            <p:cNvSpPr/>
            <p:nvPr/>
          </p:nvSpPr>
          <p:spPr>
            <a:xfrm>
              <a:off x="4647325" y="4419300"/>
              <a:ext cx="466125" cy="132625"/>
            </a:xfrm>
            <a:custGeom>
              <a:avLst/>
              <a:gdLst/>
              <a:ahLst/>
              <a:cxnLst/>
              <a:rect l="l" t="t" r="r" b="b"/>
              <a:pathLst>
                <a:path w="18645" h="5305" extrusionOk="0">
                  <a:moveTo>
                    <a:pt x="9612" y="1"/>
                  </a:moveTo>
                  <a:cubicBezTo>
                    <a:pt x="7844" y="547"/>
                    <a:pt x="2765" y="2122"/>
                    <a:pt x="1512" y="2283"/>
                  </a:cubicBezTo>
                  <a:cubicBezTo>
                    <a:pt x="1" y="2476"/>
                    <a:pt x="387" y="3215"/>
                    <a:pt x="2090" y="3987"/>
                  </a:cubicBezTo>
                  <a:cubicBezTo>
                    <a:pt x="3794" y="4726"/>
                    <a:pt x="5883" y="5305"/>
                    <a:pt x="10609" y="5305"/>
                  </a:cubicBezTo>
                  <a:cubicBezTo>
                    <a:pt x="15334" y="5305"/>
                    <a:pt x="18355" y="5305"/>
                    <a:pt x="18548" y="4147"/>
                  </a:cubicBezTo>
                  <a:cubicBezTo>
                    <a:pt x="18645" y="3569"/>
                    <a:pt x="17809" y="2476"/>
                    <a:pt x="16684" y="1222"/>
                  </a:cubicBezTo>
                  <a:cubicBezTo>
                    <a:pt x="15020" y="2824"/>
                    <a:pt x="13114" y="3107"/>
                    <a:pt x="11975" y="3107"/>
                  </a:cubicBezTo>
                  <a:cubicBezTo>
                    <a:pt x="11355" y="3107"/>
                    <a:pt x="10962" y="3022"/>
                    <a:pt x="10962" y="3022"/>
                  </a:cubicBezTo>
                  <a:lnTo>
                    <a:pt x="96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4290;p64">
              <a:extLst>
                <a:ext uri="{FF2B5EF4-FFF2-40B4-BE49-F238E27FC236}">
                  <a16:creationId xmlns:a16="http://schemas.microsoft.com/office/drawing/2014/main" id="{E611B5B7-98DA-DC0A-B7C8-2BCAF372F25A}"/>
                </a:ext>
              </a:extLst>
            </p:cNvPr>
            <p:cNvSpPr/>
            <p:nvPr/>
          </p:nvSpPr>
          <p:spPr>
            <a:xfrm>
              <a:off x="4655375" y="4412675"/>
              <a:ext cx="462100" cy="145675"/>
            </a:xfrm>
            <a:custGeom>
              <a:avLst/>
              <a:gdLst/>
              <a:ahLst/>
              <a:cxnLst/>
              <a:rect l="l" t="t" r="r" b="b"/>
              <a:pathLst>
                <a:path w="18484" h="5827" extrusionOk="0">
                  <a:moveTo>
                    <a:pt x="9155" y="595"/>
                  </a:moveTo>
                  <a:lnTo>
                    <a:pt x="10415" y="3416"/>
                  </a:lnTo>
                  <a:cubicBezTo>
                    <a:pt x="10447" y="3480"/>
                    <a:pt x="10512" y="3545"/>
                    <a:pt x="10608" y="3545"/>
                  </a:cubicBezTo>
                  <a:cubicBezTo>
                    <a:pt x="10608" y="3545"/>
                    <a:pt x="11026" y="3641"/>
                    <a:pt x="11669" y="3641"/>
                  </a:cubicBezTo>
                  <a:cubicBezTo>
                    <a:pt x="12811" y="3641"/>
                    <a:pt x="14665" y="3374"/>
                    <a:pt x="16348" y="1872"/>
                  </a:cubicBezTo>
                  <a:lnTo>
                    <a:pt x="16348" y="1872"/>
                  </a:lnTo>
                  <a:cubicBezTo>
                    <a:pt x="16814" y="2379"/>
                    <a:pt x="17201" y="2855"/>
                    <a:pt x="17487" y="3255"/>
                  </a:cubicBezTo>
                  <a:cubicBezTo>
                    <a:pt x="17808" y="3737"/>
                    <a:pt x="17969" y="4123"/>
                    <a:pt x="17969" y="4316"/>
                  </a:cubicBezTo>
                  <a:lnTo>
                    <a:pt x="17937" y="4380"/>
                  </a:lnTo>
                  <a:cubicBezTo>
                    <a:pt x="17937" y="4477"/>
                    <a:pt x="17905" y="4541"/>
                    <a:pt x="17841" y="4605"/>
                  </a:cubicBezTo>
                  <a:cubicBezTo>
                    <a:pt x="17680" y="4734"/>
                    <a:pt x="17423" y="4895"/>
                    <a:pt x="17005" y="4991"/>
                  </a:cubicBezTo>
                  <a:cubicBezTo>
                    <a:pt x="15751" y="5280"/>
                    <a:pt x="13372" y="5280"/>
                    <a:pt x="10287" y="5280"/>
                  </a:cubicBezTo>
                  <a:cubicBezTo>
                    <a:pt x="5561" y="5280"/>
                    <a:pt x="3536" y="4734"/>
                    <a:pt x="1865" y="3995"/>
                  </a:cubicBezTo>
                  <a:cubicBezTo>
                    <a:pt x="1415" y="3770"/>
                    <a:pt x="1029" y="3577"/>
                    <a:pt x="804" y="3384"/>
                  </a:cubicBezTo>
                  <a:cubicBezTo>
                    <a:pt x="708" y="3287"/>
                    <a:pt x="611" y="3223"/>
                    <a:pt x="579" y="3159"/>
                  </a:cubicBezTo>
                  <a:cubicBezTo>
                    <a:pt x="515" y="3095"/>
                    <a:pt x="515" y="3062"/>
                    <a:pt x="515" y="3030"/>
                  </a:cubicBezTo>
                  <a:cubicBezTo>
                    <a:pt x="547" y="2998"/>
                    <a:pt x="611" y="2966"/>
                    <a:pt x="708" y="2934"/>
                  </a:cubicBezTo>
                  <a:cubicBezTo>
                    <a:pt x="836" y="2870"/>
                    <a:pt x="997" y="2837"/>
                    <a:pt x="1222" y="2805"/>
                  </a:cubicBezTo>
                  <a:cubicBezTo>
                    <a:pt x="1575" y="2773"/>
                    <a:pt x="2122" y="2645"/>
                    <a:pt x="2797" y="2452"/>
                  </a:cubicBezTo>
                  <a:cubicBezTo>
                    <a:pt x="4744" y="1934"/>
                    <a:pt x="7699" y="1043"/>
                    <a:pt x="9155" y="595"/>
                  </a:cubicBezTo>
                  <a:close/>
                  <a:moveTo>
                    <a:pt x="9292" y="0"/>
                  </a:moveTo>
                  <a:cubicBezTo>
                    <a:pt x="9270" y="0"/>
                    <a:pt x="9248" y="3"/>
                    <a:pt x="9226" y="9"/>
                  </a:cubicBezTo>
                  <a:cubicBezTo>
                    <a:pt x="8326" y="298"/>
                    <a:pt x="6622" y="812"/>
                    <a:pt x="4983" y="1294"/>
                  </a:cubicBezTo>
                  <a:cubicBezTo>
                    <a:pt x="4147" y="1519"/>
                    <a:pt x="3343" y="1744"/>
                    <a:pt x="2668" y="1937"/>
                  </a:cubicBezTo>
                  <a:cubicBezTo>
                    <a:pt x="1993" y="2098"/>
                    <a:pt x="1447" y="2227"/>
                    <a:pt x="1158" y="2259"/>
                  </a:cubicBezTo>
                  <a:cubicBezTo>
                    <a:pt x="836" y="2323"/>
                    <a:pt x="547" y="2387"/>
                    <a:pt x="354" y="2484"/>
                  </a:cubicBezTo>
                  <a:cubicBezTo>
                    <a:pt x="258" y="2548"/>
                    <a:pt x="161" y="2612"/>
                    <a:pt x="97" y="2709"/>
                  </a:cubicBezTo>
                  <a:cubicBezTo>
                    <a:pt x="33" y="2805"/>
                    <a:pt x="0" y="2934"/>
                    <a:pt x="0" y="3030"/>
                  </a:cubicBezTo>
                  <a:cubicBezTo>
                    <a:pt x="0" y="3191"/>
                    <a:pt x="65" y="3352"/>
                    <a:pt x="129" y="3448"/>
                  </a:cubicBezTo>
                  <a:cubicBezTo>
                    <a:pt x="386" y="3834"/>
                    <a:pt x="900" y="4155"/>
                    <a:pt x="1672" y="4477"/>
                  </a:cubicBezTo>
                  <a:cubicBezTo>
                    <a:pt x="3408" y="5248"/>
                    <a:pt x="5529" y="5827"/>
                    <a:pt x="10287" y="5827"/>
                  </a:cubicBezTo>
                  <a:cubicBezTo>
                    <a:pt x="12633" y="5827"/>
                    <a:pt x="14594" y="5827"/>
                    <a:pt x="15976" y="5698"/>
                  </a:cubicBezTo>
                  <a:cubicBezTo>
                    <a:pt x="16683" y="5602"/>
                    <a:pt x="17230" y="5505"/>
                    <a:pt x="17648" y="5345"/>
                  </a:cubicBezTo>
                  <a:cubicBezTo>
                    <a:pt x="17873" y="5248"/>
                    <a:pt x="18066" y="5120"/>
                    <a:pt x="18194" y="4991"/>
                  </a:cubicBezTo>
                  <a:cubicBezTo>
                    <a:pt x="18355" y="4863"/>
                    <a:pt x="18451" y="4670"/>
                    <a:pt x="18483" y="4477"/>
                  </a:cubicBezTo>
                  <a:cubicBezTo>
                    <a:pt x="18483" y="4412"/>
                    <a:pt x="18483" y="4380"/>
                    <a:pt x="18483" y="4316"/>
                  </a:cubicBezTo>
                  <a:cubicBezTo>
                    <a:pt x="18483" y="3898"/>
                    <a:pt x="18258" y="3448"/>
                    <a:pt x="17905" y="2966"/>
                  </a:cubicBezTo>
                  <a:cubicBezTo>
                    <a:pt x="17583" y="2452"/>
                    <a:pt x="17101" y="1905"/>
                    <a:pt x="16555" y="1327"/>
                  </a:cubicBezTo>
                  <a:cubicBezTo>
                    <a:pt x="16523" y="1262"/>
                    <a:pt x="16458" y="1230"/>
                    <a:pt x="16394" y="1230"/>
                  </a:cubicBezTo>
                  <a:cubicBezTo>
                    <a:pt x="16298" y="1230"/>
                    <a:pt x="16233" y="1262"/>
                    <a:pt x="16169" y="1294"/>
                  </a:cubicBezTo>
                  <a:cubicBezTo>
                    <a:pt x="14594" y="2837"/>
                    <a:pt x="12762" y="3095"/>
                    <a:pt x="11669" y="3127"/>
                  </a:cubicBezTo>
                  <a:cubicBezTo>
                    <a:pt x="11380" y="3127"/>
                    <a:pt x="11122" y="3095"/>
                    <a:pt x="10962" y="3062"/>
                  </a:cubicBezTo>
                  <a:cubicBezTo>
                    <a:pt x="10912" y="3062"/>
                    <a:pt x="10871" y="3062"/>
                    <a:pt x="10838" y="3058"/>
                  </a:cubicBezTo>
                  <a:lnTo>
                    <a:pt x="10838" y="3058"/>
                  </a:lnTo>
                  <a:lnTo>
                    <a:pt x="9547" y="169"/>
                  </a:lnTo>
                  <a:cubicBezTo>
                    <a:pt x="9494" y="63"/>
                    <a:pt x="9397" y="0"/>
                    <a:pt x="9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4291;p64">
              <a:extLst>
                <a:ext uri="{FF2B5EF4-FFF2-40B4-BE49-F238E27FC236}">
                  <a16:creationId xmlns:a16="http://schemas.microsoft.com/office/drawing/2014/main" id="{4ECC11CF-2ACE-7168-B2AA-0DDF0634F728}"/>
                </a:ext>
              </a:extLst>
            </p:cNvPr>
            <p:cNvSpPr/>
            <p:nvPr/>
          </p:nvSpPr>
          <p:spPr>
            <a:xfrm>
              <a:off x="1932200" y="3946775"/>
              <a:ext cx="1003475" cy="650250"/>
            </a:xfrm>
            <a:custGeom>
              <a:avLst/>
              <a:gdLst/>
              <a:ahLst/>
              <a:cxnLst/>
              <a:rect l="l" t="t" r="r" b="b"/>
              <a:pathLst>
                <a:path w="40139" h="26010" extrusionOk="0">
                  <a:moveTo>
                    <a:pt x="3365" y="1"/>
                  </a:moveTo>
                  <a:cubicBezTo>
                    <a:pt x="3365" y="1"/>
                    <a:pt x="2240" y="1"/>
                    <a:pt x="2401" y="2283"/>
                  </a:cubicBezTo>
                  <a:cubicBezTo>
                    <a:pt x="2401" y="2283"/>
                    <a:pt x="5069" y="7201"/>
                    <a:pt x="4876" y="8873"/>
                  </a:cubicBezTo>
                  <a:cubicBezTo>
                    <a:pt x="4715" y="10287"/>
                    <a:pt x="1404" y="20863"/>
                    <a:pt x="215" y="24720"/>
                  </a:cubicBezTo>
                  <a:cubicBezTo>
                    <a:pt x="1" y="25333"/>
                    <a:pt x="487" y="25946"/>
                    <a:pt x="1118" y="25946"/>
                  </a:cubicBezTo>
                  <a:cubicBezTo>
                    <a:pt x="1149" y="25946"/>
                    <a:pt x="1180" y="25944"/>
                    <a:pt x="1212" y="25941"/>
                  </a:cubicBezTo>
                  <a:cubicBezTo>
                    <a:pt x="1597" y="25909"/>
                    <a:pt x="1919" y="25652"/>
                    <a:pt x="2047" y="25299"/>
                  </a:cubicBezTo>
                  <a:lnTo>
                    <a:pt x="7319" y="9066"/>
                  </a:lnTo>
                  <a:cubicBezTo>
                    <a:pt x="7319" y="9066"/>
                    <a:pt x="8283" y="7941"/>
                    <a:pt x="11305" y="7362"/>
                  </a:cubicBezTo>
                  <a:cubicBezTo>
                    <a:pt x="13619" y="6944"/>
                    <a:pt x="25127" y="6398"/>
                    <a:pt x="30399" y="6173"/>
                  </a:cubicBezTo>
                  <a:cubicBezTo>
                    <a:pt x="30461" y="6170"/>
                    <a:pt x="30524" y="6168"/>
                    <a:pt x="30586" y="6168"/>
                  </a:cubicBezTo>
                  <a:cubicBezTo>
                    <a:pt x="32532" y="6168"/>
                    <a:pt x="34197" y="7617"/>
                    <a:pt x="34352" y="9580"/>
                  </a:cubicBezTo>
                  <a:lnTo>
                    <a:pt x="34352" y="9644"/>
                  </a:lnTo>
                  <a:cubicBezTo>
                    <a:pt x="34513" y="11830"/>
                    <a:pt x="38113" y="23113"/>
                    <a:pt x="38917" y="25588"/>
                  </a:cubicBezTo>
                  <a:cubicBezTo>
                    <a:pt x="39005" y="25853"/>
                    <a:pt x="39255" y="26010"/>
                    <a:pt x="39519" y="26010"/>
                  </a:cubicBezTo>
                  <a:cubicBezTo>
                    <a:pt x="39543" y="26010"/>
                    <a:pt x="39568" y="26008"/>
                    <a:pt x="39592" y="26006"/>
                  </a:cubicBezTo>
                  <a:cubicBezTo>
                    <a:pt x="39946" y="25941"/>
                    <a:pt x="40138" y="25620"/>
                    <a:pt x="40074" y="25299"/>
                  </a:cubicBezTo>
                  <a:cubicBezTo>
                    <a:pt x="39431" y="22373"/>
                    <a:pt x="36667" y="9741"/>
                    <a:pt x="35670" y="3408"/>
                  </a:cubicBezTo>
                  <a:cubicBezTo>
                    <a:pt x="35670" y="3408"/>
                    <a:pt x="27881" y="3771"/>
                    <a:pt x="20919" y="3771"/>
                  </a:cubicBezTo>
                  <a:cubicBezTo>
                    <a:pt x="16718" y="3771"/>
                    <a:pt x="12818" y="3639"/>
                    <a:pt x="11112" y="3215"/>
                  </a:cubicBezTo>
                  <a:cubicBezTo>
                    <a:pt x="6580" y="2090"/>
                    <a:pt x="3365" y="1"/>
                    <a:pt x="3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4292;p64">
              <a:extLst>
                <a:ext uri="{FF2B5EF4-FFF2-40B4-BE49-F238E27FC236}">
                  <a16:creationId xmlns:a16="http://schemas.microsoft.com/office/drawing/2014/main" id="{F3B118DA-7D3A-5D48-5155-8670FF48DC93}"/>
                </a:ext>
              </a:extLst>
            </p:cNvPr>
            <p:cNvSpPr/>
            <p:nvPr/>
          </p:nvSpPr>
          <p:spPr>
            <a:xfrm>
              <a:off x="1929525" y="3940350"/>
              <a:ext cx="1011775" cy="663000"/>
            </a:xfrm>
            <a:custGeom>
              <a:avLst/>
              <a:gdLst/>
              <a:ahLst/>
              <a:cxnLst/>
              <a:rect l="l" t="t" r="r" b="b"/>
              <a:pathLst>
                <a:path w="40471" h="26520" extrusionOk="0">
                  <a:moveTo>
                    <a:pt x="3416" y="543"/>
                  </a:moveTo>
                  <a:cubicBezTo>
                    <a:pt x="4004" y="894"/>
                    <a:pt x="7020" y="2689"/>
                    <a:pt x="11155" y="3729"/>
                  </a:cubicBezTo>
                  <a:cubicBezTo>
                    <a:pt x="12023" y="3954"/>
                    <a:pt x="13437" y="4083"/>
                    <a:pt x="15141" y="4180"/>
                  </a:cubicBezTo>
                  <a:cubicBezTo>
                    <a:pt x="16876" y="4276"/>
                    <a:pt x="18869" y="4308"/>
                    <a:pt x="20991" y="4308"/>
                  </a:cubicBezTo>
                  <a:cubicBezTo>
                    <a:pt x="27230" y="4308"/>
                    <a:pt x="34164" y="3999"/>
                    <a:pt x="35558" y="3934"/>
                  </a:cubicBezTo>
                  <a:lnTo>
                    <a:pt x="35558" y="3934"/>
                  </a:lnTo>
                  <a:cubicBezTo>
                    <a:pt x="36584" y="10340"/>
                    <a:pt x="39289" y="22699"/>
                    <a:pt x="39924" y="25588"/>
                  </a:cubicBezTo>
                  <a:lnTo>
                    <a:pt x="39924" y="25684"/>
                  </a:lnTo>
                  <a:cubicBezTo>
                    <a:pt x="39924" y="25813"/>
                    <a:pt x="39828" y="25973"/>
                    <a:pt x="39667" y="26006"/>
                  </a:cubicBezTo>
                  <a:lnTo>
                    <a:pt x="39603" y="26006"/>
                  </a:lnTo>
                  <a:cubicBezTo>
                    <a:pt x="39442" y="26006"/>
                    <a:pt x="39345" y="25909"/>
                    <a:pt x="39281" y="25781"/>
                  </a:cubicBezTo>
                  <a:cubicBezTo>
                    <a:pt x="38895" y="24527"/>
                    <a:pt x="37770" y="21088"/>
                    <a:pt x="36774" y="17680"/>
                  </a:cubicBezTo>
                  <a:cubicBezTo>
                    <a:pt x="36260" y="15977"/>
                    <a:pt x="35777" y="14305"/>
                    <a:pt x="35392" y="12891"/>
                  </a:cubicBezTo>
                  <a:cubicBezTo>
                    <a:pt x="35006" y="11508"/>
                    <a:pt x="34781" y="10383"/>
                    <a:pt x="34717" y="9869"/>
                  </a:cubicBezTo>
                  <a:lnTo>
                    <a:pt x="34717" y="9805"/>
                  </a:lnTo>
                  <a:cubicBezTo>
                    <a:pt x="34556" y="7715"/>
                    <a:pt x="32756" y="6140"/>
                    <a:pt x="30666" y="6140"/>
                  </a:cubicBezTo>
                  <a:lnTo>
                    <a:pt x="30506" y="6140"/>
                  </a:lnTo>
                  <a:cubicBezTo>
                    <a:pt x="27870" y="6269"/>
                    <a:pt x="23659" y="6462"/>
                    <a:pt x="19834" y="6687"/>
                  </a:cubicBezTo>
                  <a:cubicBezTo>
                    <a:pt x="17905" y="6783"/>
                    <a:pt x="16105" y="6912"/>
                    <a:pt x="14594" y="7040"/>
                  </a:cubicBezTo>
                  <a:cubicBezTo>
                    <a:pt x="13116" y="7137"/>
                    <a:pt x="11958" y="7265"/>
                    <a:pt x="11348" y="7362"/>
                  </a:cubicBezTo>
                  <a:cubicBezTo>
                    <a:pt x="8262" y="7940"/>
                    <a:pt x="7265" y="9130"/>
                    <a:pt x="7233" y="9162"/>
                  </a:cubicBezTo>
                  <a:lnTo>
                    <a:pt x="7169" y="9258"/>
                  </a:lnTo>
                  <a:lnTo>
                    <a:pt x="1897" y="25459"/>
                  </a:lnTo>
                  <a:cubicBezTo>
                    <a:pt x="1801" y="25716"/>
                    <a:pt x="1576" y="25909"/>
                    <a:pt x="1286" y="25941"/>
                  </a:cubicBezTo>
                  <a:lnTo>
                    <a:pt x="1222" y="25941"/>
                  </a:lnTo>
                  <a:cubicBezTo>
                    <a:pt x="1029" y="25941"/>
                    <a:pt x="869" y="25877"/>
                    <a:pt x="740" y="25748"/>
                  </a:cubicBezTo>
                  <a:cubicBezTo>
                    <a:pt x="611" y="25620"/>
                    <a:pt x="515" y="25427"/>
                    <a:pt x="515" y="25266"/>
                  </a:cubicBezTo>
                  <a:cubicBezTo>
                    <a:pt x="547" y="25202"/>
                    <a:pt x="547" y="25106"/>
                    <a:pt x="579" y="25041"/>
                  </a:cubicBezTo>
                  <a:cubicBezTo>
                    <a:pt x="1158" y="23113"/>
                    <a:pt x="2283" y="19512"/>
                    <a:pt x="3279" y="16202"/>
                  </a:cubicBezTo>
                  <a:cubicBezTo>
                    <a:pt x="3794" y="14562"/>
                    <a:pt x="4244" y="12987"/>
                    <a:pt x="4597" y="11733"/>
                  </a:cubicBezTo>
                  <a:cubicBezTo>
                    <a:pt x="4790" y="11123"/>
                    <a:pt x="4919" y="10576"/>
                    <a:pt x="5047" y="10126"/>
                  </a:cubicBezTo>
                  <a:cubicBezTo>
                    <a:pt x="5144" y="9708"/>
                    <a:pt x="5208" y="9387"/>
                    <a:pt x="5240" y="9162"/>
                  </a:cubicBezTo>
                  <a:cubicBezTo>
                    <a:pt x="5240" y="9098"/>
                    <a:pt x="5240" y="9033"/>
                    <a:pt x="5240" y="8969"/>
                  </a:cubicBezTo>
                  <a:cubicBezTo>
                    <a:pt x="5240" y="8423"/>
                    <a:pt x="5079" y="7780"/>
                    <a:pt x="4854" y="7073"/>
                  </a:cubicBezTo>
                  <a:cubicBezTo>
                    <a:pt x="4200" y="5140"/>
                    <a:pt x="2969" y="2794"/>
                    <a:pt x="2788" y="2454"/>
                  </a:cubicBezTo>
                  <a:lnTo>
                    <a:pt x="2788" y="2454"/>
                  </a:lnTo>
                  <a:cubicBezTo>
                    <a:pt x="2765" y="2311"/>
                    <a:pt x="2765" y="2172"/>
                    <a:pt x="2765" y="2058"/>
                  </a:cubicBezTo>
                  <a:cubicBezTo>
                    <a:pt x="2765" y="1190"/>
                    <a:pt x="2990" y="836"/>
                    <a:pt x="3151" y="676"/>
                  </a:cubicBezTo>
                  <a:cubicBezTo>
                    <a:pt x="3247" y="611"/>
                    <a:pt x="3344" y="547"/>
                    <a:pt x="3408" y="547"/>
                  </a:cubicBezTo>
                  <a:lnTo>
                    <a:pt x="3416" y="543"/>
                  </a:lnTo>
                  <a:close/>
                  <a:moveTo>
                    <a:pt x="3472" y="1"/>
                  </a:moveTo>
                  <a:cubicBezTo>
                    <a:pt x="3440" y="1"/>
                    <a:pt x="3119" y="1"/>
                    <a:pt x="2797" y="290"/>
                  </a:cubicBezTo>
                  <a:cubicBezTo>
                    <a:pt x="2476" y="579"/>
                    <a:pt x="2219" y="1094"/>
                    <a:pt x="2219" y="2058"/>
                  </a:cubicBezTo>
                  <a:cubicBezTo>
                    <a:pt x="2219" y="2187"/>
                    <a:pt x="2251" y="2379"/>
                    <a:pt x="2251" y="2540"/>
                  </a:cubicBezTo>
                  <a:lnTo>
                    <a:pt x="2283" y="2669"/>
                  </a:lnTo>
                  <a:cubicBezTo>
                    <a:pt x="2283" y="2669"/>
                    <a:pt x="2315" y="2733"/>
                    <a:pt x="2379" y="2862"/>
                  </a:cubicBezTo>
                  <a:cubicBezTo>
                    <a:pt x="2636" y="3312"/>
                    <a:pt x="3215" y="4437"/>
                    <a:pt x="3729" y="5690"/>
                  </a:cubicBezTo>
                  <a:cubicBezTo>
                    <a:pt x="3987" y="6301"/>
                    <a:pt x="4244" y="6944"/>
                    <a:pt x="4437" y="7523"/>
                  </a:cubicBezTo>
                  <a:cubicBezTo>
                    <a:pt x="4597" y="8069"/>
                    <a:pt x="4726" y="8615"/>
                    <a:pt x="4726" y="8969"/>
                  </a:cubicBezTo>
                  <a:cubicBezTo>
                    <a:pt x="4726" y="9001"/>
                    <a:pt x="4726" y="9065"/>
                    <a:pt x="4726" y="9130"/>
                  </a:cubicBezTo>
                  <a:cubicBezTo>
                    <a:pt x="4694" y="9258"/>
                    <a:pt x="4629" y="9580"/>
                    <a:pt x="4533" y="9998"/>
                  </a:cubicBezTo>
                  <a:cubicBezTo>
                    <a:pt x="3762" y="12987"/>
                    <a:pt x="1094" y="21538"/>
                    <a:pt x="65" y="24881"/>
                  </a:cubicBezTo>
                  <a:cubicBezTo>
                    <a:pt x="1" y="25009"/>
                    <a:pt x="1" y="25138"/>
                    <a:pt x="1" y="25266"/>
                  </a:cubicBezTo>
                  <a:cubicBezTo>
                    <a:pt x="1" y="25909"/>
                    <a:pt x="547" y="26488"/>
                    <a:pt x="1222" y="26488"/>
                  </a:cubicBezTo>
                  <a:lnTo>
                    <a:pt x="1351" y="26488"/>
                  </a:lnTo>
                  <a:cubicBezTo>
                    <a:pt x="1833" y="26424"/>
                    <a:pt x="2251" y="26102"/>
                    <a:pt x="2411" y="25620"/>
                  </a:cubicBezTo>
                  <a:lnTo>
                    <a:pt x="7654" y="9510"/>
                  </a:lnTo>
                  <a:lnTo>
                    <a:pt x="7654" y="9510"/>
                  </a:lnTo>
                  <a:cubicBezTo>
                    <a:pt x="7710" y="9419"/>
                    <a:pt x="8671" y="8407"/>
                    <a:pt x="11444" y="7908"/>
                  </a:cubicBezTo>
                  <a:cubicBezTo>
                    <a:pt x="12023" y="7780"/>
                    <a:pt x="13148" y="7683"/>
                    <a:pt x="14658" y="7555"/>
                  </a:cubicBezTo>
                  <a:cubicBezTo>
                    <a:pt x="19094" y="7201"/>
                    <a:pt x="26584" y="6848"/>
                    <a:pt x="30538" y="6687"/>
                  </a:cubicBezTo>
                  <a:lnTo>
                    <a:pt x="30666" y="6687"/>
                  </a:lnTo>
                  <a:cubicBezTo>
                    <a:pt x="32499" y="6687"/>
                    <a:pt x="34042" y="8037"/>
                    <a:pt x="34202" y="9837"/>
                  </a:cubicBezTo>
                  <a:lnTo>
                    <a:pt x="34202" y="9933"/>
                  </a:lnTo>
                  <a:cubicBezTo>
                    <a:pt x="34234" y="10512"/>
                    <a:pt x="34492" y="11605"/>
                    <a:pt x="34877" y="13019"/>
                  </a:cubicBezTo>
                  <a:cubicBezTo>
                    <a:pt x="36002" y="17262"/>
                    <a:pt x="38188" y="24077"/>
                    <a:pt x="38767" y="25941"/>
                  </a:cubicBezTo>
                  <a:cubicBezTo>
                    <a:pt x="38895" y="26295"/>
                    <a:pt x="39217" y="26520"/>
                    <a:pt x="39603" y="26520"/>
                  </a:cubicBezTo>
                  <a:lnTo>
                    <a:pt x="39731" y="26520"/>
                  </a:lnTo>
                  <a:cubicBezTo>
                    <a:pt x="40181" y="26456"/>
                    <a:pt x="40470" y="26102"/>
                    <a:pt x="40470" y="25684"/>
                  </a:cubicBezTo>
                  <a:cubicBezTo>
                    <a:pt x="40470" y="25620"/>
                    <a:pt x="40470" y="25556"/>
                    <a:pt x="40438" y="25491"/>
                  </a:cubicBezTo>
                  <a:cubicBezTo>
                    <a:pt x="39795" y="22566"/>
                    <a:pt x="37031" y="9933"/>
                    <a:pt x="36067" y="3633"/>
                  </a:cubicBezTo>
                  <a:cubicBezTo>
                    <a:pt x="36039" y="3493"/>
                    <a:pt x="35938" y="3402"/>
                    <a:pt x="35827" y="3402"/>
                  </a:cubicBezTo>
                  <a:cubicBezTo>
                    <a:pt x="35811" y="3402"/>
                    <a:pt x="35794" y="3404"/>
                    <a:pt x="35777" y="3408"/>
                  </a:cubicBezTo>
                  <a:cubicBezTo>
                    <a:pt x="35777" y="3408"/>
                    <a:pt x="35295" y="3408"/>
                    <a:pt x="34427" y="3440"/>
                  </a:cubicBezTo>
                  <a:cubicBezTo>
                    <a:pt x="31920" y="3569"/>
                    <a:pt x="26198" y="3762"/>
                    <a:pt x="20991" y="3762"/>
                  </a:cubicBezTo>
                  <a:cubicBezTo>
                    <a:pt x="18902" y="3762"/>
                    <a:pt x="16876" y="3729"/>
                    <a:pt x="15173" y="3633"/>
                  </a:cubicBezTo>
                  <a:cubicBezTo>
                    <a:pt x="13469" y="3569"/>
                    <a:pt x="12087" y="3408"/>
                    <a:pt x="11283" y="3215"/>
                  </a:cubicBezTo>
                  <a:cubicBezTo>
                    <a:pt x="9033" y="2637"/>
                    <a:pt x="7105" y="1865"/>
                    <a:pt x="5754" y="1190"/>
                  </a:cubicBezTo>
                  <a:cubicBezTo>
                    <a:pt x="5079" y="869"/>
                    <a:pt x="4533" y="579"/>
                    <a:pt x="4179" y="354"/>
                  </a:cubicBezTo>
                  <a:cubicBezTo>
                    <a:pt x="3987" y="258"/>
                    <a:pt x="3858" y="194"/>
                    <a:pt x="3762" y="129"/>
                  </a:cubicBezTo>
                  <a:cubicBezTo>
                    <a:pt x="3665" y="65"/>
                    <a:pt x="3601" y="33"/>
                    <a:pt x="3601" y="33"/>
                  </a:cubicBezTo>
                  <a:cubicBezTo>
                    <a:pt x="3569" y="1"/>
                    <a:pt x="3504" y="1"/>
                    <a:pt x="3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4293;p64">
              <a:extLst>
                <a:ext uri="{FF2B5EF4-FFF2-40B4-BE49-F238E27FC236}">
                  <a16:creationId xmlns:a16="http://schemas.microsoft.com/office/drawing/2014/main" id="{D61CBB0C-8DA2-E78C-1C3B-191B8B2AD475}"/>
                </a:ext>
              </a:extLst>
            </p:cNvPr>
            <p:cNvSpPr/>
            <p:nvPr/>
          </p:nvSpPr>
          <p:spPr>
            <a:xfrm>
              <a:off x="1780050" y="3140675"/>
              <a:ext cx="339950" cy="886500"/>
            </a:xfrm>
            <a:custGeom>
              <a:avLst/>
              <a:gdLst/>
              <a:ahLst/>
              <a:cxnLst/>
              <a:rect l="l" t="t" r="r" b="b"/>
              <a:pathLst>
                <a:path w="13598" h="35460" extrusionOk="0">
                  <a:moveTo>
                    <a:pt x="7831" y="0"/>
                  </a:moveTo>
                  <a:cubicBezTo>
                    <a:pt x="7212" y="0"/>
                    <a:pt x="6783" y="1258"/>
                    <a:pt x="6783" y="1258"/>
                  </a:cubicBezTo>
                  <a:cubicBezTo>
                    <a:pt x="6783" y="1258"/>
                    <a:pt x="1" y="22602"/>
                    <a:pt x="1126" y="26395"/>
                  </a:cubicBezTo>
                  <a:cubicBezTo>
                    <a:pt x="2251" y="30155"/>
                    <a:pt x="7748" y="35459"/>
                    <a:pt x="9837" y="35459"/>
                  </a:cubicBezTo>
                  <a:cubicBezTo>
                    <a:pt x="11894" y="35459"/>
                    <a:pt x="13598" y="14662"/>
                    <a:pt x="13598" y="12765"/>
                  </a:cubicBezTo>
                  <a:cubicBezTo>
                    <a:pt x="13598" y="10901"/>
                    <a:pt x="9998" y="4086"/>
                    <a:pt x="8873" y="1258"/>
                  </a:cubicBezTo>
                  <a:cubicBezTo>
                    <a:pt x="8498" y="315"/>
                    <a:pt x="8140" y="0"/>
                    <a:pt x="78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4294;p64">
              <a:extLst>
                <a:ext uri="{FF2B5EF4-FFF2-40B4-BE49-F238E27FC236}">
                  <a16:creationId xmlns:a16="http://schemas.microsoft.com/office/drawing/2014/main" id="{2175ACB0-BD9D-0D70-E5CB-3364F535BF5C}"/>
                </a:ext>
              </a:extLst>
            </p:cNvPr>
            <p:cNvSpPr/>
            <p:nvPr/>
          </p:nvSpPr>
          <p:spPr>
            <a:xfrm>
              <a:off x="1798550" y="3133525"/>
              <a:ext cx="327900" cy="900075"/>
            </a:xfrm>
            <a:custGeom>
              <a:avLst/>
              <a:gdLst/>
              <a:ahLst/>
              <a:cxnLst/>
              <a:rect l="l" t="t" r="r" b="b"/>
              <a:pathLst>
                <a:path w="13116" h="36003" extrusionOk="0">
                  <a:moveTo>
                    <a:pt x="7104" y="547"/>
                  </a:moveTo>
                  <a:cubicBezTo>
                    <a:pt x="7136" y="547"/>
                    <a:pt x="7233" y="579"/>
                    <a:pt x="7393" y="740"/>
                  </a:cubicBezTo>
                  <a:cubicBezTo>
                    <a:pt x="7522" y="901"/>
                    <a:pt x="7715" y="1190"/>
                    <a:pt x="7875" y="1640"/>
                  </a:cubicBezTo>
                  <a:cubicBezTo>
                    <a:pt x="8454" y="3054"/>
                    <a:pt x="9643" y="5465"/>
                    <a:pt x="10672" y="7780"/>
                  </a:cubicBezTo>
                  <a:cubicBezTo>
                    <a:pt x="11186" y="8905"/>
                    <a:pt x="11669" y="10030"/>
                    <a:pt x="12022" y="10962"/>
                  </a:cubicBezTo>
                  <a:cubicBezTo>
                    <a:pt x="12376" y="11894"/>
                    <a:pt x="12601" y="12666"/>
                    <a:pt x="12601" y="13051"/>
                  </a:cubicBezTo>
                  <a:cubicBezTo>
                    <a:pt x="12601" y="13501"/>
                    <a:pt x="12504" y="15173"/>
                    <a:pt x="12311" y="17391"/>
                  </a:cubicBezTo>
                  <a:cubicBezTo>
                    <a:pt x="12022" y="20702"/>
                    <a:pt x="11540" y="25298"/>
                    <a:pt x="10929" y="29027"/>
                  </a:cubicBezTo>
                  <a:cubicBezTo>
                    <a:pt x="10640" y="30892"/>
                    <a:pt x="10286" y="32563"/>
                    <a:pt x="9933" y="33752"/>
                  </a:cubicBezTo>
                  <a:cubicBezTo>
                    <a:pt x="9772" y="34331"/>
                    <a:pt x="9579" y="34813"/>
                    <a:pt x="9418" y="35102"/>
                  </a:cubicBezTo>
                  <a:cubicBezTo>
                    <a:pt x="9322" y="35263"/>
                    <a:pt x="9258" y="35360"/>
                    <a:pt x="9193" y="35424"/>
                  </a:cubicBezTo>
                  <a:cubicBezTo>
                    <a:pt x="9129" y="35488"/>
                    <a:pt x="9097" y="35488"/>
                    <a:pt x="9097" y="35488"/>
                  </a:cubicBezTo>
                  <a:cubicBezTo>
                    <a:pt x="8872" y="35488"/>
                    <a:pt x="8583" y="35424"/>
                    <a:pt x="8261" y="35263"/>
                  </a:cubicBezTo>
                  <a:cubicBezTo>
                    <a:pt x="7104" y="34781"/>
                    <a:pt x="5400" y="33399"/>
                    <a:pt x="3922" y="31759"/>
                  </a:cubicBezTo>
                  <a:cubicBezTo>
                    <a:pt x="2411" y="30120"/>
                    <a:pt x="1125" y="28191"/>
                    <a:pt x="643" y="26584"/>
                  </a:cubicBezTo>
                  <a:cubicBezTo>
                    <a:pt x="579" y="26359"/>
                    <a:pt x="514" y="25973"/>
                    <a:pt x="514" y="25523"/>
                  </a:cubicBezTo>
                  <a:cubicBezTo>
                    <a:pt x="514" y="24109"/>
                    <a:pt x="900" y="21891"/>
                    <a:pt x="1414" y="19384"/>
                  </a:cubicBezTo>
                  <a:cubicBezTo>
                    <a:pt x="2250" y="15623"/>
                    <a:pt x="3472" y="11187"/>
                    <a:pt x="4468" y="7683"/>
                  </a:cubicBezTo>
                  <a:cubicBezTo>
                    <a:pt x="4983" y="5915"/>
                    <a:pt x="5433" y="4404"/>
                    <a:pt x="5786" y="3344"/>
                  </a:cubicBezTo>
                  <a:cubicBezTo>
                    <a:pt x="6108" y="2251"/>
                    <a:pt x="6300" y="1608"/>
                    <a:pt x="6300" y="1608"/>
                  </a:cubicBezTo>
                  <a:lnTo>
                    <a:pt x="6333" y="1576"/>
                  </a:lnTo>
                  <a:cubicBezTo>
                    <a:pt x="6365" y="1447"/>
                    <a:pt x="6493" y="1190"/>
                    <a:pt x="6654" y="933"/>
                  </a:cubicBezTo>
                  <a:cubicBezTo>
                    <a:pt x="6718" y="804"/>
                    <a:pt x="6815" y="708"/>
                    <a:pt x="6879" y="644"/>
                  </a:cubicBezTo>
                  <a:cubicBezTo>
                    <a:pt x="6975" y="579"/>
                    <a:pt x="7040" y="547"/>
                    <a:pt x="7104" y="547"/>
                  </a:cubicBezTo>
                  <a:close/>
                  <a:moveTo>
                    <a:pt x="7104" y="1"/>
                  </a:moveTo>
                  <a:cubicBezTo>
                    <a:pt x="6847" y="1"/>
                    <a:pt x="6654" y="129"/>
                    <a:pt x="6493" y="290"/>
                  </a:cubicBezTo>
                  <a:cubicBezTo>
                    <a:pt x="6268" y="483"/>
                    <a:pt x="6108" y="772"/>
                    <a:pt x="5979" y="1029"/>
                  </a:cubicBezTo>
                  <a:cubicBezTo>
                    <a:pt x="5883" y="1254"/>
                    <a:pt x="5818" y="1447"/>
                    <a:pt x="5818" y="1447"/>
                  </a:cubicBezTo>
                  <a:cubicBezTo>
                    <a:pt x="5786" y="1447"/>
                    <a:pt x="4340" y="6012"/>
                    <a:pt x="2893" y="11283"/>
                  </a:cubicBezTo>
                  <a:cubicBezTo>
                    <a:pt x="2186" y="13919"/>
                    <a:pt x="1447" y="16748"/>
                    <a:pt x="900" y="19255"/>
                  </a:cubicBezTo>
                  <a:cubicBezTo>
                    <a:pt x="354" y="21795"/>
                    <a:pt x="0" y="24013"/>
                    <a:pt x="0" y="25523"/>
                  </a:cubicBezTo>
                  <a:cubicBezTo>
                    <a:pt x="0" y="26006"/>
                    <a:pt x="32" y="26423"/>
                    <a:pt x="129" y="26745"/>
                  </a:cubicBezTo>
                  <a:cubicBezTo>
                    <a:pt x="739" y="28706"/>
                    <a:pt x="2411" y="30988"/>
                    <a:pt x="4179" y="32820"/>
                  </a:cubicBezTo>
                  <a:cubicBezTo>
                    <a:pt x="5079" y="33720"/>
                    <a:pt x="6011" y="34524"/>
                    <a:pt x="6847" y="35070"/>
                  </a:cubicBezTo>
                  <a:cubicBezTo>
                    <a:pt x="7265" y="35360"/>
                    <a:pt x="7683" y="35585"/>
                    <a:pt x="8036" y="35745"/>
                  </a:cubicBezTo>
                  <a:cubicBezTo>
                    <a:pt x="8422" y="35906"/>
                    <a:pt x="8776" y="36002"/>
                    <a:pt x="9097" y="36002"/>
                  </a:cubicBezTo>
                  <a:cubicBezTo>
                    <a:pt x="9193" y="36002"/>
                    <a:pt x="9322" y="35970"/>
                    <a:pt x="9418" y="35906"/>
                  </a:cubicBezTo>
                  <a:cubicBezTo>
                    <a:pt x="9611" y="35810"/>
                    <a:pt x="9740" y="35617"/>
                    <a:pt x="9868" y="35392"/>
                  </a:cubicBezTo>
                  <a:cubicBezTo>
                    <a:pt x="10126" y="34942"/>
                    <a:pt x="10351" y="34331"/>
                    <a:pt x="10576" y="33527"/>
                  </a:cubicBezTo>
                  <a:cubicBezTo>
                    <a:pt x="11315" y="30763"/>
                    <a:pt x="11958" y="26038"/>
                    <a:pt x="12408" y="21795"/>
                  </a:cubicBezTo>
                  <a:cubicBezTo>
                    <a:pt x="12633" y="19705"/>
                    <a:pt x="12826" y="17712"/>
                    <a:pt x="12954" y="16137"/>
                  </a:cubicBezTo>
                  <a:cubicBezTo>
                    <a:pt x="13051" y="14562"/>
                    <a:pt x="13115" y="13469"/>
                    <a:pt x="13115" y="13051"/>
                  </a:cubicBezTo>
                  <a:cubicBezTo>
                    <a:pt x="13115" y="12505"/>
                    <a:pt x="12890" y="11733"/>
                    <a:pt x="12536" y="10769"/>
                  </a:cubicBezTo>
                  <a:cubicBezTo>
                    <a:pt x="11990" y="9323"/>
                    <a:pt x="11186" y="7522"/>
                    <a:pt x="10383" y="5819"/>
                  </a:cubicBezTo>
                  <a:cubicBezTo>
                    <a:pt x="9579" y="4115"/>
                    <a:pt x="8808" y="2476"/>
                    <a:pt x="8390" y="1447"/>
                  </a:cubicBezTo>
                  <a:cubicBezTo>
                    <a:pt x="8197" y="933"/>
                    <a:pt x="8004" y="611"/>
                    <a:pt x="7779" y="386"/>
                  </a:cubicBezTo>
                  <a:cubicBezTo>
                    <a:pt x="7586" y="129"/>
                    <a:pt x="7329" y="1"/>
                    <a:pt x="7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4295;p64">
              <a:extLst>
                <a:ext uri="{FF2B5EF4-FFF2-40B4-BE49-F238E27FC236}">
                  <a16:creationId xmlns:a16="http://schemas.microsoft.com/office/drawing/2014/main" id="{3FC39AC1-5469-6E00-57B6-769D4F9BD627}"/>
                </a:ext>
              </a:extLst>
            </p:cNvPr>
            <p:cNvSpPr/>
            <p:nvPr/>
          </p:nvSpPr>
          <p:spPr>
            <a:xfrm>
              <a:off x="2044450" y="3431675"/>
              <a:ext cx="838175" cy="676200"/>
            </a:xfrm>
            <a:custGeom>
              <a:avLst/>
              <a:gdLst/>
              <a:ahLst/>
              <a:cxnLst/>
              <a:rect l="l" t="t" r="r" b="b"/>
              <a:pathLst>
                <a:path w="33527" h="27048" extrusionOk="0">
                  <a:moveTo>
                    <a:pt x="27612" y="0"/>
                  </a:moveTo>
                  <a:cubicBezTo>
                    <a:pt x="23626" y="0"/>
                    <a:pt x="6622" y="193"/>
                    <a:pt x="3408" y="2090"/>
                  </a:cubicBezTo>
                  <a:cubicBezTo>
                    <a:pt x="193" y="3986"/>
                    <a:pt x="0" y="18162"/>
                    <a:pt x="0" y="21376"/>
                  </a:cubicBezTo>
                  <a:cubicBezTo>
                    <a:pt x="0" y="24591"/>
                    <a:pt x="3215" y="26841"/>
                    <a:pt x="7554" y="27034"/>
                  </a:cubicBezTo>
                  <a:cubicBezTo>
                    <a:pt x="7766" y="27043"/>
                    <a:pt x="8010" y="27048"/>
                    <a:pt x="8285" y="27048"/>
                  </a:cubicBezTo>
                  <a:cubicBezTo>
                    <a:pt x="13678" y="27048"/>
                    <a:pt x="30523" y="25330"/>
                    <a:pt x="32145" y="25330"/>
                  </a:cubicBezTo>
                  <a:cubicBezTo>
                    <a:pt x="33013" y="25330"/>
                    <a:pt x="33366" y="23691"/>
                    <a:pt x="33430" y="21537"/>
                  </a:cubicBezTo>
                  <a:cubicBezTo>
                    <a:pt x="33527" y="18162"/>
                    <a:pt x="32948" y="13597"/>
                    <a:pt x="32916" y="12633"/>
                  </a:cubicBezTo>
                  <a:cubicBezTo>
                    <a:pt x="32691" y="9451"/>
                    <a:pt x="32498" y="0"/>
                    <a:pt x="276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4296;p64">
              <a:extLst>
                <a:ext uri="{FF2B5EF4-FFF2-40B4-BE49-F238E27FC236}">
                  <a16:creationId xmlns:a16="http://schemas.microsoft.com/office/drawing/2014/main" id="{44AEF49F-63D4-C032-B349-090871351D36}"/>
                </a:ext>
              </a:extLst>
            </p:cNvPr>
            <p:cNvSpPr/>
            <p:nvPr/>
          </p:nvSpPr>
          <p:spPr>
            <a:xfrm>
              <a:off x="2038025" y="3425250"/>
              <a:ext cx="849425" cy="689525"/>
            </a:xfrm>
            <a:custGeom>
              <a:avLst/>
              <a:gdLst/>
              <a:ahLst/>
              <a:cxnLst/>
              <a:rect l="l" t="t" r="r" b="b"/>
              <a:pathLst>
                <a:path w="33977" h="27581" extrusionOk="0">
                  <a:moveTo>
                    <a:pt x="27869" y="514"/>
                  </a:moveTo>
                  <a:cubicBezTo>
                    <a:pt x="28994" y="547"/>
                    <a:pt x="29830" y="1061"/>
                    <a:pt x="30505" y="1961"/>
                  </a:cubicBezTo>
                  <a:cubicBezTo>
                    <a:pt x="31534" y="3279"/>
                    <a:pt x="32080" y="5433"/>
                    <a:pt x="32402" y="7522"/>
                  </a:cubicBezTo>
                  <a:cubicBezTo>
                    <a:pt x="32723" y="9643"/>
                    <a:pt x="32820" y="11701"/>
                    <a:pt x="32884" y="12922"/>
                  </a:cubicBezTo>
                  <a:cubicBezTo>
                    <a:pt x="32916" y="13372"/>
                    <a:pt x="33045" y="14562"/>
                    <a:pt x="33173" y="16040"/>
                  </a:cubicBezTo>
                  <a:cubicBezTo>
                    <a:pt x="33302" y="17519"/>
                    <a:pt x="33430" y="19319"/>
                    <a:pt x="33430" y="20926"/>
                  </a:cubicBezTo>
                  <a:cubicBezTo>
                    <a:pt x="33430" y="21215"/>
                    <a:pt x="33430" y="21505"/>
                    <a:pt x="33430" y="21794"/>
                  </a:cubicBezTo>
                  <a:cubicBezTo>
                    <a:pt x="33398" y="22855"/>
                    <a:pt x="33270" y="23787"/>
                    <a:pt x="33077" y="24430"/>
                  </a:cubicBezTo>
                  <a:cubicBezTo>
                    <a:pt x="32980" y="24751"/>
                    <a:pt x="32884" y="24976"/>
                    <a:pt x="32755" y="25137"/>
                  </a:cubicBezTo>
                  <a:cubicBezTo>
                    <a:pt x="32627" y="25266"/>
                    <a:pt x="32530" y="25330"/>
                    <a:pt x="32402" y="25330"/>
                  </a:cubicBezTo>
                  <a:cubicBezTo>
                    <a:pt x="31952" y="25330"/>
                    <a:pt x="30602" y="25426"/>
                    <a:pt x="28705" y="25587"/>
                  </a:cubicBezTo>
                  <a:cubicBezTo>
                    <a:pt x="23016" y="26069"/>
                    <a:pt x="12536" y="27034"/>
                    <a:pt x="8518" y="27034"/>
                  </a:cubicBezTo>
                  <a:lnTo>
                    <a:pt x="7843" y="27034"/>
                  </a:lnTo>
                  <a:cubicBezTo>
                    <a:pt x="5690" y="26937"/>
                    <a:pt x="3857" y="26326"/>
                    <a:pt x="2572" y="25362"/>
                  </a:cubicBezTo>
                  <a:cubicBezTo>
                    <a:pt x="1286" y="24430"/>
                    <a:pt x="514" y="23144"/>
                    <a:pt x="514" y="21633"/>
                  </a:cubicBezTo>
                  <a:cubicBezTo>
                    <a:pt x="514" y="20026"/>
                    <a:pt x="579" y="15687"/>
                    <a:pt x="1029" y="11508"/>
                  </a:cubicBezTo>
                  <a:cubicBezTo>
                    <a:pt x="1254" y="9418"/>
                    <a:pt x="1575" y="7393"/>
                    <a:pt x="2025" y="5786"/>
                  </a:cubicBezTo>
                  <a:cubicBezTo>
                    <a:pt x="2250" y="4950"/>
                    <a:pt x="2540" y="4243"/>
                    <a:pt x="2829" y="3697"/>
                  </a:cubicBezTo>
                  <a:cubicBezTo>
                    <a:pt x="3118" y="3150"/>
                    <a:pt x="3472" y="2765"/>
                    <a:pt x="3793" y="2572"/>
                  </a:cubicBezTo>
                  <a:cubicBezTo>
                    <a:pt x="4147" y="2347"/>
                    <a:pt x="4758" y="2154"/>
                    <a:pt x="5529" y="1961"/>
                  </a:cubicBezTo>
                  <a:cubicBezTo>
                    <a:pt x="8229" y="1318"/>
                    <a:pt x="12954" y="964"/>
                    <a:pt x="17422" y="772"/>
                  </a:cubicBezTo>
                  <a:cubicBezTo>
                    <a:pt x="21890" y="579"/>
                    <a:pt x="26134" y="514"/>
                    <a:pt x="27869" y="514"/>
                  </a:cubicBezTo>
                  <a:close/>
                  <a:moveTo>
                    <a:pt x="27869" y="0"/>
                  </a:moveTo>
                  <a:cubicBezTo>
                    <a:pt x="25876" y="0"/>
                    <a:pt x="20605" y="32"/>
                    <a:pt x="15462" y="322"/>
                  </a:cubicBezTo>
                  <a:cubicBezTo>
                    <a:pt x="12890" y="482"/>
                    <a:pt x="10318" y="675"/>
                    <a:pt x="8197" y="964"/>
                  </a:cubicBezTo>
                  <a:cubicBezTo>
                    <a:pt x="7136" y="1093"/>
                    <a:pt x="6204" y="1254"/>
                    <a:pt x="5400" y="1447"/>
                  </a:cubicBezTo>
                  <a:cubicBezTo>
                    <a:pt x="4597" y="1639"/>
                    <a:pt x="3986" y="1864"/>
                    <a:pt x="3536" y="2122"/>
                  </a:cubicBezTo>
                  <a:cubicBezTo>
                    <a:pt x="3054" y="2379"/>
                    <a:pt x="2700" y="2861"/>
                    <a:pt x="2347" y="3440"/>
                  </a:cubicBezTo>
                  <a:cubicBezTo>
                    <a:pt x="1800" y="4500"/>
                    <a:pt x="1350" y="5979"/>
                    <a:pt x="1029" y="7650"/>
                  </a:cubicBezTo>
                  <a:cubicBezTo>
                    <a:pt x="64" y="12665"/>
                    <a:pt x="0" y="19512"/>
                    <a:pt x="0" y="21633"/>
                  </a:cubicBezTo>
                  <a:cubicBezTo>
                    <a:pt x="0" y="23305"/>
                    <a:pt x="836" y="24784"/>
                    <a:pt x="2250" y="25812"/>
                  </a:cubicBezTo>
                  <a:cubicBezTo>
                    <a:pt x="3665" y="26841"/>
                    <a:pt x="5593" y="27452"/>
                    <a:pt x="7811" y="27548"/>
                  </a:cubicBezTo>
                  <a:cubicBezTo>
                    <a:pt x="8004" y="27580"/>
                    <a:pt x="8261" y="27580"/>
                    <a:pt x="8518" y="27580"/>
                  </a:cubicBezTo>
                  <a:cubicBezTo>
                    <a:pt x="11219" y="27580"/>
                    <a:pt x="16780" y="27130"/>
                    <a:pt x="21890" y="26712"/>
                  </a:cubicBezTo>
                  <a:cubicBezTo>
                    <a:pt x="24430" y="26487"/>
                    <a:pt x="26873" y="26294"/>
                    <a:pt x="28769" y="26134"/>
                  </a:cubicBezTo>
                  <a:cubicBezTo>
                    <a:pt x="30634" y="25973"/>
                    <a:pt x="32016" y="25844"/>
                    <a:pt x="32402" y="25844"/>
                  </a:cubicBezTo>
                  <a:cubicBezTo>
                    <a:pt x="32691" y="25844"/>
                    <a:pt x="32980" y="25716"/>
                    <a:pt x="33173" y="25459"/>
                  </a:cubicBezTo>
                  <a:cubicBezTo>
                    <a:pt x="33462" y="25105"/>
                    <a:pt x="33623" y="24623"/>
                    <a:pt x="33752" y="23980"/>
                  </a:cubicBezTo>
                  <a:cubicBezTo>
                    <a:pt x="33848" y="23369"/>
                    <a:pt x="33912" y="22630"/>
                    <a:pt x="33945" y="21826"/>
                  </a:cubicBezTo>
                  <a:cubicBezTo>
                    <a:pt x="33945" y="21537"/>
                    <a:pt x="33977" y="21215"/>
                    <a:pt x="33977" y="20926"/>
                  </a:cubicBezTo>
                  <a:cubicBezTo>
                    <a:pt x="33977" y="19287"/>
                    <a:pt x="33848" y="17487"/>
                    <a:pt x="33720" y="15976"/>
                  </a:cubicBezTo>
                  <a:cubicBezTo>
                    <a:pt x="33591" y="14497"/>
                    <a:pt x="33462" y="13308"/>
                    <a:pt x="33430" y="12890"/>
                  </a:cubicBezTo>
                  <a:cubicBezTo>
                    <a:pt x="33334" y="11283"/>
                    <a:pt x="33205" y="8101"/>
                    <a:pt x="32530" y="5304"/>
                  </a:cubicBezTo>
                  <a:cubicBezTo>
                    <a:pt x="32177" y="3922"/>
                    <a:pt x="31662" y="2604"/>
                    <a:pt x="30923" y="1639"/>
                  </a:cubicBezTo>
                  <a:cubicBezTo>
                    <a:pt x="30184" y="643"/>
                    <a:pt x="29155" y="0"/>
                    <a:pt x="278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4297;p64">
              <a:extLst>
                <a:ext uri="{FF2B5EF4-FFF2-40B4-BE49-F238E27FC236}">
                  <a16:creationId xmlns:a16="http://schemas.microsoft.com/office/drawing/2014/main" id="{475857BB-1188-B91A-0A8B-1397D6CE54C1}"/>
                </a:ext>
              </a:extLst>
            </p:cNvPr>
            <p:cNvSpPr/>
            <p:nvPr/>
          </p:nvSpPr>
          <p:spPr>
            <a:xfrm>
              <a:off x="2705825" y="3762375"/>
              <a:ext cx="401825" cy="213375"/>
            </a:xfrm>
            <a:custGeom>
              <a:avLst/>
              <a:gdLst/>
              <a:ahLst/>
              <a:cxnLst/>
              <a:rect l="l" t="t" r="r" b="b"/>
              <a:pathLst>
                <a:path w="16073" h="8535" extrusionOk="0">
                  <a:moveTo>
                    <a:pt x="7152" y="0"/>
                  </a:moveTo>
                  <a:cubicBezTo>
                    <a:pt x="3680" y="0"/>
                    <a:pt x="0" y="209"/>
                    <a:pt x="0" y="209"/>
                  </a:cubicBezTo>
                  <a:lnTo>
                    <a:pt x="2090" y="8502"/>
                  </a:lnTo>
                  <a:cubicBezTo>
                    <a:pt x="2090" y="8502"/>
                    <a:pt x="3100" y="8534"/>
                    <a:pt x="4560" y="8534"/>
                  </a:cubicBezTo>
                  <a:cubicBezTo>
                    <a:pt x="8149" y="8534"/>
                    <a:pt x="14455" y="8339"/>
                    <a:pt x="15140" y="6991"/>
                  </a:cubicBezTo>
                  <a:cubicBezTo>
                    <a:pt x="16072" y="5127"/>
                    <a:pt x="15140" y="1141"/>
                    <a:pt x="12665" y="402"/>
                  </a:cubicBezTo>
                  <a:cubicBezTo>
                    <a:pt x="11688" y="93"/>
                    <a:pt x="9466" y="0"/>
                    <a:pt x="71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4298;p64">
              <a:extLst>
                <a:ext uri="{FF2B5EF4-FFF2-40B4-BE49-F238E27FC236}">
                  <a16:creationId xmlns:a16="http://schemas.microsoft.com/office/drawing/2014/main" id="{C7C06AFB-50DC-15D7-723B-7E8EACEE3E6A}"/>
                </a:ext>
              </a:extLst>
            </p:cNvPr>
            <p:cNvSpPr/>
            <p:nvPr/>
          </p:nvSpPr>
          <p:spPr>
            <a:xfrm>
              <a:off x="2699375" y="3755525"/>
              <a:ext cx="400225" cy="227450"/>
            </a:xfrm>
            <a:custGeom>
              <a:avLst/>
              <a:gdLst/>
              <a:ahLst/>
              <a:cxnLst/>
              <a:rect l="l" t="t" r="r" b="b"/>
              <a:pathLst>
                <a:path w="16009" h="9098" extrusionOk="0">
                  <a:moveTo>
                    <a:pt x="7394" y="547"/>
                  </a:moveTo>
                  <a:cubicBezTo>
                    <a:pt x="8551" y="547"/>
                    <a:pt x="9709" y="547"/>
                    <a:pt x="10641" y="611"/>
                  </a:cubicBezTo>
                  <a:cubicBezTo>
                    <a:pt x="11605" y="676"/>
                    <a:pt x="12409" y="772"/>
                    <a:pt x="12859" y="901"/>
                  </a:cubicBezTo>
                  <a:cubicBezTo>
                    <a:pt x="13662" y="1158"/>
                    <a:pt x="14337" y="1833"/>
                    <a:pt x="14787" y="2701"/>
                  </a:cubicBezTo>
                  <a:cubicBezTo>
                    <a:pt x="15237" y="3536"/>
                    <a:pt x="15495" y="4565"/>
                    <a:pt x="15495" y="5497"/>
                  </a:cubicBezTo>
                  <a:cubicBezTo>
                    <a:pt x="15495" y="6140"/>
                    <a:pt x="15366" y="6719"/>
                    <a:pt x="15141" y="7169"/>
                  </a:cubicBezTo>
                  <a:cubicBezTo>
                    <a:pt x="15109" y="7233"/>
                    <a:pt x="14980" y="7362"/>
                    <a:pt x="14755" y="7490"/>
                  </a:cubicBezTo>
                  <a:cubicBezTo>
                    <a:pt x="14370" y="7715"/>
                    <a:pt x="13727" y="7876"/>
                    <a:pt x="12955" y="8037"/>
                  </a:cubicBezTo>
                  <a:cubicBezTo>
                    <a:pt x="10641" y="8454"/>
                    <a:pt x="7105" y="8551"/>
                    <a:pt x="4758" y="8551"/>
                  </a:cubicBezTo>
                  <a:lnTo>
                    <a:pt x="3023" y="8551"/>
                  </a:lnTo>
                  <a:cubicBezTo>
                    <a:pt x="2830" y="8536"/>
                    <a:pt x="2672" y="8528"/>
                    <a:pt x="2557" y="8524"/>
                  </a:cubicBezTo>
                  <a:lnTo>
                    <a:pt x="2557" y="8524"/>
                  </a:lnTo>
                  <a:lnTo>
                    <a:pt x="594" y="729"/>
                  </a:lnTo>
                  <a:lnTo>
                    <a:pt x="594" y="729"/>
                  </a:lnTo>
                  <a:cubicBezTo>
                    <a:pt x="680" y="724"/>
                    <a:pt x="783" y="718"/>
                    <a:pt x="901" y="708"/>
                  </a:cubicBezTo>
                  <a:cubicBezTo>
                    <a:pt x="2090" y="643"/>
                    <a:pt x="4823" y="547"/>
                    <a:pt x="7394" y="547"/>
                  </a:cubicBezTo>
                  <a:close/>
                  <a:moveTo>
                    <a:pt x="7394" y="0"/>
                  </a:moveTo>
                  <a:cubicBezTo>
                    <a:pt x="3923" y="0"/>
                    <a:pt x="258" y="193"/>
                    <a:pt x="258" y="193"/>
                  </a:cubicBezTo>
                  <a:cubicBezTo>
                    <a:pt x="162" y="193"/>
                    <a:pt x="97" y="258"/>
                    <a:pt x="65" y="322"/>
                  </a:cubicBezTo>
                  <a:cubicBezTo>
                    <a:pt x="1" y="386"/>
                    <a:pt x="1" y="451"/>
                    <a:pt x="1" y="547"/>
                  </a:cubicBezTo>
                  <a:lnTo>
                    <a:pt x="2090" y="8840"/>
                  </a:lnTo>
                  <a:cubicBezTo>
                    <a:pt x="2123" y="8969"/>
                    <a:pt x="2219" y="9065"/>
                    <a:pt x="2348" y="9065"/>
                  </a:cubicBezTo>
                  <a:cubicBezTo>
                    <a:pt x="2348" y="9065"/>
                    <a:pt x="3344" y="9097"/>
                    <a:pt x="4758" y="9097"/>
                  </a:cubicBezTo>
                  <a:cubicBezTo>
                    <a:pt x="6558" y="9097"/>
                    <a:pt x="9066" y="9033"/>
                    <a:pt x="11187" y="8808"/>
                  </a:cubicBezTo>
                  <a:cubicBezTo>
                    <a:pt x="12280" y="8712"/>
                    <a:pt x="13244" y="8551"/>
                    <a:pt x="14016" y="8358"/>
                  </a:cubicBezTo>
                  <a:cubicBezTo>
                    <a:pt x="14402" y="8229"/>
                    <a:pt x="14755" y="8101"/>
                    <a:pt x="15012" y="7972"/>
                  </a:cubicBezTo>
                  <a:cubicBezTo>
                    <a:pt x="15270" y="7812"/>
                    <a:pt x="15495" y="7651"/>
                    <a:pt x="15623" y="7394"/>
                  </a:cubicBezTo>
                  <a:cubicBezTo>
                    <a:pt x="15880" y="6847"/>
                    <a:pt x="16009" y="6204"/>
                    <a:pt x="16009" y="5497"/>
                  </a:cubicBezTo>
                  <a:cubicBezTo>
                    <a:pt x="16009" y="4469"/>
                    <a:pt x="15752" y="3376"/>
                    <a:pt x="15270" y="2443"/>
                  </a:cubicBezTo>
                  <a:cubicBezTo>
                    <a:pt x="14755" y="1511"/>
                    <a:pt x="14016" y="708"/>
                    <a:pt x="13019" y="418"/>
                  </a:cubicBezTo>
                  <a:cubicBezTo>
                    <a:pt x="12473" y="225"/>
                    <a:pt x="11669" y="129"/>
                    <a:pt x="10673" y="97"/>
                  </a:cubicBezTo>
                  <a:cubicBezTo>
                    <a:pt x="9709" y="33"/>
                    <a:pt x="8584" y="0"/>
                    <a:pt x="7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4299;p64">
              <a:extLst>
                <a:ext uri="{FF2B5EF4-FFF2-40B4-BE49-F238E27FC236}">
                  <a16:creationId xmlns:a16="http://schemas.microsoft.com/office/drawing/2014/main" id="{A735DD2B-1CF8-A821-CD9A-8251D9C881D0}"/>
                </a:ext>
              </a:extLst>
            </p:cNvPr>
            <p:cNvSpPr/>
            <p:nvPr/>
          </p:nvSpPr>
          <p:spPr>
            <a:xfrm>
              <a:off x="1997025" y="3365950"/>
              <a:ext cx="784350" cy="686200"/>
            </a:xfrm>
            <a:custGeom>
              <a:avLst/>
              <a:gdLst/>
              <a:ahLst/>
              <a:cxnLst/>
              <a:rect l="l" t="t" r="r" b="b"/>
              <a:pathLst>
                <a:path w="31374" h="27448" extrusionOk="0">
                  <a:moveTo>
                    <a:pt x="18186" y="0"/>
                  </a:moveTo>
                  <a:cubicBezTo>
                    <a:pt x="15605" y="0"/>
                    <a:pt x="13032" y="140"/>
                    <a:pt x="10962" y="540"/>
                  </a:cubicBezTo>
                  <a:cubicBezTo>
                    <a:pt x="4180" y="1890"/>
                    <a:pt x="1319" y="5844"/>
                    <a:pt x="1158" y="6615"/>
                  </a:cubicBezTo>
                  <a:cubicBezTo>
                    <a:pt x="1158" y="6615"/>
                    <a:pt x="1" y="10183"/>
                    <a:pt x="194" y="14362"/>
                  </a:cubicBezTo>
                  <a:cubicBezTo>
                    <a:pt x="387" y="18509"/>
                    <a:pt x="1512" y="22655"/>
                    <a:pt x="7201" y="26063"/>
                  </a:cubicBezTo>
                  <a:cubicBezTo>
                    <a:pt x="8905" y="27089"/>
                    <a:pt x="11774" y="27447"/>
                    <a:pt x="14953" y="27447"/>
                  </a:cubicBezTo>
                  <a:cubicBezTo>
                    <a:pt x="22331" y="27447"/>
                    <a:pt x="31374" y="25516"/>
                    <a:pt x="31374" y="25516"/>
                  </a:cubicBezTo>
                  <a:lnTo>
                    <a:pt x="30056" y="733"/>
                  </a:lnTo>
                  <a:cubicBezTo>
                    <a:pt x="30056" y="733"/>
                    <a:pt x="24102" y="0"/>
                    <a:pt x="18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4300;p64">
              <a:extLst>
                <a:ext uri="{FF2B5EF4-FFF2-40B4-BE49-F238E27FC236}">
                  <a16:creationId xmlns:a16="http://schemas.microsoft.com/office/drawing/2014/main" id="{FB477329-6FB6-689E-2D1D-8FA73F901B2D}"/>
                </a:ext>
              </a:extLst>
            </p:cNvPr>
            <p:cNvSpPr/>
            <p:nvPr/>
          </p:nvSpPr>
          <p:spPr>
            <a:xfrm>
              <a:off x="1994625" y="3359350"/>
              <a:ext cx="793975" cy="699150"/>
            </a:xfrm>
            <a:custGeom>
              <a:avLst/>
              <a:gdLst/>
              <a:ahLst/>
              <a:cxnLst/>
              <a:rect l="l" t="t" r="r" b="b"/>
              <a:pathLst>
                <a:path w="31759" h="27966" extrusionOk="0">
                  <a:moveTo>
                    <a:pt x="18291" y="547"/>
                  </a:moveTo>
                  <a:cubicBezTo>
                    <a:pt x="21248" y="547"/>
                    <a:pt x="24205" y="740"/>
                    <a:pt x="26423" y="900"/>
                  </a:cubicBezTo>
                  <a:cubicBezTo>
                    <a:pt x="27548" y="997"/>
                    <a:pt x="28448" y="1093"/>
                    <a:pt x="29123" y="1157"/>
                  </a:cubicBezTo>
                  <a:cubicBezTo>
                    <a:pt x="29474" y="1193"/>
                    <a:pt x="29738" y="1228"/>
                    <a:pt x="29907" y="1252"/>
                  </a:cubicBezTo>
                  <a:lnTo>
                    <a:pt x="29907" y="1252"/>
                  </a:lnTo>
                  <a:lnTo>
                    <a:pt x="31200" y="25544"/>
                  </a:lnTo>
                  <a:lnTo>
                    <a:pt x="31200" y="25544"/>
                  </a:lnTo>
                  <a:cubicBezTo>
                    <a:pt x="31147" y="25556"/>
                    <a:pt x="31087" y="25571"/>
                    <a:pt x="31020" y="25587"/>
                  </a:cubicBezTo>
                  <a:cubicBezTo>
                    <a:pt x="29187" y="25973"/>
                    <a:pt x="21441" y="27452"/>
                    <a:pt x="15012" y="27452"/>
                  </a:cubicBezTo>
                  <a:cubicBezTo>
                    <a:pt x="11862" y="27452"/>
                    <a:pt x="9033" y="27066"/>
                    <a:pt x="7426" y="26102"/>
                  </a:cubicBezTo>
                  <a:cubicBezTo>
                    <a:pt x="4629" y="24430"/>
                    <a:pt x="2958" y="22566"/>
                    <a:pt x="1961" y="20637"/>
                  </a:cubicBezTo>
                  <a:cubicBezTo>
                    <a:pt x="997" y="18708"/>
                    <a:pt x="643" y="16651"/>
                    <a:pt x="547" y="14594"/>
                  </a:cubicBezTo>
                  <a:cubicBezTo>
                    <a:pt x="547" y="14272"/>
                    <a:pt x="547" y="13983"/>
                    <a:pt x="547" y="13662"/>
                  </a:cubicBezTo>
                  <a:cubicBezTo>
                    <a:pt x="547" y="11829"/>
                    <a:pt x="772" y="10126"/>
                    <a:pt x="1029" y="8904"/>
                  </a:cubicBezTo>
                  <a:cubicBezTo>
                    <a:pt x="1125" y="8294"/>
                    <a:pt x="1254" y="7811"/>
                    <a:pt x="1350" y="7458"/>
                  </a:cubicBezTo>
                  <a:cubicBezTo>
                    <a:pt x="1383" y="7297"/>
                    <a:pt x="1415" y="7168"/>
                    <a:pt x="1447" y="7072"/>
                  </a:cubicBezTo>
                  <a:cubicBezTo>
                    <a:pt x="1479" y="6976"/>
                    <a:pt x="1479" y="6943"/>
                    <a:pt x="1479" y="6943"/>
                  </a:cubicBezTo>
                  <a:lnTo>
                    <a:pt x="1511" y="6943"/>
                  </a:lnTo>
                  <a:cubicBezTo>
                    <a:pt x="1511" y="6879"/>
                    <a:pt x="1575" y="6751"/>
                    <a:pt x="1672" y="6590"/>
                  </a:cubicBezTo>
                  <a:cubicBezTo>
                    <a:pt x="2025" y="5979"/>
                    <a:pt x="2925" y="4886"/>
                    <a:pt x="4468" y="3793"/>
                  </a:cubicBezTo>
                  <a:cubicBezTo>
                    <a:pt x="6011" y="2733"/>
                    <a:pt x="8165" y="1640"/>
                    <a:pt x="11122" y="1093"/>
                  </a:cubicBezTo>
                  <a:cubicBezTo>
                    <a:pt x="13147" y="675"/>
                    <a:pt x="15719" y="547"/>
                    <a:pt x="18291" y="547"/>
                  </a:cubicBezTo>
                  <a:close/>
                  <a:moveTo>
                    <a:pt x="18291" y="0"/>
                  </a:moveTo>
                  <a:cubicBezTo>
                    <a:pt x="15719" y="0"/>
                    <a:pt x="13115" y="161"/>
                    <a:pt x="11026" y="547"/>
                  </a:cubicBezTo>
                  <a:cubicBezTo>
                    <a:pt x="7586" y="1222"/>
                    <a:pt x="5111" y="2572"/>
                    <a:pt x="3504" y="3858"/>
                  </a:cubicBezTo>
                  <a:cubicBezTo>
                    <a:pt x="2700" y="4468"/>
                    <a:pt x="2090" y="5111"/>
                    <a:pt x="1704" y="5626"/>
                  </a:cubicBezTo>
                  <a:cubicBezTo>
                    <a:pt x="1479" y="5883"/>
                    <a:pt x="1318" y="6108"/>
                    <a:pt x="1222" y="6301"/>
                  </a:cubicBezTo>
                  <a:cubicBezTo>
                    <a:pt x="1093" y="6493"/>
                    <a:pt x="1029" y="6654"/>
                    <a:pt x="965" y="6815"/>
                  </a:cubicBezTo>
                  <a:lnTo>
                    <a:pt x="982" y="6819"/>
                  </a:lnTo>
                  <a:lnTo>
                    <a:pt x="982" y="6819"/>
                  </a:lnTo>
                  <a:cubicBezTo>
                    <a:pt x="855" y="7174"/>
                    <a:pt x="0" y="10090"/>
                    <a:pt x="0" y="13662"/>
                  </a:cubicBezTo>
                  <a:cubicBezTo>
                    <a:pt x="0" y="13983"/>
                    <a:pt x="0" y="14305"/>
                    <a:pt x="32" y="14626"/>
                  </a:cubicBezTo>
                  <a:cubicBezTo>
                    <a:pt x="129" y="16715"/>
                    <a:pt x="450" y="18837"/>
                    <a:pt x="1511" y="20894"/>
                  </a:cubicBezTo>
                  <a:cubicBezTo>
                    <a:pt x="2540" y="22919"/>
                    <a:pt x="4276" y="24848"/>
                    <a:pt x="7136" y="26552"/>
                  </a:cubicBezTo>
                  <a:cubicBezTo>
                    <a:pt x="8936" y="27645"/>
                    <a:pt x="11829" y="27966"/>
                    <a:pt x="15012" y="27966"/>
                  </a:cubicBezTo>
                  <a:cubicBezTo>
                    <a:pt x="22437" y="27966"/>
                    <a:pt x="31534" y="26037"/>
                    <a:pt x="31534" y="26037"/>
                  </a:cubicBezTo>
                  <a:cubicBezTo>
                    <a:pt x="31663" y="26005"/>
                    <a:pt x="31759" y="25877"/>
                    <a:pt x="31759" y="25748"/>
                  </a:cubicBezTo>
                  <a:lnTo>
                    <a:pt x="30441" y="997"/>
                  </a:lnTo>
                  <a:cubicBezTo>
                    <a:pt x="30409" y="868"/>
                    <a:pt x="30313" y="772"/>
                    <a:pt x="30184" y="740"/>
                  </a:cubicBezTo>
                  <a:cubicBezTo>
                    <a:pt x="30184" y="740"/>
                    <a:pt x="24237" y="0"/>
                    <a:pt x="18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4301;p64">
              <a:extLst>
                <a:ext uri="{FF2B5EF4-FFF2-40B4-BE49-F238E27FC236}">
                  <a16:creationId xmlns:a16="http://schemas.microsoft.com/office/drawing/2014/main" id="{6234F6D7-22C4-46D9-844C-08F47BF12B33}"/>
                </a:ext>
              </a:extLst>
            </p:cNvPr>
            <p:cNvSpPr/>
            <p:nvPr/>
          </p:nvSpPr>
          <p:spPr>
            <a:xfrm>
              <a:off x="4052675" y="1352675"/>
              <a:ext cx="217625" cy="519725"/>
            </a:xfrm>
            <a:custGeom>
              <a:avLst/>
              <a:gdLst/>
              <a:ahLst/>
              <a:cxnLst/>
              <a:rect l="l" t="t" r="r" b="b"/>
              <a:pathLst>
                <a:path w="8705" h="20789" extrusionOk="0">
                  <a:moveTo>
                    <a:pt x="7541" y="0"/>
                  </a:moveTo>
                  <a:cubicBezTo>
                    <a:pt x="7524" y="0"/>
                    <a:pt x="7507" y="1"/>
                    <a:pt x="7490" y="2"/>
                  </a:cubicBezTo>
                  <a:cubicBezTo>
                    <a:pt x="7490" y="2"/>
                    <a:pt x="5368" y="2124"/>
                    <a:pt x="4340" y="4985"/>
                  </a:cubicBezTo>
                  <a:cubicBezTo>
                    <a:pt x="3343" y="7814"/>
                    <a:pt x="0" y="16332"/>
                    <a:pt x="97" y="17939"/>
                  </a:cubicBezTo>
                  <a:cubicBezTo>
                    <a:pt x="174" y="19229"/>
                    <a:pt x="1100" y="20788"/>
                    <a:pt x="2194" y="20788"/>
                  </a:cubicBezTo>
                  <a:cubicBezTo>
                    <a:pt x="2463" y="20788"/>
                    <a:pt x="2743" y="20694"/>
                    <a:pt x="3022" y="20478"/>
                  </a:cubicBezTo>
                  <a:cubicBezTo>
                    <a:pt x="4436" y="19353"/>
                    <a:pt x="7875" y="13375"/>
                    <a:pt x="8100" y="13085"/>
                  </a:cubicBezTo>
                  <a:cubicBezTo>
                    <a:pt x="8293" y="12764"/>
                    <a:pt x="8486" y="8521"/>
                    <a:pt x="8486" y="5885"/>
                  </a:cubicBezTo>
                  <a:cubicBezTo>
                    <a:pt x="8486" y="3286"/>
                    <a:pt x="8705" y="0"/>
                    <a:pt x="75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4302;p64">
              <a:extLst>
                <a:ext uri="{FF2B5EF4-FFF2-40B4-BE49-F238E27FC236}">
                  <a16:creationId xmlns:a16="http://schemas.microsoft.com/office/drawing/2014/main" id="{E4E1AD83-6C61-25CC-4834-73BC421B01DC}"/>
                </a:ext>
              </a:extLst>
            </p:cNvPr>
            <p:cNvSpPr/>
            <p:nvPr/>
          </p:nvSpPr>
          <p:spPr>
            <a:xfrm>
              <a:off x="4047850" y="1346300"/>
              <a:ext cx="224225" cy="532825"/>
            </a:xfrm>
            <a:custGeom>
              <a:avLst/>
              <a:gdLst/>
              <a:ahLst/>
              <a:cxnLst/>
              <a:rect l="l" t="t" r="r" b="b"/>
              <a:pathLst>
                <a:path w="8969" h="21313" extrusionOk="0">
                  <a:moveTo>
                    <a:pt x="7777" y="548"/>
                  </a:moveTo>
                  <a:cubicBezTo>
                    <a:pt x="7808" y="551"/>
                    <a:pt x="7836" y="559"/>
                    <a:pt x="7876" y="579"/>
                  </a:cubicBezTo>
                  <a:cubicBezTo>
                    <a:pt x="7940" y="611"/>
                    <a:pt x="8036" y="740"/>
                    <a:pt x="8133" y="932"/>
                  </a:cubicBezTo>
                  <a:cubicBezTo>
                    <a:pt x="8261" y="1254"/>
                    <a:pt x="8326" y="1704"/>
                    <a:pt x="8390" y="2250"/>
                  </a:cubicBezTo>
                  <a:cubicBezTo>
                    <a:pt x="8422" y="2797"/>
                    <a:pt x="8422" y="3440"/>
                    <a:pt x="8422" y="4083"/>
                  </a:cubicBezTo>
                  <a:cubicBezTo>
                    <a:pt x="8422" y="4790"/>
                    <a:pt x="8422" y="5465"/>
                    <a:pt x="8422" y="6140"/>
                  </a:cubicBezTo>
                  <a:cubicBezTo>
                    <a:pt x="8422" y="7458"/>
                    <a:pt x="8358" y="9161"/>
                    <a:pt x="8293" y="10608"/>
                  </a:cubicBezTo>
                  <a:cubicBezTo>
                    <a:pt x="8261" y="11315"/>
                    <a:pt x="8197" y="11958"/>
                    <a:pt x="8165" y="12440"/>
                  </a:cubicBezTo>
                  <a:cubicBezTo>
                    <a:pt x="8133" y="12665"/>
                    <a:pt x="8101" y="12858"/>
                    <a:pt x="8101" y="12987"/>
                  </a:cubicBezTo>
                  <a:cubicBezTo>
                    <a:pt x="8068" y="13083"/>
                    <a:pt x="8068" y="13115"/>
                    <a:pt x="8068" y="13147"/>
                  </a:cubicBezTo>
                  <a:lnTo>
                    <a:pt x="8036" y="13212"/>
                  </a:lnTo>
                  <a:lnTo>
                    <a:pt x="8049" y="13215"/>
                  </a:lnTo>
                  <a:lnTo>
                    <a:pt x="8049" y="13215"/>
                  </a:lnTo>
                  <a:cubicBezTo>
                    <a:pt x="8006" y="13286"/>
                    <a:pt x="7925" y="13403"/>
                    <a:pt x="7843" y="13565"/>
                  </a:cubicBezTo>
                  <a:cubicBezTo>
                    <a:pt x="7426" y="14240"/>
                    <a:pt x="6526" y="15751"/>
                    <a:pt x="5561" y="17198"/>
                  </a:cubicBezTo>
                  <a:cubicBezTo>
                    <a:pt x="5111" y="17937"/>
                    <a:pt x="4597" y="18644"/>
                    <a:pt x="4179" y="19255"/>
                  </a:cubicBezTo>
                  <a:cubicBezTo>
                    <a:pt x="3729" y="19833"/>
                    <a:pt x="3311" y="20316"/>
                    <a:pt x="3054" y="20508"/>
                  </a:cubicBezTo>
                  <a:cubicBezTo>
                    <a:pt x="2797" y="20701"/>
                    <a:pt x="2572" y="20766"/>
                    <a:pt x="2379" y="20766"/>
                  </a:cubicBezTo>
                  <a:cubicBezTo>
                    <a:pt x="2154" y="20766"/>
                    <a:pt x="1961" y="20701"/>
                    <a:pt x="1736" y="20573"/>
                  </a:cubicBezTo>
                  <a:cubicBezTo>
                    <a:pt x="1447" y="20348"/>
                    <a:pt x="1157" y="19994"/>
                    <a:pt x="932" y="19544"/>
                  </a:cubicBezTo>
                  <a:cubicBezTo>
                    <a:pt x="707" y="19126"/>
                    <a:pt x="579" y="18612"/>
                    <a:pt x="547" y="18194"/>
                  </a:cubicBezTo>
                  <a:lnTo>
                    <a:pt x="547" y="18162"/>
                  </a:lnTo>
                  <a:lnTo>
                    <a:pt x="547" y="18130"/>
                  </a:lnTo>
                  <a:cubicBezTo>
                    <a:pt x="547" y="17937"/>
                    <a:pt x="579" y="17615"/>
                    <a:pt x="675" y="17230"/>
                  </a:cubicBezTo>
                  <a:cubicBezTo>
                    <a:pt x="997" y="15848"/>
                    <a:pt x="1800" y="13469"/>
                    <a:pt x="2636" y="11154"/>
                  </a:cubicBezTo>
                  <a:cubicBezTo>
                    <a:pt x="3472" y="8808"/>
                    <a:pt x="4340" y="6558"/>
                    <a:pt x="4790" y="5304"/>
                  </a:cubicBezTo>
                  <a:cubicBezTo>
                    <a:pt x="5272" y="3922"/>
                    <a:pt x="6043" y="2700"/>
                    <a:pt x="6686" y="1833"/>
                  </a:cubicBezTo>
                  <a:cubicBezTo>
                    <a:pt x="7008" y="1415"/>
                    <a:pt x="7329" y="1061"/>
                    <a:pt x="7522" y="836"/>
                  </a:cubicBezTo>
                  <a:cubicBezTo>
                    <a:pt x="7618" y="709"/>
                    <a:pt x="7713" y="613"/>
                    <a:pt x="7777" y="548"/>
                  </a:cubicBezTo>
                  <a:close/>
                  <a:moveTo>
                    <a:pt x="7651" y="0"/>
                  </a:moveTo>
                  <a:cubicBezTo>
                    <a:pt x="7586" y="0"/>
                    <a:pt x="7522" y="32"/>
                    <a:pt x="7490" y="65"/>
                  </a:cubicBezTo>
                  <a:cubicBezTo>
                    <a:pt x="7458" y="97"/>
                    <a:pt x="5336" y="2218"/>
                    <a:pt x="4275" y="5143"/>
                  </a:cubicBezTo>
                  <a:cubicBezTo>
                    <a:pt x="3793" y="6526"/>
                    <a:pt x="2733" y="9290"/>
                    <a:pt x="1768" y="11958"/>
                  </a:cubicBezTo>
                  <a:cubicBezTo>
                    <a:pt x="1318" y="13276"/>
                    <a:pt x="868" y="14594"/>
                    <a:pt x="547" y="15655"/>
                  </a:cubicBezTo>
                  <a:cubicBezTo>
                    <a:pt x="386" y="16201"/>
                    <a:pt x="257" y="16683"/>
                    <a:pt x="161" y="17101"/>
                  </a:cubicBezTo>
                  <a:cubicBezTo>
                    <a:pt x="65" y="17519"/>
                    <a:pt x="0" y="17840"/>
                    <a:pt x="0" y="18130"/>
                  </a:cubicBezTo>
                  <a:cubicBezTo>
                    <a:pt x="0" y="18130"/>
                    <a:pt x="0" y="18194"/>
                    <a:pt x="0" y="18226"/>
                  </a:cubicBezTo>
                  <a:cubicBezTo>
                    <a:pt x="65" y="18901"/>
                    <a:pt x="322" y="19673"/>
                    <a:pt x="740" y="20251"/>
                  </a:cubicBezTo>
                  <a:cubicBezTo>
                    <a:pt x="932" y="20541"/>
                    <a:pt x="1157" y="20830"/>
                    <a:pt x="1447" y="20991"/>
                  </a:cubicBezTo>
                  <a:cubicBezTo>
                    <a:pt x="1736" y="21183"/>
                    <a:pt x="2025" y="21312"/>
                    <a:pt x="2379" y="21312"/>
                  </a:cubicBezTo>
                  <a:cubicBezTo>
                    <a:pt x="2700" y="21312"/>
                    <a:pt x="3054" y="21183"/>
                    <a:pt x="3375" y="20926"/>
                  </a:cubicBezTo>
                  <a:cubicBezTo>
                    <a:pt x="3793" y="20637"/>
                    <a:pt x="4275" y="20026"/>
                    <a:pt x="4790" y="19287"/>
                  </a:cubicBezTo>
                  <a:cubicBezTo>
                    <a:pt x="5593" y="18194"/>
                    <a:pt x="6493" y="16812"/>
                    <a:pt x="7201" y="15655"/>
                  </a:cubicBezTo>
                  <a:cubicBezTo>
                    <a:pt x="7554" y="15076"/>
                    <a:pt x="7876" y="14562"/>
                    <a:pt x="8101" y="14176"/>
                  </a:cubicBezTo>
                  <a:cubicBezTo>
                    <a:pt x="8197" y="13983"/>
                    <a:pt x="8293" y="13822"/>
                    <a:pt x="8390" y="13694"/>
                  </a:cubicBezTo>
                  <a:cubicBezTo>
                    <a:pt x="8454" y="13565"/>
                    <a:pt x="8486" y="13501"/>
                    <a:pt x="8519" y="13469"/>
                  </a:cubicBezTo>
                  <a:cubicBezTo>
                    <a:pt x="8551" y="13405"/>
                    <a:pt x="8551" y="13372"/>
                    <a:pt x="8583" y="13308"/>
                  </a:cubicBezTo>
                  <a:cubicBezTo>
                    <a:pt x="8647" y="13083"/>
                    <a:pt x="8679" y="12697"/>
                    <a:pt x="8711" y="12183"/>
                  </a:cubicBezTo>
                  <a:cubicBezTo>
                    <a:pt x="8840" y="10640"/>
                    <a:pt x="8969" y="8004"/>
                    <a:pt x="8969" y="6140"/>
                  </a:cubicBezTo>
                  <a:cubicBezTo>
                    <a:pt x="8969" y="5497"/>
                    <a:pt x="8969" y="4790"/>
                    <a:pt x="8969" y="4083"/>
                  </a:cubicBezTo>
                  <a:cubicBezTo>
                    <a:pt x="8969" y="3086"/>
                    <a:pt x="8936" y="2122"/>
                    <a:pt x="8808" y="1382"/>
                  </a:cubicBezTo>
                  <a:cubicBezTo>
                    <a:pt x="8711" y="997"/>
                    <a:pt x="8615" y="675"/>
                    <a:pt x="8454" y="450"/>
                  </a:cubicBezTo>
                  <a:cubicBezTo>
                    <a:pt x="8390" y="322"/>
                    <a:pt x="8293" y="193"/>
                    <a:pt x="8165" y="129"/>
                  </a:cubicBezTo>
                  <a:cubicBezTo>
                    <a:pt x="8036" y="32"/>
                    <a:pt x="7876" y="0"/>
                    <a:pt x="7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4303;p64">
              <a:extLst>
                <a:ext uri="{FF2B5EF4-FFF2-40B4-BE49-F238E27FC236}">
                  <a16:creationId xmlns:a16="http://schemas.microsoft.com/office/drawing/2014/main" id="{CBB37DF5-323D-92EF-9858-E6DB71847C11}"/>
                </a:ext>
              </a:extLst>
            </p:cNvPr>
            <p:cNvSpPr/>
            <p:nvPr/>
          </p:nvSpPr>
          <p:spPr>
            <a:xfrm>
              <a:off x="4232675" y="1580025"/>
              <a:ext cx="750600" cy="670350"/>
            </a:xfrm>
            <a:custGeom>
              <a:avLst/>
              <a:gdLst/>
              <a:ahLst/>
              <a:cxnLst/>
              <a:rect l="l" t="t" r="r" b="b"/>
              <a:pathLst>
                <a:path w="30024" h="26814" extrusionOk="0">
                  <a:moveTo>
                    <a:pt x="3646" y="0"/>
                  </a:moveTo>
                  <a:cubicBezTo>
                    <a:pt x="3614" y="0"/>
                    <a:pt x="3588" y="2"/>
                    <a:pt x="3568" y="5"/>
                  </a:cubicBezTo>
                  <a:cubicBezTo>
                    <a:pt x="483" y="616"/>
                    <a:pt x="0" y="20385"/>
                    <a:pt x="0" y="20385"/>
                  </a:cubicBezTo>
                  <a:lnTo>
                    <a:pt x="24302" y="26814"/>
                  </a:lnTo>
                  <a:cubicBezTo>
                    <a:pt x="24302" y="26814"/>
                    <a:pt x="30023" y="11095"/>
                    <a:pt x="30023" y="8234"/>
                  </a:cubicBezTo>
                  <a:cubicBezTo>
                    <a:pt x="30023" y="5422"/>
                    <a:pt x="5546" y="0"/>
                    <a:pt x="36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4304;p64">
              <a:extLst>
                <a:ext uri="{FF2B5EF4-FFF2-40B4-BE49-F238E27FC236}">
                  <a16:creationId xmlns:a16="http://schemas.microsoft.com/office/drawing/2014/main" id="{193EB72B-EA43-F31C-8EA1-7F76B64734E6}"/>
                </a:ext>
              </a:extLst>
            </p:cNvPr>
            <p:cNvSpPr/>
            <p:nvPr/>
          </p:nvSpPr>
          <p:spPr>
            <a:xfrm>
              <a:off x="4226250" y="1573725"/>
              <a:ext cx="763450" cy="683300"/>
            </a:xfrm>
            <a:custGeom>
              <a:avLst/>
              <a:gdLst/>
              <a:ahLst/>
              <a:cxnLst/>
              <a:rect l="l" t="t" r="r" b="b"/>
              <a:pathLst>
                <a:path w="30538" h="27332" extrusionOk="0">
                  <a:moveTo>
                    <a:pt x="3922" y="514"/>
                  </a:moveTo>
                  <a:cubicBezTo>
                    <a:pt x="4115" y="514"/>
                    <a:pt x="4726" y="611"/>
                    <a:pt x="5561" y="772"/>
                  </a:cubicBezTo>
                  <a:cubicBezTo>
                    <a:pt x="8551" y="1286"/>
                    <a:pt x="14690" y="2668"/>
                    <a:pt x="20123" y="4243"/>
                  </a:cubicBezTo>
                  <a:cubicBezTo>
                    <a:pt x="22823" y="5015"/>
                    <a:pt x="25330" y="5818"/>
                    <a:pt x="27162" y="6590"/>
                  </a:cubicBezTo>
                  <a:cubicBezTo>
                    <a:pt x="28062" y="6976"/>
                    <a:pt x="28802" y="7361"/>
                    <a:pt x="29316" y="7683"/>
                  </a:cubicBezTo>
                  <a:cubicBezTo>
                    <a:pt x="29541" y="7876"/>
                    <a:pt x="29734" y="8036"/>
                    <a:pt x="29862" y="8165"/>
                  </a:cubicBezTo>
                  <a:cubicBezTo>
                    <a:pt x="29959" y="8326"/>
                    <a:pt x="29991" y="8422"/>
                    <a:pt x="29991" y="8486"/>
                  </a:cubicBezTo>
                  <a:cubicBezTo>
                    <a:pt x="29991" y="8808"/>
                    <a:pt x="29927" y="9354"/>
                    <a:pt x="29766" y="10029"/>
                  </a:cubicBezTo>
                  <a:cubicBezTo>
                    <a:pt x="29220" y="12472"/>
                    <a:pt x="27837" y="16715"/>
                    <a:pt x="26616" y="20348"/>
                  </a:cubicBezTo>
                  <a:cubicBezTo>
                    <a:pt x="26005" y="22148"/>
                    <a:pt x="25427" y="23787"/>
                    <a:pt x="25009" y="25009"/>
                  </a:cubicBezTo>
                  <a:cubicBezTo>
                    <a:pt x="24703" y="25817"/>
                    <a:pt x="24486" y="26433"/>
                    <a:pt x="24378" y="26744"/>
                  </a:cubicBezTo>
                  <a:lnTo>
                    <a:pt x="24378" y="26744"/>
                  </a:lnTo>
                  <a:lnTo>
                    <a:pt x="547" y="20439"/>
                  </a:lnTo>
                  <a:lnTo>
                    <a:pt x="547" y="20439"/>
                  </a:lnTo>
                  <a:cubicBezTo>
                    <a:pt x="547" y="20291"/>
                    <a:pt x="547" y="20062"/>
                    <a:pt x="547" y="19769"/>
                  </a:cubicBezTo>
                  <a:cubicBezTo>
                    <a:pt x="611" y="17905"/>
                    <a:pt x="836" y="13147"/>
                    <a:pt x="1383" y="8840"/>
                  </a:cubicBezTo>
                  <a:cubicBezTo>
                    <a:pt x="1640" y="6654"/>
                    <a:pt x="1993" y="4597"/>
                    <a:pt x="2411" y="3086"/>
                  </a:cubicBezTo>
                  <a:cubicBezTo>
                    <a:pt x="2636" y="2315"/>
                    <a:pt x="2893" y="1672"/>
                    <a:pt x="3150" y="1222"/>
                  </a:cubicBezTo>
                  <a:cubicBezTo>
                    <a:pt x="3279" y="1029"/>
                    <a:pt x="3408" y="836"/>
                    <a:pt x="3536" y="739"/>
                  </a:cubicBezTo>
                  <a:cubicBezTo>
                    <a:pt x="3665" y="611"/>
                    <a:pt x="3793" y="547"/>
                    <a:pt x="3890" y="514"/>
                  </a:cubicBezTo>
                  <a:close/>
                  <a:moveTo>
                    <a:pt x="3793" y="0"/>
                  </a:moveTo>
                  <a:cubicBezTo>
                    <a:pt x="3536" y="64"/>
                    <a:pt x="3279" y="193"/>
                    <a:pt x="3086" y="418"/>
                  </a:cubicBezTo>
                  <a:cubicBezTo>
                    <a:pt x="2733" y="804"/>
                    <a:pt x="2443" y="1382"/>
                    <a:pt x="2154" y="2122"/>
                  </a:cubicBezTo>
                  <a:cubicBezTo>
                    <a:pt x="1222" y="4725"/>
                    <a:pt x="707" y="9354"/>
                    <a:pt x="386" y="13308"/>
                  </a:cubicBezTo>
                  <a:cubicBezTo>
                    <a:pt x="65" y="17294"/>
                    <a:pt x="0" y="20605"/>
                    <a:pt x="0" y="20605"/>
                  </a:cubicBezTo>
                  <a:cubicBezTo>
                    <a:pt x="0" y="20733"/>
                    <a:pt x="65" y="20862"/>
                    <a:pt x="193" y="20894"/>
                  </a:cubicBezTo>
                  <a:lnTo>
                    <a:pt x="24494" y="27323"/>
                  </a:lnTo>
                  <a:cubicBezTo>
                    <a:pt x="24516" y="27328"/>
                    <a:pt x="24537" y="27331"/>
                    <a:pt x="24558" y="27331"/>
                  </a:cubicBezTo>
                  <a:cubicBezTo>
                    <a:pt x="24664" y="27331"/>
                    <a:pt x="24762" y="27264"/>
                    <a:pt x="24816" y="27130"/>
                  </a:cubicBezTo>
                  <a:cubicBezTo>
                    <a:pt x="24816" y="27130"/>
                    <a:pt x="26230" y="23208"/>
                    <a:pt x="27677" y="18933"/>
                  </a:cubicBezTo>
                  <a:cubicBezTo>
                    <a:pt x="28384" y="16780"/>
                    <a:pt x="29091" y="14529"/>
                    <a:pt x="29637" y="12665"/>
                  </a:cubicBezTo>
                  <a:cubicBezTo>
                    <a:pt x="29895" y="11733"/>
                    <a:pt x="30120" y="10865"/>
                    <a:pt x="30280" y="10158"/>
                  </a:cubicBezTo>
                  <a:cubicBezTo>
                    <a:pt x="30441" y="9451"/>
                    <a:pt x="30537" y="8872"/>
                    <a:pt x="30537" y="8486"/>
                  </a:cubicBezTo>
                  <a:cubicBezTo>
                    <a:pt x="30537" y="8197"/>
                    <a:pt x="30377" y="7972"/>
                    <a:pt x="30184" y="7747"/>
                  </a:cubicBezTo>
                  <a:cubicBezTo>
                    <a:pt x="29798" y="7329"/>
                    <a:pt x="29155" y="6943"/>
                    <a:pt x="28287" y="6525"/>
                  </a:cubicBezTo>
                  <a:cubicBezTo>
                    <a:pt x="25266" y="5079"/>
                    <a:pt x="19608" y="3440"/>
                    <a:pt x="14497" y="2186"/>
                  </a:cubicBezTo>
                  <a:cubicBezTo>
                    <a:pt x="11926" y="1543"/>
                    <a:pt x="9483" y="997"/>
                    <a:pt x="7619" y="611"/>
                  </a:cubicBezTo>
                  <a:cubicBezTo>
                    <a:pt x="6654" y="418"/>
                    <a:pt x="5851" y="257"/>
                    <a:pt x="5240" y="161"/>
                  </a:cubicBezTo>
                  <a:cubicBezTo>
                    <a:pt x="4597" y="64"/>
                    <a:pt x="4179" y="0"/>
                    <a:pt x="3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4305;p64">
              <a:extLst>
                <a:ext uri="{FF2B5EF4-FFF2-40B4-BE49-F238E27FC236}">
                  <a16:creationId xmlns:a16="http://schemas.microsoft.com/office/drawing/2014/main" id="{8D86B837-5F20-9A40-5838-9DFF65849840}"/>
                </a:ext>
              </a:extLst>
            </p:cNvPr>
            <p:cNvSpPr/>
            <p:nvPr/>
          </p:nvSpPr>
          <p:spPr>
            <a:xfrm>
              <a:off x="4206950" y="1267500"/>
              <a:ext cx="706400" cy="822825"/>
            </a:xfrm>
            <a:custGeom>
              <a:avLst/>
              <a:gdLst/>
              <a:ahLst/>
              <a:cxnLst/>
              <a:rect l="l" t="t" r="r" b="b"/>
              <a:pathLst>
                <a:path w="28256" h="32913" extrusionOk="0">
                  <a:moveTo>
                    <a:pt x="14958" y="1"/>
                  </a:moveTo>
                  <a:cubicBezTo>
                    <a:pt x="13842" y="1"/>
                    <a:pt x="13148" y="163"/>
                    <a:pt x="13148" y="163"/>
                  </a:cubicBezTo>
                  <a:cubicBezTo>
                    <a:pt x="13148" y="163"/>
                    <a:pt x="12363" y="80"/>
                    <a:pt x="11180" y="80"/>
                  </a:cubicBezTo>
                  <a:cubicBezTo>
                    <a:pt x="9242" y="80"/>
                    <a:pt x="6234" y="303"/>
                    <a:pt x="3858" y="1481"/>
                  </a:cubicBezTo>
                  <a:cubicBezTo>
                    <a:pt x="1" y="3409"/>
                    <a:pt x="1" y="6656"/>
                    <a:pt x="194" y="9806"/>
                  </a:cubicBezTo>
                  <a:cubicBezTo>
                    <a:pt x="387" y="12924"/>
                    <a:pt x="1447" y="29864"/>
                    <a:pt x="1737" y="31086"/>
                  </a:cubicBezTo>
                  <a:cubicBezTo>
                    <a:pt x="2058" y="32307"/>
                    <a:pt x="9001" y="31986"/>
                    <a:pt x="13051" y="32789"/>
                  </a:cubicBezTo>
                  <a:cubicBezTo>
                    <a:pt x="13477" y="32874"/>
                    <a:pt x="13890" y="32913"/>
                    <a:pt x="14288" y="32913"/>
                  </a:cubicBezTo>
                  <a:cubicBezTo>
                    <a:pt x="17678" y="32913"/>
                    <a:pt x="20023" y="30112"/>
                    <a:pt x="20541" y="28932"/>
                  </a:cubicBezTo>
                  <a:cubicBezTo>
                    <a:pt x="21152" y="27614"/>
                    <a:pt x="28256" y="14756"/>
                    <a:pt x="28256" y="12024"/>
                  </a:cubicBezTo>
                  <a:cubicBezTo>
                    <a:pt x="28256" y="9292"/>
                    <a:pt x="25331" y="4117"/>
                    <a:pt x="21152" y="1706"/>
                  </a:cubicBezTo>
                  <a:cubicBezTo>
                    <a:pt x="18764" y="299"/>
                    <a:pt x="16473" y="1"/>
                    <a:pt x="149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4306;p64">
              <a:extLst>
                <a:ext uri="{FF2B5EF4-FFF2-40B4-BE49-F238E27FC236}">
                  <a16:creationId xmlns:a16="http://schemas.microsoft.com/office/drawing/2014/main" id="{2437DD3D-138F-9318-9B02-D3010C31AC98}"/>
                </a:ext>
              </a:extLst>
            </p:cNvPr>
            <p:cNvSpPr/>
            <p:nvPr/>
          </p:nvSpPr>
          <p:spPr>
            <a:xfrm>
              <a:off x="4203750" y="1261100"/>
              <a:ext cx="716025" cy="835800"/>
            </a:xfrm>
            <a:custGeom>
              <a:avLst/>
              <a:gdLst/>
              <a:ahLst/>
              <a:cxnLst/>
              <a:rect l="l" t="t" r="r" b="b"/>
              <a:pathLst>
                <a:path w="28641" h="33432" extrusionOk="0">
                  <a:moveTo>
                    <a:pt x="15140" y="547"/>
                  </a:moveTo>
                  <a:cubicBezTo>
                    <a:pt x="16619" y="547"/>
                    <a:pt x="18837" y="837"/>
                    <a:pt x="21151" y="2187"/>
                  </a:cubicBezTo>
                  <a:cubicBezTo>
                    <a:pt x="23176" y="3376"/>
                    <a:pt x="24944" y="5241"/>
                    <a:pt x="26166" y="7137"/>
                  </a:cubicBezTo>
                  <a:cubicBezTo>
                    <a:pt x="27419" y="9066"/>
                    <a:pt x="28127" y="10994"/>
                    <a:pt x="28127" y="12280"/>
                  </a:cubicBezTo>
                  <a:cubicBezTo>
                    <a:pt x="28127" y="12569"/>
                    <a:pt x="27998" y="13052"/>
                    <a:pt x="27805" y="13662"/>
                  </a:cubicBezTo>
                  <a:cubicBezTo>
                    <a:pt x="27162" y="15784"/>
                    <a:pt x="25426" y="19352"/>
                    <a:pt x="23819" y="22534"/>
                  </a:cubicBezTo>
                  <a:cubicBezTo>
                    <a:pt x="23016" y="24109"/>
                    <a:pt x="22244" y="25620"/>
                    <a:pt x="21633" y="26777"/>
                  </a:cubicBezTo>
                  <a:cubicBezTo>
                    <a:pt x="21023" y="27935"/>
                    <a:pt x="20573" y="28770"/>
                    <a:pt x="20444" y="29092"/>
                  </a:cubicBezTo>
                  <a:cubicBezTo>
                    <a:pt x="20187" y="29638"/>
                    <a:pt x="19480" y="30603"/>
                    <a:pt x="18451" y="31406"/>
                  </a:cubicBezTo>
                  <a:cubicBezTo>
                    <a:pt x="17423" y="32242"/>
                    <a:pt x="16040" y="32917"/>
                    <a:pt x="14433" y="32917"/>
                  </a:cubicBezTo>
                  <a:cubicBezTo>
                    <a:pt x="14047" y="32917"/>
                    <a:pt x="13662" y="32853"/>
                    <a:pt x="13244" y="32788"/>
                  </a:cubicBezTo>
                  <a:cubicBezTo>
                    <a:pt x="11186" y="32370"/>
                    <a:pt x="8422" y="32242"/>
                    <a:pt x="6140" y="32081"/>
                  </a:cubicBezTo>
                  <a:cubicBezTo>
                    <a:pt x="5015" y="31985"/>
                    <a:pt x="3986" y="31888"/>
                    <a:pt x="3247" y="31760"/>
                  </a:cubicBezTo>
                  <a:cubicBezTo>
                    <a:pt x="2893" y="31663"/>
                    <a:pt x="2604" y="31599"/>
                    <a:pt x="2411" y="31503"/>
                  </a:cubicBezTo>
                  <a:cubicBezTo>
                    <a:pt x="2315" y="31438"/>
                    <a:pt x="2250" y="31406"/>
                    <a:pt x="2186" y="31374"/>
                  </a:cubicBezTo>
                  <a:lnTo>
                    <a:pt x="2154" y="31278"/>
                  </a:lnTo>
                  <a:cubicBezTo>
                    <a:pt x="2122" y="31213"/>
                    <a:pt x="2090" y="31085"/>
                    <a:pt x="2090" y="30892"/>
                  </a:cubicBezTo>
                  <a:cubicBezTo>
                    <a:pt x="1897" y="29477"/>
                    <a:pt x="1575" y="25009"/>
                    <a:pt x="1286" y="20509"/>
                  </a:cubicBezTo>
                  <a:cubicBezTo>
                    <a:pt x="965" y="16009"/>
                    <a:pt x="675" y="11509"/>
                    <a:pt x="579" y="10030"/>
                  </a:cubicBezTo>
                  <a:cubicBezTo>
                    <a:pt x="547" y="9451"/>
                    <a:pt x="515" y="8873"/>
                    <a:pt x="515" y="8294"/>
                  </a:cubicBezTo>
                  <a:cubicBezTo>
                    <a:pt x="515" y="7041"/>
                    <a:pt x="675" y="5851"/>
                    <a:pt x="1190" y="4758"/>
                  </a:cubicBezTo>
                  <a:cubicBezTo>
                    <a:pt x="1704" y="3698"/>
                    <a:pt x="2572" y="2765"/>
                    <a:pt x="4083" y="1994"/>
                  </a:cubicBezTo>
                  <a:cubicBezTo>
                    <a:pt x="6397" y="837"/>
                    <a:pt x="9322" y="612"/>
                    <a:pt x="11251" y="612"/>
                  </a:cubicBezTo>
                  <a:cubicBezTo>
                    <a:pt x="11862" y="612"/>
                    <a:pt x="12344" y="644"/>
                    <a:pt x="12697" y="644"/>
                  </a:cubicBezTo>
                  <a:cubicBezTo>
                    <a:pt x="12890" y="676"/>
                    <a:pt x="13019" y="676"/>
                    <a:pt x="13115" y="676"/>
                  </a:cubicBezTo>
                  <a:cubicBezTo>
                    <a:pt x="13212" y="708"/>
                    <a:pt x="13244" y="708"/>
                    <a:pt x="13244" y="708"/>
                  </a:cubicBezTo>
                  <a:lnTo>
                    <a:pt x="13340" y="708"/>
                  </a:lnTo>
                  <a:lnTo>
                    <a:pt x="13372" y="676"/>
                  </a:lnTo>
                  <a:cubicBezTo>
                    <a:pt x="13501" y="644"/>
                    <a:pt x="14176" y="547"/>
                    <a:pt x="15140" y="547"/>
                  </a:cubicBezTo>
                  <a:close/>
                  <a:moveTo>
                    <a:pt x="15140" y="1"/>
                  </a:moveTo>
                  <a:cubicBezTo>
                    <a:pt x="14118" y="1"/>
                    <a:pt x="13422" y="126"/>
                    <a:pt x="13251" y="156"/>
                  </a:cubicBezTo>
                  <a:lnTo>
                    <a:pt x="13251" y="156"/>
                  </a:lnTo>
                  <a:cubicBezTo>
                    <a:pt x="13044" y="134"/>
                    <a:pt x="12286" y="65"/>
                    <a:pt x="11251" y="65"/>
                  </a:cubicBezTo>
                  <a:cubicBezTo>
                    <a:pt x="9290" y="65"/>
                    <a:pt x="6268" y="290"/>
                    <a:pt x="3858" y="1512"/>
                  </a:cubicBezTo>
                  <a:cubicBezTo>
                    <a:pt x="2250" y="2315"/>
                    <a:pt x="1254" y="3376"/>
                    <a:pt x="707" y="4533"/>
                  </a:cubicBezTo>
                  <a:cubicBezTo>
                    <a:pt x="129" y="5723"/>
                    <a:pt x="0" y="7008"/>
                    <a:pt x="0" y="8294"/>
                  </a:cubicBezTo>
                  <a:cubicBezTo>
                    <a:pt x="0" y="8873"/>
                    <a:pt x="32" y="9484"/>
                    <a:pt x="65" y="10062"/>
                  </a:cubicBezTo>
                  <a:cubicBezTo>
                    <a:pt x="161" y="11637"/>
                    <a:pt x="482" y="16652"/>
                    <a:pt x="804" y="21441"/>
                  </a:cubicBezTo>
                  <a:cubicBezTo>
                    <a:pt x="965" y="23820"/>
                    <a:pt x="1125" y="26167"/>
                    <a:pt x="1254" y="27967"/>
                  </a:cubicBezTo>
                  <a:cubicBezTo>
                    <a:pt x="1350" y="28867"/>
                    <a:pt x="1415" y="29638"/>
                    <a:pt x="1479" y="30249"/>
                  </a:cubicBezTo>
                  <a:cubicBezTo>
                    <a:pt x="1511" y="30538"/>
                    <a:pt x="1511" y="30763"/>
                    <a:pt x="1543" y="30988"/>
                  </a:cubicBezTo>
                  <a:cubicBezTo>
                    <a:pt x="1575" y="31181"/>
                    <a:pt x="1607" y="31310"/>
                    <a:pt x="1607" y="31406"/>
                  </a:cubicBezTo>
                  <a:cubicBezTo>
                    <a:pt x="1640" y="31535"/>
                    <a:pt x="1736" y="31663"/>
                    <a:pt x="1832" y="31760"/>
                  </a:cubicBezTo>
                  <a:cubicBezTo>
                    <a:pt x="1993" y="31920"/>
                    <a:pt x="2250" y="32017"/>
                    <a:pt x="2540" y="32113"/>
                  </a:cubicBezTo>
                  <a:cubicBezTo>
                    <a:pt x="3086" y="32274"/>
                    <a:pt x="3793" y="32403"/>
                    <a:pt x="4597" y="32467"/>
                  </a:cubicBezTo>
                  <a:cubicBezTo>
                    <a:pt x="7104" y="32756"/>
                    <a:pt x="10672" y="32820"/>
                    <a:pt x="13147" y="33303"/>
                  </a:cubicBezTo>
                  <a:cubicBezTo>
                    <a:pt x="13597" y="33399"/>
                    <a:pt x="14015" y="33431"/>
                    <a:pt x="14433" y="33431"/>
                  </a:cubicBezTo>
                  <a:cubicBezTo>
                    <a:pt x="16201" y="33431"/>
                    <a:pt x="17680" y="32724"/>
                    <a:pt x="18773" y="31824"/>
                  </a:cubicBezTo>
                  <a:cubicBezTo>
                    <a:pt x="19898" y="30956"/>
                    <a:pt x="20637" y="29960"/>
                    <a:pt x="20926" y="29317"/>
                  </a:cubicBezTo>
                  <a:cubicBezTo>
                    <a:pt x="21055" y="28995"/>
                    <a:pt x="21633" y="27935"/>
                    <a:pt x="22373" y="26520"/>
                  </a:cubicBezTo>
                  <a:cubicBezTo>
                    <a:pt x="23498" y="24366"/>
                    <a:pt x="25073" y="21345"/>
                    <a:pt x="26359" y="18613"/>
                  </a:cubicBezTo>
                  <a:cubicBezTo>
                    <a:pt x="27002" y="17230"/>
                    <a:pt x="27548" y="15945"/>
                    <a:pt x="27966" y="14852"/>
                  </a:cubicBezTo>
                  <a:cubicBezTo>
                    <a:pt x="28384" y="13759"/>
                    <a:pt x="28641" y="12891"/>
                    <a:pt x="28641" y="12280"/>
                  </a:cubicBezTo>
                  <a:cubicBezTo>
                    <a:pt x="28641" y="10834"/>
                    <a:pt x="27902" y="8841"/>
                    <a:pt x="26616" y="6848"/>
                  </a:cubicBezTo>
                  <a:cubicBezTo>
                    <a:pt x="25330" y="4887"/>
                    <a:pt x="23562" y="2958"/>
                    <a:pt x="21441" y="1737"/>
                  </a:cubicBezTo>
                  <a:cubicBezTo>
                    <a:pt x="18998" y="290"/>
                    <a:pt x="16683" y="1"/>
                    <a:pt x="15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4307;p64">
              <a:extLst>
                <a:ext uri="{FF2B5EF4-FFF2-40B4-BE49-F238E27FC236}">
                  <a16:creationId xmlns:a16="http://schemas.microsoft.com/office/drawing/2014/main" id="{C2573A99-2B3E-EF27-3D94-9CD31CDBD8C3}"/>
                </a:ext>
              </a:extLst>
            </p:cNvPr>
            <p:cNvSpPr/>
            <p:nvPr/>
          </p:nvSpPr>
          <p:spPr>
            <a:xfrm>
              <a:off x="4358850" y="1471650"/>
              <a:ext cx="194500" cy="575425"/>
            </a:xfrm>
            <a:custGeom>
              <a:avLst/>
              <a:gdLst/>
              <a:ahLst/>
              <a:cxnLst/>
              <a:rect l="l" t="t" r="r" b="b"/>
              <a:pathLst>
                <a:path w="7780" h="23017" extrusionOk="0">
                  <a:moveTo>
                    <a:pt x="6686" y="1"/>
                  </a:moveTo>
                  <a:lnTo>
                    <a:pt x="3247" y="2444"/>
                  </a:lnTo>
                  <a:lnTo>
                    <a:pt x="4340" y="4887"/>
                  </a:lnTo>
                  <a:lnTo>
                    <a:pt x="0" y="20059"/>
                  </a:lnTo>
                  <a:lnTo>
                    <a:pt x="997" y="23016"/>
                  </a:lnTo>
                  <a:lnTo>
                    <a:pt x="3954" y="20766"/>
                  </a:lnTo>
                  <a:lnTo>
                    <a:pt x="5561" y="5176"/>
                  </a:lnTo>
                  <a:lnTo>
                    <a:pt x="7779" y="2733"/>
                  </a:lnTo>
                  <a:lnTo>
                    <a:pt x="66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4308;p64">
              <a:extLst>
                <a:ext uri="{FF2B5EF4-FFF2-40B4-BE49-F238E27FC236}">
                  <a16:creationId xmlns:a16="http://schemas.microsoft.com/office/drawing/2014/main" id="{EA167BA3-C9A9-B3A1-04BC-EF8DC54D06F5}"/>
                </a:ext>
              </a:extLst>
            </p:cNvPr>
            <p:cNvSpPr/>
            <p:nvPr/>
          </p:nvSpPr>
          <p:spPr>
            <a:xfrm>
              <a:off x="4351600" y="1465225"/>
              <a:ext cx="208975" cy="588275"/>
            </a:xfrm>
            <a:custGeom>
              <a:avLst/>
              <a:gdLst/>
              <a:ahLst/>
              <a:cxnLst/>
              <a:rect l="l" t="t" r="r" b="b"/>
              <a:pathLst>
                <a:path w="8359" h="23531" extrusionOk="0">
                  <a:moveTo>
                    <a:pt x="6848" y="676"/>
                  </a:moveTo>
                  <a:lnTo>
                    <a:pt x="7780" y="2958"/>
                  </a:lnTo>
                  <a:lnTo>
                    <a:pt x="5658" y="5240"/>
                  </a:lnTo>
                  <a:cubicBezTo>
                    <a:pt x="5626" y="5304"/>
                    <a:pt x="5594" y="5337"/>
                    <a:pt x="5594" y="5401"/>
                  </a:cubicBezTo>
                  <a:lnTo>
                    <a:pt x="3987" y="20895"/>
                  </a:lnTo>
                  <a:lnTo>
                    <a:pt x="1415" y="22823"/>
                  </a:lnTo>
                  <a:lnTo>
                    <a:pt x="579" y="20316"/>
                  </a:lnTo>
                  <a:lnTo>
                    <a:pt x="4887" y="5208"/>
                  </a:lnTo>
                  <a:cubicBezTo>
                    <a:pt x="4919" y="5144"/>
                    <a:pt x="4919" y="5079"/>
                    <a:pt x="4887" y="5015"/>
                  </a:cubicBezTo>
                  <a:lnTo>
                    <a:pt x="3851" y="2795"/>
                  </a:lnTo>
                  <a:lnTo>
                    <a:pt x="6848" y="676"/>
                  </a:lnTo>
                  <a:close/>
                  <a:moveTo>
                    <a:pt x="7040" y="1"/>
                  </a:moveTo>
                  <a:cubicBezTo>
                    <a:pt x="6976" y="1"/>
                    <a:pt x="6880" y="1"/>
                    <a:pt x="6815" y="65"/>
                  </a:cubicBezTo>
                  <a:lnTo>
                    <a:pt x="3376" y="2476"/>
                  </a:lnTo>
                  <a:cubicBezTo>
                    <a:pt x="3280" y="2572"/>
                    <a:pt x="3215" y="2701"/>
                    <a:pt x="3280" y="2797"/>
                  </a:cubicBezTo>
                  <a:lnTo>
                    <a:pt x="4340" y="5144"/>
                  </a:lnTo>
                  <a:lnTo>
                    <a:pt x="33" y="20252"/>
                  </a:lnTo>
                  <a:cubicBezTo>
                    <a:pt x="1" y="20316"/>
                    <a:pt x="1" y="20348"/>
                    <a:pt x="33" y="20412"/>
                  </a:cubicBezTo>
                  <a:lnTo>
                    <a:pt x="1029" y="23338"/>
                  </a:lnTo>
                  <a:cubicBezTo>
                    <a:pt x="1062" y="23434"/>
                    <a:pt x="1126" y="23498"/>
                    <a:pt x="1222" y="23530"/>
                  </a:cubicBezTo>
                  <a:cubicBezTo>
                    <a:pt x="1287" y="23530"/>
                    <a:pt x="1383" y="23530"/>
                    <a:pt x="1447" y="23466"/>
                  </a:cubicBezTo>
                  <a:lnTo>
                    <a:pt x="4405" y="21248"/>
                  </a:lnTo>
                  <a:cubicBezTo>
                    <a:pt x="4469" y="21216"/>
                    <a:pt x="4501" y="21152"/>
                    <a:pt x="4501" y="21055"/>
                  </a:cubicBezTo>
                  <a:lnTo>
                    <a:pt x="6108" y="5562"/>
                  </a:lnTo>
                  <a:lnTo>
                    <a:pt x="8294" y="3183"/>
                  </a:lnTo>
                  <a:cubicBezTo>
                    <a:pt x="8358" y="3119"/>
                    <a:pt x="8358" y="2990"/>
                    <a:pt x="8326" y="2894"/>
                  </a:cubicBezTo>
                  <a:lnTo>
                    <a:pt x="7233" y="161"/>
                  </a:lnTo>
                  <a:cubicBezTo>
                    <a:pt x="7201" y="97"/>
                    <a:pt x="7137" y="33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4309;p64">
              <a:extLst>
                <a:ext uri="{FF2B5EF4-FFF2-40B4-BE49-F238E27FC236}">
                  <a16:creationId xmlns:a16="http://schemas.microsoft.com/office/drawing/2014/main" id="{1CB3F72E-037F-3E55-2940-E23AA5197968}"/>
                </a:ext>
              </a:extLst>
            </p:cNvPr>
            <p:cNvSpPr/>
            <p:nvPr/>
          </p:nvSpPr>
          <p:spPr>
            <a:xfrm>
              <a:off x="4399025" y="1330225"/>
              <a:ext cx="261200" cy="301375"/>
            </a:xfrm>
            <a:custGeom>
              <a:avLst/>
              <a:gdLst/>
              <a:ahLst/>
              <a:cxnLst/>
              <a:rect l="l" t="t" r="r" b="b"/>
              <a:pathLst>
                <a:path w="10448" h="12055" extrusionOk="0">
                  <a:moveTo>
                    <a:pt x="5079" y="0"/>
                  </a:moveTo>
                  <a:cubicBezTo>
                    <a:pt x="2829" y="0"/>
                    <a:pt x="1929" y="1833"/>
                    <a:pt x="1929" y="1833"/>
                  </a:cubicBezTo>
                  <a:cubicBezTo>
                    <a:pt x="1929" y="1833"/>
                    <a:pt x="804" y="3954"/>
                    <a:pt x="418" y="5369"/>
                  </a:cubicBezTo>
                  <a:cubicBezTo>
                    <a:pt x="0" y="6783"/>
                    <a:pt x="0" y="9419"/>
                    <a:pt x="0" y="9419"/>
                  </a:cubicBezTo>
                  <a:cubicBezTo>
                    <a:pt x="0" y="9419"/>
                    <a:pt x="3247" y="7908"/>
                    <a:pt x="4147" y="7908"/>
                  </a:cubicBezTo>
                  <a:cubicBezTo>
                    <a:pt x="5079" y="7908"/>
                    <a:pt x="6911" y="12055"/>
                    <a:pt x="6911" y="12055"/>
                  </a:cubicBezTo>
                  <a:cubicBezTo>
                    <a:pt x="6911" y="12055"/>
                    <a:pt x="9644" y="8004"/>
                    <a:pt x="10029" y="5047"/>
                  </a:cubicBezTo>
                  <a:cubicBezTo>
                    <a:pt x="10447" y="2122"/>
                    <a:pt x="7297" y="0"/>
                    <a:pt x="5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4310;p64">
              <a:extLst>
                <a:ext uri="{FF2B5EF4-FFF2-40B4-BE49-F238E27FC236}">
                  <a16:creationId xmlns:a16="http://schemas.microsoft.com/office/drawing/2014/main" id="{64D8F547-1089-88CE-824B-4B52CB8935E6}"/>
                </a:ext>
              </a:extLst>
            </p:cNvPr>
            <p:cNvSpPr/>
            <p:nvPr/>
          </p:nvSpPr>
          <p:spPr>
            <a:xfrm>
              <a:off x="4392600" y="1323800"/>
              <a:ext cx="265200" cy="314225"/>
            </a:xfrm>
            <a:custGeom>
              <a:avLst/>
              <a:gdLst/>
              <a:ahLst/>
              <a:cxnLst/>
              <a:rect l="l" t="t" r="r" b="b"/>
              <a:pathLst>
                <a:path w="10608" h="12569" extrusionOk="0">
                  <a:moveTo>
                    <a:pt x="5336" y="515"/>
                  </a:moveTo>
                  <a:cubicBezTo>
                    <a:pt x="6300" y="515"/>
                    <a:pt x="7490" y="965"/>
                    <a:pt x="8454" y="1736"/>
                  </a:cubicBezTo>
                  <a:cubicBezTo>
                    <a:pt x="9386" y="2507"/>
                    <a:pt x="10061" y="3568"/>
                    <a:pt x="10061" y="4790"/>
                  </a:cubicBezTo>
                  <a:cubicBezTo>
                    <a:pt x="10061" y="4950"/>
                    <a:pt x="10061" y="5111"/>
                    <a:pt x="10029" y="5272"/>
                  </a:cubicBezTo>
                  <a:cubicBezTo>
                    <a:pt x="9836" y="6686"/>
                    <a:pt x="9065" y="8422"/>
                    <a:pt x="8326" y="9804"/>
                  </a:cubicBezTo>
                  <a:cubicBezTo>
                    <a:pt x="7972" y="10479"/>
                    <a:pt x="7618" y="11058"/>
                    <a:pt x="7361" y="11476"/>
                  </a:cubicBezTo>
                  <a:cubicBezTo>
                    <a:pt x="7300" y="11583"/>
                    <a:pt x="7246" y="11675"/>
                    <a:pt x="7196" y="11756"/>
                  </a:cubicBezTo>
                  <a:lnTo>
                    <a:pt x="7196" y="11756"/>
                  </a:lnTo>
                  <a:cubicBezTo>
                    <a:pt x="7011" y="11351"/>
                    <a:pt x="6711" y="10728"/>
                    <a:pt x="6365" y="10094"/>
                  </a:cubicBezTo>
                  <a:cubicBezTo>
                    <a:pt x="6075" y="9579"/>
                    <a:pt x="5754" y="9065"/>
                    <a:pt x="5433" y="8647"/>
                  </a:cubicBezTo>
                  <a:cubicBezTo>
                    <a:pt x="5272" y="8422"/>
                    <a:pt x="5143" y="8261"/>
                    <a:pt x="4983" y="8133"/>
                  </a:cubicBezTo>
                  <a:cubicBezTo>
                    <a:pt x="4822" y="8004"/>
                    <a:pt x="4629" y="7876"/>
                    <a:pt x="4404" y="7876"/>
                  </a:cubicBezTo>
                  <a:cubicBezTo>
                    <a:pt x="4115" y="7876"/>
                    <a:pt x="3761" y="8004"/>
                    <a:pt x="3311" y="8133"/>
                  </a:cubicBezTo>
                  <a:cubicBezTo>
                    <a:pt x="2365" y="8456"/>
                    <a:pt x="1155" y="8977"/>
                    <a:pt x="547" y="9246"/>
                  </a:cubicBezTo>
                  <a:lnTo>
                    <a:pt x="547" y="9246"/>
                  </a:lnTo>
                  <a:cubicBezTo>
                    <a:pt x="548" y="8437"/>
                    <a:pt x="644" y="6713"/>
                    <a:pt x="932" y="5690"/>
                  </a:cubicBezTo>
                  <a:cubicBezTo>
                    <a:pt x="1125" y="5015"/>
                    <a:pt x="1511" y="4147"/>
                    <a:pt x="1832" y="3440"/>
                  </a:cubicBezTo>
                  <a:cubicBezTo>
                    <a:pt x="1993" y="3086"/>
                    <a:pt x="2154" y="2765"/>
                    <a:pt x="2250" y="2540"/>
                  </a:cubicBezTo>
                  <a:cubicBezTo>
                    <a:pt x="2347" y="2347"/>
                    <a:pt x="2443" y="2218"/>
                    <a:pt x="2443" y="2186"/>
                  </a:cubicBezTo>
                  <a:cubicBezTo>
                    <a:pt x="2443" y="2154"/>
                    <a:pt x="2668" y="1736"/>
                    <a:pt x="3150" y="1318"/>
                  </a:cubicBezTo>
                  <a:cubicBezTo>
                    <a:pt x="3632" y="900"/>
                    <a:pt x="4308" y="515"/>
                    <a:pt x="5336" y="515"/>
                  </a:cubicBezTo>
                  <a:close/>
                  <a:moveTo>
                    <a:pt x="5336" y="0"/>
                  </a:moveTo>
                  <a:cubicBezTo>
                    <a:pt x="4147" y="0"/>
                    <a:pt x="3279" y="482"/>
                    <a:pt x="2732" y="965"/>
                  </a:cubicBezTo>
                  <a:cubicBezTo>
                    <a:pt x="2218" y="1447"/>
                    <a:pt x="1961" y="1929"/>
                    <a:pt x="1961" y="1961"/>
                  </a:cubicBezTo>
                  <a:cubicBezTo>
                    <a:pt x="1961" y="1961"/>
                    <a:pt x="836" y="4083"/>
                    <a:pt x="418" y="5561"/>
                  </a:cubicBezTo>
                  <a:cubicBezTo>
                    <a:pt x="193" y="6301"/>
                    <a:pt x="97" y="7329"/>
                    <a:pt x="64" y="8165"/>
                  </a:cubicBezTo>
                  <a:cubicBezTo>
                    <a:pt x="0" y="9001"/>
                    <a:pt x="0" y="9676"/>
                    <a:pt x="0" y="9676"/>
                  </a:cubicBezTo>
                  <a:cubicBezTo>
                    <a:pt x="0" y="9772"/>
                    <a:pt x="32" y="9836"/>
                    <a:pt x="129" y="9901"/>
                  </a:cubicBezTo>
                  <a:cubicBezTo>
                    <a:pt x="166" y="9938"/>
                    <a:pt x="215" y="9954"/>
                    <a:pt x="268" y="9954"/>
                  </a:cubicBezTo>
                  <a:cubicBezTo>
                    <a:pt x="306" y="9954"/>
                    <a:pt x="346" y="9946"/>
                    <a:pt x="386" y="9933"/>
                  </a:cubicBezTo>
                  <a:cubicBezTo>
                    <a:pt x="386" y="9933"/>
                    <a:pt x="579" y="9836"/>
                    <a:pt x="900" y="9676"/>
                  </a:cubicBezTo>
                  <a:cubicBezTo>
                    <a:pt x="1382" y="9483"/>
                    <a:pt x="2090" y="9161"/>
                    <a:pt x="2797" y="8872"/>
                  </a:cubicBezTo>
                  <a:cubicBezTo>
                    <a:pt x="3150" y="8744"/>
                    <a:pt x="3472" y="8647"/>
                    <a:pt x="3761" y="8551"/>
                  </a:cubicBezTo>
                  <a:cubicBezTo>
                    <a:pt x="4050" y="8454"/>
                    <a:pt x="4308" y="8422"/>
                    <a:pt x="4404" y="8422"/>
                  </a:cubicBezTo>
                  <a:cubicBezTo>
                    <a:pt x="4436" y="8422"/>
                    <a:pt x="4500" y="8454"/>
                    <a:pt x="4629" y="8551"/>
                  </a:cubicBezTo>
                  <a:cubicBezTo>
                    <a:pt x="4822" y="8711"/>
                    <a:pt x="5079" y="9033"/>
                    <a:pt x="5336" y="9451"/>
                  </a:cubicBezTo>
                  <a:cubicBezTo>
                    <a:pt x="5722" y="10029"/>
                    <a:pt x="6140" y="10769"/>
                    <a:pt x="6429" y="11379"/>
                  </a:cubicBezTo>
                  <a:cubicBezTo>
                    <a:pt x="6558" y="11669"/>
                    <a:pt x="6686" y="11926"/>
                    <a:pt x="6783" y="12119"/>
                  </a:cubicBezTo>
                  <a:cubicBezTo>
                    <a:pt x="6847" y="12312"/>
                    <a:pt x="6911" y="12408"/>
                    <a:pt x="6911" y="12408"/>
                  </a:cubicBezTo>
                  <a:cubicBezTo>
                    <a:pt x="6943" y="12504"/>
                    <a:pt x="7040" y="12569"/>
                    <a:pt x="7136" y="12569"/>
                  </a:cubicBezTo>
                  <a:cubicBezTo>
                    <a:pt x="7233" y="12569"/>
                    <a:pt x="7329" y="12537"/>
                    <a:pt x="7361" y="12472"/>
                  </a:cubicBezTo>
                  <a:cubicBezTo>
                    <a:pt x="7393" y="12440"/>
                    <a:pt x="8068" y="11444"/>
                    <a:pt x="8808" y="10029"/>
                  </a:cubicBezTo>
                  <a:cubicBezTo>
                    <a:pt x="9547" y="8647"/>
                    <a:pt x="10351" y="6879"/>
                    <a:pt x="10544" y="5368"/>
                  </a:cubicBezTo>
                  <a:cubicBezTo>
                    <a:pt x="10576" y="5175"/>
                    <a:pt x="10608" y="4983"/>
                    <a:pt x="10608" y="4790"/>
                  </a:cubicBezTo>
                  <a:cubicBezTo>
                    <a:pt x="10608" y="3375"/>
                    <a:pt x="9804" y="2154"/>
                    <a:pt x="8776" y="1318"/>
                  </a:cubicBezTo>
                  <a:cubicBezTo>
                    <a:pt x="7747" y="482"/>
                    <a:pt x="6461" y="0"/>
                    <a:pt x="5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4311;p64">
              <a:extLst>
                <a:ext uri="{FF2B5EF4-FFF2-40B4-BE49-F238E27FC236}">
                  <a16:creationId xmlns:a16="http://schemas.microsoft.com/office/drawing/2014/main" id="{10D73466-135C-8886-54D1-2D0906B8DA6B}"/>
                </a:ext>
              </a:extLst>
            </p:cNvPr>
            <p:cNvSpPr/>
            <p:nvPr/>
          </p:nvSpPr>
          <p:spPr>
            <a:xfrm>
              <a:off x="4693150" y="1284575"/>
              <a:ext cx="77975" cy="92900"/>
            </a:xfrm>
            <a:custGeom>
              <a:avLst/>
              <a:gdLst/>
              <a:ahLst/>
              <a:cxnLst/>
              <a:rect l="l" t="t" r="r" b="b"/>
              <a:pathLst>
                <a:path w="3119" h="3716" extrusionOk="0">
                  <a:moveTo>
                    <a:pt x="2546" y="0"/>
                  </a:moveTo>
                  <a:cubicBezTo>
                    <a:pt x="2181" y="0"/>
                    <a:pt x="1704" y="701"/>
                    <a:pt x="1704" y="701"/>
                  </a:cubicBezTo>
                  <a:lnTo>
                    <a:pt x="0" y="3530"/>
                  </a:lnTo>
                  <a:cubicBezTo>
                    <a:pt x="0" y="3530"/>
                    <a:pt x="229" y="3716"/>
                    <a:pt x="591" y="3716"/>
                  </a:cubicBezTo>
                  <a:cubicBezTo>
                    <a:pt x="772" y="3716"/>
                    <a:pt x="986" y="3669"/>
                    <a:pt x="1222" y="3530"/>
                  </a:cubicBezTo>
                  <a:cubicBezTo>
                    <a:pt x="1929" y="3144"/>
                    <a:pt x="3118" y="2019"/>
                    <a:pt x="2925" y="605"/>
                  </a:cubicBezTo>
                  <a:cubicBezTo>
                    <a:pt x="2864" y="154"/>
                    <a:pt x="2717" y="0"/>
                    <a:pt x="25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4312;p64">
              <a:extLst>
                <a:ext uri="{FF2B5EF4-FFF2-40B4-BE49-F238E27FC236}">
                  <a16:creationId xmlns:a16="http://schemas.microsoft.com/office/drawing/2014/main" id="{6BC84DA4-C625-D729-5CDE-281BF407BADD}"/>
                </a:ext>
              </a:extLst>
            </p:cNvPr>
            <p:cNvSpPr/>
            <p:nvPr/>
          </p:nvSpPr>
          <p:spPr>
            <a:xfrm>
              <a:off x="4685100" y="1277975"/>
              <a:ext cx="88425" cy="106125"/>
            </a:xfrm>
            <a:custGeom>
              <a:avLst/>
              <a:gdLst/>
              <a:ahLst/>
              <a:cxnLst/>
              <a:rect l="l" t="t" r="r" b="b"/>
              <a:pathLst>
                <a:path w="3537" h="4245" extrusionOk="0">
                  <a:moveTo>
                    <a:pt x="2862" y="1"/>
                  </a:moveTo>
                  <a:cubicBezTo>
                    <a:pt x="2701" y="1"/>
                    <a:pt x="2540" y="65"/>
                    <a:pt x="2444" y="162"/>
                  </a:cubicBezTo>
                  <a:cubicBezTo>
                    <a:pt x="2090" y="419"/>
                    <a:pt x="1833" y="805"/>
                    <a:pt x="1801" y="837"/>
                  </a:cubicBezTo>
                  <a:cubicBezTo>
                    <a:pt x="1737" y="933"/>
                    <a:pt x="1769" y="1126"/>
                    <a:pt x="1897" y="1190"/>
                  </a:cubicBezTo>
                  <a:cubicBezTo>
                    <a:pt x="1948" y="1228"/>
                    <a:pt x="2004" y="1246"/>
                    <a:pt x="2057" y="1246"/>
                  </a:cubicBezTo>
                  <a:cubicBezTo>
                    <a:pt x="2138" y="1246"/>
                    <a:pt x="2212" y="1204"/>
                    <a:pt x="2251" y="1126"/>
                  </a:cubicBezTo>
                  <a:lnTo>
                    <a:pt x="2283" y="1094"/>
                  </a:lnTo>
                  <a:cubicBezTo>
                    <a:pt x="2315" y="1030"/>
                    <a:pt x="2444" y="869"/>
                    <a:pt x="2572" y="740"/>
                  </a:cubicBezTo>
                  <a:cubicBezTo>
                    <a:pt x="2637" y="676"/>
                    <a:pt x="2701" y="612"/>
                    <a:pt x="2765" y="580"/>
                  </a:cubicBezTo>
                  <a:cubicBezTo>
                    <a:pt x="2829" y="547"/>
                    <a:pt x="2862" y="547"/>
                    <a:pt x="2862" y="547"/>
                  </a:cubicBezTo>
                  <a:cubicBezTo>
                    <a:pt x="2894" y="580"/>
                    <a:pt x="2958" y="676"/>
                    <a:pt x="2990" y="901"/>
                  </a:cubicBezTo>
                  <a:cubicBezTo>
                    <a:pt x="2990" y="997"/>
                    <a:pt x="2990" y="1094"/>
                    <a:pt x="3022" y="1190"/>
                  </a:cubicBezTo>
                  <a:cubicBezTo>
                    <a:pt x="3022" y="1737"/>
                    <a:pt x="2765" y="2251"/>
                    <a:pt x="2444" y="2669"/>
                  </a:cubicBezTo>
                  <a:cubicBezTo>
                    <a:pt x="2122" y="3087"/>
                    <a:pt x="1704" y="3408"/>
                    <a:pt x="1383" y="3569"/>
                  </a:cubicBezTo>
                  <a:cubicBezTo>
                    <a:pt x="1190" y="3698"/>
                    <a:pt x="1029" y="3730"/>
                    <a:pt x="901" y="3730"/>
                  </a:cubicBezTo>
                  <a:cubicBezTo>
                    <a:pt x="772" y="3730"/>
                    <a:pt x="644" y="3698"/>
                    <a:pt x="579" y="3665"/>
                  </a:cubicBezTo>
                  <a:lnTo>
                    <a:pt x="515" y="3601"/>
                  </a:lnTo>
                  <a:lnTo>
                    <a:pt x="483" y="3601"/>
                  </a:lnTo>
                  <a:cubicBezTo>
                    <a:pt x="429" y="3561"/>
                    <a:pt x="370" y="3543"/>
                    <a:pt x="312" y="3543"/>
                  </a:cubicBezTo>
                  <a:cubicBezTo>
                    <a:pt x="231" y="3543"/>
                    <a:pt x="153" y="3577"/>
                    <a:pt x="97" y="3633"/>
                  </a:cubicBezTo>
                  <a:cubicBezTo>
                    <a:pt x="1" y="3762"/>
                    <a:pt x="33" y="3923"/>
                    <a:pt x="161" y="4019"/>
                  </a:cubicBezTo>
                  <a:cubicBezTo>
                    <a:pt x="161" y="4051"/>
                    <a:pt x="451" y="4244"/>
                    <a:pt x="901" y="4244"/>
                  </a:cubicBezTo>
                  <a:cubicBezTo>
                    <a:pt x="1126" y="4244"/>
                    <a:pt x="1383" y="4212"/>
                    <a:pt x="1672" y="4051"/>
                  </a:cubicBezTo>
                  <a:cubicBezTo>
                    <a:pt x="2026" y="3826"/>
                    <a:pt x="2476" y="3473"/>
                    <a:pt x="2862" y="2990"/>
                  </a:cubicBezTo>
                  <a:cubicBezTo>
                    <a:pt x="3247" y="2508"/>
                    <a:pt x="3537" y="1898"/>
                    <a:pt x="3537" y="1190"/>
                  </a:cubicBezTo>
                  <a:cubicBezTo>
                    <a:pt x="3537" y="1062"/>
                    <a:pt x="3537" y="965"/>
                    <a:pt x="3504" y="837"/>
                  </a:cubicBezTo>
                  <a:cubicBezTo>
                    <a:pt x="3472" y="580"/>
                    <a:pt x="3408" y="387"/>
                    <a:pt x="3312" y="258"/>
                  </a:cubicBezTo>
                  <a:cubicBezTo>
                    <a:pt x="3215" y="97"/>
                    <a:pt x="3054" y="1"/>
                    <a:pt x="2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4313;p64">
              <a:extLst>
                <a:ext uri="{FF2B5EF4-FFF2-40B4-BE49-F238E27FC236}">
                  <a16:creationId xmlns:a16="http://schemas.microsoft.com/office/drawing/2014/main" id="{79D814A9-6B2A-175A-9EBF-55B7FDC2717D}"/>
                </a:ext>
              </a:extLst>
            </p:cNvPr>
            <p:cNvSpPr/>
            <p:nvPr/>
          </p:nvSpPr>
          <p:spPr>
            <a:xfrm>
              <a:off x="4422325" y="1150100"/>
              <a:ext cx="55475" cy="116650"/>
            </a:xfrm>
            <a:custGeom>
              <a:avLst/>
              <a:gdLst/>
              <a:ahLst/>
              <a:cxnLst/>
              <a:rect l="l" t="t" r="r" b="b"/>
              <a:pathLst>
                <a:path w="2219" h="4666" extrusionOk="0">
                  <a:moveTo>
                    <a:pt x="1642" y="1"/>
                  </a:moveTo>
                  <a:cubicBezTo>
                    <a:pt x="1310" y="1"/>
                    <a:pt x="903" y="206"/>
                    <a:pt x="611" y="1034"/>
                  </a:cubicBezTo>
                  <a:cubicBezTo>
                    <a:pt x="1" y="2641"/>
                    <a:pt x="997" y="4666"/>
                    <a:pt x="997" y="4666"/>
                  </a:cubicBezTo>
                  <a:lnTo>
                    <a:pt x="2026" y="2544"/>
                  </a:lnTo>
                  <a:lnTo>
                    <a:pt x="2218" y="198"/>
                  </a:lnTo>
                  <a:cubicBezTo>
                    <a:pt x="2218" y="198"/>
                    <a:pt x="1966" y="1"/>
                    <a:pt x="16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4314;p64">
              <a:extLst>
                <a:ext uri="{FF2B5EF4-FFF2-40B4-BE49-F238E27FC236}">
                  <a16:creationId xmlns:a16="http://schemas.microsoft.com/office/drawing/2014/main" id="{98514BA8-59BE-D39F-69CB-19CBEEC4A22B}"/>
                </a:ext>
              </a:extLst>
            </p:cNvPr>
            <p:cNvSpPr/>
            <p:nvPr/>
          </p:nvSpPr>
          <p:spPr>
            <a:xfrm>
              <a:off x="4425550" y="1143775"/>
              <a:ext cx="59475" cy="129425"/>
            </a:xfrm>
            <a:custGeom>
              <a:avLst/>
              <a:gdLst/>
              <a:ahLst/>
              <a:cxnLst/>
              <a:rect l="l" t="t" r="r" b="b"/>
              <a:pathLst>
                <a:path w="2379" h="5177" extrusionOk="0">
                  <a:moveTo>
                    <a:pt x="1511" y="1"/>
                  </a:moveTo>
                  <a:cubicBezTo>
                    <a:pt x="1286" y="1"/>
                    <a:pt x="1029" y="65"/>
                    <a:pt x="804" y="258"/>
                  </a:cubicBezTo>
                  <a:cubicBezTo>
                    <a:pt x="579" y="451"/>
                    <a:pt x="386" y="740"/>
                    <a:pt x="225" y="1190"/>
                  </a:cubicBezTo>
                  <a:cubicBezTo>
                    <a:pt x="64" y="1608"/>
                    <a:pt x="0" y="2026"/>
                    <a:pt x="0" y="2444"/>
                  </a:cubicBezTo>
                  <a:cubicBezTo>
                    <a:pt x="0" y="3794"/>
                    <a:pt x="611" y="5015"/>
                    <a:pt x="643" y="5048"/>
                  </a:cubicBezTo>
                  <a:cubicBezTo>
                    <a:pt x="675" y="5144"/>
                    <a:pt x="772" y="5176"/>
                    <a:pt x="868" y="5176"/>
                  </a:cubicBezTo>
                  <a:cubicBezTo>
                    <a:pt x="964" y="5176"/>
                    <a:pt x="1061" y="5144"/>
                    <a:pt x="1125" y="5048"/>
                  </a:cubicBezTo>
                  <a:lnTo>
                    <a:pt x="2122" y="2926"/>
                  </a:lnTo>
                  <a:cubicBezTo>
                    <a:pt x="2186" y="2765"/>
                    <a:pt x="2122" y="2605"/>
                    <a:pt x="1993" y="2540"/>
                  </a:cubicBezTo>
                  <a:cubicBezTo>
                    <a:pt x="1959" y="2523"/>
                    <a:pt x="1922" y="2515"/>
                    <a:pt x="1885" y="2515"/>
                  </a:cubicBezTo>
                  <a:cubicBezTo>
                    <a:pt x="1785" y="2515"/>
                    <a:pt x="1687" y="2575"/>
                    <a:pt x="1639" y="2669"/>
                  </a:cubicBezTo>
                  <a:lnTo>
                    <a:pt x="899" y="4268"/>
                  </a:lnTo>
                  <a:lnTo>
                    <a:pt x="899" y="4268"/>
                  </a:lnTo>
                  <a:cubicBezTo>
                    <a:pt x="739" y="3818"/>
                    <a:pt x="547" y="3138"/>
                    <a:pt x="547" y="2444"/>
                  </a:cubicBezTo>
                  <a:cubicBezTo>
                    <a:pt x="547" y="2058"/>
                    <a:pt x="579" y="1705"/>
                    <a:pt x="707" y="1383"/>
                  </a:cubicBezTo>
                  <a:cubicBezTo>
                    <a:pt x="868" y="997"/>
                    <a:pt x="1029" y="772"/>
                    <a:pt x="1157" y="676"/>
                  </a:cubicBezTo>
                  <a:cubicBezTo>
                    <a:pt x="1286" y="547"/>
                    <a:pt x="1382" y="547"/>
                    <a:pt x="1511" y="547"/>
                  </a:cubicBezTo>
                  <a:cubicBezTo>
                    <a:pt x="1529" y="541"/>
                    <a:pt x="1549" y="539"/>
                    <a:pt x="1569" y="539"/>
                  </a:cubicBezTo>
                  <a:cubicBezTo>
                    <a:pt x="1654" y="539"/>
                    <a:pt x="1748" y="586"/>
                    <a:pt x="1800" y="612"/>
                  </a:cubicBezTo>
                  <a:lnTo>
                    <a:pt x="1897" y="644"/>
                  </a:lnTo>
                  <a:lnTo>
                    <a:pt x="1929" y="676"/>
                  </a:lnTo>
                  <a:cubicBezTo>
                    <a:pt x="1969" y="716"/>
                    <a:pt x="2026" y="734"/>
                    <a:pt x="2084" y="734"/>
                  </a:cubicBezTo>
                  <a:cubicBezTo>
                    <a:pt x="2164" y="734"/>
                    <a:pt x="2245" y="700"/>
                    <a:pt x="2282" y="644"/>
                  </a:cubicBezTo>
                  <a:cubicBezTo>
                    <a:pt x="2379" y="515"/>
                    <a:pt x="2379" y="354"/>
                    <a:pt x="2250" y="258"/>
                  </a:cubicBezTo>
                  <a:cubicBezTo>
                    <a:pt x="2218" y="258"/>
                    <a:pt x="1961" y="1"/>
                    <a:pt x="1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4315;p64">
              <a:extLst>
                <a:ext uri="{FF2B5EF4-FFF2-40B4-BE49-F238E27FC236}">
                  <a16:creationId xmlns:a16="http://schemas.microsoft.com/office/drawing/2014/main" id="{DCED33B7-1F8D-188E-9A61-DACCE04D6BE1}"/>
                </a:ext>
              </a:extLst>
            </p:cNvPr>
            <p:cNvSpPr/>
            <p:nvPr/>
          </p:nvSpPr>
          <p:spPr>
            <a:xfrm>
              <a:off x="4469750" y="1442050"/>
              <a:ext cx="140350" cy="85950"/>
            </a:xfrm>
            <a:custGeom>
              <a:avLst/>
              <a:gdLst/>
              <a:ahLst/>
              <a:cxnLst/>
              <a:rect l="l" t="t" r="r" b="b"/>
              <a:pathLst>
                <a:path w="5614" h="3438" extrusionOk="0">
                  <a:moveTo>
                    <a:pt x="5483" y="0"/>
                  </a:moveTo>
                  <a:cubicBezTo>
                    <a:pt x="4710" y="0"/>
                    <a:pt x="321" y="2117"/>
                    <a:pt x="321" y="2117"/>
                  </a:cubicBezTo>
                  <a:cubicBezTo>
                    <a:pt x="321" y="2117"/>
                    <a:pt x="0" y="3338"/>
                    <a:pt x="1318" y="3435"/>
                  </a:cubicBezTo>
                  <a:cubicBezTo>
                    <a:pt x="1340" y="3437"/>
                    <a:pt x="1362" y="3437"/>
                    <a:pt x="1385" y="3437"/>
                  </a:cubicBezTo>
                  <a:cubicBezTo>
                    <a:pt x="2728" y="3437"/>
                    <a:pt x="5404" y="692"/>
                    <a:pt x="5593" y="92"/>
                  </a:cubicBezTo>
                  <a:cubicBezTo>
                    <a:pt x="5613" y="28"/>
                    <a:pt x="5572" y="0"/>
                    <a:pt x="54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4316;p64">
              <a:extLst>
                <a:ext uri="{FF2B5EF4-FFF2-40B4-BE49-F238E27FC236}">
                  <a16:creationId xmlns:a16="http://schemas.microsoft.com/office/drawing/2014/main" id="{BC9FEF95-3332-8C54-AB24-27E7A47125E0}"/>
                </a:ext>
              </a:extLst>
            </p:cNvPr>
            <p:cNvSpPr/>
            <p:nvPr/>
          </p:nvSpPr>
          <p:spPr>
            <a:xfrm>
              <a:off x="4470550" y="1435500"/>
              <a:ext cx="145475" cy="98875"/>
            </a:xfrm>
            <a:custGeom>
              <a:avLst/>
              <a:gdLst/>
              <a:ahLst/>
              <a:cxnLst/>
              <a:rect l="l" t="t" r="r" b="b"/>
              <a:pathLst>
                <a:path w="5819" h="3955" extrusionOk="0">
                  <a:moveTo>
                    <a:pt x="5072" y="614"/>
                  </a:moveTo>
                  <a:cubicBezTo>
                    <a:pt x="4748" y="1047"/>
                    <a:pt x="4092" y="1750"/>
                    <a:pt x="3407" y="2315"/>
                  </a:cubicBezTo>
                  <a:cubicBezTo>
                    <a:pt x="3022" y="2636"/>
                    <a:pt x="2636" y="2925"/>
                    <a:pt x="2282" y="3118"/>
                  </a:cubicBezTo>
                  <a:cubicBezTo>
                    <a:pt x="1937" y="3291"/>
                    <a:pt x="1642" y="3413"/>
                    <a:pt x="1446" y="3413"/>
                  </a:cubicBezTo>
                  <a:cubicBezTo>
                    <a:pt x="1424" y="3413"/>
                    <a:pt x="1402" y="3411"/>
                    <a:pt x="1382" y="3408"/>
                  </a:cubicBezTo>
                  <a:lnTo>
                    <a:pt x="1318" y="3408"/>
                  </a:lnTo>
                  <a:cubicBezTo>
                    <a:pt x="932" y="3375"/>
                    <a:pt x="772" y="3247"/>
                    <a:pt x="643" y="3118"/>
                  </a:cubicBezTo>
                  <a:cubicBezTo>
                    <a:pt x="547" y="2990"/>
                    <a:pt x="514" y="2797"/>
                    <a:pt x="514" y="2668"/>
                  </a:cubicBezTo>
                  <a:cubicBezTo>
                    <a:pt x="514" y="2623"/>
                    <a:pt x="530" y="2578"/>
                    <a:pt x="540" y="2544"/>
                  </a:cubicBezTo>
                  <a:lnTo>
                    <a:pt x="540" y="2544"/>
                  </a:lnTo>
                  <a:cubicBezTo>
                    <a:pt x="654" y="2489"/>
                    <a:pt x="846" y="2397"/>
                    <a:pt x="1093" y="2283"/>
                  </a:cubicBezTo>
                  <a:cubicBezTo>
                    <a:pt x="1736" y="1993"/>
                    <a:pt x="2700" y="1543"/>
                    <a:pt x="3568" y="1158"/>
                  </a:cubicBezTo>
                  <a:cubicBezTo>
                    <a:pt x="4018" y="997"/>
                    <a:pt x="4436" y="804"/>
                    <a:pt x="4790" y="707"/>
                  </a:cubicBezTo>
                  <a:cubicBezTo>
                    <a:pt x="4894" y="666"/>
                    <a:pt x="4985" y="637"/>
                    <a:pt x="5072" y="614"/>
                  </a:cubicBezTo>
                  <a:close/>
                  <a:moveTo>
                    <a:pt x="5433" y="0"/>
                  </a:moveTo>
                  <a:cubicBezTo>
                    <a:pt x="5304" y="0"/>
                    <a:pt x="5143" y="32"/>
                    <a:pt x="4918" y="97"/>
                  </a:cubicBezTo>
                  <a:cubicBezTo>
                    <a:pt x="4211" y="290"/>
                    <a:pt x="3054" y="804"/>
                    <a:pt x="2025" y="1254"/>
                  </a:cubicBezTo>
                  <a:cubicBezTo>
                    <a:pt x="1029" y="1736"/>
                    <a:pt x="161" y="2122"/>
                    <a:pt x="161" y="2122"/>
                  </a:cubicBezTo>
                  <a:cubicBezTo>
                    <a:pt x="97" y="2154"/>
                    <a:pt x="32" y="2218"/>
                    <a:pt x="32" y="2315"/>
                  </a:cubicBezTo>
                  <a:cubicBezTo>
                    <a:pt x="32" y="2315"/>
                    <a:pt x="0" y="2443"/>
                    <a:pt x="0" y="2668"/>
                  </a:cubicBezTo>
                  <a:cubicBezTo>
                    <a:pt x="0" y="2861"/>
                    <a:pt x="32" y="3183"/>
                    <a:pt x="225" y="3440"/>
                  </a:cubicBezTo>
                  <a:cubicBezTo>
                    <a:pt x="418" y="3729"/>
                    <a:pt x="772" y="3922"/>
                    <a:pt x="1286" y="3954"/>
                  </a:cubicBezTo>
                  <a:lnTo>
                    <a:pt x="1382" y="3954"/>
                  </a:lnTo>
                  <a:cubicBezTo>
                    <a:pt x="1800" y="3954"/>
                    <a:pt x="2250" y="3761"/>
                    <a:pt x="2700" y="3472"/>
                  </a:cubicBezTo>
                  <a:cubicBezTo>
                    <a:pt x="3375" y="3054"/>
                    <a:pt x="4115" y="2443"/>
                    <a:pt x="4693" y="1865"/>
                  </a:cubicBezTo>
                  <a:cubicBezTo>
                    <a:pt x="4983" y="1575"/>
                    <a:pt x="5240" y="1286"/>
                    <a:pt x="5433" y="1029"/>
                  </a:cubicBezTo>
                  <a:cubicBezTo>
                    <a:pt x="5625" y="804"/>
                    <a:pt x="5754" y="611"/>
                    <a:pt x="5818" y="418"/>
                  </a:cubicBezTo>
                  <a:lnTo>
                    <a:pt x="5818" y="322"/>
                  </a:lnTo>
                  <a:cubicBezTo>
                    <a:pt x="5818" y="257"/>
                    <a:pt x="5818" y="193"/>
                    <a:pt x="5786" y="129"/>
                  </a:cubicBezTo>
                  <a:cubicBezTo>
                    <a:pt x="5722" y="65"/>
                    <a:pt x="5658" y="32"/>
                    <a:pt x="5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4317;p64">
              <a:extLst>
                <a:ext uri="{FF2B5EF4-FFF2-40B4-BE49-F238E27FC236}">
                  <a16:creationId xmlns:a16="http://schemas.microsoft.com/office/drawing/2014/main" id="{1A0878D9-682F-EA76-A293-7893908A1033}"/>
                </a:ext>
              </a:extLst>
            </p:cNvPr>
            <p:cNvSpPr/>
            <p:nvPr/>
          </p:nvSpPr>
          <p:spPr>
            <a:xfrm>
              <a:off x="4434375" y="979525"/>
              <a:ext cx="393000" cy="529650"/>
            </a:xfrm>
            <a:custGeom>
              <a:avLst/>
              <a:gdLst/>
              <a:ahLst/>
              <a:cxnLst/>
              <a:rect l="l" t="t" r="r" b="b"/>
              <a:pathLst>
                <a:path w="15720" h="21186" extrusionOk="0">
                  <a:moveTo>
                    <a:pt x="9216" y="1"/>
                  </a:moveTo>
                  <a:cubicBezTo>
                    <a:pt x="8300" y="1"/>
                    <a:pt x="7368" y="253"/>
                    <a:pt x="6494" y="849"/>
                  </a:cubicBezTo>
                  <a:cubicBezTo>
                    <a:pt x="6494" y="849"/>
                    <a:pt x="2958" y="2489"/>
                    <a:pt x="2154" y="4996"/>
                  </a:cubicBezTo>
                  <a:cubicBezTo>
                    <a:pt x="1319" y="7535"/>
                    <a:pt x="1" y="12710"/>
                    <a:pt x="1" y="14639"/>
                  </a:cubicBezTo>
                  <a:cubicBezTo>
                    <a:pt x="1" y="16568"/>
                    <a:pt x="611" y="20522"/>
                    <a:pt x="1929" y="21100"/>
                  </a:cubicBezTo>
                  <a:cubicBezTo>
                    <a:pt x="2056" y="21159"/>
                    <a:pt x="2211" y="21186"/>
                    <a:pt x="2389" y="21186"/>
                  </a:cubicBezTo>
                  <a:cubicBezTo>
                    <a:pt x="4059" y="21186"/>
                    <a:pt x="7736" y="18805"/>
                    <a:pt x="8840" y="18079"/>
                  </a:cubicBezTo>
                  <a:cubicBezTo>
                    <a:pt x="10030" y="17275"/>
                    <a:pt x="11444" y="14125"/>
                    <a:pt x="12987" y="12293"/>
                  </a:cubicBezTo>
                  <a:cubicBezTo>
                    <a:pt x="14498" y="10492"/>
                    <a:pt x="15719" y="7149"/>
                    <a:pt x="15109" y="4417"/>
                  </a:cubicBezTo>
                  <a:cubicBezTo>
                    <a:pt x="14649" y="2336"/>
                    <a:pt x="12004" y="1"/>
                    <a:pt x="9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4318;p64">
              <a:extLst>
                <a:ext uri="{FF2B5EF4-FFF2-40B4-BE49-F238E27FC236}">
                  <a16:creationId xmlns:a16="http://schemas.microsoft.com/office/drawing/2014/main" id="{0250FC2C-B80C-8F16-7400-830369F3EE59}"/>
                </a:ext>
              </a:extLst>
            </p:cNvPr>
            <p:cNvSpPr/>
            <p:nvPr/>
          </p:nvSpPr>
          <p:spPr>
            <a:xfrm>
              <a:off x="4427950" y="972625"/>
              <a:ext cx="394600" cy="543250"/>
            </a:xfrm>
            <a:custGeom>
              <a:avLst/>
              <a:gdLst/>
              <a:ahLst/>
              <a:cxnLst/>
              <a:rect l="l" t="t" r="r" b="b"/>
              <a:pathLst>
                <a:path w="15784" h="21730" extrusionOk="0">
                  <a:moveTo>
                    <a:pt x="9483" y="547"/>
                  </a:moveTo>
                  <a:cubicBezTo>
                    <a:pt x="10801" y="547"/>
                    <a:pt x="12119" y="1093"/>
                    <a:pt x="13115" y="1929"/>
                  </a:cubicBezTo>
                  <a:cubicBezTo>
                    <a:pt x="14144" y="2732"/>
                    <a:pt x="14883" y="3793"/>
                    <a:pt x="15108" y="4725"/>
                  </a:cubicBezTo>
                  <a:cubicBezTo>
                    <a:pt x="15205" y="5207"/>
                    <a:pt x="15269" y="5690"/>
                    <a:pt x="15269" y="6204"/>
                  </a:cubicBezTo>
                  <a:cubicBezTo>
                    <a:pt x="15269" y="8486"/>
                    <a:pt x="14240" y="10961"/>
                    <a:pt x="13019" y="12408"/>
                  </a:cubicBezTo>
                  <a:cubicBezTo>
                    <a:pt x="12248" y="13340"/>
                    <a:pt x="11508" y="14594"/>
                    <a:pt x="10833" y="15719"/>
                  </a:cubicBezTo>
                  <a:cubicBezTo>
                    <a:pt x="10126" y="16812"/>
                    <a:pt x="9451" y="17776"/>
                    <a:pt x="8937" y="18130"/>
                  </a:cubicBezTo>
                  <a:cubicBezTo>
                    <a:pt x="8390" y="18483"/>
                    <a:pt x="7201" y="19287"/>
                    <a:pt x="5947" y="19962"/>
                  </a:cubicBezTo>
                  <a:cubicBezTo>
                    <a:pt x="5337" y="20283"/>
                    <a:pt x="4694" y="20605"/>
                    <a:pt x="4115" y="20830"/>
                  </a:cubicBezTo>
                  <a:cubicBezTo>
                    <a:pt x="3536" y="21087"/>
                    <a:pt x="2990" y="21215"/>
                    <a:pt x="2636" y="21215"/>
                  </a:cubicBezTo>
                  <a:cubicBezTo>
                    <a:pt x="2508" y="21215"/>
                    <a:pt x="2379" y="21183"/>
                    <a:pt x="2315" y="21151"/>
                  </a:cubicBezTo>
                  <a:cubicBezTo>
                    <a:pt x="2058" y="21055"/>
                    <a:pt x="1801" y="20733"/>
                    <a:pt x="1576" y="20283"/>
                  </a:cubicBezTo>
                  <a:cubicBezTo>
                    <a:pt x="1222" y="19576"/>
                    <a:pt x="965" y="18580"/>
                    <a:pt x="804" y="17615"/>
                  </a:cubicBezTo>
                  <a:cubicBezTo>
                    <a:pt x="611" y="16619"/>
                    <a:pt x="547" y="15622"/>
                    <a:pt x="547" y="14915"/>
                  </a:cubicBezTo>
                  <a:cubicBezTo>
                    <a:pt x="547" y="14015"/>
                    <a:pt x="868" y="12215"/>
                    <a:pt x="1286" y="10383"/>
                  </a:cubicBezTo>
                  <a:cubicBezTo>
                    <a:pt x="1704" y="8551"/>
                    <a:pt x="2251" y="6622"/>
                    <a:pt x="2636" y="5368"/>
                  </a:cubicBezTo>
                  <a:cubicBezTo>
                    <a:pt x="3022" y="4179"/>
                    <a:pt x="4083" y="3182"/>
                    <a:pt x="5047" y="2475"/>
                  </a:cubicBezTo>
                  <a:cubicBezTo>
                    <a:pt x="5529" y="2122"/>
                    <a:pt x="5979" y="1832"/>
                    <a:pt x="6301" y="1672"/>
                  </a:cubicBezTo>
                  <a:cubicBezTo>
                    <a:pt x="6494" y="1575"/>
                    <a:pt x="6622" y="1511"/>
                    <a:pt x="6719" y="1447"/>
                  </a:cubicBezTo>
                  <a:lnTo>
                    <a:pt x="6815" y="1382"/>
                  </a:lnTo>
                  <a:lnTo>
                    <a:pt x="6879" y="1382"/>
                  </a:lnTo>
                  <a:lnTo>
                    <a:pt x="6912" y="1350"/>
                  </a:lnTo>
                  <a:cubicBezTo>
                    <a:pt x="7747" y="772"/>
                    <a:pt x="8615" y="547"/>
                    <a:pt x="9483" y="547"/>
                  </a:cubicBezTo>
                  <a:close/>
                  <a:moveTo>
                    <a:pt x="9483" y="0"/>
                  </a:moveTo>
                  <a:cubicBezTo>
                    <a:pt x="8519" y="0"/>
                    <a:pt x="7522" y="289"/>
                    <a:pt x="6590" y="900"/>
                  </a:cubicBezTo>
                  <a:lnTo>
                    <a:pt x="6604" y="919"/>
                  </a:lnTo>
                  <a:lnTo>
                    <a:pt x="6604" y="919"/>
                  </a:lnTo>
                  <a:cubicBezTo>
                    <a:pt x="6397" y="1009"/>
                    <a:pt x="5599" y="1410"/>
                    <a:pt x="4726" y="2057"/>
                  </a:cubicBezTo>
                  <a:cubicBezTo>
                    <a:pt x="3697" y="2797"/>
                    <a:pt x="2572" y="3857"/>
                    <a:pt x="2154" y="5207"/>
                  </a:cubicBezTo>
                  <a:cubicBezTo>
                    <a:pt x="1736" y="6493"/>
                    <a:pt x="1190" y="8422"/>
                    <a:pt x="772" y="10254"/>
                  </a:cubicBezTo>
                  <a:cubicBezTo>
                    <a:pt x="322" y="12119"/>
                    <a:pt x="1" y="13886"/>
                    <a:pt x="1" y="14915"/>
                  </a:cubicBezTo>
                  <a:cubicBezTo>
                    <a:pt x="1" y="15912"/>
                    <a:pt x="161" y="17390"/>
                    <a:pt x="483" y="18708"/>
                  </a:cubicBezTo>
                  <a:cubicBezTo>
                    <a:pt x="643" y="19383"/>
                    <a:pt x="836" y="19994"/>
                    <a:pt x="1093" y="20508"/>
                  </a:cubicBezTo>
                  <a:cubicBezTo>
                    <a:pt x="1351" y="21023"/>
                    <a:pt x="1672" y="21440"/>
                    <a:pt x="2090" y="21633"/>
                  </a:cubicBezTo>
                  <a:cubicBezTo>
                    <a:pt x="2251" y="21730"/>
                    <a:pt x="2444" y="21730"/>
                    <a:pt x="2636" y="21730"/>
                  </a:cubicBezTo>
                  <a:cubicBezTo>
                    <a:pt x="3119" y="21730"/>
                    <a:pt x="3697" y="21569"/>
                    <a:pt x="4308" y="21344"/>
                  </a:cubicBezTo>
                  <a:cubicBezTo>
                    <a:pt x="6140" y="20605"/>
                    <a:pt x="8390" y="19126"/>
                    <a:pt x="9226" y="18580"/>
                  </a:cubicBezTo>
                  <a:cubicBezTo>
                    <a:pt x="9933" y="18097"/>
                    <a:pt x="10576" y="17101"/>
                    <a:pt x="11283" y="15976"/>
                  </a:cubicBezTo>
                  <a:cubicBezTo>
                    <a:pt x="11958" y="14883"/>
                    <a:pt x="12698" y="13629"/>
                    <a:pt x="13437" y="12761"/>
                  </a:cubicBezTo>
                  <a:cubicBezTo>
                    <a:pt x="14723" y="11186"/>
                    <a:pt x="15783" y="8647"/>
                    <a:pt x="15783" y="6204"/>
                  </a:cubicBezTo>
                  <a:cubicBezTo>
                    <a:pt x="15783" y="5658"/>
                    <a:pt x="15751" y="5143"/>
                    <a:pt x="15623" y="4629"/>
                  </a:cubicBezTo>
                  <a:cubicBezTo>
                    <a:pt x="15366" y="3504"/>
                    <a:pt x="14562" y="2379"/>
                    <a:pt x="13469" y="1511"/>
                  </a:cubicBezTo>
                  <a:cubicBezTo>
                    <a:pt x="12344" y="611"/>
                    <a:pt x="10962" y="0"/>
                    <a:pt x="9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4319;p64">
              <a:extLst>
                <a:ext uri="{FF2B5EF4-FFF2-40B4-BE49-F238E27FC236}">
                  <a16:creationId xmlns:a16="http://schemas.microsoft.com/office/drawing/2014/main" id="{CC699C6B-A711-7CBA-E575-7C965ED76639}"/>
                </a:ext>
              </a:extLst>
            </p:cNvPr>
            <p:cNvSpPr/>
            <p:nvPr/>
          </p:nvSpPr>
          <p:spPr>
            <a:xfrm>
              <a:off x="4455275" y="979525"/>
              <a:ext cx="372100" cy="369200"/>
            </a:xfrm>
            <a:custGeom>
              <a:avLst/>
              <a:gdLst/>
              <a:ahLst/>
              <a:cxnLst/>
              <a:rect l="l" t="t" r="r" b="b"/>
              <a:pathLst>
                <a:path w="14884" h="14768" extrusionOk="0">
                  <a:moveTo>
                    <a:pt x="8380" y="1"/>
                  </a:moveTo>
                  <a:cubicBezTo>
                    <a:pt x="7464" y="1"/>
                    <a:pt x="6532" y="253"/>
                    <a:pt x="5658" y="849"/>
                  </a:cubicBezTo>
                  <a:cubicBezTo>
                    <a:pt x="5658" y="849"/>
                    <a:pt x="2122" y="2489"/>
                    <a:pt x="1318" y="4996"/>
                  </a:cubicBezTo>
                  <a:cubicBezTo>
                    <a:pt x="933" y="6217"/>
                    <a:pt x="418" y="8017"/>
                    <a:pt x="0" y="9785"/>
                  </a:cubicBezTo>
                  <a:cubicBezTo>
                    <a:pt x="708" y="8692"/>
                    <a:pt x="1833" y="6860"/>
                    <a:pt x="1897" y="6442"/>
                  </a:cubicBezTo>
                  <a:cubicBezTo>
                    <a:pt x="2026" y="5832"/>
                    <a:pt x="2026" y="5735"/>
                    <a:pt x="2733" y="5735"/>
                  </a:cubicBezTo>
                  <a:cubicBezTo>
                    <a:pt x="3440" y="5735"/>
                    <a:pt x="4758" y="7760"/>
                    <a:pt x="6558" y="8146"/>
                  </a:cubicBezTo>
                  <a:cubicBezTo>
                    <a:pt x="8390" y="8564"/>
                    <a:pt x="10833" y="8242"/>
                    <a:pt x="10833" y="9271"/>
                  </a:cubicBezTo>
                  <a:cubicBezTo>
                    <a:pt x="10833" y="10267"/>
                    <a:pt x="9419" y="11907"/>
                    <a:pt x="10319" y="12389"/>
                  </a:cubicBezTo>
                  <a:cubicBezTo>
                    <a:pt x="11026" y="12807"/>
                    <a:pt x="10383" y="14157"/>
                    <a:pt x="10447" y="14768"/>
                  </a:cubicBezTo>
                  <a:cubicBezTo>
                    <a:pt x="10994" y="13900"/>
                    <a:pt x="11572" y="13000"/>
                    <a:pt x="12151" y="12293"/>
                  </a:cubicBezTo>
                  <a:cubicBezTo>
                    <a:pt x="13662" y="10492"/>
                    <a:pt x="14883" y="7149"/>
                    <a:pt x="14273" y="4417"/>
                  </a:cubicBezTo>
                  <a:cubicBezTo>
                    <a:pt x="13813" y="2336"/>
                    <a:pt x="11168" y="1"/>
                    <a:pt x="8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4320;p64">
              <a:extLst>
                <a:ext uri="{FF2B5EF4-FFF2-40B4-BE49-F238E27FC236}">
                  <a16:creationId xmlns:a16="http://schemas.microsoft.com/office/drawing/2014/main" id="{12580D4D-C26A-3325-C818-A77128EF82B2}"/>
                </a:ext>
              </a:extLst>
            </p:cNvPr>
            <p:cNvSpPr/>
            <p:nvPr/>
          </p:nvSpPr>
          <p:spPr>
            <a:xfrm>
              <a:off x="4448050" y="972625"/>
              <a:ext cx="374500" cy="382750"/>
            </a:xfrm>
            <a:custGeom>
              <a:avLst/>
              <a:gdLst/>
              <a:ahLst/>
              <a:cxnLst/>
              <a:rect l="l" t="t" r="r" b="b"/>
              <a:pathLst>
                <a:path w="14980" h="15310" extrusionOk="0">
                  <a:moveTo>
                    <a:pt x="8679" y="547"/>
                  </a:moveTo>
                  <a:cubicBezTo>
                    <a:pt x="9997" y="547"/>
                    <a:pt x="11315" y="1093"/>
                    <a:pt x="12311" y="1929"/>
                  </a:cubicBezTo>
                  <a:cubicBezTo>
                    <a:pt x="13340" y="2732"/>
                    <a:pt x="14079" y="3793"/>
                    <a:pt x="14304" y="4725"/>
                  </a:cubicBezTo>
                  <a:cubicBezTo>
                    <a:pt x="14401" y="5207"/>
                    <a:pt x="14465" y="5690"/>
                    <a:pt x="14465" y="6204"/>
                  </a:cubicBezTo>
                  <a:cubicBezTo>
                    <a:pt x="14465" y="8486"/>
                    <a:pt x="13436" y="10961"/>
                    <a:pt x="12215" y="12408"/>
                  </a:cubicBezTo>
                  <a:cubicBezTo>
                    <a:pt x="11868" y="12832"/>
                    <a:pt x="11520" y="13327"/>
                    <a:pt x="11180" y="13842"/>
                  </a:cubicBezTo>
                  <a:lnTo>
                    <a:pt x="11180" y="13842"/>
                  </a:lnTo>
                  <a:cubicBezTo>
                    <a:pt x="11203" y="13696"/>
                    <a:pt x="11219" y="13546"/>
                    <a:pt x="11219" y="13404"/>
                  </a:cubicBezTo>
                  <a:cubicBezTo>
                    <a:pt x="11219" y="13244"/>
                    <a:pt x="11186" y="13051"/>
                    <a:pt x="11122" y="12890"/>
                  </a:cubicBezTo>
                  <a:cubicBezTo>
                    <a:pt x="11058" y="12697"/>
                    <a:pt x="10929" y="12536"/>
                    <a:pt x="10736" y="12440"/>
                  </a:cubicBezTo>
                  <a:cubicBezTo>
                    <a:pt x="10672" y="12408"/>
                    <a:pt x="10640" y="12376"/>
                    <a:pt x="10608" y="12311"/>
                  </a:cubicBezTo>
                  <a:cubicBezTo>
                    <a:pt x="10576" y="12279"/>
                    <a:pt x="10576" y="12215"/>
                    <a:pt x="10576" y="12151"/>
                  </a:cubicBezTo>
                  <a:cubicBezTo>
                    <a:pt x="10576" y="11894"/>
                    <a:pt x="10736" y="11411"/>
                    <a:pt x="10961" y="10961"/>
                  </a:cubicBezTo>
                  <a:cubicBezTo>
                    <a:pt x="11154" y="10511"/>
                    <a:pt x="11379" y="10029"/>
                    <a:pt x="11379" y="9547"/>
                  </a:cubicBezTo>
                  <a:cubicBezTo>
                    <a:pt x="11379" y="9354"/>
                    <a:pt x="11315" y="9193"/>
                    <a:pt x="11219" y="9065"/>
                  </a:cubicBezTo>
                  <a:cubicBezTo>
                    <a:pt x="11026" y="8808"/>
                    <a:pt x="10769" y="8711"/>
                    <a:pt x="10447" y="8615"/>
                  </a:cubicBezTo>
                  <a:cubicBezTo>
                    <a:pt x="9965" y="8486"/>
                    <a:pt x="9386" y="8454"/>
                    <a:pt x="8776" y="8390"/>
                  </a:cubicBezTo>
                  <a:cubicBezTo>
                    <a:pt x="8133" y="8358"/>
                    <a:pt x="7490" y="8293"/>
                    <a:pt x="6911" y="8165"/>
                  </a:cubicBezTo>
                  <a:cubicBezTo>
                    <a:pt x="6075" y="7972"/>
                    <a:pt x="5336" y="7393"/>
                    <a:pt x="4693" y="6847"/>
                  </a:cubicBezTo>
                  <a:cubicBezTo>
                    <a:pt x="4372" y="6590"/>
                    <a:pt x="4082" y="6300"/>
                    <a:pt x="3825" y="6108"/>
                  </a:cubicBezTo>
                  <a:cubicBezTo>
                    <a:pt x="3536" y="5915"/>
                    <a:pt x="3311" y="5722"/>
                    <a:pt x="3022" y="5722"/>
                  </a:cubicBezTo>
                  <a:cubicBezTo>
                    <a:pt x="2829" y="5722"/>
                    <a:pt x="2668" y="5722"/>
                    <a:pt x="2540" y="5754"/>
                  </a:cubicBezTo>
                  <a:cubicBezTo>
                    <a:pt x="2443" y="5786"/>
                    <a:pt x="2347" y="5818"/>
                    <a:pt x="2282" y="5850"/>
                  </a:cubicBezTo>
                  <a:cubicBezTo>
                    <a:pt x="2122" y="5947"/>
                    <a:pt x="2057" y="6108"/>
                    <a:pt x="2025" y="6236"/>
                  </a:cubicBezTo>
                  <a:cubicBezTo>
                    <a:pt x="1993" y="6365"/>
                    <a:pt x="1961" y="6493"/>
                    <a:pt x="1929" y="6654"/>
                  </a:cubicBezTo>
                  <a:cubicBezTo>
                    <a:pt x="1929" y="6686"/>
                    <a:pt x="1929" y="6750"/>
                    <a:pt x="1865" y="6815"/>
                  </a:cubicBezTo>
                  <a:cubicBezTo>
                    <a:pt x="1768" y="7104"/>
                    <a:pt x="1447" y="7650"/>
                    <a:pt x="1093" y="8229"/>
                  </a:cubicBezTo>
                  <a:cubicBezTo>
                    <a:pt x="1052" y="8303"/>
                    <a:pt x="1009" y="8377"/>
                    <a:pt x="966" y="8452"/>
                  </a:cubicBezTo>
                  <a:lnTo>
                    <a:pt x="966" y="8452"/>
                  </a:lnTo>
                  <a:cubicBezTo>
                    <a:pt x="1275" y="7276"/>
                    <a:pt x="1591" y="6180"/>
                    <a:pt x="1832" y="5368"/>
                  </a:cubicBezTo>
                  <a:cubicBezTo>
                    <a:pt x="2218" y="4179"/>
                    <a:pt x="3279" y="3182"/>
                    <a:pt x="4243" y="2475"/>
                  </a:cubicBezTo>
                  <a:cubicBezTo>
                    <a:pt x="4725" y="2122"/>
                    <a:pt x="5175" y="1832"/>
                    <a:pt x="5497" y="1672"/>
                  </a:cubicBezTo>
                  <a:cubicBezTo>
                    <a:pt x="5690" y="1575"/>
                    <a:pt x="5818" y="1511"/>
                    <a:pt x="5915" y="1447"/>
                  </a:cubicBezTo>
                  <a:lnTo>
                    <a:pt x="6011" y="1382"/>
                  </a:lnTo>
                  <a:lnTo>
                    <a:pt x="6075" y="1382"/>
                  </a:lnTo>
                  <a:lnTo>
                    <a:pt x="6108" y="1350"/>
                  </a:lnTo>
                  <a:cubicBezTo>
                    <a:pt x="6943" y="772"/>
                    <a:pt x="7811" y="547"/>
                    <a:pt x="8679" y="547"/>
                  </a:cubicBezTo>
                  <a:close/>
                  <a:moveTo>
                    <a:pt x="8679" y="0"/>
                  </a:moveTo>
                  <a:cubicBezTo>
                    <a:pt x="7715" y="0"/>
                    <a:pt x="6718" y="289"/>
                    <a:pt x="5786" y="900"/>
                  </a:cubicBezTo>
                  <a:lnTo>
                    <a:pt x="5800" y="919"/>
                  </a:lnTo>
                  <a:lnTo>
                    <a:pt x="5800" y="919"/>
                  </a:lnTo>
                  <a:cubicBezTo>
                    <a:pt x="5593" y="1009"/>
                    <a:pt x="4795" y="1410"/>
                    <a:pt x="3922" y="2057"/>
                  </a:cubicBezTo>
                  <a:cubicBezTo>
                    <a:pt x="2893" y="2797"/>
                    <a:pt x="1768" y="3857"/>
                    <a:pt x="1350" y="5207"/>
                  </a:cubicBezTo>
                  <a:cubicBezTo>
                    <a:pt x="964" y="6429"/>
                    <a:pt x="450" y="8229"/>
                    <a:pt x="32" y="9997"/>
                  </a:cubicBezTo>
                  <a:cubicBezTo>
                    <a:pt x="0" y="10126"/>
                    <a:pt x="64" y="10254"/>
                    <a:pt x="193" y="10286"/>
                  </a:cubicBezTo>
                  <a:cubicBezTo>
                    <a:pt x="236" y="10308"/>
                    <a:pt x="279" y="10318"/>
                    <a:pt x="319" y="10318"/>
                  </a:cubicBezTo>
                  <a:cubicBezTo>
                    <a:pt x="400" y="10318"/>
                    <a:pt x="472" y="10276"/>
                    <a:pt x="514" y="10190"/>
                  </a:cubicBezTo>
                  <a:cubicBezTo>
                    <a:pt x="868" y="9643"/>
                    <a:pt x="1318" y="8904"/>
                    <a:pt x="1704" y="8261"/>
                  </a:cubicBezTo>
                  <a:cubicBezTo>
                    <a:pt x="1897" y="7940"/>
                    <a:pt x="2090" y="7618"/>
                    <a:pt x="2218" y="7361"/>
                  </a:cubicBezTo>
                  <a:cubicBezTo>
                    <a:pt x="2282" y="7233"/>
                    <a:pt x="2315" y="7136"/>
                    <a:pt x="2379" y="7040"/>
                  </a:cubicBezTo>
                  <a:cubicBezTo>
                    <a:pt x="2411" y="6911"/>
                    <a:pt x="2443" y="6847"/>
                    <a:pt x="2475" y="6750"/>
                  </a:cubicBezTo>
                  <a:cubicBezTo>
                    <a:pt x="2475" y="6590"/>
                    <a:pt x="2507" y="6493"/>
                    <a:pt x="2540" y="6397"/>
                  </a:cubicBezTo>
                  <a:cubicBezTo>
                    <a:pt x="2540" y="6365"/>
                    <a:pt x="2572" y="6333"/>
                    <a:pt x="2572" y="6300"/>
                  </a:cubicBezTo>
                  <a:lnTo>
                    <a:pt x="2636" y="6300"/>
                  </a:lnTo>
                  <a:cubicBezTo>
                    <a:pt x="2700" y="6268"/>
                    <a:pt x="2829" y="6268"/>
                    <a:pt x="3022" y="6268"/>
                  </a:cubicBezTo>
                  <a:cubicBezTo>
                    <a:pt x="3054" y="6268"/>
                    <a:pt x="3247" y="6333"/>
                    <a:pt x="3504" y="6525"/>
                  </a:cubicBezTo>
                  <a:cubicBezTo>
                    <a:pt x="3857" y="6815"/>
                    <a:pt x="4307" y="7265"/>
                    <a:pt x="4854" y="7683"/>
                  </a:cubicBezTo>
                  <a:cubicBezTo>
                    <a:pt x="5400" y="8133"/>
                    <a:pt x="6043" y="8518"/>
                    <a:pt x="6815" y="8679"/>
                  </a:cubicBezTo>
                  <a:cubicBezTo>
                    <a:pt x="7747" y="8904"/>
                    <a:pt x="8808" y="8936"/>
                    <a:pt x="9643" y="9033"/>
                  </a:cubicBezTo>
                  <a:cubicBezTo>
                    <a:pt x="10061" y="9065"/>
                    <a:pt x="10383" y="9129"/>
                    <a:pt x="10608" y="9226"/>
                  </a:cubicBezTo>
                  <a:cubicBezTo>
                    <a:pt x="10704" y="9290"/>
                    <a:pt x="10769" y="9354"/>
                    <a:pt x="10801" y="9386"/>
                  </a:cubicBezTo>
                  <a:cubicBezTo>
                    <a:pt x="10833" y="9418"/>
                    <a:pt x="10833" y="9483"/>
                    <a:pt x="10833" y="9547"/>
                  </a:cubicBezTo>
                  <a:cubicBezTo>
                    <a:pt x="10865" y="9836"/>
                    <a:pt x="10672" y="10286"/>
                    <a:pt x="10447" y="10736"/>
                  </a:cubicBezTo>
                  <a:cubicBezTo>
                    <a:pt x="10254" y="11219"/>
                    <a:pt x="10029" y="11669"/>
                    <a:pt x="10029" y="12151"/>
                  </a:cubicBezTo>
                  <a:cubicBezTo>
                    <a:pt x="10029" y="12279"/>
                    <a:pt x="10061" y="12440"/>
                    <a:pt x="10126" y="12569"/>
                  </a:cubicBezTo>
                  <a:cubicBezTo>
                    <a:pt x="10222" y="12729"/>
                    <a:pt x="10318" y="12826"/>
                    <a:pt x="10479" y="12922"/>
                  </a:cubicBezTo>
                  <a:cubicBezTo>
                    <a:pt x="10544" y="12954"/>
                    <a:pt x="10576" y="13019"/>
                    <a:pt x="10640" y="13083"/>
                  </a:cubicBezTo>
                  <a:cubicBezTo>
                    <a:pt x="10672" y="13179"/>
                    <a:pt x="10672" y="13276"/>
                    <a:pt x="10672" y="13404"/>
                  </a:cubicBezTo>
                  <a:cubicBezTo>
                    <a:pt x="10672" y="13629"/>
                    <a:pt x="10640" y="13919"/>
                    <a:pt x="10576" y="14176"/>
                  </a:cubicBezTo>
                  <a:cubicBezTo>
                    <a:pt x="10511" y="14433"/>
                    <a:pt x="10479" y="14690"/>
                    <a:pt x="10479" y="14947"/>
                  </a:cubicBezTo>
                  <a:cubicBezTo>
                    <a:pt x="10479" y="14979"/>
                    <a:pt x="10479" y="15044"/>
                    <a:pt x="10479" y="15076"/>
                  </a:cubicBezTo>
                  <a:cubicBezTo>
                    <a:pt x="10511" y="15204"/>
                    <a:pt x="10576" y="15269"/>
                    <a:pt x="10704" y="15301"/>
                  </a:cubicBezTo>
                  <a:cubicBezTo>
                    <a:pt x="10721" y="15307"/>
                    <a:pt x="10738" y="15309"/>
                    <a:pt x="10755" y="15309"/>
                  </a:cubicBezTo>
                  <a:cubicBezTo>
                    <a:pt x="10834" y="15309"/>
                    <a:pt x="10908" y="15252"/>
                    <a:pt x="10961" y="15172"/>
                  </a:cubicBezTo>
                  <a:cubicBezTo>
                    <a:pt x="11508" y="14304"/>
                    <a:pt x="12086" y="13436"/>
                    <a:pt x="12633" y="12761"/>
                  </a:cubicBezTo>
                  <a:cubicBezTo>
                    <a:pt x="13919" y="11186"/>
                    <a:pt x="14979" y="8647"/>
                    <a:pt x="14979" y="6204"/>
                  </a:cubicBezTo>
                  <a:cubicBezTo>
                    <a:pt x="14979" y="5658"/>
                    <a:pt x="14947" y="5143"/>
                    <a:pt x="14819" y="4629"/>
                  </a:cubicBezTo>
                  <a:cubicBezTo>
                    <a:pt x="14562" y="3504"/>
                    <a:pt x="13758" y="2379"/>
                    <a:pt x="12665" y="1511"/>
                  </a:cubicBezTo>
                  <a:cubicBezTo>
                    <a:pt x="11540" y="611"/>
                    <a:pt x="10158" y="0"/>
                    <a:pt x="8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4321;p64">
              <a:extLst>
                <a:ext uri="{FF2B5EF4-FFF2-40B4-BE49-F238E27FC236}">
                  <a16:creationId xmlns:a16="http://schemas.microsoft.com/office/drawing/2014/main" id="{84628A04-B881-0EE4-E67B-ED68E1C01FA5}"/>
                </a:ext>
              </a:extLst>
            </p:cNvPr>
            <p:cNvSpPr/>
            <p:nvPr/>
          </p:nvSpPr>
          <p:spPr>
            <a:xfrm>
              <a:off x="4414300" y="1239600"/>
              <a:ext cx="283700" cy="158775"/>
            </a:xfrm>
            <a:custGeom>
              <a:avLst/>
              <a:gdLst/>
              <a:ahLst/>
              <a:cxnLst/>
              <a:rect l="l" t="t" r="r" b="b"/>
              <a:pathLst>
                <a:path w="11348" h="6351" extrusionOk="0">
                  <a:moveTo>
                    <a:pt x="1289" y="0"/>
                  </a:moveTo>
                  <a:cubicBezTo>
                    <a:pt x="777" y="0"/>
                    <a:pt x="292" y="174"/>
                    <a:pt x="193" y="797"/>
                  </a:cubicBezTo>
                  <a:cubicBezTo>
                    <a:pt x="0" y="2211"/>
                    <a:pt x="1414" y="4236"/>
                    <a:pt x="2732" y="4236"/>
                  </a:cubicBezTo>
                  <a:cubicBezTo>
                    <a:pt x="4004" y="4236"/>
                    <a:pt x="4527" y="3010"/>
                    <a:pt x="5198" y="3010"/>
                  </a:cubicBezTo>
                  <a:cubicBezTo>
                    <a:pt x="5222" y="3010"/>
                    <a:pt x="5247" y="3011"/>
                    <a:pt x="5272" y="3015"/>
                  </a:cubicBezTo>
                  <a:cubicBezTo>
                    <a:pt x="5979" y="3111"/>
                    <a:pt x="5690" y="5650"/>
                    <a:pt x="6879" y="6165"/>
                  </a:cubicBezTo>
                  <a:cubicBezTo>
                    <a:pt x="7198" y="6291"/>
                    <a:pt x="7572" y="6351"/>
                    <a:pt x="7962" y="6351"/>
                  </a:cubicBezTo>
                  <a:cubicBezTo>
                    <a:pt x="9063" y="6351"/>
                    <a:pt x="10285" y="5871"/>
                    <a:pt x="10736" y="5040"/>
                  </a:cubicBezTo>
                  <a:cubicBezTo>
                    <a:pt x="11347" y="3915"/>
                    <a:pt x="9643" y="3207"/>
                    <a:pt x="7908" y="2597"/>
                  </a:cubicBezTo>
                  <a:cubicBezTo>
                    <a:pt x="6172" y="1986"/>
                    <a:pt x="2636" y="282"/>
                    <a:pt x="2636" y="282"/>
                  </a:cubicBezTo>
                  <a:cubicBezTo>
                    <a:pt x="2636" y="282"/>
                    <a:pt x="1940" y="0"/>
                    <a:pt x="12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4322;p64">
              <a:extLst>
                <a:ext uri="{FF2B5EF4-FFF2-40B4-BE49-F238E27FC236}">
                  <a16:creationId xmlns:a16="http://schemas.microsoft.com/office/drawing/2014/main" id="{B2E3F871-2B91-C3B2-EE18-277B06A61AE7}"/>
                </a:ext>
              </a:extLst>
            </p:cNvPr>
            <p:cNvSpPr/>
            <p:nvPr/>
          </p:nvSpPr>
          <p:spPr>
            <a:xfrm>
              <a:off x="4412675" y="1232975"/>
              <a:ext cx="279700" cy="172000"/>
            </a:xfrm>
            <a:custGeom>
              <a:avLst/>
              <a:gdLst/>
              <a:ahLst/>
              <a:cxnLst/>
              <a:rect l="l" t="t" r="r" b="b"/>
              <a:pathLst>
                <a:path w="11188" h="6880" extrusionOk="0">
                  <a:moveTo>
                    <a:pt x="1351" y="515"/>
                  </a:moveTo>
                  <a:cubicBezTo>
                    <a:pt x="1640" y="515"/>
                    <a:pt x="1962" y="579"/>
                    <a:pt x="2187" y="644"/>
                  </a:cubicBezTo>
                  <a:cubicBezTo>
                    <a:pt x="2315" y="708"/>
                    <a:pt x="2412" y="740"/>
                    <a:pt x="2508" y="740"/>
                  </a:cubicBezTo>
                  <a:lnTo>
                    <a:pt x="2572" y="772"/>
                  </a:lnTo>
                  <a:cubicBezTo>
                    <a:pt x="2572" y="772"/>
                    <a:pt x="2572" y="772"/>
                    <a:pt x="2572" y="772"/>
                  </a:cubicBezTo>
                  <a:lnTo>
                    <a:pt x="2572" y="772"/>
                  </a:lnTo>
                  <a:lnTo>
                    <a:pt x="2604" y="805"/>
                  </a:lnTo>
                  <a:lnTo>
                    <a:pt x="2610" y="789"/>
                  </a:lnTo>
                  <a:lnTo>
                    <a:pt x="2610" y="789"/>
                  </a:lnTo>
                  <a:cubicBezTo>
                    <a:pt x="2999" y="965"/>
                    <a:pt x="6239" y="2543"/>
                    <a:pt x="7876" y="3119"/>
                  </a:cubicBezTo>
                  <a:cubicBezTo>
                    <a:pt x="8615" y="3376"/>
                    <a:pt x="9355" y="3665"/>
                    <a:pt x="9869" y="3955"/>
                  </a:cubicBezTo>
                  <a:cubicBezTo>
                    <a:pt x="10126" y="4115"/>
                    <a:pt x="10351" y="4276"/>
                    <a:pt x="10480" y="4437"/>
                  </a:cubicBezTo>
                  <a:cubicBezTo>
                    <a:pt x="10608" y="4598"/>
                    <a:pt x="10673" y="4726"/>
                    <a:pt x="10673" y="4855"/>
                  </a:cubicBezTo>
                  <a:cubicBezTo>
                    <a:pt x="10673" y="4951"/>
                    <a:pt x="10641" y="5048"/>
                    <a:pt x="10576" y="5176"/>
                  </a:cubicBezTo>
                  <a:cubicBezTo>
                    <a:pt x="10383" y="5530"/>
                    <a:pt x="10030" y="5819"/>
                    <a:pt x="9548" y="6012"/>
                  </a:cubicBezTo>
                  <a:cubicBezTo>
                    <a:pt x="9098" y="6237"/>
                    <a:pt x="8551" y="6333"/>
                    <a:pt x="8037" y="6333"/>
                  </a:cubicBezTo>
                  <a:cubicBezTo>
                    <a:pt x="7683" y="6333"/>
                    <a:pt x="7330" y="6301"/>
                    <a:pt x="7073" y="6173"/>
                  </a:cubicBezTo>
                  <a:cubicBezTo>
                    <a:pt x="6848" y="6076"/>
                    <a:pt x="6655" y="5883"/>
                    <a:pt x="6526" y="5626"/>
                  </a:cubicBezTo>
                  <a:cubicBezTo>
                    <a:pt x="6333" y="5208"/>
                    <a:pt x="6205" y="4630"/>
                    <a:pt x="6108" y="4115"/>
                  </a:cubicBezTo>
                  <a:cubicBezTo>
                    <a:pt x="6044" y="3858"/>
                    <a:pt x="5980" y="3633"/>
                    <a:pt x="5883" y="3440"/>
                  </a:cubicBezTo>
                  <a:cubicBezTo>
                    <a:pt x="5851" y="3344"/>
                    <a:pt x="5787" y="3247"/>
                    <a:pt x="5690" y="3183"/>
                  </a:cubicBezTo>
                  <a:cubicBezTo>
                    <a:pt x="5626" y="3087"/>
                    <a:pt x="5497" y="3022"/>
                    <a:pt x="5369" y="3022"/>
                  </a:cubicBezTo>
                  <a:lnTo>
                    <a:pt x="5272" y="2990"/>
                  </a:lnTo>
                  <a:cubicBezTo>
                    <a:pt x="5015" y="3022"/>
                    <a:pt x="4790" y="3119"/>
                    <a:pt x="4630" y="3247"/>
                  </a:cubicBezTo>
                  <a:cubicBezTo>
                    <a:pt x="4340" y="3440"/>
                    <a:pt x="4083" y="3698"/>
                    <a:pt x="3794" y="3890"/>
                  </a:cubicBezTo>
                  <a:cubicBezTo>
                    <a:pt x="3537" y="4083"/>
                    <a:pt x="3215" y="4212"/>
                    <a:pt x="2797" y="4212"/>
                  </a:cubicBezTo>
                  <a:cubicBezTo>
                    <a:pt x="2779" y="4213"/>
                    <a:pt x="2760" y="4214"/>
                    <a:pt x="2741" y="4214"/>
                  </a:cubicBezTo>
                  <a:cubicBezTo>
                    <a:pt x="2270" y="4214"/>
                    <a:pt x="1719" y="3836"/>
                    <a:pt x="1287" y="3280"/>
                  </a:cubicBezTo>
                  <a:cubicBezTo>
                    <a:pt x="837" y="2701"/>
                    <a:pt x="515" y="1930"/>
                    <a:pt x="515" y="1319"/>
                  </a:cubicBezTo>
                  <a:cubicBezTo>
                    <a:pt x="515" y="1255"/>
                    <a:pt x="515" y="1158"/>
                    <a:pt x="547" y="1094"/>
                  </a:cubicBezTo>
                  <a:cubicBezTo>
                    <a:pt x="579" y="837"/>
                    <a:pt x="676" y="740"/>
                    <a:pt x="804" y="644"/>
                  </a:cubicBezTo>
                  <a:cubicBezTo>
                    <a:pt x="933" y="579"/>
                    <a:pt x="1126" y="515"/>
                    <a:pt x="1351" y="515"/>
                  </a:cubicBezTo>
                  <a:close/>
                  <a:moveTo>
                    <a:pt x="1351" y="1"/>
                  </a:moveTo>
                  <a:cubicBezTo>
                    <a:pt x="1062" y="1"/>
                    <a:pt x="772" y="33"/>
                    <a:pt x="515" y="194"/>
                  </a:cubicBezTo>
                  <a:cubicBezTo>
                    <a:pt x="258" y="354"/>
                    <a:pt x="65" y="644"/>
                    <a:pt x="1" y="997"/>
                  </a:cubicBezTo>
                  <a:cubicBezTo>
                    <a:pt x="1" y="1126"/>
                    <a:pt x="1" y="1222"/>
                    <a:pt x="1" y="1319"/>
                  </a:cubicBezTo>
                  <a:cubicBezTo>
                    <a:pt x="1" y="2122"/>
                    <a:pt x="354" y="2926"/>
                    <a:pt x="869" y="3601"/>
                  </a:cubicBezTo>
                  <a:cubicBezTo>
                    <a:pt x="1383" y="4244"/>
                    <a:pt x="2058" y="4758"/>
                    <a:pt x="2797" y="4758"/>
                  </a:cubicBezTo>
                  <a:cubicBezTo>
                    <a:pt x="3537" y="4758"/>
                    <a:pt x="4051" y="4405"/>
                    <a:pt x="4437" y="4083"/>
                  </a:cubicBezTo>
                  <a:cubicBezTo>
                    <a:pt x="4630" y="3923"/>
                    <a:pt x="4790" y="3794"/>
                    <a:pt x="4919" y="3698"/>
                  </a:cubicBezTo>
                  <a:cubicBezTo>
                    <a:pt x="5080" y="3569"/>
                    <a:pt x="5176" y="3537"/>
                    <a:pt x="5272" y="3537"/>
                  </a:cubicBezTo>
                  <a:lnTo>
                    <a:pt x="5305" y="3537"/>
                  </a:lnTo>
                  <a:lnTo>
                    <a:pt x="5337" y="3601"/>
                  </a:lnTo>
                  <a:cubicBezTo>
                    <a:pt x="5401" y="3665"/>
                    <a:pt x="5497" y="3858"/>
                    <a:pt x="5562" y="4115"/>
                  </a:cubicBezTo>
                  <a:cubicBezTo>
                    <a:pt x="5658" y="4533"/>
                    <a:pt x="5755" y="5048"/>
                    <a:pt x="5915" y="5530"/>
                  </a:cubicBezTo>
                  <a:cubicBezTo>
                    <a:pt x="6012" y="5755"/>
                    <a:pt x="6108" y="5980"/>
                    <a:pt x="6269" y="6173"/>
                  </a:cubicBezTo>
                  <a:cubicBezTo>
                    <a:pt x="6398" y="6398"/>
                    <a:pt x="6590" y="6558"/>
                    <a:pt x="6848" y="6655"/>
                  </a:cubicBezTo>
                  <a:cubicBezTo>
                    <a:pt x="7201" y="6816"/>
                    <a:pt x="7619" y="6880"/>
                    <a:pt x="8037" y="6880"/>
                  </a:cubicBezTo>
                  <a:cubicBezTo>
                    <a:pt x="8648" y="6880"/>
                    <a:pt x="9258" y="6751"/>
                    <a:pt x="9773" y="6526"/>
                  </a:cubicBezTo>
                  <a:cubicBezTo>
                    <a:pt x="10319" y="6269"/>
                    <a:pt x="10769" y="5915"/>
                    <a:pt x="11026" y="5433"/>
                  </a:cubicBezTo>
                  <a:lnTo>
                    <a:pt x="11058" y="5433"/>
                  </a:lnTo>
                  <a:cubicBezTo>
                    <a:pt x="11155" y="5240"/>
                    <a:pt x="11187" y="5048"/>
                    <a:pt x="11187" y="4855"/>
                  </a:cubicBezTo>
                  <a:cubicBezTo>
                    <a:pt x="11187" y="4565"/>
                    <a:pt x="11058" y="4308"/>
                    <a:pt x="10866" y="4083"/>
                  </a:cubicBezTo>
                  <a:cubicBezTo>
                    <a:pt x="10576" y="3762"/>
                    <a:pt x="10158" y="3505"/>
                    <a:pt x="9676" y="3247"/>
                  </a:cubicBezTo>
                  <a:cubicBezTo>
                    <a:pt x="9194" y="3022"/>
                    <a:pt x="8615" y="2830"/>
                    <a:pt x="8069" y="2637"/>
                  </a:cubicBezTo>
                  <a:cubicBezTo>
                    <a:pt x="7233" y="2315"/>
                    <a:pt x="5915" y="1737"/>
                    <a:pt x="4790" y="1222"/>
                  </a:cubicBezTo>
                  <a:cubicBezTo>
                    <a:pt x="4244" y="997"/>
                    <a:pt x="3762" y="740"/>
                    <a:pt x="3408" y="579"/>
                  </a:cubicBezTo>
                  <a:cubicBezTo>
                    <a:pt x="3055" y="419"/>
                    <a:pt x="2829" y="290"/>
                    <a:pt x="2829" y="290"/>
                  </a:cubicBezTo>
                  <a:lnTo>
                    <a:pt x="2797" y="290"/>
                  </a:lnTo>
                  <a:cubicBezTo>
                    <a:pt x="2797" y="290"/>
                    <a:pt x="2058" y="1"/>
                    <a:pt x="1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4323;p64">
              <a:extLst>
                <a:ext uri="{FF2B5EF4-FFF2-40B4-BE49-F238E27FC236}">
                  <a16:creationId xmlns:a16="http://schemas.microsoft.com/office/drawing/2014/main" id="{B8F86395-CB55-9BFD-849C-BD3B8A7650F4}"/>
                </a:ext>
              </a:extLst>
            </p:cNvPr>
            <p:cNvSpPr/>
            <p:nvPr/>
          </p:nvSpPr>
          <p:spPr>
            <a:xfrm>
              <a:off x="4690725" y="1282000"/>
              <a:ext cx="57900" cy="58700"/>
            </a:xfrm>
            <a:custGeom>
              <a:avLst/>
              <a:gdLst/>
              <a:ahLst/>
              <a:cxnLst/>
              <a:rect l="l" t="t" r="r" b="b"/>
              <a:pathLst>
                <a:path w="2316" h="2348" extrusionOk="0">
                  <a:moveTo>
                    <a:pt x="1" y="2347"/>
                  </a:moveTo>
                  <a:lnTo>
                    <a:pt x="231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4324;p64">
              <a:extLst>
                <a:ext uri="{FF2B5EF4-FFF2-40B4-BE49-F238E27FC236}">
                  <a16:creationId xmlns:a16="http://schemas.microsoft.com/office/drawing/2014/main" id="{08827275-008A-E703-D01F-EB4A83964B49}"/>
                </a:ext>
              </a:extLst>
            </p:cNvPr>
            <p:cNvSpPr/>
            <p:nvPr/>
          </p:nvSpPr>
          <p:spPr>
            <a:xfrm>
              <a:off x="4682700" y="1275375"/>
              <a:ext cx="73150" cy="71750"/>
            </a:xfrm>
            <a:custGeom>
              <a:avLst/>
              <a:gdLst/>
              <a:ahLst/>
              <a:cxnLst/>
              <a:rect l="l" t="t" r="r" b="b"/>
              <a:pathLst>
                <a:path w="2926" h="2870" extrusionOk="0">
                  <a:moveTo>
                    <a:pt x="2636" y="1"/>
                  </a:moveTo>
                  <a:cubicBezTo>
                    <a:pt x="2564" y="1"/>
                    <a:pt x="2491" y="25"/>
                    <a:pt x="2443" y="73"/>
                  </a:cubicBezTo>
                  <a:lnTo>
                    <a:pt x="129" y="2419"/>
                  </a:lnTo>
                  <a:cubicBezTo>
                    <a:pt x="0" y="2516"/>
                    <a:pt x="0" y="2677"/>
                    <a:pt x="129" y="2773"/>
                  </a:cubicBezTo>
                  <a:cubicBezTo>
                    <a:pt x="177" y="2837"/>
                    <a:pt x="241" y="2869"/>
                    <a:pt x="310" y="2869"/>
                  </a:cubicBezTo>
                  <a:cubicBezTo>
                    <a:pt x="378" y="2869"/>
                    <a:pt x="450" y="2837"/>
                    <a:pt x="515" y="2773"/>
                  </a:cubicBezTo>
                  <a:lnTo>
                    <a:pt x="2829" y="459"/>
                  </a:lnTo>
                  <a:cubicBezTo>
                    <a:pt x="2925" y="362"/>
                    <a:pt x="2925" y="169"/>
                    <a:pt x="2829" y="73"/>
                  </a:cubicBezTo>
                  <a:cubicBezTo>
                    <a:pt x="2781" y="25"/>
                    <a:pt x="2708" y="1"/>
                    <a:pt x="2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4325;p64">
              <a:extLst>
                <a:ext uri="{FF2B5EF4-FFF2-40B4-BE49-F238E27FC236}">
                  <a16:creationId xmlns:a16="http://schemas.microsoft.com/office/drawing/2014/main" id="{1539D7B1-5CA0-90EF-1DC1-BFA4595D253E}"/>
                </a:ext>
              </a:extLst>
            </p:cNvPr>
            <p:cNvSpPr/>
            <p:nvPr/>
          </p:nvSpPr>
          <p:spPr>
            <a:xfrm>
              <a:off x="4434375" y="1175925"/>
              <a:ext cx="30575" cy="68325"/>
            </a:xfrm>
            <a:custGeom>
              <a:avLst/>
              <a:gdLst/>
              <a:ahLst/>
              <a:cxnLst/>
              <a:rect l="l" t="t" r="r" b="b"/>
              <a:pathLst>
                <a:path w="1223" h="2733" extrusionOk="0">
                  <a:moveTo>
                    <a:pt x="1" y="2733"/>
                  </a:moveTo>
                  <a:lnTo>
                    <a:pt x="1222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4326;p64">
              <a:extLst>
                <a:ext uri="{FF2B5EF4-FFF2-40B4-BE49-F238E27FC236}">
                  <a16:creationId xmlns:a16="http://schemas.microsoft.com/office/drawing/2014/main" id="{56342F31-54E9-5993-2619-189E99196B06}"/>
                </a:ext>
              </a:extLst>
            </p:cNvPr>
            <p:cNvSpPr/>
            <p:nvPr/>
          </p:nvSpPr>
          <p:spPr>
            <a:xfrm>
              <a:off x="4427150" y="1168875"/>
              <a:ext cx="45825" cy="81650"/>
            </a:xfrm>
            <a:custGeom>
              <a:avLst/>
              <a:gdLst/>
              <a:ahLst/>
              <a:cxnLst/>
              <a:rect l="l" t="t" r="r" b="b"/>
              <a:pathLst>
                <a:path w="1833" h="3266" extrusionOk="0">
                  <a:moveTo>
                    <a:pt x="1513" y="0"/>
                  </a:moveTo>
                  <a:cubicBezTo>
                    <a:pt x="1402" y="0"/>
                    <a:pt x="1310" y="60"/>
                    <a:pt x="1286" y="154"/>
                  </a:cubicBezTo>
                  <a:lnTo>
                    <a:pt x="65" y="2886"/>
                  </a:lnTo>
                  <a:cubicBezTo>
                    <a:pt x="0" y="3047"/>
                    <a:pt x="65" y="3208"/>
                    <a:pt x="193" y="3240"/>
                  </a:cubicBezTo>
                  <a:cubicBezTo>
                    <a:pt x="228" y="3257"/>
                    <a:pt x="264" y="3265"/>
                    <a:pt x="301" y="3265"/>
                  </a:cubicBezTo>
                  <a:cubicBezTo>
                    <a:pt x="401" y="3265"/>
                    <a:pt x="500" y="3205"/>
                    <a:pt x="547" y="3111"/>
                  </a:cubicBezTo>
                  <a:lnTo>
                    <a:pt x="1768" y="379"/>
                  </a:lnTo>
                  <a:cubicBezTo>
                    <a:pt x="1833" y="250"/>
                    <a:pt x="1768" y="90"/>
                    <a:pt x="1640" y="25"/>
                  </a:cubicBezTo>
                  <a:cubicBezTo>
                    <a:pt x="1597" y="8"/>
                    <a:pt x="1554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4327;p64">
              <a:extLst>
                <a:ext uri="{FF2B5EF4-FFF2-40B4-BE49-F238E27FC236}">
                  <a16:creationId xmlns:a16="http://schemas.microsoft.com/office/drawing/2014/main" id="{C5DC3FA2-F9B6-3075-C172-06F89D6DD25B}"/>
                </a:ext>
              </a:extLst>
            </p:cNvPr>
            <p:cNvSpPr/>
            <p:nvPr/>
          </p:nvSpPr>
          <p:spPr>
            <a:xfrm>
              <a:off x="4885200" y="1781050"/>
              <a:ext cx="310225" cy="341175"/>
            </a:xfrm>
            <a:custGeom>
              <a:avLst/>
              <a:gdLst/>
              <a:ahLst/>
              <a:cxnLst/>
              <a:rect l="l" t="t" r="r" b="b"/>
              <a:pathLst>
                <a:path w="12409" h="13647" extrusionOk="0">
                  <a:moveTo>
                    <a:pt x="10255" y="0"/>
                  </a:moveTo>
                  <a:cubicBezTo>
                    <a:pt x="10255" y="1"/>
                    <a:pt x="3537" y="5979"/>
                    <a:pt x="1801" y="7715"/>
                  </a:cubicBezTo>
                  <a:cubicBezTo>
                    <a:pt x="65" y="9451"/>
                    <a:pt x="1" y="12762"/>
                    <a:pt x="1640" y="13533"/>
                  </a:cubicBezTo>
                  <a:cubicBezTo>
                    <a:pt x="1817" y="13612"/>
                    <a:pt x="2033" y="13647"/>
                    <a:pt x="2280" y="13647"/>
                  </a:cubicBezTo>
                  <a:cubicBezTo>
                    <a:pt x="4365" y="13647"/>
                    <a:pt x="8607" y="11119"/>
                    <a:pt x="9355" y="10544"/>
                  </a:cubicBezTo>
                  <a:cubicBezTo>
                    <a:pt x="10190" y="9869"/>
                    <a:pt x="12408" y="418"/>
                    <a:pt x="10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4328;p64">
              <a:extLst>
                <a:ext uri="{FF2B5EF4-FFF2-40B4-BE49-F238E27FC236}">
                  <a16:creationId xmlns:a16="http://schemas.microsoft.com/office/drawing/2014/main" id="{4DE70EE6-020A-C503-951E-86CF181C00D4}"/>
                </a:ext>
              </a:extLst>
            </p:cNvPr>
            <p:cNvSpPr/>
            <p:nvPr/>
          </p:nvSpPr>
          <p:spPr>
            <a:xfrm>
              <a:off x="4890025" y="1774300"/>
              <a:ext cx="281300" cy="353925"/>
            </a:xfrm>
            <a:custGeom>
              <a:avLst/>
              <a:gdLst/>
              <a:ahLst/>
              <a:cxnLst/>
              <a:rect l="l" t="t" r="r" b="b"/>
              <a:pathLst>
                <a:path w="11252" h="14157" extrusionOk="0">
                  <a:moveTo>
                    <a:pt x="10139" y="568"/>
                  </a:moveTo>
                  <a:lnTo>
                    <a:pt x="10139" y="568"/>
                  </a:lnTo>
                  <a:cubicBezTo>
                    <a:pt x="10196" y="594"/>
                    <a:pt x="10247" y="629"/>
                    <a:pt x="10287" y="688"/>
                  </a:cubicBezTo>
                  <a:cubicBezTo>
                    <a:pt x="10415" y="849"/>
                    <a:pt x="10544" y="1106"/>
                    <a:pt x="10608" y="1460"/>
                  </a:cubicBezTo>
                  <a:cubicBezTo>
                    <a:pt x="10672" y="1781"/>
                    <a:pt x="10705" y="2231"/>
                    <a:pt x="10705" y="2713"/>
                  </a:cubicBezTo>
                  <a:cubicBezTo>
                    <a:pt x="10705" y="4160"/>
                    <a:pt x="10415" y="6056"/>
                    <a:pt x="10030" y="7632"/>
                  </a:cubicBezTo>
                  <a:cubicBezTo>
                    <a:pt x="9837" y="8435"/>
                    <a:pt x="9644" y="9142"/>
                    <a:pt x="9451" y="9657"/>
                  </a:cubicBezTo>
                  <a:cubicBezTo>
                    <a:pt x="9355" y="9946"/>
                    <a:pt x="9258" y="10171"/>
                    <a:pt x="9162" y="10332"/>
                  </a:cubicBezTo>
                  <a:cubicBezTo>
                    <a:pt x="9097" y="10492"/>
                    <a:pt x="9001" y="10589"/>
                    <a:pt x="9001" y="10589"/>
                  </a:cubicBezTo>
                  <a:cubicBezTo>
                    <a:pt x="8840" y="10717"/>
                    <a:pt x="8422" y="11007"/>
                    <a:pt x="7908" y="11296"/>
                  </a:cubicBezTo>
                  <a:cubicBezTo>
                    <a:pt x="7104" y="11778"/>
                    <a:pt x="6012" y="12357"/>
                    <a:pt x="4951" y="12839"/>
                  </a:cubicBezTo>
                  <a:cubicBezTo>
                    <a:pt x="3858" y="13289"/>
                    <a:pt x="2797" y="13643"/>
                    <a:pt x="2090" y="13643"/>
                  </a:cubicBezTo>
                  <a:cubicBezTo>
                    <a:pt x="1865" y="13643"/>
                    <a:pt x="1704" y="13610"/>
                    <a:pt x="1576" y="13546"/>
                  </a:cubicBezTo>
                  <a:cubicBezTo>
                    <a:pt x="1222" y="13385"/>
                    <a:pt x="965" y="13128"/>
                    <a:pt x="804" y="12743"/>
                  </a:cubicBezTo>
                  <a:cubicBezTo>
                    <a:pt x="611" y="12357"/>
                    <a:pt x="515" y="11907"/>
                    <a:pt x="515" y="11392"/>
                  </a:cubicBezTo>
                  <a:cubicBezTo>
                    <a:pt x="515" y="10267"/>
                    <a:pt x="965" y="9014"/>
                    <a:pt x="1801" y="8178"/>
                  </a:cubicBezTo>
                  <a:cubicBezTo>
                    <a:pt x="2669" y="7310"/>
                    <a:pt x="4790" y="5381"/>
                    <a:pt x="6687" y="3678"/>
                  </a:cubicBezTo>
                  <a:cubicBezTo>
                    <a:pt x="7619" y="2810"/>
                    <a:pt x="8519" y="2006"/>
                    <a:pt x="9162" y="1428"/>
                  </a:cubicBezTo>
                  <a:cubicBezTo>
                    <a:pt x="9628" y="1028"/>
                    <a:pt x="9971" y="721"/>
                    <a:pt x="10139" y="568"/>
                  </a:cubicBezTo>
                  <a:close/>
                  <a:moveTo>
                    <a:pt x="10055" y="1"/>
                  </a:moveTo>
                  <a:cubicBezTo>
                    <a:pt x="9995" y="1"/>
                    <a:pt x="9948" y="31"/>
                    <a:pt x="9901" y="78"/>
                  </a:cubicBezTo>
                  <a:cubicBezTo>
                    <a:pt x="9901" y="78"/>
                    <a:pt x="8230" y="1556"/>
                    <a:pt x="6333" y="3292"/>
                  </a:cubicBezTo>
                  <a:cubicBezTo>
                    <a:pt x="4436" y="4996"/>
                    <a:pt x="2315" y="6924"/>
                    <a:pt x="1415" y="7792"/>
                  </a:cubicBezTo>
                  <a:cubicBezTo>
                    <a:pt x="483" y="8757"/>
                    <a:pt x="1" y="10139"/>
                    <a:pt x="1" y="11392"/>
                  </a:cubicBezTo>
                  <a:cubicBezTo>
                    <a:pt x="1" y="11971"/>
                    <a:pt x="97" y="12517"/>
                    <a:pt x="322" y="12968"/>
                  </a:cubicBezTo>
                  <a:cubicBezTo>
                    <a:pt x="547" y="13450"/>
                    <a:pt x="868" y="13835"/>
                    <a:pt x="1351" y="14028"/>
                  </a:cubicBezTo>
                  <a:cubicBezTo>
                    <a:pt x="1576" y="14125"/>
                    <a:pt x="1833" y="14157"/>
                    <a:pt x="2090" y="14157"/>
                  </a:cubicBezTo>
                  <a:cubicBezTo>
                    <a:pt x="2669" y="14157"/>
                    <a:pt x="3344" y="13996"/>
                    <a:pt x="4051" y="13771"/>
                  </a:cubicBezTo>
                  <a:cubicBezTo>
                    <a:pt x="5144" y="13385"/>
                    <a:pt x="6301" y="12807"/>
                    <a:pt x="7265" y="12292"/>
                  </a:cubicBezTo>
                  <a:cubicBezTo>
                    <a:pt x="7779" y="12003"/>
                    <a:pt x="8197" y="11746"/>
                    <a:pt x="8551" y="11521"/>
                  </a:cubicBezTo>
                  <a:cubicBezTo>
                    <a:pt x="8905" y="11328"/>
                    <a:pt x="9162" y="11135"/>
                    <a:pt x="9322" y="11007"/>
                  </a:cubicBezTo>
                  <a:cubicBezTo>
                    <a:pt x="9451" y="10910"/>
                    <a:pt x="9547" y="10750"/>
                    <a:pt x="9644" y="10557"/>
                  </a:cubicBezTo>
                  <a:cubicBezTo>
                    <a:pt x="9965" y="9914"/>
                    <a:pt x="10383" y="8628"/>
                    <a:pt x="10705" y="7149"/>
                  </a:cubicBezTo>
                  <a:cubicBezTo>
                    <a:pt x="10994" y="5671"/>
                    <a:pt x="11251" y="4031"/>
                    <a:pt x="11251" y="2713"/>
                  </a:cubicBezTo>
                  <a:cubicBezTo>
                    <a:pt x="11251" y="2038"/>
                    <a:pt x="11187" y="1428"/>
                    <a:pt x="11026" y="945"/>
                  </a:cubicBezTo>
                  <a:cubicBezTo>
                    <a:pt x="10962" y="720"/>
                    <a:pt x="10833" y="528"/>
                    <a:pt x="10705" y="335"/>
                  </a:cubicBezTo>
                  <a:cubicBezTo>
                    <a:pt x="10544" y="174"/>
                    <a:pt x="10351" y="45"/>
                    <a:pt x="10126" y="13"/>
                  </a:cubicBezTo>
                  <a:cubicBezTo>
                    <a:pt x="10100" y="5"/>
                    <a:pt x="10077" y="1"/>
                    <a:pt x="10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4329;p64">
              <a:extLst>
                <a:ext uri="{FF2B5EF4-FFF2-40B4-BE49-F238E27FC236}">
                  <a16:creationId xmlns:a16="http://schemas.microsoft.com/office/drawing/2014/main" id="{37ACD895-57A0-593C-6761-AEFD13899AFE}"/>
                </a:ext>
              </a:extLst>
            </p:cNvPr>
            <p:cNvSpPr/>
            <p:nvPr/>
          </p:nvSpPr>
          <p:spPr>
            <a:xfrm>
              <a:off x="5182550" y="2154725"/>
              <a:ext cx="605125" cy="595500"/>
            </a:xfrm>
            <a:custGeom>
              <a:avLst/>
              <a:gdLst/>
              <a:ahLst/>
              <a:cxnLst/>
              <a:rect l="l" t="t" r="r" b="b"/>
              <a:pathLst>
                <a:path w="24205" h="23820" extrusionOk="0">
                  <a:moveTo>
                    <a:pt x="15172" y="1"/>
                  </a:moveTo>
                  <a:lnTo>
                    <a:pt x="0" y="9740"/>
                  </a:lnTo>
                  <a:lnTo>
                    <a:pt x="3247" y="23820"/>
                  </a:lnTo>
                  <a:cubicBezTo>
                    <a:pt x="3247" y="23820"/>
                    <a:pt x="20573" y="14819"/>
                    <a:pt x="22405" y="11926"/>
                  </a:cubicBezTo>
                  <a:cubicBezTo>
                    <a:pt x="24205" y="9033"/>
                    <a:pt x="15172" y="1"/>
                    <a:pt x="151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4330;p64">
              <a:extLst>
                <a:ext uri="{FF2B5EF4-FFF2-40B4-BE49-F238E27FC236}">
                  <a16:creationId xmlns:a16="http://schemas.microsoft.com/office/drawing/2014/main" id="{DC03821C-9043-BD71-59D3-DC9BFD06E187}"/>
                </a:ext>
              </a:extLst>
            </p:cNvPr>
            <p:cNvSpPr/>
            <p:nvPr/>
          </p:nvSpPr>
          <p:spPr>
            <a:xfrm>
              <a:off x="5175300" y="2147975"/>
              <a:ext cx="579425" cy="609275"/>
            </a:xfrm>
            <a:custGeom>
              <a:avLst/>
              <a:gdLst/>
              <a:ahLst/>
              <a:cxnLst/>
              <a:rect l="l" t="t" r="r" b="b"/>
              <a:pathLst>
                <a:path w="23177" h="24371" extrusionOk="0">
                  <a:moveTo>
                    <a:pt x="15415" y="609"/>
                  </a:moveTo>
                  <a:cubicBezTo>
                    <a:pt x="15464" y="658"/>
                    <a:pt x="15523" y="718"/>
                    <a:pt x="15591" y="785"/>
                  </a:cubicBezTo>
                  <a:cubicBezTo>
                    <a:pt x="16298" y="1524"/>
                    <a:pt x="18066" y="3421"/>
                    <a:pt x="19673" y="5478"/>
                  </a:cubicBezTo>
                  <a:cubicBezTo>
                    <a:pt x="20477" y="6539"/>
                    <a:pt x="21216" y="7632"/>
                    <a:pt x="21763" y="8628"/>
                  </a:cubicBezTo>
                  <a:cubicBezTo>
                    <a:pt x="22309" y="9625"/>
                    <a:pt x="22663" y="10557"/>
                    <a:pt x="22663" y="11264"/>
                  </a:cubicBezTo>
                  <a:cubicBezTo>
                    <a:pt x="22663" y="11586"/>
                    <a:pt x="22598" y="11843"/>
                    <a:pt x="22470" y="12036"/>
                  </a:cubicBezTo>
                  <a:cubicBezTo>
                    <a:pt x="22277" y="12357"/>
                    <a:pt x="21795" y="12807"/>
                    <a:pt x="21184" y="13321"/>
                  </a:cubicBezTo>
                  <a:cubicBezTo>
                    <a:pt x="18934" y="15121"/>
                    <a:pt x="14498" y="17757"/>
                    <a:pt x="10608" y="19943"/>
                  </a:cubicBezTo>
                  <a:cubicBezTo>
                    <a:pt x="8680" y="21036"/>
                    <a:pt x="6880" y="22032"/>
                    <a:pt x="5562" y="22740"/>
                  </a:cubicBezTo>
                  <a:cubicBezTo>
                    <a:pt x="4919" y="23093"/>
                    <a:pt x="4372" y="23350"/>
                    <a:pt x="3987" y="23543"/>
                  </a:cubicBezTo>
                  <a:cubicBezTo>
                    <a:pt x="3884" y="23608"/>
                    <a:pt x="3796" y="23663"/>
                    <a:pt x="3721" y="23707"/>
                  </a:cubicBezTo>
                  <a:lnTo>
                    <a:pt x="3721" y="23707"/>
                  </a:lnTo>
                  <a:lnTo>
                    <a:pt x="612" y="10139"/>
                  </a:lnTo>
                  <a:lnTo>
                    <a:pt x="15415" y="609"/>
                  </a:lnTo>
                  <a:close/>
                  <a:moveTo>
                    <a:pt x="15472" y="1"/>
                  </a:moveTo>
                  <a:cubicBezTo>
                    <a:pt x="15417" y="1"/>
                    <a:pt x="15359" y="17"/>
                    <a:pt x="15302" y="46"/>
                  </a:cubicBezTo>
                  <a:lnTo>
                    <a:pt x="162" y="9785"/>
                  </a:lnTo>
                  <a:cubicBezTo>
                    <a:pt x="65" y="9850"/>
                    <a:pt x="1" y="9978"/>
                    <a:pt x="33" y="10075"/>
                  </a:cubicBezTo>
                  <a:lnTo>
                    <a:pt x="3280" y="24154"/>
                  </a:lnTo>
                  <a:cubicBezTo>
                    <a:pt x="3312" y="24250"/>
                    <a:pt x="3376" y="24315"/>
                    <a:pt x="3440" y="24347"/>
                  </a:cubicBezTo>
                  <a:cubicBezTo>
                    <a:pt x="3472" y="24363"/>
                    <a:pt x="3513" y="24371"/>
                    <a:pt x="3553" y="24371"/>
                  </a:cubicBezTo>
                  <a:cubicBezTo>
                    <a:pt x="3593" y="24371"/>
                    <a:pt x="3633" y="24363"/>
                    <a:pt x="3665" y="24347"/>
                  </a:cubicBezTo>
                  <a:cubicBezTo>
                    <a:pt x="3665" y="24347"/>
                    <a:pt x="8005" y="22065"/>
                    <a:pt x="12569" y="19461"/>
                  </a:cubicBezTo>
                  <a:cubicBezTo>
                    <a:pt x="14852" y="18143"/>
                    <a:pt x="17198" y="16761"/>
                    <a:pt x="19095" y="15475"/>
                  </a:cubicBezTo>
                  <a:cubicBezTo>
                    <a:pt x="20027" y="14864"/>
                    <a:pt x="20863" y="14253"/>
                    <a:pt x="21505" y="13739"/>
                  </a:cubicBezTo>
                  <a:cubicBezTo>
                    <a:pt x="22180" y="13193"/>
                    <a:pt x="22663" y="12743"/>
                    <a:pt x="22920" y="12325"/>
                  </a:cubicBezTo>
                  <a:cubicBezTo>
                    <a:pt x="23113" y="12003"/>
                    <a:pt x="23177" y="11650"/>
                    <a:pt x="23177" y="11264"/>
                  </a:cubicBezTo>
                  <a:cubicBezTo>
                    <a:pt x="23177" y="10268"/>
                    <a:pt x="22695" y="9143"/>
                    <a:pt x="21988" y="7921"/>
                  </a:cubicBezTo>
                  <a:cubicBezTo>
                    <a:pt x="19866" y="4289"/>
                    <a:pt x="15655" y="78"/>
                    <a:pt x="15655" y="78"/>
                  </a:cubicBezTo>
                  <a:cubicBezTo>
                    <a:pt x="15602" y="25"/>
                    <a:pt x="15539" y="1"/>
                    <a:pt x="15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4331;p64">
              <a:extLst>
                <a:ext uri="{FF2B5EF4-FFF2-40B4-BE49-F238E27FC236}">
                  <a16:creationId xmlns:a16="http://schemas.microsoft.com/office/drawing/2014/main" id="{FD4CB852-2D4E-5BB0-A39C-33E6D1651BCC}"/>
                </a:ext>
              </a:extLst>
            </p:cNvPr>
            <p:cNvSpPr/>
            <p:nvPr/>
          </p:nvSpPr>
          <p:spPr>
            <a:xfrm>
              <a:off x="5052350" y="1761925"/>
              <a:ext cx="615600" cy="969125"/>
            </a:xfrm>
            <a:custGeom>
              <a:avLst/>
              <a:gdLst/>
              <a:ahLst/>
              <a:cxnLst/>
              <a:rect l="l" t="t" r="r" b="b"/>
              <a:pathLst>
                <a:path w="24624" h="38765" extrusionOk="0">
                  <a:moveTo>
                    <a:pt x="10210" y="0"/>
                  </a:moveTo>
                  <a:cubicBezTo>
                    <a:pt x="9375" y="0"/>
                    <a:pt x="8808" y="187"/>
                    <a:pt x="8808" y="187"/>
                  </a:cubicBezTo>
                  <a:cubicBezTo>
                    <a:pt x="8808" y="187"/>
                    <a:pt x="8144" y="131"/>
                    <a:pt x="7267" y="131"/>
                  </a:cubicBezTo>
                  <a:cubicBezTo>
                    <a:pt x="6039" y="131"/>
                    <a:pt x="4394" y="240"/>
                    <a:pt x="3569" y="765"/>
                  </a:cubicBezTo>
                  <a:cubicBezTo>
                    <a:pt x="2187" y="1698"/>
                    <a:pt x="1190" y="10152"/>
                    <a:pt x="933" y="15198"/>
                  </a:cubicBezTo>
                  <a:cubicBezTo>
                    <a:pt x="676" y="20245"/>
                    <a:pt x="1" y="24327"/>
                    <a:pt x="354" y="25324"/>
                  </a:cubicBezTo>
                  <a:cubicBezTo>
                    <a:pt x="676" y="26288"/>
                    <a:pt x="9290" y="37153"/>
                    <a:pt x="10544" y="38664"/>
                  </a:cubicBezTo>
                  <a:cubicBezTo>
                    <a:pt x="10602" y="38732"/>
                    <a:pt x="10678" y="38765"/>
                    <a:pt x="10771" y="38765"/>
                  </a:cubicBezTo>
                  <a:cubicBezTo>
                    <a:pt x="12703" y="38765"/>
                    <a:pt x="21892" y="24764"/>
                    <a:pt x="23241" y="21820"/>
                  </a:cubicBezTo>
                  <a:cubicBezTo>
                    <a:pt x="24623" y="18766"/>
                    <a:pt x="23723" y="15938"/>
                    <a:pt x="21891" y="11727"/>
                  </a:cubicBezTo>
                  <a:cubicBezTo>
                    <a:pt x="20091" y="7484"/>
                    <a:pt x="16169" y="3594"/>
                    <a:pt x="13855" y="1440"/>
                  </a:cubicBezTo>
                  <a:cubicBezTo>
                    <a:pt x="12594" y="267"/>
                    <a:pt x="11210" y="0"/>
                    <a:pt x="10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4332;p64">
              <a:extLst>
                <a:ext uri="{FF2B5EF4-FFF2-40B4-BE49-F238E27FC236}">
                  <a16:creationId xmlns:a16="http://schemas.microsoft.com/office/drawing/2014/main" id="{2E8610F0-D456-A202-43EA-785DF5938931}"/>
                </a:ext>
              </a:extLst>
            </p:cNvPr>
            <p:cNvSpPr/>
            <p:nvPr/>
          </p:nvSpPr>
          <p:spPr>
            <a:xfrm>
              <a:off x="5052350" y="1755325"/>
              <a:ext cx="604350" cy="982050"/>
            </a:xfrm>
            <a:custGeom>
              <a:avLst/>
              <a:gdLst/>
              <a:ahLst/>
              <a:cxnLst/>
              <a:rect l="l" t="t" r="r" b="b"/>
              <a:pathLst>
                <a:path w="24174" h="39282" extrusionOk="0">
                  <a:moveTo>
                    <a:pt x="10223" y="515"/>
                  </a:moveTo>
                  <a:cubicBezTo>
                    <a:pt x="11187" y="547"/>
                    <a:pt x="12473" y="772"/>
                    <a:pt x="13694" y="1897"/>
                  </a:cubicBezTo>
                  <a:cubicBezTo>
                    <a:pt x="15976" y="4051"/>
                    <a:pt x="19866" y="7908"/>
                    <a:pt x="21666" y="12087"/>
                  </a:cubicBezTo>
                  <a:cubicBezTo>
                    <a:pt x="22855" y="14884"/>
                    <a:pt x="23659" y="17037"/>
                    <a:pt x="23659" y="18998"/>
                  </a:cubicBezTo>
                  <a:cubicBezTo>
                    <a:pt x="23659" y="19995"/>
                    <a:pt x="23434" y="20959"/>
                    <a:pt x="22984" y="21988"/>
                  </a:cubicBezTo>
                  <a:cubicBezTo>
                    <a:pt x="22663" y="22695"/>
                    <a:pt x="21827" y="24109"/>
                    <a:pt x="20766" y="25813"/>
                  </a:cubicBezTo>
                  <a:cubicBezTo>
                    <a:pt x="19127" y="28417"/>
                    <a:pt x="16941" y="31663"/>
                    <a:pt x="14980" y="34267"/>
                  </a:cubicBezTo>
                  <a:cubicBezTo>
                    <a:pt x="14016" y="35585"/>
                    <a:pt x="13083" y="36710"/>
                    <a:pt x="12312" y="37513"/>
                  </a:cubicBezTo>
                  <a:cubicBezTo>
                    <a:pt x="11958" y="37931"/>
                    <a:pt x="11605" y="38253"/>
                    <a:pt x="11316" y="38446"/>
                  </a:cubicBezTo>
                  <a:cubicBezTo>
                    <a:pt x="11058" y="38671"/>
                    <a:pt x="10833" y="38767"/>
                    <a:pt x="10769" y="38767"/>
                  </a:cubicBezTo>
                  <a:lnTo>
                    <a:pt x="10737" y="38735"/>
                  </a:lnTo>
                  <a:cubicBezTo>
                    <a:pt x="10126" y="37996"/>
                    <a:pt x="7651" y="34910"/>
                    <a:pt x="5305" y="31888"/>
                  </a:cubicBezTo>
                  <a:cubicBezTo>
                    <a:pt x="4147" y="30377"/>
                    <a:pt x="2990" y="28899"/>
                    <a:pt x="2122" y="27709"/>
                  </a:cubicBezTo>
                  <a:cubicBezTo>
                    <a:pt x="1672" y="27131"/>
                    <a:pt x="1319" y="26616"/>
                    <a:pt x="1061" y="26231"/>
                  </a:cubicBezTo>
                  <a:cubicBezTo>
                    <a:pt x="933" y="26038"/>
                    <a:pt x="804" y="25845"/>
                    <a:pt x="740" y="25716"/>
                  </a:cubicBezTo>
                  <a:cubicBezTo>
                    <a:pt x="644" y="25620"/>
                    <a:pt x="611" y="25491"/>
                    <a:pt x="611" y="25491"/>
                  </a:cubicBezTo>
                  <a:cubicBezTo>
                    <a:pt x="547" y="25363"/>
                    <a:pt x="515" y="25074"/>
                    <a:pt x="515" y="24656"/>
                  </a:cubicBezTo>
                  <a:cubicBezTo>
                    <a:pt x="515" y="23016"/>
                    <a:pt x="997" y="19577"/>
                    <a:pt x="1190" y="15462"/>
                  </a:cubicBezTo>
                  <a:cubicBezTo>
                    <a:pt x="1319" y="12955"/>
                    <a:pt x="1640" y="9580"/>
                    <a:pt x="2090" y="6719"/>
                  </a:cubicBezTo>
                  <a:cubicBezTo>
                    <a:pt x="2315" y="5305"/>
                    <a:pt x="2572" y="4019"/>
                    <a:pt x="2862" y="3022"/>
                  </a:cubicBezTo>
                  <a:cubicBezTo>
                    <a:pt x="3022" y="2540"/>
                    <a:pt x="3151" y="2122"/>
                    <a:pt x="3312" y="1833"/>
                  </a:cubicBezTo>
                  <a:cubicBezTo>
                    <a:pt x="3472" y="1512"/>
                    <a:pt x="3633" y="1319"/>
                    <a:pt x="3729" y="1254"/>
                  </a:cubicBezTo>
                  <a:cubicBezTo>
                    <a:pt x="4083" y="1029"/>
                    <a:pt x="4662" y="869"/>
                    <a:pt x="5305" y="772"/>
                  </a:cubicBezTo>
                  <a:cubicBezTo>
                    <a:pt x="5947" y="676"/>
                    <a:pt x="6622" y="676"/>
                    <a:pt x="7233" y="676"/>
                  </a:cubicBezTo>
                  <a:lnTo>
                    <a:pt x="8326" y="676"/>
                  </a:lnTo>
                  <a:cubicBezTo>
                    <a:pt x="8615" y="708"/>
                    <a:pt x="8776" y="708"/>
                    <a:pt x="8776" y="708"/>
                  </a:cubicBezTo>
                  <a:lnTo>
                    <a:pt x="8905" y="708"/>
                  </a:lnTo>
                  <a:cubicBezTo>
                    <a:pt x="9001" y="676"/>
                    <a:pt x="9515" y="515"/>
                    <a:pt x="10223" y="515"/>
                  </a:cubicBezTo>
                  <a:close/>
                  <a:moveTo>
                    <a:pt x="10223" y="1"/>
                  </a:moveTo>
                  <a:cubicBezTo>
                    <a:pt x="9425" y="1"/>
                    <a:pt x="8880" y="152"/>
                    <a:pt x="8744" y="187"/>
                  </a:cubicBezTo>
                  <a:lnTo>
                    <a:pt x="8744" y="187"/>
                  </a:lnTo>
                  <a:cubicBezTo>
                    <a:pt x="8523" y="170"/>
                    <a:pt x="7949" y="129"/>
                    <a:pt x="7233" y="129"/>
                  </a:cubicBezTo>
                  <a:cubicBezTo>
                    <a:pt x="6622" y="129"/>
                    <a:pt x="5915" y="162"/>
                    <a:pt x="5208" y="258"/>
                  </a:cubicBezTo>
                  <a:cubicBezTo>
                    <a:pt x="4533" y="354"/>
                    <a:pt x="3890" y="515"/>
                    <a:pt x="3440" y="804"/>
                  </a:cubicBezTo>
                  <a:cubicBezTo>
                    <a:pt x="3183" y="965"/>
                    <a:pt x="3022" y="1254"/>
                    <a:pt x="2829" y="1576"/>
                  </a:cubicBezTo>
                  <a:cubicBezTo>
                    <a:pt x="2540" y="2187"/>
                    <a:pt x="2283" y="3087"/>
                    <a:pt x="2026" y="4147"/>
                  </a:cubicBezTo>
                  <a:cubicBezTo>
                    <a:pt x="1319" y="7330"/>
                    <a:pt x="836" y="12119"/>
                    <a:pt x="676" y="15430"/>
                  </a:cubicBezTo>
                  <a:cubicBezTo>
                    <a:pt x="451" y="19513"/>
                    <a:pt x="1" y="22920"/>
                    <a:pt x="1" y="24656"/>
                  </a:cubicBezTo>
                  <a:cubicBezTo>
                    <a:pt x="1" y="25074"/>
                    <a:pt x="1" y="25395"/>
                    <a:pt x="97" y="25652"/>
                  </a:cubicBezTo>
                  <a:cubicBezTo>
                    <a:pt x="129" y="25749"/>
                    <a:pt x="194" y="25877"/>
                    <a:pt x="290" y="26006"/>
                  </a:cubicBezTo>
                  <a:cubicBezTo>
                    <a:pt x="579" y="26520"/>
                    <a:pt x="1286" y="27517"/>
                    <a:pt x="2219" y="28738"/>
                  </a:cubicBezTo>
                  <a:cubicBezTo>
                    <a:pt x="4951" y="32370"/>
                    <a:pt x="9451" y="38028"/>
                    <a:pt x="10351" y="39089"/>
                  </a:cubicBezTo>
                  <a:cubicBezTo>
                    <a:pt x="10448" y="39217"/>
                    <a:pt x="10608" y="39281"/>
                    <a:pt x="10769" y="39281"/>
                  </a:cubicBezTo>
                  <a:cubicBezTo>
                    <a:pt x="10962" y="39281"/>
                    <a:pt x="11155" y="39217"/>
                    <a:pt x="11348" y="39089"/>
                  </a:cubicBezTo>
                  <a:cubicBezTo>
                    <a:pt x="11701" y="38864"/>
                    <a:pt x="12151" y="38510"/>
                    <a:pt x="12633" y="37996"/>
                  </a:cubicBezTo>
                  <a:cubicBezTo>
                    <a:pt x="14305" y="36228"/>
                    <a:pt x="16716" y="32917"/>
                    <a:pt x="18869" y="29702"/>
                  </a:cubicBezTo>
                  <a:cubicBezTo>
                    <a:pt x="19962" y="28095"/>
                    <a:pt x="20959" y="26520"/>
                    <a:pt x="21762" y="25202"/>
                  </a:cubicBezTo>
                  <a:cubicBezTo>
                    <a:pt x="22566" y="23884"/>
                    <a:pt x="23177" y="22823"/>
                    <a:pt x="23466" y="22213"/>
                  </a:cubicBezTo>
                  <a:cubicBezTo>
                    <a:pt x="23948" y="21120"/>
                    <a:pt x="24173" y="20091"/>
                    <a:pt x="24173" y="18998"/>
                  </a:cubicBezTo>
                  <a:cubicBezTo>
                    <a:pt x="24173" y="16877"/>
                    <a:pt x="23370" y="14659"/>
                    <a:pt x="22148" y="11862"/>
                  </a:cubicBezTo>
                  <a:cubicBezTo>
                    <a:pt x="20284" y="7587"/>
                    <a:pt x="16362" y="3665"/>
                    <a:pt x="14048" y="1512"/>
                  </a:cubicBezTo>
                  <a:cubicBezTo>
                    <a:pt x="12730" y="290"/>
                    <a:pt x="11283" y="1"/>
                    <a:pt x="10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4333;p64">
              <a:extLst>
                <a:ext uri="{FF2B5EF4-FFF2-40B4-BE49-F238E27FC236}">
                  <a16:creationId xmlns:a16="http://schemas.microsoft.com/office/drawing/2014/main" id="{B1C7C9DA-F931-DBA4-9A2D-E1194C6FFCF1}"/>
                </a:ext>
              </a:extLst>
            </p:cNvPr>
            <p:cNvSpPr/>
            <p:nvPr/>
          </p:nvSpPr>
          <p:spPr>
            <a:xfrm>
              <a:off x="5250050" y="1875925"/>
              <a:ext cx="257500" cy="356775"/>
            </a:xfrm>
            <a:custGeom>
              <a:avLst/>
              <a:gdLst/>
              <a:ahLst/>
              <a:cxnLst/>
              <a:rect l="l" t="t" r="r" b="b"/>
              <a:pathLst>
                <a:path w="10300" h="14271" extrusionOk="0">
                  <a:moveTo>
                    <a:pt x="8583" y="0"/>
                  </a:moveTo>
                  <a:cubicBezTo>
                    <a:pt x="6000" y="0"/>
                    <a:pt x="1287" y="3931"/>
                    <a:pt x="804" y="5656"/>
                  </a:cubicBezTo>
                  <a:cubicBezTo>
                    <a:pt x="804" y="5656"/>
                    <a:pt x="804" y="5785"/>
                    <a:pt x="740" y="5977"/>
                  </a:cubicBezTo>
                  <a:cubicBezTo>
                    <a:pt x="643" y="6588"/>
                    <a:pt x="418" y="7938"/>
                    <a:pt x="225" y="9481"/>
                  </a:cubicBezTo>
                  <a:cubicBezTo>
                    <a:pt x="0" y="11538"/>
                    <a:pt x="65" y="14271"/>
                    <a:pt x="740" y="14271"/>
                  </a:cubicBezTo>
                  <a:cubicBezTo>
                    <a:pt x="1382" y="14271"/>
                    <a:pt x="10094" y="7970"/>
                    <a:pt x="10254" y="2249"/>
                  </a:cubicBezTo>
                  <a:cubicBezTo>
                    <a:pt x="10300" y="621"/>
                    <a:pt x="9610" y="0"/>
                    <a:pt x="8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4334;p64">
              <a:extLst>
                <a:ext uri="{FF2B5EF4-FFF2-40B4-BE49-F238E27FC236}">
                  <a16:creationId xmlns:a16="http://schemas.microsoft.com/office/drawing/2014/main" id="{5564DD59-713B-2DE8-2336-2580B6BF210C}"/>
                </a:ext>
              </a:extLst>
            </p:cNvPr>
            <p:cNvSpPr/>
            <p:nvPr/>
          </p:nvSpPr>
          <p:spPr>
            <a:xfrm>
              <a:off x="5246025" y="1869450"/>
              <a:ext cx="267625" cy="370475"/>
            </a:xfrm>
            <a:custGeom>
              <a:avLst/>
              <a:gdLst/>
              <a:ahLst/>
              <a:cxnLst/>
              <a:rect l="l" t="t" r="r" b="b"/>
              <a:pathLst>
                <a:path w="10705" h="14819" extrusionOk="0">
                  <a:moveTo>
                    <a:pt x="8744" y="547"/>
                  </a:moveTo>
                  <a:cubicBezTo>
                    <a:pt x="9194" y="547"/>
                    <a:pt x="9515" y="675"/>
                    <a:pt x="9772" y="933"/>
                  </a:cubicBezTo>
                  <a:cubicBezTo>
                    <a:pt x="9997" y="1190"/>
                    <a:pt x="10158" y="1640"/>
                    <a:pt x="10158" y="2379"/>
                  </a:cubicBezTo>
                  <a:cubicBezTo>
                    <a:pt x="10158" y="2411"/>
                    <a:pt x="10158" y="2475"/>
                    <a:pt x="10158" y="2508"/>
                  </a:cubicBezTo>
                  <a:cubicBezTo>
                    <a:pt x="10094" y="5240"/>
                    <a:pt x="7908" y="8229"/>
                    <a:pt x="5658" y="10479"/>
                  </a:cubicBezTo>
                  <a:cubicBezTo>
                    <a:pt x="4533" y="11637"/>
                    <a:pt x="3376" y="12569"/>
                    <a:pt x="2476" y="13244"/>
                  </a:cubicBezTo>
                  <a:cubicBezTo>
                    <a:pt x="2026" y="13597"/>
                    <a:pt x="1640" y="13855"/>
                    <a:pt x="1351" y="14015"/>
                  </a:cubicBezTo>
                  <a:cubicBezTo>
                    <a:pt x="1190" y="14112"/>
                    <a:pt x="1093" y="14176"/>
                    <a:pt x="997" y="14240"/>
                  </a:cubicBezTo>
                  <a:lnTo>
                    <a:pt x="901" y="14272"/>
                  </a:lnTo>
                  <a:lnTo>
                    <a:pt x="868" y="14240"/>
                  </a:lnTo>
                  <a:cubicBezTo>
                    <a:pt x="772" y="14144"/>
                    <a:pt x="676" y="13822"/>
                    <a:pt x="611" y="13405"/>
                  </a:cubicBezTo>
                  <a:cubicBezTo>
                    <a:pt x="547" y="12987"/>
                    <a:pt x="547" y="12472"/>
                    <a:pt x="547" y="11894"/>
                  </a:cubicBezTo>
                  <a:cubicBezTo>
                    <a:pt x="547" y="11187"/>
                    <a:pt x="579" y="10447"/>
                    <a:pt x="676" y="9772"/>
                  </a:cubicBezTo>
                  <a:cubicBezTo>
                    <a:pt x="836" y="8229"/>
                    <a:pt x="1061" y="6879"/>
                    <a:pt x="1190" y="6301"/>
                  </a:cubicBezTo>
                  <a:cubicBezTo>
                    <a:pt x="1222" y="6076"/>
                    <a:pt x="1222" y="5979"/>
                    <a:pt x="1222" y="5979"/>
                  </a:cubicBezTo>
                  <a:cubicBezTo>
                    <a:pt x="1318" y="5626"/>
                    <a:pt x="1672" y="5079"/>
                    <a:pt x="2218" y="4501"/>
                  </a:cubicBezTo>
                  <a:cubicBezTo>
                    <a:pt x="3022" y="3601"/>
                    <a:pt x="4211" y="2604"/>
                    <a:pt x="5433" y="1833"/>
                  </a:cubicBezTo>
                  <a:cubicBezTo>
                    <a:pt x="6622" y="1061"/>
                    <a:pt x="7876" y="547"/>
                    <a:pt x="8744" y="547"/>
                  </a:cubicBezTo>
                  <a:close/>
                  <a:moveTo>
                    <a:pt x="8744" y="0"/>
                  </a:moveTo>
                  <a:cubicBezTo>
                    <a:pt x="8037" y="0"/>
                    <a:pt x="7233" y="257"/>
                    <a:pt x="6397" y="675"/>
                  </a:cubicBezTo>
                  <a:cubicBezTo>
                    <a:pt x="5144" y="1286"/>
                    <a:pt x="3826" y="2218"/>
                    <a:pt x="2765" y="3183"/>
                  </a:cubicBezTo>
                  <a:cubicBezTo>
                    <a:pt x="2251" y="3665"/>
                    <a:pt x="1801" y="4147"/>
                    <a:pt x="1447" y="4597"/>
                  </a:cubicBezTo>
                  <a:cubicBezTo>
                    <a:pt x="1093" y="5047"/>
                    <a:pt x="836" y="5465"/>
                    <a:pt x="708" y="5851"/>
                  </a:cubicBezTo>
                  <a:lnTo>
                    <a:pt x="708" y="5883"/>
                  </a:lnTo>
                  <a:cubicBezTo>
                    <a:pt x="708" y="5883"/>
                    <a:pt x="676" y="5979"/>
                    <a:pt x="643" y="6204"/>
                  </a:cubicBezTo>
                  <a:cubicBezTo>
                    <a:pt x="547" y="6783"/>
                    <a:pt x="322" y="8165"/>
                    <a:pt x="129" y="9708"/>
                  </a:cubicBezTo>
                  <a:cubicBezTo>
                    <a:pt x="33" y="10415"/>
                    <a:pt x="1" y="11187"/>
                    <a:pt x="1" y="11894"/>
                  </a:cubicBezTo>
                  <a:cubicBezTo>
                    <a:pt x="1" y="12633"/>
                    <a:pt x="33" y="13308"/>
                    <a:pt x="161" y="13822"/>
                  </a:cubicBezTo>
                  <a:cubicBezTo>
                    <a:pt x="193" y="14080"/>
                    <a:pt x="258" y="14272"/>
                    <a:pt x="386" y="14465"/>
                  </a:cubicBezTo>
                  <a:cubicBezTo>
                    <a:pt x="418" y="14562"/>
                    <a:pt x="483" y="14626"/>
                    <a:pt x="579" y="14690"/>
                  </a:cubicBezTo>
                  <a:cubicBezTo>
                    <a:pt x="643" y="14755"/>
                    <a:pt x="772" y="14819"/>
                    <a:pt x="901" y="14819"/>
                  </a:cubicBezTo>
                  <a:cubicBezTo>
                    <a:pt x="965" y="14819"/>
                    <a:pt x="997" y="14787"/>
                    <a:pt x="1061" y="14787"/>
                  </a:cubicBezTo>
                  <a:cubicBezTo>
                    <a:pt x="1254" y="14723"/>
                    <a:pt x="1511" y="14562"/>
                    <a:pt x="1833" y="14337"/>
                  </a:cubicBezTo>
                  <a:cubicBezTo>
                    <a:pt x="3022" y="13597"/>
                    <a:pt x="5176" y="11894"/>
                    <a:pt x="7072" y="9772"/>
                  </a:cubicBezTo>
                  <a:cubicBezTo>
                    <a:pt x="8969" y="7619"/>
                    <a:pt x="10608" y="5079"/>
                    <a:pt x="10705" y="2540"/>
                  </a:cubicBezTo>
                  <a:cubicBezTo>
                    <a:pt x="10705" y="2475"/>
                    <a:pt x="10705" y="2411"/>
                    <a:pt x="10705" y="2379"/>
                  </a:cubicBezTo>
                  <a:cubicBezTo>
                    <a:pt x="10705" y="1575"/>
                    <a:pt x="10512" y="965"/>
                    <a:pt x="10158" y="579"/>
                  </a:cubicBezTo>
                  <a:cubicBezTo>
                    <a:pt x="9805" y="161"/>
                    <a:pt x="9290" y="0"/>
                    <a:pt x="8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4335;p64">
              <a:extLst>
                <a:ext uri="{FF2B5EF4-FFF2-40B4-BE49-F238E27FC236}">
                  <a16:creationId xmlns:a16="http://schemas.microsoft.com/office/drawing/2014/main" id="{39BC73E6-FBF4-3A74-7F3D-DC6D4D2F2F40}"/>
                </a:ext>
              </a:extLst>
            </p:cNvPr>
            <p:cNvSpPr/>
            <p:nvPr/>
          </p:nvSpPr>
          <p:spPr>
            <a:xfrm>
              <a:off x="5212275" y="1713975"/>
              <a:ext cx="317450" cy="378150"/>
            </a:xfrm>
            <a:custGeom>
              <a:avLst/>
              <a:gdLst/>
              <a:ahLst/>
              <a:cxnLst/>
              <a:rect l="l" t="t" r="r" b="b"/>
              <a:pathLst>
                <a:path w="12698" h="15126" extrusionOk="0">
                  <a:moveTo>
                    <a:pt x="4510" y="1"/>
                  </a:moveTo>
                  <a:cubicBezTo>
                    <a:pt x="3445" y="1"/>
                    <a:pt x="2503" y="245"/>
                    <a:pt x="1897" y="851"/>
                  </a:cubicBezTo>
                  <a:cubicBezTo>
                    <a:pt x="1897" y="851"/>
                    <a:pt x="1093" y="3937"/>
                    <a:pt x="1093" y="4419"/>
                  </a:cubicBezTo>
                  <a:cubicBezTo>
                    <a:pt x="1093" y="4934"/>
                    <a:pt x="1415" y="6155"/>
                    <a:pt x="1415" y="6155"/>
                  </a:cubicBezTo>
                  <a:cubicBezTo>
                    <a:pt x="1415" y="6155"/>
                    <a:pt x="0" y="8405"/>
                    <a:pt x="161" y="8662"/>
                  </a:cubicBezTo>
                  <a:cubicBezTo>
                    <a:pt x="322" y="8919"/>
                    <a:pt x="836" y="9305"/>
                    <a:pt x="836" y="9305"/>
                  </a:cubicBezTo>
                  <a:cubicBezTo>
                    <a:pt x="836" y="9305"/>
                    <a:pt x="675" y="12455"/>
                    <a:pt x="1318" y="13130"/>
                  </a:cubicBezTo>
                  <a:cubicBezTo>
                    <a:pt x="1620" y="13432"/>
                    <a:pt x="2332" y="13515"/>
                    <a:pt x="3028" y="13515"/>
                  </a:cubicBezTo>
                  <a:cubicBezTo>
                    <a:pt x="3889" y="13515"/>
                    <a:pt x="4726" y="13388"/>
                    <a:pt x="4726" y="13388"/>
                  </a:cubicBezTo>
                  <a:lnTo>
                    <a:pt x="4726" y="13388"/>
                  </a:lnTo>
                  <a:cubicBezTo>
                    <a:pt x="4726" y="13388"/>
                    <a:pt x="3408" y="15027"/>
                    <a:pt x="4886" y="15123"/>
                  </a:cubicBezTo>
                  <a:cubicBezTo>
                    <a:pt x="4908" y="15125"/>
                    <a:pt x="4930" y="15125"/>
                    <a:pt x="4952" y="15125"/>
                  </a:cubicBezTo>
                  <a:cubicBezTo>
                    <a:pt x="6509" y="15125"/>
                    <a:pt x="10368" y="11850"/>
                    <a:pt x="11540" y="9980"/>
                  </a:cubicBezTo>
                  <a:cubicBezTo>
                    <a:pt x="12697" y="8084"/>
                    <a:pt x="12601" y="4580"/>
                    <a:pt x="11540" y="2844"/>
                  </a:cubicBezTo>
                  <a:cubicBezTo>
                    <a:pt x="10755" y="1597"/>
                    <a:pt x="7230" y="1"/>
                    <a:pt x="4510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4336;p64">
              <a:extLst>
                <a:ext uri="{FF2B5EF4-FFF2-40B4-BE49-F238E27FC236}">
                  <a16:creationId xmlns:a16="http://schemas.microsoft.com/office/drawing/2014/main" id="{1D3AAAD8-043A-EFAD-788E-4275418A43BA}"/>
                </a:ext>
              </a:extLst>
            </p:cNvPr>
            <p:cNvSpPr/>
            <p:nvPr/>
          </p:nvSpPr>
          <p:spPr>
            <a:xfrm>
              <a:off x="5209050" y="1707925"/>
              <a:ext cx="319075" cy="390575"/>
            </a:xfrm>
            <a:custGeom>
              <a:avLst/>
              <a:gdLst/>
              <a:ahLst/>
              <a:cxnLst/>
              <a:rect l="l" t="t" r="r" b="b"/>
              <a:pathLst>
                <a:path w="12763" h="15623" extrusionOk="0">
                  <a:moveTo>
                    <a:pt x="4662" y="515"/>
                  </a:moveTo>
                  <a:cubicBezTo>
                    <a:pt x="5948" y="515"/>
                    <a:pt x="7491" y="900"/>
                    <a:pt x="8776" y="1447"/>
                  </a:cubicBezTo>
                  <a:cubicBezTo>
                    <a:pt x="9419" y="1736"/>
                    <a:pt x="9998" y="2025"/>
                    <a:pt x="10480" y="2347"/>
                  </a:cubicBezTo>
                  <a:cubicBezTo>
                    <a:pt x="10930" y="2668"/>
                    <a:pt x="11284" y="2990"/>
                    <a:pt x="11412" y="3247"/>
                  </a:cubicBezTo>
                  <a:cubicBezTo>
                    <a:pt x="11926" y="4051"/>
                    <a:pt x="12216" y="5368"/>
                    <a:pt x="12216" y="6686"/>
                  </a:cubicBezTo>
                  <a:cubicBezTo>
                    <a:pt x="12216" y="7940"/>
                    <a:pt x="11959" y="9226"/>
                    <a:pt x="11412" y="10094"/>
                  </a:cubicBezTo>
                  <a:cubicBezTo>
                    <a:pt x="10898" y="10962"/>
                    <a:pt x="9644" y="12247"/>
                    <a:pt x="8358" y="13308"/>
                  </a:cubicBezTo>
                  <a:cubicBezTo>
                    <a:pt x="7683" y="13822"/>
                    <a:pt x="7040" y="14272"/>
                    <a:pt x="6462" y="14594"/>
                  </a:cubicBezTo>
                  <a:cubicBezTo>
                    <a:pt x="5883" y="14915"/>
                    <a:pt x="5369" y="15108"/>
                    <a:pt x="5080" y="15108"/>
                  </a:cubicBezTo>
                  <a:lnTo>
                    <a:pt x="5048" y="15108"/>
                  </a:lnTo>
                  <a:cubicBezTo>
                    <a:pt x="4790" y="15076"/>
                    <a:pt x="4694" y="15012"/>
                    <a:pt x="4630" y="14980"/>
                  </a:cubicBezTo>
                  <a:cubicBezTo>
                    <a:pt x="4598" y="14947"/>
                    <a:pt x="4598" y="14915"/>
                    <a:pt x="4565" y="14819"/>
                  </a:cubicBezTo>
                  <a:cubicBezTo>
                    <a:pt x="4565" y="14658"/>
                    <a:pt x="4694" y="14369"/>
                    <a:pt x="4823" y="14176"/>
                  </a:cubicBezTo>
                  <a:cubicBezTo>
                    <a:pt x="4887" y="14047"/>
                    <a:pt x="4951" y="13951"/>
                    <a:pt x="4983" y="13887"/>
                  </a:cubicBezTo>
                  <a:lnTo>
                    <a:pt x="5048" y="13822"/>
                  </a:lnTo>
                  <a:lnTo>
                    <a:pt x="5080" y="13790"/>
                  </a:lnTo>
                  <a:cubicBezTo>
                    <a:pt x="5144" y="13694"/>
                    <a:pt x="5144" y="13597"/>
                    <a:pt x="5080" y="13501"/>
                  </a:cubicBezTo>
                  <a:cubicBezTo>
                    <a:pt x="5053" y="13422"/>
                    <a:pt x="4961" y="13364"/>
                    <a:pt x="4876" y="13364"/>
                  </a:cubicBezTo>
                  <a:cubicBezTo>
                    <a:pt x="4858" y="13364"/>
                    <a:pt x="4840" y="13367"/>
                    <a:pt x="4823" y="13372"/>
                  </a:cubicBezTo>
                  <a:lnTo>
                    <a:pt x="4662" y="13372"/>
                  </a:lnTo>
                  <a:cubicBezTo>
                    <a:pt x="4405" y="13405"/>
                    <a:pt x="3762" y="13469"/>
                    <a:pt x="3151" y="13469"/>
                  </a:cubicBezTo>
                  <a:cubicBezTo>
                    <a:pt x="2797" y="13469"/>
                    <a:pt x="2476" y="13469"/>
                    <a:pt x="2219" y="13405"/>
                  </a:cubicBezTo>
                  <a:cubicBezTo>
                    <a:pt x="1930" y="13372"/>
                    <a:pt x="1737" y="13276"/>
                    <a:pt x="1640" y="13180"/>
                  </a:cubicBezTo>
                  <a:cubicBezTo>
                    <a:pt x="1576" y="13115"/>
                    <a:pt x="1512" y="12987"/>
                    <a:pt x="1447" y="12794"/>
                  </a:cubicBezTo>
                  <a:cubicBezTo>
                    <a:pt x="1255" y="12183"/>
                    <a:pt x="1222" y="11122"/>
                    <a:pt x="1222" y="10415"/>
                  </a:cubicBezTo>
                  <a:cubicBezTo>
                    <a:pt x="1222" y="10158"/>
                    <a:pt x="1222" y="9965"/>
                    <a:pt x="1222" y="9804"/>
                  </a:cubicBezTo>
                  <a:cubicBezTo>
                    <a:pt x="1222" y="9676"/>
                    <a:pt x="1222" y="9579"/>
                    <a:pt x="1222" y="9579"/>
                  </a:cubicBezTo>
                  <a:cubicBezTo>
                    <a:pt x="1222" y="9483"/>
                    <a:pt x="1190" y="9419"/>
                    <a:pt x="1126" y="9354"/>
                  </a:cubicBezTo>
                  <a:lnTo>
                    <a:pt x="1062" y="9290"/>
                  </a:lnTo>
                  <a:cubicBezTo>
                    <a:pt x="997" y="9226"/>
                    <a:pt x="869" y="9129"/>
                    <a:pt x="772" y="9033"/>
                  </a:cubicBezTo>
                  <a:cubicBezTo>
                    <a:pt x="699" y="8960"/>
                    <a:pt x="608" y="8868"/>
                    <a:pt x="554" y="8800"/>
                  </a:cubicBezTo>
                  <a:lnTo>
                    <a:pt x="554" y="8800"/>
                  </a:lnTo>
                  <a:cubicBezTo>
                    <a:pt x="577" y="8707"/>
                    <a:pt x="658" y="8517"/>
                    <a:pt x="740" y="8326"/>
                  </a:cubicBezTo>
                  <a:cubicBezTo>
                    <a:pt x="933" y="7972"/>
                    <a:pt x="1190" y="7522"/>
                    <a:pt x="1383" y="7169"/>
                  </a:cubicBezTo>
                  <a:cubicBezTo>
                    <a:pt x="1608" y="6815"/>
                    <a:pt x="1769" y="6558"/>
                    <a:pt x="1769" y="6558"/>
                  </a:cubicBezTo>
                  <a:cubicBezTo>
                    <a:pt x="1801" y="6493"/>
                    <a:pt x="1833" y="6429"/>
                    <a:pt x="1801" y="6333"/>
                  </a:cubicBezTo>
                  <a:cubicBezTo>
                    <a:pt x="1801" y="6333"/>
                    <a:pt x="1769" y="6268"/>
                    <a:pt x="1737" y="6140"/>
                  </a:cubicBezTo>
                  <a:cubicBezTo>
                    <a:pt x="1705" y="5947"/>
                    <a:pt x="1640" y="5658"/>
                    <a:pt x="1576" y="5401"/>
                  </a:cubicBezTo>
                  <a:cubicBezTo>
                    <a:pt x="1512" y="5111"/>
                    <a:pt x="1480" y="4822"/>
                    <a:pt x="1480" y="4661"/>
                  </a:cubicBezTo>
                  <a:cubicBezTo>
                    <a:pt x="1480" y="4629"/>
                    <a:pt x="1480" y="4533"/>
                    <a:pt x="1512" y="4436"/>
                  </a:cubicBezTo>
                  <a:cubicBezTo>
                    <a:pt x="1576" y="3986"/>
                    <a:pt x="1769" y="3150"/>
                    <a:pt x="1962" y="2475"/>
                  </a:cubicBezTo>
                  <a:cubicBezTo>
                    <a:pt x="2122" y="1888"/>
                    <a:pt x="2238" y="1390"/>
                    <a:pt x="2272" y="1237"/>
                  </a:cubicBezTo>
                  <a:lnTo>
                    <a:pt x="2272" y="1237"/>
                  </a:lnTo>
                  <a:cubicBezTo>
                    <a:pt x="2821" y="756"/>
                    <a:pt x="3666" y="515"/>
                    <a:pt x="4662" y="515"/>
                  </a:cubicBezTo>
                  <a:close/>
                  <a:moveTo>
                    <a:pt x="4662" y="0"/>
                  </a:moveTo>
                  <a:cubicBezTo>
                    <a:pt x="3537" y="0"/>
                    <a:pt x="2540" y="225"/>
                    <a:pt x="1833" y="932"/>
                  </a:cubicBezTo>
                  <a:lnTo>
                    <a:pt x="1769" y="1029"/>
                  </a:lnTo>
                  <a:cubicBezTo>
                    <a:pt x="1769" y="1029"/>
                    <a:pt x="1576" y="1800"/>
                    <a:pt x="1351" y="2636"/>
                  </a:cubicBezTo>
                  <a:cubicBezTo>
                    <a:pt x="1255" y="3054"/>
                    <a:pt x="1158" y="3472"/>
                    <a:pt x="1062" y="3858"/>
                  </a:cubicBezTo>
                  <a:cubicBezTo>
                    <a:pt x="1029" y="4018"/>
                    <a:pt x="997" y="4179"/>
                    <a:pt x="965" y="4340"/>
                  </a:cubicBezTo>
                  <a:cubicBezTo>
                    <a:pt x="965" y="4468"/>
                    <a:pt x="933" y="4565"/>
                    <a:pt x="933" y="4661"/>
                  </a:cubicBezTo>
                  <a:cubicBezTo>
                    <a:pt x="933" y="4983"/>
                    <a:pt x="1029" y="5401"/>
                    <a:pt x="1126" y="5786"/>
                  </a:cubicBezTo>
                  <a:cubicBezTo>
                    <a:pt x="1166" y="6029"/>
                    <a:pt x="1219" y="6246"/>
                    <a:pt x="1253" y="6374"/>
                  </a:cubicBezTo>
                  <a:lnTo>
                    <a:pt x="1253" y="6374"/>
                  </a:lnTo>
                  <a:cubicBezTo>
                    <a:pt x="1143" y="6552"/>
                    <a:pt x="910" y="6932"/>
                    <a:pt x="676" y="7329"/>
                  </a:cubicBezTo>
                  <a:cubicBezTo>
                    <a:pt x="515" y="7619"/>
                    <a:pt x="354" y="7908"/>
                    <a:pt x="226" y="8165"/>
                  </a:cubicBezTo>
                  <a:cubicBezTo>
                    <a:pt x="162" y="8294"/>
                    <a:pt x="129" y="8422"/>
                    <a:pt x="97" y="8519"/>
                  </a:cubicBezTo>
                  <a:cubicBezTo>
                    <a:pt x="33" y="8647"/>
                    <a:pt x="33" y="8711"/>
                    <a:pt x="1" y="8840"/>
                  </a:cubicBezTo>
                  <a:cubicBezTo>
                    <a:pt x="1" y="8868"/>
                    <a:pt x="1" y="8947"/>
                    <a:pt x="67" y="9032"/>
                  </a:cubicBezTo>
                  <a:lnTo>
                    <a:pt x="67" y="9032"/>
                  </a:lnTo>
                  <a:lnTo>
                    <a:pt x="65" y="9033"/>
                  </a:lnTo>
                  <a:cubicBezTo>
                    <a:pt x="194" y="9226"/>
                    <a:pt x="354" y="9386"/>
                    <a:pt x="515" y="9515"/>
                  </a:cubicBezTo>
                  <a:cubicBezTo>
                    <a:pt x="580" y="9596"/>
                    <a:pt x="644" y="9660"/>
                    <a:pt x="697" y="9705"/>
                  </a:cubicBezTo>
                  <a:lnTo>
                    <a:pt x="697" y="9705"/>
                  </a:lnTo>
                  <a:cubicBezTo>
                    <a:pt x="687" y="9856"/>
                    <a:pt x="676" y="10106"/>
                    <a:pt x="676" y="10415"/>
                  </a:cubicBezTo>
                  <a:cubicBezTo>
                    <a:pt x="676" y="10897"/>
                    <a:pt x="708" y="11540"/>
                    <a:pt x="772" y="12119"/>
                  </a:cubicBezTo>
                  <a:cubicBezTo>
                    <a:pt x="804" y="12408"/>
                    <a:pt x="869" y="12697"/>
                    <a:pt x="933" y="12955"/>
                  </a:cubicBezTo>
                  <a:cubicBezTo>
                    <a:pt x="997" y="13180"/>
                    <a:pt x="1094" y="13405"/>
                    <a:pt x="1255" y="13565"/>
                  </a:cubicBezTo>
                  <a:cubicBezTo>
                    <a:pt x="1480" y="13790"/>
                    <a:pt x="1769" y="13887"/>
                    <a:pt x="2090" y="13951"/>
                  </a:cubicBezTo>
                  <a:cubicBezTo>
                    <a:pt x="2444" y="14015"/>
                    <a:pt x="2797" y="14015"/>
                    <a:pt x="3151" y="14015"/>
                  </a:cubicBezTo>
                  <a:cubicBezTo>
                    <a:pt x="3578" y="14015"/>
                    <a:pt x="3990" y="13986"/>
                    <a:pt x="4306" y="13956"/>
                  </a:cubicBezTo>
                  <a:lnTo>
                    <a:pt x="4306" y="13956"/>
                  </a:lnTo>
                  <a:cubicBezTo>
                    <a:pt x="4185" y="14201"/>
                    <a:pt x="4051" y="14496"/>
                    <a:pt x="4051" y="14819"/>
                  </a:cubicBezTo>
                  <a:cubicBezTo>
                    <a:pt x="4051" y="15012"/>
                    <a:pt x="4115" y="15237"/>
                    <a:pt x="4276" y="15398"/>
                  </a:cubicBezTo>
                  <a:cubicBezTo>
                    <a:pt x="4469" y="15526"/>
                    <a:pt x="4694" y="15623"/>
                    <a:pt x="5015" y="15623"/>
                  </a:cubicBezTo>
                  <a:lnTo>
                    <a:pt x="5080" y="15623"/>
                  </a:lnTo>
                  <a:cubicBezTo>
                    <a:pt x="5562" y="15623"/>
                    <a:pt x="6108" y="15398"/>
                    <a:pt x="6719" y="15076"/>
                  </a:cubicBezTo>
                  <a:cubicBezTo>
                    <a:pt x="7651" y="14530"/>
                    <a:pt x="8712" y="13726"/>
                    <a:pt x="9644" y="12890"/>
                  </a:cubicBezTo>
                  <a:cubicBezTo>
                    <a:pt x="10609" y="12022"/>
                    <a:pt x="11412" y="11122"/>
                    <a:pt x="11894" y="10351"/>
                  </a:cubicBezTo>
                  <a:cubicBezTo>
                    <a:pt x="12505" y="9354"/>
                    <a:pt x="12762" y="8004"/>
                    <a:pt x="12762" y="6686"/>
                  </a:cubicBezTo>
                  <a:cubicBezTo>
                    <a:pt x="12762" y="5272"/>
                    <a:pt x="12473" y="3922"/>
                    <a:pt x="11894" y="2958"/>
                  </a:cubicBezTo>
                  <a:cubicBezTo>
                    <a:pt x="11669" y="2604"/>
                    <a:pt x="11251" y="2250"/>
                    <a:pt x="10769" y="1897"/>
                  </a:cubicBezTo>
                  <a:cubicBezTo>
                    <a:pt x="9258" y="900"/>
                    <a:pt x="6783" y="0"/>
                    <a:pt x="4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4337;p64">
              <a:extLst>
                <a:ext uri="{FF2B5EF4-FFF2-40B4-BE49-F238E27FC236}">
                  <a16:creationId xmlns:a16="http://schemas.microsoft.com/office/drawing/2014/main" id="{2F74E00E-C973-134A-8755-5A52B6123991}"/>
                </a:ext>
              </a:extLst>
            </p:cNvPr>
            <p:cNvSpPr/>
            <p:nvPr/>
          </p:nvSpPr>
          <p:spPr>
            <a:xfrm>
              <a:off x="5222725" y="1583375"/>
              <a:ext cx="422725" cy="376150"/>
            </a:xfrm>
            <a:custGeom>
              <a:avLst/>
              <a:gdLst/>
              <a:ahLst/>
              <a:cxnLst/>
              <a:rect l="l" t="t" r="r" b="b"/>
              <a:pathLst>
                <a:path w="16909" h="15046" extrusionOk="0">
                  <a:moveTo>
                    <a:pt x="9753" y="1"/>
                  </a:moveTo>
                  <a:cubicBezTo>
                    <a:pt x="9390" y="1"/>
                    <a:pt x="9038" y="42"/>
                    <a:pt x="8711" y="128"/>
                  </a:cubicBezTo>
                  <a:cubicBezTo>
                    <a:pt x="8711" y="128"/>
                    <a:pt x="2315" y="964"/>
                    <a:pt x="1158" y="3439"/>
                  </a:cubicBezTo>
                  <a:cubicBezTo>
                    <a:pt x="0" y="5914"/>
                    <a:pt x="2668" y="9000"/>
                    <a:pt x="4565" y="9418"/>
                  </a:cubicBezTo>
                  <a:cubicBezTo>
                    <a:pt x="5987" y="9708"/>
                    <a:pt x="7048" y="9744"/>
                    <a:pt x="7489" y="9744"/>
                  </a:cubicBezTo>
                  <a:cubicBezTo>
                    <a:pt x="7637" y="9744"/>
                    <a:pt x="7715" y="9740"/>
                    <a:pt x="7715" y="9740"/>
                  </a:cubicBezTo>
                  <a:lnTo>
                    <a:pt x="7715" y="9740"/>
                  </a:lnTo>
                  <a:cubicBezTo>
                    <a:pt x="7715" y="9740"/>
                    <a:pt x="5722" y="11475"/>
                    <a:pt x="6976" y="11893"/>
                  </a:cubicBezTo>
                  <a:cubicBezTo>
                    <a:pt x="8197" y="12311"/>
                    <a:pt x="8776" y="12054"/>
                    <a:pt x="8776" y="12472"/>
                  </a:cubicBezTo>
                  <a:cubicBezTo>
                    <a:pt x="8776" y="12890"/>
                    <a:pt x="7554" y="14208"/>
                    <a:pt x="8615" y="14304"/>
                  </a:cubicBezTo>
                  <a:cubicBezTo>
                    <a:pt x="8633" y="14305"/>
                    <a:pt x="8651" y="14306"/>
                    <a:pt x="8669" y="14306"/>
                  </a:cubicBezTo>
                  <a:cubicBezTo>
                    <a:pt x="9613" y="14306"/>
                    <a:pt x="9968" y="12830"/>
                    <a:pt x="10512" y="12830"/>
                  </a:cubicBezTo>
                  <a:cubicBezTo>
                    <a:pt x="10574" y="12830"/>
                    <a:pt x="10637" y="12848"/>
                    <a:pt x="10704" y="12890"/>
                  </a:cubicBezTo>
                  <a:cubicBezTo>
                    <a:pt x="11347" y="13308"/>
                    <a:pt x="10447" y="14947"/>
                    <a:pt x="10769" y="15044"/>
                  </a:cubicBezTo>
                  <a:cubicBezTo>
                    <a:pt x="10774" y="15045"/>
                    <a:pt x="10779" y="15046"/>
                    <a:pt x="10785" y="15046"/>
                  </a:cubicBezTo>
                  <a:cubicBezTo>
                    <a:pt x="11211" y="15046"/>
                    <a:pt x="14291" y="11748"/>
                    <a:pt x="15590" y="8325"/>
                  </a:cubicBezTo>
                  <a:cubicBezTo>
                    <a:pt x="16908" y="4854"/>
                    <a:pt x="15076" y="2700"/>
                    <a:pt x="13758" y="1543"/>
                  </a:cubicBezTo>
                  <a:cubicBezTo>
                    <a:pt x="12714" y="600"/>
                    <a:pt x="11144" y="1"/>
                    <a:pt x="97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4338;p64">
              <a:extLst>
                <a:ext uri="{FF2B5EF4-FFF2-40B4-BE49-F238E27FC236}">
                  <a16:creationId xmlns:a16="http://schemas.microsoft.com/office/drawing/2014/main" id="{C582839B-17C7-88CE-A239-A0DB7276CA88}"/>
                </a:ext>
              </a:extLst>
            </p:cNvPr>
            <p:cNvSpPr/>
            <p:nvPr/>
          </p:nvSpPr>
          <p:spPr>
            <a:xfrm>
              <a:off x="5238000" y="1576925"/>
              <a:ext cx="392975" cy="388975"/>
            </a:xfrm>
            <a:custGeom>
              <a:avLst/>
              <a:gdLst/>
              <a:ahLst/>
              <a:cxnLst/>
              <a:rect l="l" t="t" r="r" b="b"/>
              <a:pathLst>
                <a:path w="15719" h="15559" extrusionOk="0">
                  <a:moveTo>
                    <a:pt x="8071" y="119"/>
                  </a:moveTo>
                  <a:lnTo>
                    <a:pt x="8071" y="119"/>
                  </a:lnTo>
                  <a:cubicBezTo>
                    <a:pt x="8071" y="119"/>
                    <a:pt x="8071" y="119"/>
                    <a:pt x="8071" y="119"/>
                  </a:cubicBezTo>
                  <a:lnTo>
                    <a:pt x="8071" y="119"/>
                  </a:lnTo>
                  <a:lnTo>
                    <a:pt x="8071" y="119"/>
                  </a:lnTo>
                  <a:close/>
                  <a:moveTo>
                    <a:pt x="9129" y="515"/>
                  </a:moveTo>
                  <a:cubicBezTo>
                    <a:pt x="10447" y="515"/>
                    <a:pt x="11990" y="1094"/>
                    <a:pt x="12986" y="1994"/>
                  </a:cubicBezTo>
                  <a:cubicBezTo>
                    <a:pt x="13469" y="2412"/>
                    <a:pt x="14015" y="2990"/>
                    <a:pt x="14433" y="3665"/>
                  </a:cubicBezTo>
                  <a:cubicBezTo>
                    <a:pt x="14851" y="4372"/>
                    <a:pt x="15172" y="5240"/>
                    <a:pt x="15172" y="6269"/>
                  </a:cubicBezTo>
                  <a:cubicBezTo>
                    <a:pt x="15172" y="6912"/>
                    <a:pt x="15044" y="7651"/>
                    <a:pt x="14722" y="8487"/>
                  </a:cubicBezTo>
                  <a:cubicBezTo>
                    <a:pt x="14079" y="10158"/>
                    <a:pt x="12986" y="11830"/>
                    <a:pt x="12022" y="13051"/>
                  </a:cubicBezTo>
                  <a:cubicBezTo>
                    <a:pt x="11540" y="13694"/>
                    <a:pt x="11090" y="14209"/>
                    <a:pt x="10736" y="14530"/>
                  </a:cubicBezTo>
                  <a:cubicBezTo>
                    <a:pt x="10612" y="14654"/>
                    <a:pt x="10502" y="14751"/>
                    <a:pt x="10413" y="14831"/>
                  </a:cubicBezTo>
                  <a:lnTo>
                    <a:pt x="10413" y="14831"/>
                  </a:lnTo>
                  <a:cubicBezTo>
                    <a:pt x="10433" y="14747"/>
                    <a:pt x="10456" y="14655"/>
                    <a:pt x="10479" y="14562"/>
                  </a:cubicBezTo>
                  <a:cubicBezTo>
                    <a:pt x="10543" y="14305"/>
                    <a:pt x="10608" y="14016"/>
                    <a:pt x="10608" y="13726"/>
                  </a:cubicBezTo>
                  <a:cubicBezTo>
                    <a:pt x="10608" y="13566"/>
                    <a:pt x="10576" y="13437"/>
                    <a:pt x="10511" y="13276"/>
                  </a:cubicBezTo>
                  <a:cubicBezTo>
                    <a:pt x="10479" y="13148"/>
                    <a:pt x="10383" y="13019"/>
                    <a:pt x="10222" y="12923"/>
                  </a:cubicBezTo>
                  <a:cubicBezTo>
                    <a:pt x="10126" y="12859"/>
                    <a:pt x="9997" y="12826"/>
                    <a:pt x="9901" y="12826"/>
                  </a:cubicBezTo>
                  <a:cubicBezTo>
                    <a:pt x="9772" y="12826"/>
                    <a:pt x="9643" y="12859"/>
                    <a:pt x="9547" y="12923"/>
                  </a:cubicBezTo>
                  <a:cubicBezTo>
                    <a:pt x="9386" y="13019"/>
                    <a:pt x="9290" y="13180"/>
                    <a:pt x="9161" y="13341"/>
                  </a:cubicBezTo>
                  <a:cubicBezTo>
                    <a:pt x="9000" y="13566"/>
                    <a:pt x="8808" y="13823"/>
                    <a:pt x="8647" y="13984"/>
                  </a:cubicBezTo>
                  <a:cubicBezTo>
                    <a:pt x="8454" y="14176"/>
                    <a:pt x="8293" y="14273"/>
                    <a:pt x="8068" y="14273"/>
                  </a:cubicBezTo>
                  <a:lnTo>
                    <a:pt x="8036" y="14273"/>
                  </a:lnTo>
                  <a:cubicBezTo>
                    <a:pt x="7908" y="14273"/>
                    <a:pt x="7843" y="14241"/>
                    <a:pt x="7843" y="14241"/>
                  </a:cubicBezTo>
                  <a:lnTo>
                    <a:pt x="7843" y="14209"/>
                  </a:lnTo>
                  <a:cubicBezTo>
                    <a:pt x="7843" y="14144"/>
                    <a:pt x="7875" y="14048"/>
                    <a:pt x="7908" y="13919"/>
                  </a:cubicBezTo>
                  <a:cubicBezTo>
                    <a:pt x="7972" y="13759"/>
                    <a:pt x="8100" y="13534"/>
                    <a:pt x="8229" y="13341"/>
                  </a:cubicBezTo>
                  <a:cubicBezTo>
                    <a:pt x="8261" y="13244"/>
                    <a:pt x="8325" y="13148"/>
                    <a:pt x="8358" y="13051"/>
                  </a:cubicBezTo>
                  <a:cubicBezTo>
                    <a:pt x="8422" y="12955"/>
                    <a:pt x="8454" y="12859"/>
                    <a:pt x="8454" y="12730"/>
                  </a:cubicBezTo>
                  <a:cubicBezTo>
                    <a:pt x="8454" y="12634"/>
                    <a:pt x="8422" y="12569"/>
                    <a:pt x="8390" y="12473"/>
                  </a:cubicBezTo>
                  <a:cubicBezTo>
                    <a:pt x="8358" y="12409"/>
                    <a:pt x="8293" y="12344"/>
                    <a:pt x="8229" y="12312"/>
                  </a:cubicBezTo>
                  <a:cubicBezTo>
                    <a:pt x="8100" y="12248"/>
                    <a:pt x="8004" y="12216"/>
                    <a:pt x="7908" y="12184"/>
                  </a:cubicBezTo>
                  <a:cubicBezTo>
                    <a:pt x="7586" y="12151"/>
                    <a:pt x="7136" y="12119"/>
                    <a:pt x="6429" y="11894"/>
                  </a:cubicBezTo>
                  <a:cubicBezTo>
                    <a:pt x="6333" y="11862"/>
                    <a:pt x="6268" y="11798"/>
                    <a:pt x="6236" y="11798"/>
                  </a:cubicBezTo>
                  <a:cubicBezTo>
                    <a:pt x="6236" y="11766"/>
                    <a:pt x="6204" y="11733"/>
                    <a:pt x="6204" y="11669"/>
                  </a:cubicBezTo>
                  <a:cubicBezTo>
                    <a:pt x="6204" y="11573"/>
                    <a:pt x="6268" y="11412"/>
                    <a:pt x="6365" y="11251"/>
                  </a:cubicBezTo>
                  <a:cubicBezTo>
                    <a:pt x="6493" y="10994"/>
                    <a:pt x="6718" y="10737"/>
                    <a:pt x="6911" y="10544"/>
                  </a:cubicBezTo>
                  <a:cubicBezTo>
                    <a:pt x="7008" y="10416"/>
                    <a:pt x="7104" y="10351"/>
                    <a:pt x="7168" y="10287"/>
                  </a:cubicBezTo>
                  <a:lnTo>
                    <a:pt x="7265" y="10223"/>
                  </a:lnTo>
                  <a:lnTo>
                    <a:pt x="7265" y="10191"/>
                  </a:lnTo>
                  <a:cubicBezTo>
                    <a:pt x="7361" y="10126"/>
                    <a:pt x="7393" y="9998"/>
                    <a:pt x="7361" y="9901"/>
                  </a:cubicBezTo>
                  <a:cubicBezTo>
                    <a:pt x="7308" y="9795"/>
                    <a:pt x="7233" y="9732"/>
                    <a:pt x="7135" y="9732"/>
                  </a:cubicBezTo>
                  <a:cubicBezTo>
                    <a:pt x="7115" y="9732"/>
                    <a:pt x="7094" y="9735"/>
                    <a:pt x="7072" y="9741"/>
                  </a:cubicBezTo>
                  <a:lnTo>
                    <a:pt x="6815" y="9741"/>
                  </a:lnTo>
                  <a:cubicBezTo>
                    <a:pt x="6365" y="9741"/>
                    <a:pt x="5336" y="9676"/>
                    <a:pt x="4018" y="9387"/>
                  </a:cubicBezTo>
                  <a:cubicBezTo>
                    <a:pt x="3311" y="9258"/>
                    <a:pt x="2411" y="8648"/>
                    <a:pt x="1704" y="7844"/>
                  </a:cubicBezTo>
                  <a:cubicBezTo>
                    <a:pt x="1029" y="7008"/>
                    <a:pt x="514" y="5980"/>
                    <a:pt x="547" y="4983"/>
                  </a:cubicBezTo>
                  <a:cubicBezTo>
                    <a:pt x="547" y="4597"/>
                    <a:pt x="611" y="4180"/>
                    <a:pt x="804" y="3794"/>
                  </a:cubicBezTo>
                  <a:cubicBezTo>
                    <a:pt x="1029" y="3279"/>
                    <a:pt x="1607" y="2765"/>
                    <a:pt x="2347" y="2347"/>
                  </a:cubicBezTo>
                  <a:cubicBezTo>
                    <a:pt x="3440" y="1737"/>
                    <a:pt x="4918" y="1319"/>
                    <a:pt x="6075" y="1029"/>
                  </a:cubicBezTo>
                  <a:cubicBezTo>
                    <a:pt x="6654" y="901"/>
                    <a:pt x="7168" y="804"/>
                    <a:pt x="7554" y="740"/>
                  </a:cubicBezTo>
                  <a:cubicBezTo>
                    <a:pt x="7715" y="708"/>
                    <a:pt x="7875" y="676"/>
                    <a:pt x="7972" y="676"/>
                  </a:cubicBezTo>
                  <a:cubicBezTo>
                    <a:pt x="8068" y="644"/>
                    <a:pt x="8133" y="644"/>
                    <a:pt x="8133" y="644"/>
                  </a:cubicBezTo>
                  <a:lnTo>
                    <a:pt x="8165" y="644"/>
                  </a:lnTo>
                  <a:cubicBezTo>
                    <a:pt x="8454" y="547"/>
                    <a:pt x="8775" y="515"/>
                    <a:pt x="9129" y="515"/>
                  </a:cubicBezTo>
                  <a:close/>
                  <a:moveTo>
                    <a:pt x="9129" y="1"/>
                  </a:moveTo>
                  <a:cubicBezTo>
                    <a:pt x="8757" y="1"/>
                    <a:pt x="8385" y="31"/>
                    <a:pt x="8071" y="119"/>
                  </a:cubicBezTo>
                  <a:lnTo>
                    <a:pt x="8071" y="119"/>
                  </a:lnTo>
                  <a:lnTo>
                    <a:pt x="8068" y="97"/>
                  </a:lnTo>
                  <a:cubicBezTo>
                    <a:pt x="8036" y="97"/>
                    <a:pt x="6429" y="322"/>
                    <a:pt x="4693" y="836"/>
                  </a:cubicBezTo>
                  <a:cubicBezTo>
                    <a:pt x="3793" y="1094"/>
                    <a:pt x="2861" y="1447"/>
                    <a:pt x="2089" y="1897"/>
                  </a:cubicBezTo>
                  <a:cubicBezTo>
                    <a:pt x="1286" y="2347"/>
                    <a:pt x="643" y="2862"/>
                    <a:pt x="322" y="3569"/>
                  </a:cubicBezTo>
                  <a:cubicBezTo>
                    <a:pt x="97" y="4051"/>
                    <a:pt x="0" y="4501"/>
                    <a:pt x="0" y="4983"/>
                  </a:cubicBezTo>
                  <a:cubicBezTo>
                    <a:pt x="0" y="6140"/>
                    <a:pt x="547" y="7298"/>
                    <a:pt x="1318" y="8165"/>
                  </a:cubicBezTo>
                  <a:cubicBezTo>
                    <a:pt x="2057" y="9065"/>
                    <a:pt x="3022" y="9741"/>
                    <a:pt x="3890" y="9933"/>
                  </a:cubicBezTo>
                  <a:cubicBezTo>
                    <a:pt x="5006" y="10167"/>
                    <a:pt x="5912" y="10233"/>
                    <a:pt x="6474" y="10250"/>
                  </a:cubicBezTo>
                  <a:lnTo>
                    <a:pt x="6474" y="10250"/>
                  </a:lnTo>
                  <a:cubicBezTo>
                    <a:pt x="6428" y="10302"/>
                    <a:pt x="6380" y="10357"/>
                    <a:pt x="6333" y="10416"/>
                  </a:cubicBezTo>
                  <a:cubicBezTo>
                    <a:pt x="6172" y="10576"/>
                    <a:pt x="6011" y="10769"/>
                    <a:pt x="5882" y="10994"/>
                  </a:cubicBezTo>
                  <a:cubicBezTo>
                    <a:pt x="5786" y="11219"/>
                    <a:pt x="5690" y="11412"/>
                    <a:pt x="5690" y="11669"/>
                  </a:cubicBezTo>
                  <a:cubicBezTo>
                    <a:pt x="5690" y="11830"/>
                    <a:pt x="5722" y="11991"/>
                    <a:pt x="5818" y="12119"/>
                  </a:cubicBezTo>
                  <a:cubicBezTo>
                    <a:pt x="5947" y="12248"/>
                    <a:pt x="6075" y="12344"/>
                    <a:pt x="6268" y="12409"/>
                  </a:cubicBezTo>
                  <a:cubicBezTo>
                    <a:pt x="6911" y="12634"/>
                    <a:pt x="7393" y="12666"/>
                    <a:pt x="7683" y="12698"/>
                  </a:cubicBezTo>
                  <a:cubicBezTo>
                    <a:pt x="7783" y="12718"/>
                    <a:pt x="7858" y="12738"/>
                    <a:pt x="7900" y="12750"/>
                  </a:cubicBezTo>
                  <a:lnTo>
                    <a:pt x="7900" y="12750"/>
                  </a:lnTo>
                  <a:cubicBezTo>
                    <a:pt x="7887" y="12783"/>
                    <a:pt x="7858" y="12853"/>
                    <a:pt x="7811" y="12923"/>
                  </a:cubicBezTo>
                  <a:cubicBezTo>
                    <a:pt x="7747" y="13084"/>
                    <a:pt x="7618" y="13309"/>
                    <a:pt x="7522" y="13501"/>
                  </a:cubicBezTo>
                  <a:cubicBezTo>
                    <a:pt x="7393" y="13726"/>
                    <a:pt x="7297" y="13951"/>
                    <a:pt x="7297" y="14209"/>
                  </a:cubicBezTo>
                  <a:cubicBezTo>
                    <a:pt x="7297" y="14337"/>
                    <a:pt x="7361" y="14530"/>
                    <a:pt x="7490" y="14626"/>
                  </a:cubicBezTo>
                  <a:cubicBezTo>
                    <a:pt x="7618" y="14755"/>
                    <a:pt x="7779" y="14819"/>
                    <a:pt x="8004" y="14819"/>
                  </a:cubicBezTo>
                  <a:lnTo>
                    <a:pt x="8068" y="14819"/>
                  </a:lnTo>
                  <a:cubicBezTo>
                    <a:pt x="8390" y="14819"/>
                    <a:pt x="8647" y="14691"/>
                    <a:pt x="8840" y="14530"/>
                  </a:cubicBezTo>
                  <a:cubicBezTo>
                    <a:pt x="9161" y="14273"/>
                    <a:pt x="9354" y="13951"/>
                    <a:pt x="9547" y="13694"/>
                  </a:cubicBezTo>
                  <a:cubicBezTo>
                    <a:pt x="9643" y="13598"/>
                    <a:pt x="9708" y="13469"/>
                    <a:pt x="9772" y="13405"/>
                  </a:cubicBezTo>
                  <a:cubicBezTo>
                    <a:pt x="9868" y="13341"/>
                    <a:pt x="9901" y="13341"/>
                    <a:pt x="9901" y="13341"/>
                  </a:cubicBezTo>
                  <a:lnTo>
                    <a:pt x="9933" y="13373"/>
                  </a:lnTo>
                  <a:cubicBezTo>
                    <a:pt x="9997" y="13405"/>
                    <a:pt x="9997" y="13437"/>
                    <a:pt x="10029" y="13469"/>
                  </a:cubicBezTo>
                  <a:cubicBezTo>
                    <a:pt x="10061" y="13534"/>
                    <a:pt x="10061" y="13630"/>
                    <a:pt x="10061" y="13726"/>
                  </a:cubicBezTo>
                  <a:cubicBezTo>
                    <a:pt x="10061" y="13919"/>
                    <a:pt x="9997" y="14209"/>
                    <a:pt x="9933" y="14466"/>
                  </a:cubicBezTo>
                  <a:cubicBezTo>
                    <a:pt x="9901" y="14691"/>
                    <a:pt x="9836" y="14948"/>
                    <a:pt x="9836" y="15141"/>
                  </a:cubicBezTo>
                  <a:cubicBezTo>
                    <a:pt x="9836" y="15205"/>
                    <a:pt x="9836" y="15269"/>
                    <a:pt x="9868" y="15366"/>
                  </a:cubicBezTo>
                  <a:cubicBezTo>
                    <a:pt x="9901" y="15430"/>
                    <a:pt x="9997" y="15527"/>
                    <a:pt x="10093" y="15559"/>
                  </a:cubicBezTo>
                  <a:lnTo>
                    <a:pt x="10190" y="15559"/>
                  </a:lnTo>
                  <a:cubicBezTo>
                    <a:pt x="10286" y="15559"/>
                    <a:pt x="10351" y="15527"/>
                    <a:pt x="10415" y="15494"/>
                  </a:cubicBezTo>
                  <a:cubicBezTo>
                    <a:pt x="10543" y="15430"/>
                    <a:pt x="10640" y="15334"/>
                    <a:pt x="10801" y="15205"/>
                  </a:cubicBezTo>
                  <a:cubicBezTo>
                    <a:pt x="11315" y="14723"/>
                    <a:pt x="12151" y="13823"/>
                    <a:pt x="12986" y="12666"/>
                  </a:cubicBezTo>
                  <a:cubicBezTo>
                    <a:pt x="13822" y="11508"/>
                    <a:pt x="14658" y="10126"/>
                    <a:pt x="15237" y="8680"/>
                  </a:cubicBezTo>
                  <a:cubicBezTo>
                    <a:pt x="15558" y="7812"/>
                    <a:pt x="15719" y="6976"/>
                    <a:pt x="15687" y="6269"/>
                  </a:cubicBezTo>
                  <a:cubicBezTo>
                    <a:pt x="15719" y="5112"/>
                    <a:pt x="15365" y="4180"/>
                    <a:pt x="14883" y="3408"/>
                  </a:cubicBezTo>
                  <a:cubicBezTo>
                    <a:pt x="14433" y="2637"/>
                    <a:pt x="13822" y="2026"/>
                    <a:pt x="13340" y="1576"/>
                  </a:cubicBezTo>
                  <a:cubicBezTo>
                    <a:pt x="12215" y="611"/>
                    <a:pt x="10576" y="1"/>
                    <a:pt x="9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4339;p64">
              <a:extLst>
                <a:ext uri="{FF2B5EF4-FFF2-40B4-BE49-F238E27FC236}">
                  <a16:creationId xmlns:a16="http://schemas.microsoft.com/office/drawing/2014/main" id="{6E981B92-1A94-26F6-5C06-CD5A0EAA8063}"/>
                </a:ext>
              </a:extLst>
            </p:cNvPr>
            <p:cNvSpPr/>
            <p:nvPr/>
          </p:nvSpPr>
          <p:spPr>
            <a:xfrm>
              <a:off x="5419600" y="1895500"/>
              <a:ext cx="86825" cy="87425"/>
            </a:xfrm>
            <a:custGeom>
              <a:avLst/>
              <a:gdLst/>
              <a:ahLst/>
              <a:cxnLst/>
              <a:rect l="l" t="t" r="r" b="b"/>
              <a:pathLst>
                <a:path w="3473" h="3497" extrusionOk="0">
                  <a:moveTo>
                    <a:pt x="2503" y="0"/>
                  </a:moveTo>
                  <a:cubicBezTo>
                    <a:pt x="1776" y="0"/>
                    <a:pt x="836" y="2141"/>
                    <a:pt x="836" y="2141"/>
                  </a:cubicBezTo>
                  <a:lnTo>
                    <a:pt x="1" y="3137"/>
                  </a:lnTo>
                  <a:cubicBezTo>
                    <a:pt x="1" y="3137"/>
                    <a:pt x="766" y="3496"/>
                    <a:pt x="1512" y="3496"/>
                  </a:cubicBezTo>
                  <a:cubicBezTo>
                    <a:pt x="1837" y="3496"/>
                    <a:pt x="2158" y="3428"/>
                    <a:pt x="2412" y="3234"/>
                  </a:cubicBezTo>
                  <a:cubicBezTo>
                    <a:pt x="3247" y="2559"/>
                    <a:pt x="3472" y="662"/>
                    <a:pt x="2733" y="83"/>
                  </a:cubicBezTo>
                  <a:cubicBezTo>
                    <a:pt x="2660" y="26"/>
                    <a:pt x="2583" y="0"/>
                    <a:pt x="250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4340;p64">
              <a:extLst>
                <a:ext uri="{FF2B5EF4-FFF2-40B4-BE49-F238E27FC236}">
                  <a16:creationId xmlns:a16="http://schemas.microsoft.com/office/drawing/2014/main" id="{19420687-EF1B-093E-7893-BF096E506A95}"/>
                </a:ext>
              </a:extLst>
            </p:cNvPr>
            <p:cNvSpPr/>
            <p:nvPr/>
          </p:nvSpPr>
          <p:spPr>
            <a:xfrm>
              <a:off x="5411575" y="1888725"/>
              <a:ext cx="94050" cy="100475"/>
            </a:xfrm>
            <a:custGeom>
              <a:avLst/>
              <a:gdLst/>
              <a:ahLst/>
              <a:cxnLst/>
              <a:rect l="l" t="t" r="r" b="b"/>
              <a:pathLst>
                <a:path w="3762" h="4019" extrusionOk="0">
                  <a:moveTo>
                    <a:pt x="2829" y="1"/>
                  </a:moveTo>
                  <a:cubicBezTo>
                    <a:pt x="2668" y="1"/>
                    <a:pt x="2540" y="33"/>
                    <a:pt x="2411" y="129"/>
                  </a:cubicBezTo>
                  <a:cubicBezTo>
                    <a:pt x="2186" y="258"/>
                    <a:pt x="1993" y="451"/>
                    <a:pt x="1832" y="676"/>
                  </a:cubicBezTo>
                  <a:cubicBezTo>
                    <a:pt x="1318" y="1351"/>
                    <a:pt x="900" y="2283"/>
                    <a:pt x="900" y="2315"/>
                  </a:cubicBezTo>
                  <a:cubicBezTo>
                    <a:pt x="836" y="2444"/>
                    <a:pt x="900" y="2605"/>
                    <a:pt x="1029" y="2669"/>
                  </a:cubicBezTo>
                  <a:cubicBezTo>
                    <a:pt x="1070" y="2685"/>
                    <a:pt x="1112" y="2693"/>
                    <a:pt x="1151" y="2693"/>
                  </a:cubicBezTo>
                  <a:cubicBezTo>
                    <a:pt x="1264" y="2693"/>
                    <a:pt x="1359" y="2627"/>
                    <a:pt x="1382" y="2508"/>
                  </a:cubicBezTo>
                  <a:cubicBezTo>
                    <a:pt x="1382" y="2508"/>
                    <a:pt x="1415" y="2476"/>
                    <a:pt x="1447" y="2444"/>
                  </a:cubicBezTo>
                  <a:cubicBezTo>
                    <a:pt x="1543" y="2219"/>
                    <a:pt x="1768" y="1737"/>
                    <a:pt x="2057" y="1287"/>
                  </a:cubicBezTo>
                  <a:cubicBezTo>
                    <a:pt x="2218" y="1062"/>
                    <a:pt x="2379" y="869"/>
                    <a:pt x="2508" y="708"/>
                  </a:cubicBezTo>
                  <a:cubicBezTo>
                    <a:pt x="2668" y="579"/>
                    <a:pt x="2797" y="515"/>
                    <a:pt x="2829" y="515"/>
                  </a:cubicBezTo>
                  <a:lnTo>
                    <a:pt x="2893" y="547"/>
                  </a:lnTo>
                  <a:cubicBezTo>
                    <a:pt x="3086" y="708"/>
                    <a:pt x="3247" y="1094"/>
                    <a:pt x="3247" y="1544"/>
                  </a:cubicBezTo>
                  <a:cubicBezTo>
                    <a:pt x="3247" y="1865"/>
                    <a:pt x="3183" y="2251"/>
                    <a:pt x="3054" y="2540"/>
                  </a:cubicBezTo>
                  <a:cubicBezTo>
                    <a:pt x="2925" y="2862"/>
                    <a:pt x="2765" y="3119"/>
                    <a:pt x="2572" y="3280"/>
                  </a:cubicBezTo>
                  <a:cubicBezTo>
                    <a:pt x="2379" y="3440"/>
                    <a:pt x="2122" y="3505"/>
                    <a:pt x="1800" y="3505"/>
                  </a:cubicBezTo>
                  <a:cubicBezTo>
                    <a:pt x="1479" y="3505"/>
                    <a:pt x="1125" y="3408"/>
                    <a:pt x="868" y="3344"/>
                  </a:cubicBezTo>
                  <a:cubicBezTo>
                    <a:pt x="740" y="3280"/>
                    <a:pt x="643" y="3247"/>
                    <a:pt x="547" y="3215"/>
                  </a:cubicBezTo>
                  <a:lnTo>
                    <a:pt x="450" y="3183"/>
                  </a:lnTo>
                  <a:lnTo>
                    <a:pt x="450" y="3151"/>
                  </a:lnTo>
                  <a:cubicBezTo>
                    <a:pt x="407" y="3134"/>
                    <a:pt x="364" y="3126"/>
                    <a:pt x="323" y="3126"/>
                  </a:cubicBezTo>
                  <a:cubicBezTo>
                    <a:pt x="210" y="3126"/>
                    <a:pt x="112" y="3185"/>
                    <a:pt x="65" y="3280"/>
                  </a:cubicBezTo>
                  <a:cubicBezTo>
                    <a:pt x="0" y="3440"/>
                    <a:pt x="65" y="3601"/>
                    <a:pt x="193" y="3665"/>
                  </a:cubicBezTo>
                  <a:cubicBezTo>
                    <a:pt x="225" y="3665"/>
                    <a:pt x="997" y="4019"/>
                    <a:pt x="1800" y="4019"/>
                  </a:cubicBezTo>
                  <a:cubicBezTo>
                    <a:pt x="2186" y="4019"/>
                    <a:pt x="2572" y="3955"/>
                    <a:pt x="2893" y="3697"/>
                  </a:cubicBezTo>
                  <a:cubicBezTo>
                    <a:pt x="3183" y="3472"/>
                    <a:pt x="3408" y="3119"/>
                    <a:pt x="3536" y="2733"/>
                  </a:cubicBezTo>
                  <a:cubicBezTo>
                    <a:pt x="3697" y="2347"/>
                    <a:pt x="3761" y="1962"/>
                    <a:pt x="3761" y="1544"/>
                  </a:cubicBezTo>
                  <a:cubicBezTo>
                    <a:pt x="3761" y="997"/>
                    <a:pt x="3633" y="451"/>
                    <a:pt x="3215" y="129"/>
                  </a:cubicBezTo>
                  <a:cubicBezTo>
                    <a:pt x="3118" y="33"/>
                    <a:pt x="2958" y="1"/>
                    <a:pt x="2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4341;p64">
              <a:extLst>
                <a:ext uri="{FF2B5EF4-FFF2-40B4-BE49-F238E27FC236}">
                  <a16:creationId xmlns:a16="http://schemas.microsoft.com/office/drawing/2014/main" id="{0385F44F-A48A-D5D1-1137-BFADFA1E723F}"/>
                </a:ext>
              </a:extLst>
            </p:cNvPr>
            <p:cNvSpPr/>
            <p:nvPr/>
          </p:nvSpPr>
          <p:spPr>
            <a:xfrm>
              <a:off x="5255675" y="2098475"/>
              <a:ext cx="66725" cy="99675"/>
            </a:xfrm>
            <a:custGeom>
              <a:avLst/>
              <a:gdLst/>
              <a:ahLst/>
              <a:cxnLst/>
              <a:rect l="l" t="t" r="r" b="b"/>
              <a:pathLst>
                <a:path w="2669" h="3987" extrusionOk="0">
                  <a:moveTo>
                    <a:pt x="2668" y="1"/>
                  </a:moveTo>
                  <a:lnTo>
                    <a:pt x="0" y="1318"/>
                  </a:lnTo>
                  <a:lnTo>
                    <a:pt x="2250" y="3986"/>
                  </a:lnTo>
                  <a:lnTo>
                    <a:pt x="26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4342;p64">
              <a:extLst>
                <a:ext uri="{FF2B5EF4-FFF2-40B4-BE49-F238E27FC236}">
                  <a16:creationId xmlns:a16="http://schemas.microsoft.com/office/drawing/2014/main" id="{C59ECED7-B8D8-5DFA-644F-29342ADAB334}"/>
                </a:ext>
              </a:extLst>
            </p:cNvPr>
            <p:cNvSpPr/>
            <p:nvPr/>
          </p:nvSpPr>
          <p:spPr>
            <a:xfrm>
              <a:off x="5248425" y="2091525"/>
              <a:ext cx="80400" cy="113050"/>
            </a:xfrm>
            <a:custGeom>
              <a:avLst/>
              <a:gdLst/>
              <a:ahLst/>
              <a:cxnLst/>
              <a:rect l="l" t="t" r="r" b="b"/>
              <a:pathLst>
                <a:path w="3216" h="4522" extrusionOk="0">
                  <a:moveTo>
                    <a:pt x="2949" y="0"/>
                  </a:moveTo>
                  <a:cubicBezTo>
                    <a:pt x="2910" y="0"/>
                    <a:pt x="2870" y="8"/>
                    <a:pt x="2830" y="21"/>
                  </a:cubicBezTo>
                  <a:lnTo>
                    <a:pt x="194" y="1371"/>
                  </a:lnTo>
                  <a:cubicBezTo>
                    <a:pt x="33" y="1436"/>
                    <a:pt x="1" y="1596"/>
                    <a:pt x="65" y="1725"/>
                  </a:cubicBezTo>
                  <a:cubicBezTo>
                    <a:pt x="108" y="1811"/>
                    <a:pt x="194" y="1868"/>
                    <a:pt x="284" y="1868"/>
                  </a:cubicBezTo>
                  <a:cubicBezTo>
                    <a:pt x="330" y="1868"/>
                    <a:pt x="376" y="1854"/>
                    <a:pt x="419" y="1821"/>
                  </a:cubicBezTo>
                  <a:lnTo>
                    <a:pt x="2637" y="729"/>
                  </a:lnTo>
                  <a:lnTo>
                    <a:pt x="2637" y="729"/>
                  </a:lnTo>
                  <a:lnTo>
                    <a:pt x="2283" y="4232"/>
                  </a:lnTo>
                  <a:cubicBezTo>
                    <a:pt x="2251" y="4361"/>
                    <a:pt x="2347" y="4489"/>
                    <a:pt x="2508" y="4522"/>
                  </a:cubicBezTo>
                  <a:cubicBezTo>
                    <a:pt x="2669" y="4522"/>
                    <a:pt x="2798" y="4425"/>
                    <a:pt x="2798" y="4264"/>
                  </a:cubicBezTo>
                  <a:lnTo>
                    <a:pt x="3215" y="311"/>
                  </a:lnTo>
                  <a:cubicBezTo>
                    <a:pt x="3215" y="214"/>
                    <a:pt x="3183" y="118"/>
                    <a:pt x="3119" y="54"/>
                  </a:cubicBezTo>
                  <a:cubicBezTo>
                    <a:pt x="3062" y="16"/>
                    <a:pt x="3006" y="0"/>
                    <a:pt x="29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4343;p64">
              <a:extLst>
                <a:ext uri="{FF2B5EF4-FFF2-40B4-BE49-F238E27FC236}">
                  <a16:creationId xmlns:a16="http://schemas.microsoft.com/office/drawing/2014/main" id="{ACF69136-00C5-8877-0E43-66E1B8BEFF62}"/>
                </a:ext>
              </a:extLst>
            </p:cNvPr>
            <p:cNvSpPr/>
            <p:nvPr/>
          </p:nvSpPr>
          <p:spPr>
            <a:xfrm>
              <a:off x="4787175" y="3835075"/>
              <a:ext cx="1003450" cy="761950"/>
            </a:xfrm>
            <a:custGeom>
              <a:avLst/>
              <a:gdLst/>
              <a:ahLst/>
              <a:cxnLst/>
              <a:rect l="l" t="t" r="r" b="b"/>
              <a:pathLst>
                <a:path w="40138" h="30478" extrusionOk="0">
                  <a:moveTo>
                    <a:pt x="38895" y="1"/>
                  </a:moveTo>
                  <a:cubicBezTo>
                    <a:pt x="38895" y="1"/>
                    <a:pt x="33559" y="6558"/>
                    <a:pt x="29026" y="7683"/>
                  </a:cubicBezTo>
                  <a:cubicBezTo>
                    <a:pt x="27321" y="8107"/>
                    <a:pt x="23421" y="8239"/>
                    <a:pt x="19219" y="8239"/>
                  </a:cubicBezTo>
                  <a:cubicBezTo>
                    <a:pt x="12257" y="8239"/>
                    <a:pt x="4468" y="7876"/>
                    <a:pt x="4468" y="7876"/>
                  </a:cubicBezTo>
                  <a:cubicBezTo>
                    <a:pt x="3472" y="14209"/>
                    <a:pt x="707" y="26841"/>
                    <a:pt x="64" y="29767"/>
                  </a:cubicBezTo>
                  <a:cubicBezTo>
                    <a:pt x="0" y="30088"/>
                    <a:pt x="193" y="30409"/>
                    <a:pt x="547" y="30474"/>
                  </a:cubicBezTo>
                  <a:cubicBezTo>
                    <a:pt x="571" y="30476"/>
                    <a:pt x="595" y="30478"/>
                    <a:pt x="620" y="30478"/>
                  </a:cubicBezTo>
                  <a:cubicBezTo>
                    <a:pt x="883" y="30478"/>
                    <a:pt x="1133" y="30321"/>
                    <a:pt x="1222" y="30056"/>
                  </a:cubicBezTo>
                  <a:cubicBezTo>
                    <a:pt x="2025" y="27581"/>
                    <a:pt x="5625" y="16298"/>
                    <a:pt x="5786" y="14112"/>
                  </a:cubicBezTo>
                  <a:lnTo>
                    <a:pt x="5786" y="14048"/>
                  </a:lnTo>
                  <a:cubicBezTo>
                    <a:pt x="5942" y="12085"/>
                    <a:pt x="7607" y="10636"/>
                    <a:pt x="9553" y="10636"/>
                  </a:cubicBezTo>
                  <a:cubicBezTo>
                    <a:pt x="9615" y="10636"/>
                    <a:pt x="9677" y="10638"/>
                    <a:pt x="9740" y="10641"/>
                  </a:cubicBezTo>
                  <a:cubicBezTo>
                    <a:pt x="15011" y="10866"/>
                    <a:pt x="26519" y="11412"/>
                    <a:pt x="28834" y="11830"/>
                  </a:cubicBezTo>
                  <a:cubicBezTo>
                    <a:pt x="31855" y="12409"/>
                    <a:pt x="32819" y="13534"/>
                    <a:pt x="32819" y="13534"/>
                  </a:cubicBezTo>
                  <a:lnTo>
                    <a:pt x="38091" y="29767"/>
                  </a:lnTo>
                  <a:cubicBezTo>
                    <a:pt x="38220" y="30120"/>
                    <a:pt x="38541" y="30377"/>
                    <a:pt x="38927" y="30409"/>
                  </a:cubicBezTo>
                  <a:cubicBezTo>
                    <a:pt x="38958" y="30412"/>
                    <a:pt x="38989" y="30414"/>
                    <a:pt x="39020" y="30414"/>
                  </a:cubicBezTo>
                  <a:cubicBezTo>
                    <a:pt x="39651" y="30414"/>
                    <a:pt x="40138" y="29801"/>
                    <a:pt x="39923" y="29188"/>
                  </a:cubicBezTo>
                  <a:cubicBezTo>
                    <a:pt x="38734" y="25331"/>
                    <a:pt x="35423" y="14755"/>
                    <a:pt x="35262" y="13341"/>
                  </a:cubicBezTo>
                  <a:cubicBezTo>
                    <a:pt x="35070" y="11669"/>
                    <a:pt x="39859" y="2251"/>
                    <a:pt x="39859" y="2251"/>
                  </a:cubicBezTo>
                  <a:cubicBezTo>
                    <a:pt x="40020" y="1"/>
                    <a:pt x="38895" y="1"/>
                    <a:pt x="388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4344;p64">
              <a:extLst>
                <a:ext uri="{FF2B5EF4-FFF2-40B4-BE49-F238E27FC236}">
                  <a16:creationId xmlns:a16="http://schemas.microsoft.com/office/drawing/2014/main" id="{A0FF4EB9-2606-16C4-DD82-237388D8A2B8}"/>
                </a:ext>
              </a:extLst>
            </p:cNvPr>
            <p:cNvSpPr/>
            <p:nvPr/>
          </p:nvSpPr>
          <p:spPr>
            <a:xfrm>
              <a:off x="4781550" y="3828650"/>
              <a:ext cx="1011750" cy="774700"/>
            </a:xfrm>
            <a:custGeom>
              <a:avLst/>
              <a:gdLst/>
              <a:ahLst/>
              <a:cxnLst/>
              <a:rect l="l" t="t" r="r" b="b"/>
              <a:pathLst>
                <a:path w="40470" h="30988" extrusionOk="0">
                  <a:moveTo>
                    <a:pt x="39231" y="554"/>
                  </a:moveTo>
                  <a:cubicBezTo>
                    <a:pt x="39295" y="583"/>
                    <a:pt x="39380" y="630"/>
                    <a:pt x="39473" y="708"/>
                  </a:cubicBezTo>
                  <a:cubicBezTo>
                    <a:pt x="39634" y="869"/>
                    <a:pt x="39827" y="1254"/>
                    <a:pt x="39827" y="2026"/>
                  </a:cubicBezTo>
                  <a:cubicBezTo>
                    <a:pt x="39827" y="2169"/>
                    <a:pt x="39827" y="2313"/>
                    <a:pt x="39804" y="2456"/>
                  </a:cubicBezTo>
                  <a:lnTo>
                    <a:pt x="39804" y="2456"/>
                  </a:lnTo>
                  <a:cubicBezTo>
                    <a:pt x="39637" y="2784"/>
                    <a:pt x="38577" y="4868"/>
                    <a:pt x="37545" y="7169"/>
                  </a:cubicBezTo>
                  <a:cubicBezTo>
                    <a:pt x="36966" y="8422"/>
                    <a:pt x="36388" y="9740"/>
                    <a:pt x="35970" y="10865"/>
                  </a:cubicBezTo>
                  <a:cubicBezTo>
                    <a:pt x="35745" y="11444"/>
                    <a:pt x="35552" y="11958"/>
                    <a:pt x="35423" y="12408"/>
                  </a:cubicBezTo>
                  <a:cubicBezTo>
                    <a:pt x="35295" y="12826"/>
                    <a:pt x="35230" y="13212"/>
                    <a:pt x="35230" y="13501"/>
                  </a:cubicBezTo>
                  <a:cubicBezTo>
                    <a:pt x="35230" y="13533"/>
                    <a:pt x="35230" y="13598"/>
                    <a:pt x="35230" y="13662"/>
                  </a:cubicBezTo>
                  <a:lnTo>
                    <a:pt x="35235" y="13661"/>
                  </a:lnTo>
                  <a:lnTo>
                    <a:pt x="35235" y="13661"/>
                  </a:lnTo>
                  <a:cubicBezTo>
                    <a:pt x="35268" y="13884"/>
                    <a:pt x="35331" y="14195"/>
                    <a:pt x="35423" y="14594"/>
                  </a:cubicBezTo>
                  <a:cubicBezTo>
                    <a:pt x="36195" y="17616"/>
                    <a:pt x="38863" y="26166"/>
                    <a:pt x="39891" y="29509"/>
                  </a:cubicBezTo>
                  <a:cubicBezTo>
                    <a:pt x="39923" y="29574"/>
                    <a:pt x="39923" y="29638"/>
                    <a:pt x="39923" y="29734"/>
                  </a:cubicBezTo>
                  <a:cubicBezTo>
                    <a:pt x="39923" y="29895"/>
                    <a:pt x="39859" y="30088"/>
                    <a:pt x="39731" y="30216"/>
                  </a:cubicBezTo>
                  <a:cubicBezTo>
                    <a:pt x="39602" y="30345"/>
                    <a:pt x="39441" y="30409"/>
                    <a:pt x="39248" y="30409"/>
                  </a:cubicBezTo>
                  <a:lnTo>
                    <a:pt x="39184" y="30409"/>
                  </a:lnTo>
                  <a:cubicBezTo>
                    <a:pt x="38895" y="30377"/>
                    <a:pt x="38670" y="30184"/>
                    <a:pt x="38573" y="29927"/>
                  </a:cubicBezTo>
                  <a:lnTo>
                    <a:pt x="33302" y="13726"/>
                  </a:lnTo>
                  <a:lnTo>
                    <a:pt x="33237" y="13630"/>
                  </a:lnTo>
                  <a:cubicBezTo>
                    <a:pt x="33205" y="13598"/>
                    <a:pt x="32209" y="12408"/>
                    <a:pt x="29123" y="11830"/>
                  </a:cubicBezTo>
                  <a:cubicBezTo>
                    <a:pt x="28512" y="11733"/>
                    <a:pt x="27355" y="11605"/>
                    <a:pt x="25876" y="11508"/>
                  </a:cubicBezTo>
                  <a:cubicBezTo>
                    <a:pt x="21376" y="11155"/>
                    <a:pt x="13919" y="10801"/>
                    <a:pt x="9965" y="10608"/>
                  </a:cubicBezTo>
                  <a:lnTo>
                    <a:pt x="9804" y="10608"/>
                  </a:lnTo>
                  <a:cubicBezTo>
                    <a:pt x="7715" y="10608"/>
                    <a:pt x="5915" y="12183"/>
                    <a:pt x="5754" y="14273"/>
                  </a:cubicBezTo>
                  <a:lnTo>
                    <a:pt x="5754" y="14337"/>
                  </a:lnTo>
                  <a:cubicBezTo>
                    <a:pt x="5690" y="14851"/>
                    <a:pt x="5465" y="15976"/>
                    <a:pt x="5079" y="17359"/>
                  </a:cubicBezTo>
                  <a:cubicBezTo>
                    <a:pt x="3954" y="21570"/>
                    <a:pt x="1800" y="28384"/>
                    <a:pt x="1189" y="30249"/>
                  </a:cubicBezTo>
                  <a:cubicBezTo>
                    <a:pt x="1125" y="30377"/>
                    <a:pt x="1029" y="30474"/>
                    <a:pt x="868" y="30474"/>
                  </a:cubicBezTo>
                  <a:lnTo>
                    <a:pt x="804" y="30474"/>
                  </a:lnTo>
                  <a:cubicBezTo>
                    <a:pt x="643" y="30441"/>
                    <a:pt x="547" y="30281"/>
                    <a:pt x="547" y="30152"/>
                  </a:cubicBezTo>
                  <a:lnTo>
                    <a:pt x="547" y="30088"/>
                  </a:lnTo>
                  <a:lnTo>
                    <a:pt x="547" y="30056"/>
                  </a:lnTo>
                  <a:cubicBezTo>
                    <a:pt x="1181" y="27167"/>
                    <a:pt x="3886" y="14808"/>
                    <a:pt x="4913" y="8402"/>
                  </a:cubicBezTo>
                  <a:lnTo>
                    <a:pt x="4913" y="8402"/>
                  </a:lnTo>
                  <a:cubicBezTo>
                    <a:pt x="6306" y="8467"/>
                    <a:pt x="13240" y="8776"/>
                    <a:pt x="19480" y="8776"/>
                  </a:cubicBezTo>
                  <a:cubicBezTo>
                    <a:pt x="21569" y="8776"/>
                    <a:pt x="23594" y="8744"/>
                    <a:pt x="25330" y="8648"/>
                  </a:cubicBezTo>
                  <a:cubicBezTo>
                    <a:pt x="27033" y="8551"/>
                    <a:pt x="28448" y="8422"/>
                    <a:pt x="29316" y="8197"/>
                  </a:cubicBezTo>
                  <a:cubicBezTo>
                    <a:pt x="31694" y="7619"/>
                    <a:pt x="34170" y="5658"/>
                    <a:pt x="36066" y="3858"/>
                  </a:cubicBezTo>
                  <a:cubicBezTo>
                    <a:pt x="37666" y="2365"/>
                    <a:pt x="38868" y="982"/>
                    <a:pt x="39231" y="554"/>
                  </a:cubicBezTo>
                  <a:close/>
                  <a:moveTo>
                    <a:pt x="39120" y="1"/>
                  </a:moveTo>
                  <a:cubicBezTo>
                    <a:pt x="39055" y="1"/>
                    <a:pt x="38959" y="33"/>
                    <a:pt x="38927" y="97"/>
                  </a:cubicBezTo>
                  <a:cubicBezTo>
                    <a:pt x="38927" y="97"/>
                    <a:pt x="38830" y="194"/>
                    <a:pt x="38670" y="354"/>
                  </a:cubicBezTo>
                  <a:cubicBezTo>
                    <a:pt x="38155" y="997"/>
                    <a:pt x="36741" y="2572"/>
                    <a:pt x="34973" y="4147"/>
                  </a:cubicBezTo>
                  <a:cubicBezTo>
                    <a:pt x="33205" y="5690"/>
                    <a:pt x="31084" y="7201"/>
                    <a:pt x="29187" y="7683"/>
                  </a:cubicBezTo>
                  <a:cubicBezTo>
                    <a:pt x="28384" y="7876"/>
                    <a:pt x="27001" y="8037"/>
                    <a:pt x="25298" y="8101"/>
                  </a:cubicBezTo>
                  <a:cubicBezTo>
                    <a:pt x="23594" y="8197"/>
                    <a:pt x="21569" y="8230"/>
                    <a:pt x="19480" y="8230"/>
                  </a:cubicBezTo>
                  <a:cubicBezTo>
                    <a:pt x="16008" y="8230"/>
                    <a:pt x="12311" y="8133"/>
                    <a:pt x="9483" y="8037"/>
                  </a:cubicBezTo>
                  <a:cubicBezTo>
                    <a:pt x="8068" y="8005"/>
                    <a:pt x="6879" y="7940"/>
                    <a:pt x="6043" y="7908"/>
                  </a:cubicBezTo>
                  <a:cubicBezTo>
                    <a:pt x="5175" y="7876"/>
                    <a:pt x="4693" y="7876"/>
                    <a:pt x="4693" y="7876"/>
                  </a:cubicBezTo>
                  <a:cubicBezTo>
                    <a:pt x="4677" y="7872"/>
                    <a:pt x="4660" y="7870"/>
                    <a:pt x="4644" y="7870"/>
                  </a:cubicBezTo>
                  <a:cubicBezTo>
                    <a:pt x="4533" y="7870"/>
                    <a:pt x="4436" y="7961"/>
                    <a:pt x="4436" y="8101"/>
                  </a:cubicBezTo>
                  <a:cubicBezTo>
                    <a:pt x="3443" y="14380"/>
                    <a:pt x="694" y="26950"/>
                    <a:pt x="39" y="29930"/>
                  </a:cubicBezTo>
                  <a:lnTo>
                    <a:pt x="39" y="29930"/>
                  </a:lnTo>
                  <a:lnTo>
                    <a:pt x="32" y="29927"/>
                  </a:lnTo>
                  <a:cubicBezTo>
                    <a:pt x="0" y="30024"/>
                    <a:pt x="0" y="30088"/>
                    <a:pt x="0" y="30152"/>
                  </a:cubicBezTo>
                  <a:cubicBezTo>
                    <a:pt x="0" y="30570"/>
                    <a:pt x="289" y="30924"/>
                    <a:pt x="739" y="30988"/>
                  </a:cubicBezTo>
                  <a:lnTo>
                    <a:pt x="868" y="30988"/>
                  </a:lnTo>
                  <a:cubicBezTo>
                    <a:pt x="1254" y="30988"/>
                    <a:pt x="1575" y="30763"/>
                    <a:pt x="1704" y="30409"/>
                  </a:cubicBezTo>
                  <a:cubicBezTo>
                    <a:pt x="2089" y="29156"/>
                    <a:pt x="3182" y="25716"/>
                    <a:pt x="4211" y="22309"/>
                  </a:cubicBezTo>
                  <a:cubicBezTo>
                    <a:pt x="4725" y="20605"/>
                    <a:pt x="5207" y="18902"/>
                    <a:pt x="5593" y="17487"/>
                  </a:cubicBezTo>
                  <a:cubicBezTo>
                    <a:pt x="5979" y="16073"/>
                    <a:pt x="6236" y="14980"/>
                    <a:pt x="6268" y="14401"/>
                  </a:cubicBezTo>
                  <a:lnTo>
                    <a:pt x="6268" y="14305"/>
                  </a:lnTo>
                  <a:cubicBezTo>
                    <a:pt x="6429" y="12505"/>
                    <a:pt x="7972" y="11155"/>
                    <a:pt x="9804" y="11155"/>
                  </a:cubicBezTo>
                  <a:lnTo>
                    <a:pt x="9933" y="11155"/>
                  </a:lnTo>
                  <a:cubicBezTo>
                    <a:pt x="12569" y="11283"/>
                    <a:pt x="16779" y="11476"/>
                    <a:pt x="20605" y="11701"/>
                  </a:cubicBezTo>
                  <a:cubicBezTo>
                    <a:pt x="22501" y="11798"/>
                    <a:pt x="24333" y="11926"/>
                    <a:pt x="25812" y="12023"/>
                  </a:cubicBezTo>
                  <a:cubicBezTo>
                    <a:pt x="27323" y="12151"/>
                    <a:pt x="28448" y="12248"/>
                    <a:pt x="29026" y="12376"/>
                  </a:cubicBezTo>
                  <a:cubicBezTo>
                    <a:pt x="30505" y="12633"/>
                    <a:pt x="31469" y="13051"/>
                    <a:pt x="32048" y="13405"/>
                  </a:cubicBezTo>
                  <a:cubicBezTo>
                    <a:pt x="32337" y="13566"/>
                    <a:pt x="32530" y="13726"/>
                    <a:pt x="32659" y="13823"/>
                  </a:cubicBezTo>
                  <a:cubicBezTo>
                    <a:pt x="32723" y="13887"/>
                    <a:pt x="32787" y="13919"/>
                    <a:pt x="32787" y="13951"/>
                  </a:cubicBezTo>
                  <a:lnTo>
                    <a:pt x="32818" y="13982"/>
                  </a:lnTo>
                  <a:lnTo>
                    <a:pt x="32818" y="13982"/>
                  </a:lnTo>
                  <a:lnTo>
                    <a:pt x="38059" y="30088"/>
                  </a:lnTo>
                  <a:cubicBezTo>
                    <a:pt x="38220" y="30570"/>
                    <a:pt x="38638" y="30892"/>
                    <a:pt x="39120" y="30956"/>
                  </a:cubicBezTo>
                  <a:lnTo>
                    <a:pt x="39248" y="30956"/>
                  </a:lnTo>
                  <a:cubicBezTo>
                    <a:pt x="39923" y="30956"/>
                    <a:pt x="40470" y="30377"/>
                    <a:pt x="40470" y="29734"/>
                  </a:cubicBezTo>
                  <a:cubicBezTo>
                    <a:pt x="40470" y="29606"/>
                    <a:pt x="40470" y="29477"/>
                    <a:pt x="40406" y="29349"/>
                  </a:cubicBezTo>
                  <a:cubicBezTo>
                    <a:pt x="39827" y="27420"/>
                    <a:pt x="38670" y="23820"/>
                    <a:pt x="37705" y="20541"/>
                  </a:cubicBezTo>
                  <a:cubicBezTo>
                    <a:pt x="37191" y="18869"/>
                    <a:pt x="36741" y="17294"/>
                    <a:pt x="36388" y="16073"/>
                  </a:cubicBezTo>
                  <a:cubicBezTo>
                    <a:pt x="36195" y="15430"/>
                    <a:pt x="36066" y="14884"/>
                    <a:pt x="35937" y="14466"/>
                  </a:cubicBezTo>
                  <a:cubicBezTo>
                    <a:pt x="35841" y="14048"/>
                    <a:pt x="35777" y="13726"/>
                    <a:pt x="35745" y="13598"/>
                  </a:cubicBezTo>
                  <a:lnTo>
                    <a:pt x="35745" y="13566"/>
                  </a:lnTo>
                  <a:lnTo>
                    <a:pt x="35745" y="13501"/>
                  </a:lnTo>
                  <a:cubicBezTo>
                    <a:pt x="35745" y="13308"/>
                    <a:pt x="35809" y="12955"/>
                    <a:pt x="35937" y="12537"/>
                  </a:cubicBezTo>
                  <a:cubicBezTo>
                    <a:pt x="36355" y="11058"/>
                    <a:pt x="37480" y="8583"/>
                    <a:pt x="38445" y="6462"/>
                  </a:cubicBezTo>
                  <a:cubicBezTo>
                    <a:pt x="38927" y="5433"/>
                    <a:pt x="39409" y="4469"/>
                    <a:pt x="39763" y="3762"/>
                  </a:cubicBezTo>
                  <a:cubicBezTo>
                    <a:pt x="40084" y="3087"/>
                    <a:pt x="40309" y="2636"/>
                    <a:pt x="40309" y="2636"/>
                  </a:cubicBezTo>
                  <a:lnTo>
                    <a:pt x="40341" y="2540"/>
                  </a:lnTo>
                  <a:cubicBezTo>
                    <a:pt x="40341" y="2347"/>
                    <a:pt x="40373" y="2186"/>
                    <a:pt x="40373" y="2026"/>
                  </a:cubicBezTo>
                  <a:cubicBezTo>
                    <a:pt x="40373" y="1094"/>
                    <a:pt x="40116" y="579"/>
                    <a:pt x="39795" y="290"/>
                  </a:cubicBezTo>
                  <a:cubicBezTo>
                    <a:pt x="39473" y="1"/>
                    <a:pt x="39152" y="1"/>
                    <a:pt x="39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4345;p64">
              <a:extLst>
                <a:ext uri="{FF2B5EF4-FFF2-40B4-BE49-F238E27FC236}">
                  <a16:creationId xmlns:a16="http://schemas.microsoft.com/office/drawing/2014/main" id="{9BCA240D-407A-877F-1778-600F3B344B38}"/>
                </a:ext>
              </a:extLst>
            </p:cNvPr>
            <p:cNvSpPr/>
            <p:nvPr/>
          </p:nvSpPr>
          <p:spPr>
            <a:xfrm>
              <a:off x="5668725" y="3080325"/>
              <a:ext cx="325475" cy="881050"/>
            </a:xfrm>
            <a:custGeom>
              <a:avLst/>
              <a:gdLst/>
              <a:ahLst/>
              <a:cxnLst/>
              <a:rect l="l" t="t" r="r" b="b"/>
              <a:pathLst>
                <a:path w="13019" h="35242" extrusionOk="0">
                  <a:moveTo>
                    <a:pt x="6814" y="0"/>
                  </a:moveTo>
                  <a:cubicBezTo>
                    <a:pt x="6514" y="0"/>
                    <a:pt x="6148" y="303"/>
                    <a:pt x="5722" y="1196"/>
                  </a:cubicBezTo>
                  <a:cubicBezTo>
                    <a:pt x="4372" y="3929"/>
                    <a:pt x="290" y="10454"/>
                    <a:pt x="161" y="12318"/>
                  </a:cubicBezTo>
                  <a:cubicBezTo>
                    <a:pt x="0" y="14215"/>
                    <a:pt x="193" y="35077"/>
                    <a:pt x="2251" y="35237"/>
                  </a:cubicBezTo>
                  <a:cubicBezTo>
                    <a:pt x="2284" y="35240"/>
                    <a:pt x="2319" y="35241"/>
                    <a:pt x="2354" y="35241"/>
                  </a:cubicBezTo>
                  <a:cubicBezTo>
                    <a:pt x="4527" y="35241"/>
                    <a:pt x="10213" y="30453"/>
                    <a:pt x="11605" y="26816"/>
                  </a:cubicBezTo>
                  <a:cubicBezTo>
                    <a:pt x="13019" y="23119"/>
                    <a:pt x="7779" y="1325"/>
                    <a:pt x="7779" y="1325"/>
                  </a:cubicBezTo>
                  <a:cubicBezTo>
                    <a:pt x="7779" y="1325"/>
                    <a:pt x="7441" y="0"/>
                    <a:pt x="68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4346;p64">
              <a:extLst>
                <a:ext uri="{FF2B5EF4-FFF2-40B4-BE49-F238E27FC236}">
                  <a16:creationId xmlns:a16="http://schemas.microsoft.com/office/drawing/2014/main" id="{5B5A1B2E-7A35-28AF-5535-02E617012FA8}"/>
                </a:ext>
              </a:extLst>
            </p:cNvPr>
            <p:cNvSpPr/>
            <p:nvPr/>
          </p:nvSpPr>
          <p:spPr>
            <a:xfrm>
              <a:off x="5664700" y="3073250"/>
              <a:ext cx="307000" cy="894450"/>
            </a:xfrm>
            <a:custGeom>
              <a:avLst/>
              <a:gdLst/>
              <a:ahLst/>
              <a:cxnLst/>
              <a:rect l="l" t="t" r="r" b="b"/>
              <a:pathLst>
                <a:path w="12280" h="35778" extrusionOk="0">
                  <a:moveTo>
                    <a:pt x="6976" y="547"/>
                  </a:moveTo>
                  <a:cubicBezTo>
                    <a:pt x="7040" y="547"/>
                    <a:pt x="7105" y="579"/>
                    <a:pt x="7201" y="676"/>
                  </a:cubicBezTo>
                  <a:cubicBezTo>
                    <a:pt x="7330" y="804"/>
                    <a:pt x="7458" y="1062"/>
                    <a:pt x="7555" y="1287"/>
                  </a:cubicBezTo>
                  <a:cubicBezTo>
                    <a:pt x="7587" y="1415"/>
                    <a:pt x="7619" y="1512"/>
                    <a:pt x="7651" y="1576"/>
                  </a:cubicBezTo>
                  <a:lnTo>
                    <a:pt x="7683" y="1640"/>
                  </a:lnTo>
                  <a:lnTo>
                    <a:pt x="7683" y="1672"/>
                  </a:lnTo>
                  <a:cubicBezTo>
                    <a:pt x="7683" y="1672"/>
                    <a:pt x="7748" y="1929"/>
                    <a:pt x="7844" y="2412"/>
                  </a:cubicBezTo>
                  <a:cubicBezTo>
                    <a:pt x="8230" y="4083"/>
                    <a:pt x="9226" y="8326"/>
                    <a:pt x="10094" y="12859"/>
                  </a:cubicBezTo>
                  <a:cubicBezTo>
                    <a:pt x="10962" y="17423"/>
                    <a:pt x="11733" y="22277"/>
                    <a:pt x="11733" y="25074"/>
                  </a:cubicBezTo>
                  <a:cubicBezTo>
                    <a:pt x="11733" y="25941"/>
                    <a:pt x="11637" y="26616"/>
                    <a:pt x="11508" y="27002"/>
                  </a:cubicBezTo>
                  <a:cubicBezTo>
                    <a:pt x="10833" y="28738"/>
                    <a:pt x="9098" y="30827"/>
                    <a:pt x="7233" y="32467"/>
                  </a:cubicBezTo>
                  <a:cubicBezTo>
                    <a:pt x="6333" y="33270"/>
                    <a:pt x="5369" y="33978"/>
                    <a:pt x="4533" y="34492"/>
                  </a:cubicBezTo>
                  <a:cubicBezTo>
                    <a:pt x="3697" y="34974"/>
                    <a:pt x="2958" y="35263"/>
                    <a:pt x="2508" y="35263"/>
                  </a:cubicBezTo>
                  <a:lnTo>
                    <a:pt x="2444" y="35231"/>
                  </a:lnTo>
                  <a:cubicBezTo>
                    <a:pt x="2444" y="35231"/>
                    <a:pt x="2379" y="35231"/>
                    <a:pt x="2315" y="35167"/>
                  </a:cubicBezTo>
                  <a:cubicBezTo>
                    <a:pt x="2187" y="35006"/>
                    <a:pt x="1994" y="34620"/>
                    <a:pt x="1865" y="34074"/>
                  </a:cubicBezTo>
                  <a:cubicBezTo>
                    <a:pt x="1351" y="32242"/>
                    <a:pt x="997" y="28577"/>
                    <a:pt x="804" y="24816"/>
                  </a:cubicBezTo>
                  <a:cubicBezTo>
                    <a:pt x="611" y="21055"/>
                    <a:pt x="547" y="17134"/>
                    <a:pt x="547" y="14787"/>
                  </a:cubicBezTo>
                  <a:cubicBezTo>
                    <a:pt x="547" y="13694"/>
                    <a:pt x="547" y="12923"/>
                    <a:pt x="579" y="12634"/>
                  </a:cubicBezTo>
                  <a:cubicBezTo>
                    <a:pt x="611" y="12248"/>
                    <a:pt x="869" y="11476"/>
                    <a:pt x="1287" y="10576"/>
                  </a:cubicBezTo>
                  <a:cubicBezTo>
                    <a:pt x="1929" y="9226"/>
                    <a:pt x="2862" y="7490"/>
                    <a:pt x="3794" y="5819"/>
                  </a:cubicBezTo>
                  <a:cubicBezTo>
                    <a:pt x="4726" y="4180"/>
                    <a:pt x="5594" y="2637"/>
                    <a:pt x="6108" y="1576"/>
                  </a:cubicBezTo>
                  <a:cubicBezTo>
                    <a:pt x="6301" y="1158"/>
                    <a:pt x="6494" y="869"/>
                    <a:pt x="6655" y="740"/>
                  </a:cubicBezTo>
                  <a:cubicBezTo>
                    <a:pt x="6815" y="579"/>
                    <a:pt x="6912" y="547"/>
                    <a:pt x="6976" y="547"/>
                  </a:cubicBezTo>
                  <a:close/>
                  <a:moveTo>
                    <a:pt x="6976" y="1"/>
                  </a:moveTo>
                  <a:cubicBezTo>
                    <a:pt x="6719" y="1"/>
                    <a:pt x="6494" y="129"/>
                    <a:pt x="6269" y="354"/>
                  </a:cubicBezTo>
                  <a:cubicBezTo>
                    <a:pt x="6076" y="579"/>
                    <a:pt x="5851" y="901"/>
                    <a:pt x="5626" y="1351"/>
                  </a:cubicBezTo>
                  <a:cubicBezTo>
                    <a:pt x="4983" y="2701"/>
                    <a:pt x="3601" y="5015"/>
                    <a:pt x="2412" y="7233"/>
                  </a:cubicBezTo>
                  <a:cubicBezTo>
                    <a:pt x="1801" y="8326"/>
                    <a:pt x="1222" y="9419"/>
                    <a:pt x="804" y="10351"/>
                  </a:cubicBezTo>
                  <a:cubicBezTo>
                    <a:pt x="386" y="11284"/>
                    <a:pt x="97" y="12055"/>
                    <a:pt x="33" y="12601"/>
                  </a:cubicBezTo>
                  <a:cubicBezTo>
                    <a:pt x="33" y="12923"/>
                    <a:pt x="1" y="13694"/>
                    <a:pt x="1" y="14787"/>
                  </a:cubicBezTo>
                  <a:cubicBezTo>
                    <a:pt x="1" y="17680"/>
                    <a:pt x="97" y="22823"/>
                    <a:pt x="419" y="27291"/>
                  </a:cubicBezTo>
                  <a:cubicBezTo>
                    <a:pt x="579" y="29509"/>
                    <a:pt x="804" y="31567"/>
                    <a:pt x="1094" y="33077"/>
                  </a:cubicBezTo>
                  <a:cubicBezTo>
                    <a:pt x="1222" y="33849"/>
                    <a:pt x="1383" y="34460"/>
                    <a:pt x="1576" y="34942"/>
                  </a:cubicBezTo>
                  <a:cubicBezTo>
                    <a:pt x="1672" y="35167"/>
                    <a:pt x="1769" y="35360"/>
                    <a:pt x="1897" y="35488"/>
                  </a:cubicBezTo>
                  <a:cubicBezTo>
                    <a:pt x="2026" y="35649"/>
                    <a:pt x="2187" y="35778"/>
                    <a:pt x="2412" y="35778"/>
                  </a:cubicBezTo>
                  <a:lnTo>
                    <a:pt x="2508" y="35778"/>
                  </a:lnTo>
                  <a:cubicBezTo>
                    <a:pt x="3151" y="35778"/>
                    <a:pt x="3922" y="35456"/>
                    <a:pt x="4822" y="34942"/>
                  </a:cubicBezTo>
                  <a:cubicBezTo>
                    <a:pt x="6140" y="34170"/>
                    <a:pt x="7651" y="32949"/>
                    <a:pt x="8969" y="31535"/>
                  </a:cubicBezTo>
                  <a:cubicBezTo>
                    <a:pt x="10319" y="30152"/>
                    <a:pt x="11476" y="28609"/>
                    <a:pt x="11991" y="27195"/>
                  </a:cubicBezTo>
                  <a:cubicBezTo>
                    <a:pt x="12183" y="26713"/>
                    <a:pt x="12248" y="25974"/>
                    <a:pt x="12280" y="25074"/>
                  </a:cubicBezTo>
                  <a:cubicBezTo>
                    <a:pt x="12248" y="21763"/>
                    <a:pt x="11251" y="15912"/>
                    <a:pt x="10223" y="10834"/>
                  </a:cubicBezTo>
                  <a:cubicBezTo>
                    <a:pt x="9226" y="5787"/>
                    <a:pt x="8198" y="1544"/>
                    <a:pt x="8198" y="1544"/>
                  </a:cubicBezTo>
                  <a:cubicBezTo>
                    <a:pt x="8198" y="1544"/>
                    <a:pt x="8101" y="1190"/>
                    <a:pt x="7940" y="837"/>
                  </a:cubicBezTo>
                  <a:cubicBezTo>
                    <a:pt x="7844" y="644"/>
                    <a:pt x="7715" y="451"/>
                    <a:pt x="7587" y="290"/>
                  </a:cubicBezTo>
                  <a:cubicBezTo>
                    <a:pt x="7426" y="162"/>
                    <a:pt x="7233" y="1"/>
                    <a:pt x="69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4347;p64">
              <a:extLst>
                <a:ext uri="{FF2B5EF4-FFF2-40B4-BE49-F238E27FC236}">
                  <a16:creationId xmlns:a16="http://schemas.microsoft.com/office/drawing/2014/main" id="{38C03250-B748-0990-9F0E-9021D6BAE873}"/>
                </a:ext>
              </a:extLst>
            </p:cNvPr>
            <p:cNvSpPr/>
            <p:nvPr/>
          </p:nvSpPr>
          <p:spPr>
            <a:xfrm>
              <a:off x="4840200" y="3431675"/>
              <a:ext cx="838200" cy="676200"/>
            </a:xfrm>
            <a:custGeom>
              <a:avLst/>
              <a:gdLst/>
              <a:ahLst/>
              <a:cxnLst/>
              <a:rect l="l" t="t" r="r" b="b"/>
              <a:pathLst>
                <a:path w="33528" h="27048" extrusionOk="0">
                  <a:moveTo>
                    <a:pt x="5915" y="0"/>
                  </a:moveTo>
                  <a:cubicBezTo>
                    <a:pt x="1029" y="0"/>
                    <a:pt x="836" y="9451"/>
                    <a:pt x="611" y="12633"/>
                  </a:cubicBezTo>
                  <a:cubicBezTo>
                    <a:pt x="579" y="13597"/>
                    <a:pt x="1" y="18162"/>
                    <a:pt x="97" y="21537"/>
                  </a:cubicBezTo>
                  <a:cubicBezTo>
                    <a:pt x="161" y="23691"/>
                    <a:pt x="515" y="25330"/>
                    <a:pt x="1383" y="25330"/>
                  </a:cubicBezTo>
                  <a:cubicBezTo>
                    <a:pt x="3004" y="25330"/>
                    <a:pt x="19878" y="27048"/>
                    <a:pt x="25247" y="27048"/>
                  </a:cubicBezTo>
                  <a:cubicBezTo>
                    <a:pt x="25520" y="27048"/>
                    <a:pt x="25763" y="27043"/>
                    <a:pt x="25973" y="27034"/>
                  </a:cubicBezTo>
                  <a:cubicBezTo>
                    <a:pt x="30313" y="26841"/>
                    <a:pt x="33527" y="24591"/>
                    <a:pt x="33527" y="21376"/>
                  </a:cubicBezTo>
                  <a:cubicBezTo>
                    <a:pt x="33527" y="18162"/>
                    <a:pt x="33334" y="3986"/>
                    <a:pt x="30120" y="2090"/>
                  </a:cubicBezTo>
                  <a:cubicBezTo>
                    <a:pt x="26905" y="193"/>
                    <a:pt x="9901" y="0"/>
                    <a:pt x="59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4348;p64">
              <a:extLst>
                <a:ext uri="{FF2B5EF4-FFF2-40B4-BE49-F238E27FC236}">
                  <a16:creationId xmlns:a16="http://schemas.microsoft.com/office/drawing/2014/main" id="{5D084211-2A92-28F7-CEEE-5672B42FD85A}"/>
                </a:ext>
              </a:extLst>
            </p:cNvPr>
            <p:cNvSpPr/>
            <p:nvPr/>
          </p:nvSpPr>
          <p:spPr>
            <a:xfrm>
              <a:off x="4835375" y="3425250"/>
              <a:ext cx="849450" cy="689525"/>
            </a:xfrm>
            <a:custGeom>
              <a:avLst/>
              <a:gdLst/>
              <a:ahLst/>
              <a:cxnLst/>
              <a:rect l="l" t="t" r="r" b="b"/>
              <a:pathLst>
                <a:path w="33978" h="27581" extrusionOk="0">
                  <a:moveTo>
                    <a:pt x="6108" y="514"/>
                  </a:moveTo>
                  <a:cubicBezTo>
                    <a:pt x="8101" y="514"/>
                    <a:pt x="13341" y="579"/>
                    <a:pt x="18484" y="868"/>
                  </a:cubicBezTo>
                  <a:cubicBezTo>
                    <a:pt x="21055" y="997"/>
                    <a:pt x="23595" y="1189"/>
                    <a:pt x="25716" y="1479"/>
                  </a:cubicBezTo>
                  <a:cubicBezTo>
                    <a:pt x="26745" y="1639"/>
                    <a:pt x="27677" y="1800"/>
                    <a:pt x="28449" y="1961"/>
                  </a:cubicBezTo>
                  <a:cubicBezTo>
                    <a:pt x="29220" y="2154"/>
                    <a:pt x="29831" y="2347"/>
                    <a:pt x="30184" y="2572"/>
                  </a:cubicBezTo>
                  <a:cubicBezTo>
                    <a:pt x="30506" y="2765"/>
                    <a:pt x="30859" y="3150"/>
                    <a:pt x="31149" y="3697"/>
                  </a:cubicBezTo>
                  <a:cubicBezTo>
                    <a:pt x="31663" y="4661"/>
                    <a:pt x="32081" y="6108"/>
                    <a:pt x="32402" y="7747"/>
                  </a:cubicBezTo>
                  <a:cubicBezTo>
                    <a:pt x="33367" y="12697"/>
                    <a:pt x="33463" y="19512"/>
                    <a:pt x="33463" y="21633"/>
                  </a:cubicBezTo>
                  <a:cubicBezTo>
                    <a:pt x="33463" y="23144"/>
                    <a:pt x="32692" y="24430"/>
                    <a:pt x="31406" y="25362"/>
                  </a:cubicBezTo>
                  <a:cubicBezTo>
                    <a:pt x="30120" y="26326"/>
                    <a:pt x="28288" y="26937"/>
                    <a:pt x="26134" y="27034"/>
                  </a:cubicBezTo>
                  <a:lnTo>
                    <a:pt x="25459" y="27034"/>
                  </a:lnTo>
                  <a:cubicBezTo>
                    <a:pt x="22791" y="27034"/>
                    <a:pt x="17230" y="26616"/>
                    <a:pt x="12151" y="26166"/>
                  </a:cubicBezTo>
                  <a:cubicBezTo>
                    <a:pt x="9580" y="25973"/>
                    <a:pt x="7169" y="25748"/>
                    <a:pt x="5272" y="25587"/>
                  </a:cubicBezTo>
                  <a:cubicBezTo>
                    <a:pt x="3376" y="25426"/>
                    <a:pt x="2026" y="25330"/>
                    <a:pt x="1576" y="25330"/>
                  </a:cubicBezTo>
                  <a:cubicBezTo>
                    <a:pt x="1447" y="25330"/>
                    <a:pt x="1351" y="25266"/>
                    <a:pt x="1222" y="25137"/>
                  </a:cubicBezTo>
                  <a:cubicBezTo>
                    <a:pt x="1029" y="24912"/>
                    <a:pt x="869" y="24462"/>
                    <a:pt x="772" y="23883"/>
                  </a:cubicBezTo>
                  <a:cubicBezTo>
                    <a:pt x="644" y="23305"/>
                    <a:pt x="579" y="22598"/>
                    <a:pt x="547" y="21794"/>
                  </a:cubicBezTo>
                  <a:cubicBezTo>
                    <a:pt x="547" y="21505"/>
                    <a:pt x="547" y="21215"/>
                    <a:pt x="547" y="20926"/>
                  </a:cubicBezTo>
                  <a:cubicBezTo>
                    <a:pt x="547" y="19319"/>
                    <a:pt x="676" y="17519"/>
                    <a:pt x="804" y="16040"/>
                  </a:cubicBezTo>
                  <a:cubicBezTo>
                    <a:pt x="933" y="14562"/>
                    <a:pt x="1062" y="13372"/>
                    <a:pt x="1094" y="12922"/>
                  </a:cubicBezTo>
                  <a:cubicBezTo>
                    <a:pt x="1190" y="11315"/>
                    <a:pt x="1287" y="8165"/>
                    <a:pt x="1962" y="5433"/>
                  </a:cubicBezTo>
                  <a:cubicBezTo>
                    <a:pt x="2315" y="4082"/>
                    <a:pt x="2797" y="2829"/>
                    <a:pt x="3472" y="1961"/>
                  </a:cubicBezTo>
                  <a:cubicBezTo>
                    <a:pt x="4147" y="1061"/>
                    <a:pt x="4983" y="547"/>
                    <a:pt x="6108" y="514"/>
                  </a:cubicBezTo>
                  <a:close/>
                  <a:moveTo>
                    <a:pt x="6108" y="0"/>
                  </a:moveTo>
                  <a:cubicBezTo>
                    <a:pt x="4822" y="0"/>
                    <a:pt x="3794" y="643"/>
                    <a:pt x="3054" y="1639"/>
                  </a:cubicBezTo>
                  <a:cubicBezTo>
                    <a:pt x="1929" y="3086"/>
                    <a:pt x="1351" y="5304"/>
                    <a:pt x="1029" y="7458"/>
                  </a:cubicBezTo>
                  <a:cubicBezTo>
                    <a:pt x="708" y="9611"/>
                    <a:pt x="611" y="11701"/>
                    <a:pt x="547" y="12890"/>
                  </a:cubicBezTo>
                  <a:cubicBezTo>
                    <a:pt x="515" y="13308"/>
                    <a:pt x="386" y="14497"/>
                    <a:pt x="258" y="15976"/>
                  </a:cubicBezTo>
                  <a:cubicBezTo>
                    <a:pt x="129" y="17487"/>
                    <a:pt x="1" y="19287"/>
                    <a:pt x="1" y="20926"/>
                  </a:cubicBezTo>
                  <a:cubicBezTo>
                    <a:pt x="1" y="21215"/>
                    <a:pt x="1" y="21537"/>
                    <a:pt x="33" y="21826"/>
                  </a:cubicBezTo>
                  <a:cubicBezTo>
                    <a:pt x="65" y="22887"/>
                    <a:pt x="161" y="23851"/>
                    <a:pt x="386" y="24558"/>
                  </a:cubicBezTo>
                  <a:cubicBezTo>
                    <a:pt x="483" y="24944"/>
                    <a:pt x="611" y="25234"/>
                    <a:pt x="804" y="25459"/>
                  </a:cubicBezTo>
                  <a:cubicBezTo>
                    <a:pt x="997" y="25716"/>
                    <a:pt x="1287" y="25844"/>
                    <a:pt x="1576" y="25844"/>
                  </a:cubicBezTo>
                  <a:cubicBezTo>
                    <a:pt x="1962" y="25844"/>
                    <a:pt x="3344" y="25973"/>
                    <a:pt x="5208" y="26134"/>
                  </a:cubicBezTo>
                  <a:cubicBezTo>
                    <a:pt x="10898" y="26616"/>
                    <a:pt x="21409" y="27580"/>
                    <a:pt x="25459" y="27580"/>
                  </a:cubicBezTo>
                  <a:cubicBezTo>
                    <a:pt x="25716" y="27580"/>
                    <a:pt x="25941" y="27580"/>
                    <a:pt x="26166" y="27548"/>
                  </a:cubicBezTo>
                  <a:cubicBezTo>
                    <a:pt x="28384" y="27452"/>
                    <a:pt x="30313" y="26841"/>
                    <a:pt x="31727" y="25812"/>
                  </a:cubicBezTo>
                  <a:cubicBezTo>
                    <a:pt x="33142" y="24784"/>
                    <a:pt x="33977" y="23305"/>
                    <a:pt x="33977" y="21633"/>
                  </a:cubicBezTo>
                  <a:cubicBezTo>
                    <a:pt x="33977" y="19994"/>
                    <a:pt x="33945" y="15654"/>
                    <a:pt x="33495" y="11444"/>
                  </a:cubicBezTo>
                  <a:cubicBezTo>
                    <a:pt x="33270" y="9354"/>
                    <a:pt x="32949" y="7297"/>
                    <a:pt x="32467" y="5625"/>
                  </a:cubicBezTo>
                  <a:cubicBezTo>
                    <a:pt x="32209" y="4790"/>
                    <a:pt x="31952" y="4050"/>
                    <a:pt x="31631" y="3440"/>
                  </a:cubicBezTo>
                  <a:cubicBezTo>
                    <a:pt x="31309" y="2861"/>
                    <a:pt x="30924" y="2379"/>
                    <a:pt x="30441" y="2122"/>
                  </a:cubicBezTo>
                  <a:cubicBezTo>
                    <a:pt x="29991" y="1864"/>
                    <a:pt x="29381" y="1639"/>
                    <a:pt x="28577" y="1447"/>
                  </a:cubicBezTo>
                  <a:cubicBezTo>
                    <a:pt x="25813" y="804"/>
                    <a:pt x="21087" y="418"/>
                    <a:pt x="16587" y="225"/>
                  </a:cubicBezTo>
                  <a:cubicBezTo>
                    <a:pt x="12087" y="32"/>
                    <a:pt x="7876" y="0"/>
                    <a:pt x="6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4349;p64">
              <a:extLst>
                <a:ext uri="{FF2B5EF4-FFF2-40B4-BE49-F238E27FC236}">
                  <a16:creationId xmlns:a16="http://schemas.microsoft.com/office/drawing/2014/main" id="{89C20698-AE03-9F46-F786-227EA3F9E484}"/>
                </a:ext>
              </a:extLst>
            </p:cNvPr>
            <p:cNvSpPr/>
            <p:nvPr/>
          </p:nvSpPr>
          <p:spPr>
            <a:xfrm>
              <a:off x="4808050" y="3370700"/>
              <a:ext cx="836600" cy="657375"/>
            </a:xfrm>
            <a:custGeom>
              <a:avLst/>
              <a:gdLst/>
              <a:ahLst/>
              <a:cxnLst/>
              <a:rect l="l" t="t" r="r" b="b"/>
              <a:pathLst>
                <a:path w="33464" h="26295" extrusionOk="0">
                  <a:moveTo>
                    <a:pt x="26653" y="0"/>
                  </a:moveTo>
                  <a:cubicBezTo>
                    <a:pt x="23914" y="0"/>
                    <a:pt x="21166" y="1011"/>
                    <a:pt x="20155" y="2021"/>
                  </a:cubicBezTo>
                  <a:cubicBezTo>
                    <a:pt x="17905" y="4271"/>
                    <a:pt x="16941" y="7582"/>
                    <a:pt x="14080" y="11600"/>
                  </a:cubicBezTo>
                  <a:cubicBezTo>
                    <a:pt x="11251" y="15618"/>
                    <a:pt x="1" y="23622"/>
                    <a:pt x="1" y="23622"/>
                  </a:cubicBezTo>
                  <a:cubicBezTo>
                    <a:pt x="1" y="23622"/>
                    <a:pt x="10962" y="25390"/>
                    <a:pt x="15944" y="26065"/>
                  </a:cubicBezTo>
                  <a:cubicBezTo>
                    <a:pt x="17045" y="26222"/>
                    <a:pt x="18070" y="26295"/>
                    <a:pt x="19032" y="26295"/>
                  </a:cubicBezTo>
                  <a:cubicBezTo>
                    <a:pt x="22426" y="26295"/>
                    <a:pt x="25034" y="25386"/>
                    <a:pt x="27388" y="24008"/>
                  </a:cubicBezTo>
                  <a:cubicBezTo>
                    <a:pt x="30442" y="22272"/>
                    <a:pt x="31888" y="16294"/>
                    <a:pt x="31888" y="13272"/>
                  </a:cubicBezTo>
                  <a:cubicBezTo>
                    <a:pt x="31888" y="10218"/>
                    <a:pt x="33463" y="6425"/>
                    <a:pt x="33463" y="6425"/>
                  </a:cubicBezTo>
                  <a:cubicBezTo>
                    <a:pt x="33357" y="1520"/>
                    <a:pt x="30012" y="0"/>
                    <a:pt x="26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4350;p64">
              <a:extLst>
                <a:ext uri="{FF2B5EF4-FFF2-40B4-BE49-F238E27FC236}">
                  <a16:creationId xmlns:a16="http://schemas.microsoft.com/office/drawing/2014/main" id="{96BA71EE-CB1B-E82C-B5F9-C4309A05AEBA}"/>
                </a:ext>
              </a:extLst>
            </p:cNvPr>
            <p:cNvSpPr/>
            <p:nvPr/>
          </p:nvSpPr>
          <p:spPr>
            <a:xfrm>
              <a:off x="4800825" y="3363350"/>
              <a:ext cx="850250" cy="671050"/>
            </a:xfrm>
            <a:custGeom>
              <a:avLst/>
              <a:gdLst/>
              <a:ahLst/>
              <a:cxnLst/>
              <a:rect l="l" t="t" r="r" b="b"/>
              <a:pathLst>
                <a:path w="34010" h="26842" extrusionOk="0">
                  <a:moveTo>
                    <a:pt x="26938" y="547"/>
                  </a:moveTo>
                  <a:cubicBezTo>
                    <a:pt x="28577" y="547"/>
                    <a:pt x="30184" y="933"/>
                    <a:pt x="31406" y="1865"/>
                  </a:cubicBezTo>
                  <a:cubicBezTo>
                    <a:pt x="32576" y="2783"/>
                    <a:pt x="33404" y="4260"/>
                    <a:pt x="33491" y="6605"/>
                  </a:cubicBezTo>
                  <a:lnTo>
                    <a:pt x="33491" y="6605"/>
                  </a:lnTo>
                  <a:cubicBezTo>
                    <a:pt x="33451" y="6730"/>
                    <a:pt x="33087" y="7632"/>
                    <a:pt x="32724" y="8905"/>
                  </a:cubicBezTo>
                  <a:cubicBezTo>
                    <a:pt x="32306" y="10255"/>
                    <a:pt x="31920" y="11991"/>
                    <a:pt x="31920" y="13566"/>
                  </a:cubicBezTo>
                  <a:cubicBezTo>
                    <a:pt x="31920" y="15012"/>
                    <a:pt x="31566" y="17263"/>
                    <a:pt x="30827" y="19320"/>
                  </a:cubicBezTo>
                  <a:cubicBezTo>
                    <a:pt x="30088" y="21377"/>
                    <a:pt x="28963" y="23274"/>
                    <a:pt x="27548" y="24077"/>
                  </a:cubicBezTo>
                  <a:cubicBezTo>
                    <a:pt x="25202" y="25427"/>
                    <a:pt x="22662" y="26327"/>
                    <a:pt x="19287" y="26327"/>
                  </a:cubicBezTo>
                  <a:cubicBezTo>
                    <a:pt x="18355" y="26327"/>
                    <a:pt x="17358" y="26263"/>
                    <a:pt x="16266" y="26102"/>
                  </a:cubicBezTo>
                  <a:cubicBezTo>
                    <a:pt x="13790" y="25749"/>
                    <a:pt x="9805" y="25138"/>
                    <a:pt x="6429" y="24624"/>
                  </a:cubicBezTo>
                  <a:cubicBezTo>
                    <a:pt x="4758" y="24367"/>
                    <a:pt x="3215" y="24109"/>
                    <a:pt x="2122" y="23949"/>
                  </a:cubicBezTo>
                  <a:cubicBezTo>
                    <a:pt x="1667" y="23868"/>
                    <a:pt x="1278" y="23805"/>
                    <a:pt x="980" y="23758"/>
                  </a:cubicBezTo>
                  <a:lnTo>
                    <a:pt x="980" y="23758"/>
                  </a:lnTo>
                  <a:cubicBezTo>
                    <a:pt x="1943" y="23056"/>
                    <a:pt x="4098" y="21464"/>
                    <a:pt x="6429" y="19609"/>
                  </a:cubicBezTo>
                  <a:cubicBezTo>
                    <a:pt x="8037" y="18355"/>
                    <a:pt x="9708" y="16973"/>
                    <a:pt x="11155" y="15655"/>
                  </a:cubicBezTo>
                  <a:cubicBezTo>
                    <a:pt x="12633" y="14337"/>
                    <a:pt x="13855" y="13084"/>
                    <a:pt x="14594" y="12055"/>
                  </a:cubicBezTo>
                  <a:cubicBezTo>
                    <a:pt x="16041" y="10030"/>
                    <a:pt x="16973" y="8166"/>
                    <a:pt x="17873" y="6558"/>
                  </a:cubicBezTo>
                  <a:cubicBezTo>
                    <a:pt x="18741" y="4951"/>
                    <a:pt x="19544" y="3569"/>
                    <a:pt x="20637" y="2476"/>
                  </a:cubicBezTo>
                  <a:cubicBezTo>
                    <a:pt x="21087" y="2026"/>
                    <a:pt x="21987" y="1544"/>
                    <a:pt x="23112" y="1158"/>
                  </a:cubicBezTo>
                  <a:cubicBezTo>
                    <a:pt x="24270" y="805"/>
                    <a:pt x="25620" y="547"/>
                    <a:pt x="26938" y="547"/>
                  </a:cubicBezTo>
                  <a:close/>
                  <a:moveTo>
                    <a:pt x="26938" y="1"/>
                  </a:moveTo>
                  <a:cubicBezTo>
                    <a:pt x="25523" y="1"/>
                    <a:pt x="24141" y="258"/>
                    <a:pt x="22952" y="644"/>
                  </a:cubicBezTo>
                  <a:cubicBezTo>
                    <a:pt x="21794" y="1062"/>
                    <a:pt x="20830" y="1544"/>
                    <a:pt x="20251" y="2123"/>
                  </a:cubicBezTo>
                  <a:cubicBezTo>
                    <a:pt x="19094" y="3280"/>
                    <a:pt x="18291" y="4694"/>
                    <a:pt x="17391" y="6301"/>
                  </a:cubicBezTo>
                  <a:cubicBezTo>
                    <a:pt x="16523" y="7941"/>
                    <a:pt x="15558" y="9741"/>
                    <a:pt x="14176" y="11734"/>
                  </a:cubicBezTo>
                  <a:cubicBezTo>
                    <a:pt x="13469" y="12698"/>
                    <a:pt x="12248" y="13952"/>
                    <a:pt x="10801" y="15270"/>
                  </a:cubicBezTo>
                  <a:cubicBezTo>
                    <a:pt x="8647" y="17230"/>
                    <a:pt x="5947" y="19352"/>
                    <a:pt x="3826" y="20959"/>
                  </a:cubicBezTo>
                  <a:cubicBezTo>
                    <a:pt x="2765" y="21763"/>
                    <a:pt x="1865" y="22470"/>
                    <a:pt x="1190" y="22952"/>
                  </a:cubicBezTo>
                  <a:cubicBezTo>
                    <a:pt x="547" y="23434"/>
                    <a:pt x="129" y="23691"/>
                    <a:pt x="129" y="23691"/>
                  </a:cubicBezTo>
                  <a:cubicBezTo>
                    <a:pt x="33" y="23756"/>
                    <a:pt x="1" y="23884"/>
                    <a:pt x="33" y="23981"/>
                  </a:cubicBezTo>
                  <a:cubicBezTo>
                    <a:pt x="65" y="24077"/>
                    <a:pt x="129" y="24174"/>
                    <a:pt x="258" y="24174"/>
                  </a:cubicBezTo>
                  <a:cubicBezTo>
                    <a:pt x="258" y="24174"/>
                    <a:pt x="11219" y="25942"/>
                    <a:pt x="16201" y="26649"/>
                  </a:cubicBezTo>
                  <a:cubicBezTo>
                    <a:pt x="17294" y="26777"/>
                    <a:pt x="18323" y="26842"/>
                    <a:pt x="19287" y="26842"/>
                  </a:cubicBezTo>
                  <a:cubicBezTo>
                    <a:pt x="22759" y="26842"/>
                    <a:pt x="25427" y="25942"/>
                    <a:pt x="27805" y="24559"/>
                  </a:cubicBezTo>
                  <a:cubicBezTo>
                    <a:pt x="29445" y="23595"/>
                    <a:pt x="30570" y="21634"/>
                    <a:pt x="31309" y="19513"/>
                  </a:cubicBezTo>
                  <a:cubicBezTo>
                    <a:pt x="32081" y="17391"/>
                    <a:pt x="32466" y="15109"/>
                    <a:pt x="32466" y="13566"/>
                  </a:cubicBezTo>
                  <a:cubicBezTo>
                    <a:pt x="32466" y="12087"/>
                    <a:pt x="32852" y="10384"/>
                    <a:pt x="33238" y="9066"/>
                  </a:cubicBezTo>
                  <a:cubicBezTo>
                    <a:pt x="33431" y="8391"/>
                    <a:pt x="33624" y="7844"/>
                    <a:pt x="33752" y="7426"/>
                  </a:cubicBezTo>
                  <a:cubicBezTo>
                    <a:pt x="33816" y="7233"/>
                    <a:pt x="33881" y="7073"/>
                    <a:pt x="33945" y="6976"/>
                  </a:cubicBezTo>
                  <a:cubicBezTo>
                    <a:pt x="33977" y="6848"/>
                    <a:pt x="34009" y="6816"/>
                    <a:pt x="34009" y="6816"/>
                  </a:cubicBezTo>
                  <a:lnTo>
                    <a:pt x="34009" y="6687"/>
                  </a:lnTo>
                  <a:cubicBezTo>
                    <a:pt x="33977" y="4180"/>
                    <a:pt x="33077" y="2476"/>
                    <a:pt x="31727" y="1447"/>
                  </a:cubicBezTo>
                  <a:cubicBezTo>
                    <a:pt x="30377" y="387"/>
                    <a:pt x="28673" y="1"/>
                    <a:pt x="269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4351;p64">
              <a:extLst>
                <a:ext uri="{FF2B5EF4-FFF2-40B4-BE49-F238E27FC236}">
                  <a16:creationId xmlns:a16="http://schemas.microsoft.com/office/drawing/2014/main" id="{B644C349-DE0E-E9B7-2BA8-1294C83BF007}"/>
                </a:ext>
              </a:extLst>
            </p:cNvPr>
            <p:cNvSpPr/>
            <p:nvPr/>
          </p:nvSpPr>
          <p:spPr>
            <a:xfrm>
              <a:off x="2458300" y="1966675"/>
              <a:ext cx="3007125" cy="2323275"/>
            </a:xfrm>
            <a:custGeom>
              <a:avLst/>
              <a:gdLst/>
              <a:ahLst/>
              <a:cxnLst/>
              <a:rect l="l" t="t" r="r" b="b"/>
              <a:pathLst>
                <a:path w="120285" h="92931" extrusionOk="0">
                  <a:moveTo>
                    <a:pt x="60143" y="1"/>
                  </a:moveTo>
                  <a:cubicBezTo>
                    <a:pt x="26906" y="1"/>
                    <a:pt x="1" y="20798"/>
                    <a:pt x="1" y="46482"/>
                  </a:cubicBezTo>
                  <a:cubicBezTo>
                    <a:pt x="1" y="72133"/>
                    <a:pt x="26906" y="92931"/>
                    <a:pt x="60143" y="92931"/>
                  </a:cubicBezTo>
                  <a:cubicBezTo>
                    <a:pt x="93348" y="92931"/>
                    <a:pt x="120285" y="72133"/>
                    <a:pt x="120285" y="46482"/>
                  </a:cubicBezTo>
                  <a:cubicBezTo>
                    <a:pt x="120285" y="20798"/>
                    <a:pt x="93348" y="1"/>
                    <a:pt x="60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4352;p64">
              <a:extLst>
                <a:ext uri="{FF2B5EF4-FFF2-40B4-BE49-F238E27FC236}">
                  <a16:creationId xmlns:a16="http://schemas.microsoft.com/office/drawing/2014/main" id="{3EAF74A8-0D1D-2D65-4280-43972102C083}"/>
                </a:ext>
              </a:extLst>
            </p:cNvPr>
            <p:cNvSpPr/>
            <p:nvPr/>
          </p:nvSpPr>
          <p:spPr>
            <a:xfrm>
              <a:off x="2451875" y="1960250"/>
              <a:ext cx="3020000" cy="2336925"/>
            </a:xfrm>
            <a:custGeom>
              <a:avLst/>
              <a:gdLst/>
              <a:ahLst/>
              <a:cxnLst/>
              <a:rect l="l" t="t" r="r" b="b"/>
              <a:pathLst>
                <a:path w="120800" h="93477" extrusionOk="0">
                  <a:moveTo>
                    <a:pt x="60400" y="515"/>
                  </a:moveTo>
                  <a:cubicBezTo>
                    <a:pt x="76954" y="515"/>
                    <a:pt x="91933" y="5722"/>
                    <a:pt x="102734" y="14080"/>
                  </a:cubicBezTo>
                  <a:cubicBezTo>
                    <a:pt x="113567" y="22438"/>
                    <a:pt x="120253" y="33977"/>
                    <a:pt x="120253" y="46739"/>
                  </a:cubicBezTo>
                  <a:cubicBezTo>
                    <a:pt x="120253" y="59468"/>
                    <a:pt x="113567" y="71008"/>
                    <a:pt x="102734" y="79365"/>
                  </a:cubicBezTo>
                  <a:cubicBezTo>
                    <a:pt x="91933" y="87755"/>
                    <a:pt x="76954" y="92930"/>
                    <a:pt x="60400" y="92930"/>
                  </a:cubicBezTo>
                  <a:cubicBezTo>
                    <a:pt x="43845" y="92930"/>
                    <a:pt x="28866" y="87755"/>
                    <a:pt x="18033" y="79365"/>
                  </a:cubicBezTo>
                  <a:cubicBezTo>
                    <a:pt x="7201" y="71008"/>
                    <a:pt x="515" y="59468"/>
                    <a:pt x="515" y="46739"/>
                  </a:cubicBezTo>
                  <a:cubicBezTo>
                    <a:pt x="515" y="33977"/>
                    <a:pt x="7201" y="22438"/>
                    <a:pt x="18033" y="14080"/>
                  </a:cubicBezTo>
                  <a:cubicBezTo>
                    <a:pt x="28866" y="5722"/>
                    <a:pt x="43845" y="515"/>
                    <a:pt x="60400" y="515"/>
                  </a:cubicBezTo>
                  <a:close/>
                  <a:moveTo>
                    <a:pt x="60400" y="1"/>
                  </a:moveTo>
                  <a:cubicBezTo>
                    <a:pt x="43717" y="1"/>
                    <a:pt x="28641" y="5208"/>
                    <a:pt x="17712" y="13662"/>
                  </a:cubicBezTo>
                  <a:cubicBezTo>
                    <a:pt x="6783" y="22116"/>
                    <a:pt x="1" y="33785"/>
                    <a:pt x="1" y="46739"/>
                  </a:cubicBezTo>
                  <a:cubicBezTo>
                    <a:pt x="1" y="59661"/>
                    <a:pt x="6783" y="71361"/>
                    <a:pt x="17712" y="79815"/>
                  </a:cubicBezTo>
                  <a:cubicBezTo>
                    <a:pt x="28641" y="88269"/>
                    <a:pt x="43717" y="93477"/>
                    <a:pt x="60400" y="93477"/>
                  </a:cubicBezTo>
                  <a:cubicBezTo>
                    <a:pt x="77051" y="93477"/>
                    <a:pt x="92126" y="88269"/>
                    <a:pt x="103088" y="79815"/>
                  </a:cubicBezTo>
                  <a:cubicBezTo>
                    <a:pt x="114017" y="71361"/>
                    <a:pt x="120799" y="59661"/>
                    <a:pt x="120799" y="46739"/>
                  </a:cubicBezTo>
                  <a:cubicBezTo>
                    <a:pt x="120799" y="33785"/>
                    <a:pt x="114017" y="22116"/>
                    <a:pt x="103088" y="13662"/>
                  </a:cubicBezTo>
                  <a:cubicBezTo>
                    <a:pt x="92126" y="5208"/>
                    <a:pt x="77051" y="1"/>
                    <a:pt x="60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4353;p64">
              <a:extLst>
                <a:ext uri="{FF2B5EF4-FFF2-40B4-BE49-F238E27FC236}">
                  <a16:creationId xmlns:a16="http://schemas.microsoft.com/office/drawing/2014/main" id="{D04EEAAD-9C99-726E-5495-8B9B473632CF}"/>
                </a:ext>
              </a:extLst>
            </p:cNvPr>
            <p:cNvSpPr/>
            <p:nvPr/>
          </p:nvSpPr>
          <p:spPr>
            <a:xfrm>
              <a:off x="2458300" y="1932125"/>
              <a:ext cx="3007125" cy="2323275"/>
            </a:xfrm>
            <a:custGeom>
              <a:avLst/>
              <a:gdLst/>
              <a:ahLst/>
              <a:cxnLst/>
              <a:rect l="l" t="t" r="r" b="b"/>
              <a:pathLst>
                <a:path w="120285" h="92931" extrusionOk="0">
                  <a:moveTo>
                    <a:pt x="60143" y="1"/>
                  </a:moveTo>
                  <a:cubicBezTo>
                    <a:pt x="26906" y="1"/>
                    <a:pt x="1" y="20798"/>
                    <a:pt x="1" y="46449"/>
                  </a:cubicBezTo>
                  <a:cubicBezTo>
                    <a:pt x="1" y="72133"/>
                    <a:pt x="26906" y="92930"/>
                    <a:pt x="60143" y="92930"/>
                  </a:cubicBezTo>
                  <a:cubicBezTo>
                    <a:pt x="93348" y="92930"/>
                    <a:pt x="120285" y="72133"/>
                    <a:pt x="120285" y="46449"/>
                  </a:cubicBezTo>
                  <a:cubicBezTo>
                    <a:pt x="120285" y="20798"/>
                    <a:pt x="93348" y="1"/>
                    <a:pt x="601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4354;p64">
              <a:extLst>
                <a:ext uri="{FF2B5EF4-FFF2-40B4-BE49-F238E27FC236}">
                  <a16:creationId xmlns:a16="http://schemas.microsoft.com/office/drawing/2014/main" id="{8410C6FF-24A7-996C-DDC2-A2D49C99D53D}"/>
                </a:ext>
              </a:extLst>
            </p:cNvPr>
            <p:cNvSpPr/>
            <p:nvPr/>
          </p:nvSpPr>
          <p:spPr>
            <a:xfrm>
              <a:off x="2451875" y="1924900"/>
              <a:ext cx="3020000" cy="2337725"/>
            </a:xfrm>
            <a:custGeom>
              <a:avLst/>
              <a:gdLst/>
              <a:ahLst/>
              <a:cxnLst/>
              <a:rect l="l" t="t" r="r" b="b"/>
              <a:pathLst>
                <a:path w="120800" h="93509" extrusionOk="0">
                  <a:moveTo>
                    <a:pt x="60400" y="547"/>
                  </a:moveTo>
                  <a:cubicBezTo>
                    <a:pt x="76954" y="547"/>
                    <a:pt x="91933" y="5722"/>
                    <a:pt x="102734" y="14112"/>
                  </a:cubicBezTo>
                  <a:cubicBezTo>
                    <a:pt x="113567" y="22469"/>
                    <a:pt x="120253" y="34009"/>
                    <a:pt x="120253" y="46738"/>
                  </a:cubicBezTo>
                  <a:cubicBezTo>
                    <a:pt x="120253" y="59500"/>
                    <a:pt x="113567" y="71040"/>
                    <a:pt x="102734" y="79397"/>
                  </a:cubicBezTo>
                  <a:cubicBezTo>
                    <a:pt x="91933" y="87787"/>
                    <a:pt x="76954" y="92962"/>
                    <a:pt x="60400" y="92962"/>
                  </a:cubicBezTo>
                  <a:cubicBezTo>
                    <a:pt x="43845" y="92962"/>
                    <a:pt x="28866" y="87787"/>
                    <a:pt x="18033" y="79397"/>
                  </a:cubicBezTo>
                  <a:cubicBezTo>
                    <a:pt x="7201" y="71040"/>
                    <a:pt x="515" y="59500"/>
                    <a:pt x="515" y="46738"/>
                  </a:cubicBezTo>
                  <a:cubicBezTo>
                    <a:pt x="515" y="34009"/>
                    <a:pt x="7201" y="22469"/>
                    <a:pt x="18033" y="14112"/>
                  </a:cubicBezTo>
                  <a:cubicBezTo>
                    <a:pt x="28866" y="5722"/>
                    <a:pt x="43845" y="547"/>
                    <a:pt x="60400" y="547"/>
                  </a:cubicBezTo>
                  <a:close/>
                  <a:moveTo>
                    <a:pt x="60400" y="0"/>
                  </a:moveTo>
                  <a:cubicBezTo>
                    <a:pt x="43717" y="0"/>
                    <a:pt x="28641" y="5240"/>
                    <a:pt x="17712" y="13662"/>
                  </a:cubicBezTo>
                  <a:cubicBezTo>
                    <a:pt x="6783" y="22116"/>
                    <a:pt x="1" y="33816"/>
                    <a:pt x="1" y="46738"/>
                  </a:cubicBezTo>
                  <a:cubicBezTo>
                    <a:pt x="1" y="59693"/>
                    <a:pt x="6783" y="71393"/>
                    <a:pt x="17712" y="79815"/>
                  </a:cubicBezTo>
                  <a:cubicBezTo>
                    <a:pt x="28641" y="88269"/>
                    <a:pt x="43717" y="93509"/>
                    <a:pt x="60400" y="93509"/>
                  </a:cubicBezTo>
                  <a:cubicBezTo>
                    <a:pt x="77051" y="93509"/>
                    <a:pt x="92126" y="88269"/>
                    <a:pt x="103088" y="79815"/>
                  </a:cubicBezTo>
                  <a:cubicBezTo>
                    <a:pt x="114017" y="71393"/>
                    <a:pt x="120799" y="59693"/>
                    <a:pt x="120799" y="46738"/>
                  </a:cubicBezTo>
                  <a:cubicBezTo>
                    <a:pt x="120799" y="33816"/>
                    <a:pt x="114017" y="22116"/>
                    <a:pt x="103088" y="13662"/>
                  </a:cubicBezTo>
                  <a:cubicBezTo>
                    <a:pt x="92126" y="5240"/>
                    <a:pt x="77051" y="0"/>
                    <a:pt x="60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4355;p64">
              <a:extLst>
                <a:ext uri="{FF2B5EF4-FFF2-40B4-BE49-F238E27FC236}">
                  <a16:creationId xmlns:a16="http://schemas.microsoft.com/office/drawing/2014/main" id="{9A2989A8-A8A3-5634-3AB2-F56100459291}"/>
                </a:ext>
              </a:extLst>
            </p:cNvPr>
            <p:cNvSpPr/>
            <p:nvPr/>
          </p:nvSpPr>
          <p:spPr>
            <a:xfrm>
              <a:off x="4364475" y="2379750"/>
              <a:ext cx="532800" cy="452450"/>
            </a:xfrm>
            <a:custGeom>
              <a:avLst/>
              <a:gdLst/>
              <a:ahLst/>
              <a:cxnLst/>
              <a:rect l="l" t="t" r="r" b="b"/>
              <a:pathLst>
                <a:path w="21312" h="18098" extrusionOk="0">
                  <a:moveTo>
                    <a:pt x="13694" y="0"/>
                  </a:moveTo>
                  <a:lnTo>
                    <a:pt x="0" y="8647"/>
                  </a:lnTo>
                  <a:lnTo>
                    <a:pt x="7811" y="18097"/>
                  </a:lnTo>
                  <a:lnTo>
                    <a:pt x="21312" y="8390"/>
                  </a:lnTo>
                  <a:lnTo>
                    <a:pt x="13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4356;p64">
              <a:extLst>
                <a:ext uri="{FF2B5EF4-FFF2-40B4-BE49-F238E27FC236}">
                  <a16:creationId xmlns:a16="http://schemas.microsoft.com/office/drawing/2014/main" id="{68024DA6-9EBA-57B4-0F1C-BA37D521E700}"/>
                </a:ext>
              </a:extLst>
            </p:cNvPr>
            <p:cNvSpPr/>
            <p:nvPr/>
          </p:nvSpPr>
          <p:spPr>
            <a:xfrm>
              <a:off x="4358025" y="2373275"/>
              <a:ext cx="546500" cy="465200"/>
            </a:xfrm>
            <a:custGeom>
              <a:avLst/>
              <a:gdLst/>
              <a:ahLst/>
              <a:cxnLst/>
              <a:rect l="l" t="t" r="r" b="b"/>
              <a:pathLst>
                <a:path w="21860" h="18608" extrusionOk="0">
                  <a:moveTo>
                    <a:pt x="13913" y="622"/>
                  </a:moveTo>
                  <a:lnTo>
                    <a:pt x="21184" y="8617"/>
                  </a:lnTo>
                  <a:lnTo>
                    <a:pt x="8101" y="17971"/>
                  </a:lnTo>
                  <a:lnTo>
                    <a:pt x="676" y="8970"/>
                  </a:lnTo>
                  <a:lnTo>
                    <a:pt x="13913" y="622"/>
                  </a:lnTo>
                  <a:close/>
                  <a:moveTo>
                    <a:pt x="13926" y="1"/>
                  </a:moveTo>
                  <a:cubicBezTo>
                    <a:pt x="13882" y="1"/>
                    <a:pt x="13836" y="11"/>
                    <a:pt x="13791" y="34"/>
                  </a:cubicBezTo>
                  <a:lnTo>
                    <a:pt x="130" y="8681"/>
                  </a:lnTo>
                  <a:cubicBezTo>
                    <a:pt x="65" y="8713"/>
                    <a:pt x="1" y="8777"/>
                    <a:pt x="1" y="8842"/>
                  </a:cubicBezTo>
                  <a:cubicBezTo>
                    <a:pt x="1" y="8938"/>
                    <a:pt x="1" y="9002"/>
                    <a:pt x="65" y="9067"/>
                  </a:cubicBezTo>
                  <a:lnTo>
                    <a:pt x="7844" y="18517"/>
                  </a:lnTo>
                  <a:cubicBezTo>
                    <a:pt x="7900" y="18573"/>
                    <a:pt x="7978" y="18608"/>
                    <a:pt x="8059" y="18608"/>
                  </a:cubicBezTo>
                  <a:cubicBezTo>
                    <a:pt x="8117" y="18608"/>
                    <a:pt x="8176" y="18590"/>
                    <a:pt x="8230" y="18549"/>
                  </a:cubicBezTo>
                  <a:lnTo>
                    <a:pt x="21731" y="8874"/>
                  </a:lnTo>
                  <a:cubicBezTo>
                    <a:pt x="21795" y="8810"/>
                    <a:pt x="21827" y="8745"/>
                    <a:pt x="21827" y="8681"/>
                  </a:cubicBezTo>
                  <a:cubicBezTo>
                    <a:pt x="21859" y="8585"/>
                    <a:pt x="21827" y="8520"/>
                    <a:pt x="21763" y="8456"/>
                  </a:cubicBezTo>
                  <a:lnTo>
                    <a:pt x="14145" y="98"/>
                  </a:lnTo>
                  <a:cubicBezTo>
                    <a:pt x="14082" y="36"/>
                    <a:pt x="14007" y="1"/>
                    <a:pt x="139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4357;p64">
              <a:extLst>
                <a:ext uri="{FF2B5EF4-FFF2-40B4-BE49-F238E27FC236}">
                  <a16:creationId xmlns:a16="http://schemas.microsoft.com/office/drawing/2014/main" id="{F4208C84-F4E5-0FB1-A4E6-48C0CD31B436}"/>
                </a:ext>
              </a:extLst>
            </p:cNvPr>
            <p:cNvSpPr/>
            <p:nvPr/>
          </p:nvSpPr>
          <p:spPr>
            <a:xfrm>
              <a:off x="3363175" y="2398225"/>
              <a:ext cx="597100" cy="499075"/>
            </a:xfrm>
            <a:custGeom>
              <a:avLst/>
              <a:gdLst/>
              <a:ahLst/>
              <a:cxnLst/>
              <a:rect l="l" t="t" r="r" b="b"/>
              <a:pathLst>
                <a:path w="23884" h="19963" extrusionOk="0">
                  <a:moveTo>
                    <a:pt x="12472" y="0"/>
                  </a:moveTo>
                  <a:lnTo>
                    <a:pt x="0" y="6429"/>
                  </a:lnTo>
                  <a:lnTo>
                    <a:pt x="11058" y="19962"/>
                  </a:lnTo>
                  <a:lnTo>
                    <a:pt x="23884" y="11412"/>
                  </a:lnTo>
                  <a:lnTo>
                    <a:pt x="12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4358;p64">
              <a:extLst>
                <a:ext uri="{FF2B5EF4-FFF2-40B4-BE49-F238E27FC236}">
                  <a16:creationId xmlns:a16="http://schemas.microsoft.com/office/drawing/2014/main" id="{1D5E492C-F4AE-57B9-4655-DEDA901F5B7C}"/>
                </a:ext>
              </a:extLst>
            </p:cNvPr>
            <p:cNvSpPr/>
            <p:nvPr/>
          </p:nvSpPr>
          <p:spPr>
            <a:xfrm>
              <a:off x="3355925" y="2391725"/>
              <a:ext cx="611575" cy="512250"/>
            </a:xfrm>
            <a:custGeom>
              <a:avLst/>
              <a:gdLst/>
              <a:ahLst/>
              <a:cxnLst/>
              <a:rect l="l" t="t" r="r" b="b"/>
              <a:pathLst>
                <a:path w="24463" h="20490" extrusionOk="0">
                  <a:moveTo>
                    <a:pt x="12700" y="584"/>
                  </a:moveTo>
                  <a:lnTo>
                    <a:pt x="23756" y="11640"/>
                  </a:lnTo>
                  <a:lnTo>
                    <a:pt x="11380" y="19869"/>
                  </a:lnTo>
                  <a:lnTo>
                    <a:pt x="708" y="6754"/>
                  </a:lnTo>
                  <a:lnTo>
                    <a:pt x="12700" y="584"/>
                  </a:lnTo>
                  <a:close/>
                  <a:moveTo>
                    <a:pt x="12755" y="0"/>
                  </a:moveTo>
                  <a:cubicBezTo>
                    <a:pt x="12712" y="0"/>
                    <a:pt x="12671" y="11"/>
                    <a:pt x="12634" y="35"/>
                  </a:cubicBezTo>
                  <a:lnTo>
                    <a:pt x="162" y="6432"/>
                  </a:lnTo>
                  <a:cubicBezTo>
                    <a:pt x="97" y="6464"/>
                    <a:pt x="33" y="6529"/>
                    <a:pt x="33" y="6625"/>
                  </a:cubicBezTo>
                  <a:cubicBezTo>
                    <a:pt x="1" y="6689"/>
                    <a:pt x="33" y="6786"/>
                    <a:pt x="65" y="6850"/>
                  </a:cubicBezTo>
                  <a:lnTo>
                    <a:pt x="11123" y="20383"/>
                  </a:lnTo>
                  <a:cubicBezTo>
                    <a:pt x="11179" y="20458"/>
                    <a:pt x="11258" y="20489"/>
                    <a:pt x="11333" y="20489"/>
                  </a:cubicBezTo>
                  <a:cubicBezTo>
                    <a:pt x="11386" y="20489"/>
                    <a:pt x="11437" y="20474"/>
                    <a:pt x="11476" y="20447"/>
                  </a:cubicBezTo>
                  <a:lnTo>
                    <a:pt x="24334" y="11897"/>
                  </a:lnTo>
                  <a:cubicBezTo>
                    <a:pt x="24399" y="11832"/>
                    <a:pt x="24431" y="11768"/>
                    <a:pt x="24431" y="11704"/>
                  </a:cubicBezTo>
                  <a:cubicBezTo>
                    <a:pt x="24463" y="11607"/>
                    <a:pt x="24431" y="11543"/>
                    <a:pt x="24366" y="11479"/>
                  </a:cubicBezTo>
                  <a:lnTo>
                    <a:pt x="12955" y="68"/>
                  </a:lnTo>
                  <a:cubicBezTo>
                    <a:pt x="12896" y="28"/>
                    <a:pt x="12824" y="0"/>
                    <a:pt x="12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4359;p64">
              <a:extLst>
                <a:ext uri="{FF2B5EF4-FFF2-40B4-BE49-F238E27FC236}">
                  <a16:creationId xmlns:a16="http://schemas.microsoft.com/office/drawing/2014/main" id="{E2E7FB1A-4BAD-7FDE-2B9E-C4328FB1D3EF}"/>
                </a:ext>
              </a:extLst>
            </p:cNvPr>
            <p:cNvSpPr/>
            <p:nvPr/>
          </p:nvSpPr>
          <p:spPr>
            <a:xfrm>
              <a:off x="3836500" y="2737350"/>
              <a:ext cx="597100" cy="499075"/>
            </a:xfrm>
            <a:custGeom>
              <a:avLst/>
              <a:gdLst/>
              <a:ahLst/>
              <a:cxnLst/>
              <a:rect l="l" t="t" r="r" b="b"/>
              <a:pathLst>
                <a:path w="23884" h="19963" extrusionOk="0">
                  <a:moveTo>
                    <a:pt x="12472" y="0"/>
                  </a:moveTo>
                  <a:lnTo>
                    <a:pt x="0" y="6429"/>
                  </a:lnTo>
                  <a:lnTo>
                    <a:pt x="11058" y="19962"/>
                  </a:lnTo>
                  <a:lnTo>
                    <a:pt x="23884" y="11412"/>
                  </a:lnTo>
                  <a:lnTo>
                    <a:pt x="12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4360;p64">
              <a:extLst>
                <a:ext uri="{FF2B5EF4-FFF2-40B4-BE49-F238E27FC236}">
                  <a16:creationId xmlns:a16="http://schemas.microsoft.com/office/drawing/2014/main" id="{6F911EA6-2B4C-4434-4999-597503CD813C}"/>
                </a:ext>
              </a:extLst>
            </p:cNvPr>
            <p:cNvSpPr/>
            <p:nvPr/>
          </p:nvSpPr>
          <p:spPr>
            <a:xfrm>
              <a:off x="3829250" y="2730850"/>
              <a:ext cx="610775" cy="512650"/>
            </a:xfrm>
            <a:custGeom>
              <a:avLst/>
              <a:gdLst/>
              <a:ahLst/>
              <a:cxnLst/>
              <a:rect l="l" t="t" r="r" b="b"/>
              <a:pathLst>
                <a:path w="24431" h="20506" extrusionOk="0">
                  <a:moveTo>
                    <a:pt x="12721" y="605"/>
                  </a:moveTo>
                  <a:lnTo>
                    <a:pt x="23756" y="11640"/>
                  </a:lnTo>
                  <a:lnTo>
                    <a:pt x="11380" y="19869"/>
                  </a:lnTo>
                  <a:lnTo>
                    <a:pt x="708" y="6786"/>
                  </a:lnTo>
                  <a:lnTo>
                    <a:pt x="12721" y="605"/>
                  </a:lnTo>
                  <a:close/>
                  <a:moveTo>
                    <a:pt x="12755" y="0"/>
                  </a:moveTo>
                  <a:cubicBezTo>
                    <a:pt x="12712" y="0"/>
                    <a:pt x="12671" y="11"/>
                    <a:pt x="12634" y="35"/>
                  </a:cubicBezTo>
                  <a:lnTo>
                    <a:pt x="162" y="6432"/>
                  </a:lnTo>
                  <a:cubicBezTo>
                    <a:pt x="97" y="6496"/>
                    <a:pt x="33" y="6561"/>
                    <a:pt x="33" y="6625"/>
                  </a:cubicBezTo>
                  <a:cubicBezTo>
                    <a:pt x="1" y="6721"/>
                    <a:pt x="33" y="6786"/>
                    <a:pt x="65" y="6850"/>
                  </a:cubicBezTo>
                  <a:lnTo>
                    <a:pt x="11123" y="20415"/>
                  </a:lnTo>
                  <a:cubicBezTo>
                    <a:pt x="11179" y="20471"/>
                    <a:pt x="11257" y="20505"/>
                    <a:pt x="11331" y="20505"/>
                  </a:cubicBezTo>
                  <a:cubicBezTo>
                    <a:pt x="11384" y="20505"/>
                    <a:pt x="11436" y="20488"/>
                    <a:pt x="11477" y="20447"/>
                  </a:cubicBezTo>
                  <a:lnTo>
                    <a:pt x="24334" y="11897"/>
                  </a:lnTo>
                  <a:cubicBezTo>
                    <a:pt x="24399" y="11865"/>
                    <a:pt x="24431" y="11768"/>
                    <a:pt x="24431" y="11704"/>
                  </a:cubicBezTo>
                  <a:cubicBezTo>
                    <a:pt x="24431" y="11607"/>
                    <a:pt x="24431" y="11543"/>
                    <a:pt x="24366" y="11479"/>
                  </a:cubicBezTo>
                  <a:lnTo>
                    <a:pt x="12955" y="68"/>
                  </a:lnTo>
                  <a:cubicBezTo>
                    <a:pt x="12896" y="28"/>
                    <a:pt x="12824" y="0"/>
                    <a:pt x="12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4361;p64">
              <a:extLst>
                <a:ext uri="{FF2B5EF4-FFF2-40B4-BE49-F238E27FC236}">
                  <a16:creationId xmlns:a16="http://schemas.microsoft.com/office/drawing/2014/main" id="{5ECA23D8-FC87-331A-1F56-AAF7D80EA13B}"/>
                </a:ext>
              </a:extLst>
            </p:cNvPr>
            <p:cNvSpPr/>
            <p:nvPr/>
          </p:nvSpPr>
          <p:spPr>
            <a:xfrm>
              <a:off x="3777025" y="2762250"/>
              <a:ext cx="564975" cy="483800"/>
            </a:xfrm>
            <a:custGeom>
              <a:avLst/>
              <a:gdLst/>
              <a:ahLst/>
              <a:cxnLst/>
              <a:rect l="l" t="t" r="r" b="b"/>
              <a:pathLst>
                <a:path w="22599" h="19352" extrusionOk="0">
                  <a:moveTo>
                    <a:pt x="13469" y="1"/>
                  </a:moveTo>
                  <a:lnTo>
                    <a:pt x="1" y="4019"/>
                  </a:lnTo>
                  <a:lnTo>
                    <a:pt x="8390" y="19352"/>
                  </a:lnTo>
                  <a:lnTo>
                    <a:pt x="22598" y="13309"/>
                  </a:lnTo>
                  <a:lnTo>
                    <a:pt x="134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4362;p64">
              <a:extLst>
                <a:ext uri="{FF2B5EF4-FFF2-40B4-BE49-F238E27FC236}">
                  <a16:creationId xmlns:a16="http://schemas.microsoft.com/office/drawing/2014/main" id="{EB7DDC4B-D9E9-57BD-237A-058D72BDBEEF}"/>
                </a:ext>
              </a:extLst>
            </p:cNvPr>
            <p:cNvSpPr/>
            <p:nvPr/>
          </p:nvSpPr>
          <p:spPr>
            <a:xfrm>
              <a:off x="3770600" y="2755525"/>
              <a:ext cx="577825" cy="497600"/>
            </a:xfrm>
            <a:custGeom>
              <a:avLst/>
              <a:gdLst/>
              <a:ahLst/>
              <a:cxnLst/>
              <a:rect l="l" t="t" r="r" b="b"/>
              <a:pathLst>
                <a:path w="23113" h="19904" extrusionOk="0">
                  <a:moveTo>
                    <a:pt x="13623" y="577"/>
                  </a:moveTo>
                  <a:lnTo>
                    <a:pt x="22437" y="13449"/>
                  </a:lnTo>
                  <a:lnTo>
                    <a:pt x="8776" y="19299"/>
                  </a:lnTo>
                  <a:lnTo>
                    <a:pt x="675" y="4449"/>
                  </a:lnTo>
                  <a:lnTo>
                    <a:pt x="13623" y="577"/>
                  </a:lnTo>
                  <a:close/>
                  <a:moveTo>
                    <a:pt x="13721" y="1"/>
                  </a:moveTo>
                  <a:cubicBezTo>
                    <a:pt x="13692" y="1"/>
                    <a:pt x="13662" y="5"/>
                    <a:pt x="13630" y="13"/>
                  </a:cubicBezTo>
                  <a:lnTo>
                    <a:pt x="193" y="4031"/>
                  </a:lnTo>
                  <a:cubicBezTo>
                    <a:pt x="129" y="4063"/>
                    <a:pt x="65" y="4095"/>
                    <a:pt x="33" y="4192"/>
                  </a:cubicBezTo>
                  <a:cubicBezTo>
                    <a:pt x="0" y="4256"/>
                    <a:pt x="0" y="4352"/>
                    <a:pt x="33" y="4417"/>
                  </a:cubicBezTo>
                  <a:lnTo>
                    <a:pt x="8422" y="19749"/>
                  </a:lnTo>
                  <a:cubicBezTo>
                    <a:pt x="8469" y="19844"/>
                    <a:pt x="8551" y="19903"/>
                    <a:pt x="8642" y="19903"/>
                  </a:cubicBezTo>
                  <a:cubicBezTo>
                    <a:pt x="8675" y="19903"/>
                    <a:pt x="8709" y="19895"/>
                    <a:pt x="8744" y="19878"/>
                  </a:cubicBezTo>
                  <a:lnTo>
                    <a:pt x="22952" y="13803"/>
                  </a:lnTo>
                  <a:cubicBezTo>
                    <a:pt x="23016" y="13771"/>
                    <a:pt x="23080" y="13706"/>
                    <a:pt x="23112" y="13642"/>
                  </a:cubicBezTo>
                  <a:cubicBezTo>
                    <a:pt x="23112" y="13578"/>
                    <a:pt x="23112" y="13481"/>
                    <a:pt x="23048" y="13417"/>
                  </a:cubicBezTo>
                  <a:lnTo>
                    <a:pt x="13951" y="109"/>
                  </a:lnTo>
                  <a:cubicBezTo>
                    <a:pt x="13879" y="37"/>
                    <a:pt x="13806" y="1"/>
                    <a:pt x="13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4363;p64">
              <a:extLst>
                <a:ext uri="{FF2B5EF4-FFF2-40B4-BE49-F238E27FC236}">
                  <a16:creationId xmlns:a16="http://schemas.microsoft.com/office/drawing/2014/main" id="{8A5A5151-00ED-C8BE-77FB-D98C769E5937}"/>
                </a:ext>
              </a:extLst>
            </p:cNvPr>
            <p:cNvSpPr/>
            <p:nvPr/>
          </p:nvSpPr>
          <p:spPr>
            <a:xfrm>
              <a:off x="3632675" y="2195225"/>
              <a:ext cx="140350" cy="44725"/>
            </a:xfrm>
            <a:custGeom>
              <a:avLst/>
              <a:gdLst/>
              <a:ahLst/>
              <a:cxnLst/>
              <a:rect l="l" t="t" r="r" b="b"/>
              <a:pathLst>
                <a:path w="5614" h="1789" extrusionOk="0">
                  <a:moveTo>
                    <a:pt x="5228" y="0"/>
                  </a:moveTo>
                  <a:cubicBezTo>
                    <a:pt x="4547" y="0"/>
                    <a:pt x="3203" y="502"/>
                    <a:pt x="3203" y="502"/>
                  </a:cubicBezTo>
                  <a:cubicBezTo>
                    <a:pt x="3203" y="502"/>
                    <a:pt x="2961" y="476"/>
                    <a:pt x="2612" y="476"/>
                  </a:cubicBezTo>
                  <a:cubicBezTo>
                    <a:pt x="2087" y="476"/>
                    <a:pt x="1319" y="534"/>
                    <a:pt x="760" y="824"/>
                  </a:cubicBezTo>
                  <a:cubicBezTo>
                    <a:pt x="1" y="1203"/>
                    <a:pt x="2468" y="1789"/>
                    <a:pt x="3895" y="1789"/>
                  </a:cubicBezTo>
                  <a:cubicBezTo>
                    <a:pt x="4159" y="1789"/>
                    <a:pt x="4387" y="1769"/>
                    <a:pt x="4553" y="1724"/>
                  </a:cubicBezTo>
                  <a:cubicBezTo>
                    <a:pt x="5614" y="1402"/>
                    <a:pt x="5614" y="824"/>
                    <a:pt x="5614" y="213"/>
                  </a:cubicBezTo>
                  <a:cubicBezTo>
                    <a:pt x="5614" y="58"/>
                    <a:pt x="5459" y="0"/>
                    <a:pt x="52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4364;p64">
              <a:extLst>
                <a:ext uri="{FF2B5EF4-FFF2-40B4-BE49-F238E27FC236}">
                  <a16:creationId xmlns:a16="http://schemas.microsoft.com/office/drawing/2014/main" id="{00544069-8FCC-F17F-5DC3-8DACD731E232}"/>
                </a:ext>
              </a:extLst>
            </p:cNvPr>
            <p:cNvSpPr/>
            <p:nvPr/>
          </p:nvSpPr>
          <p:spPr>
            <a:xfrm>
              <a:off x="3641225" y="2188475"/>
              <a:ext cx="139050" cy="57900"/>
            </a:xfrm>
            <a:custGeom>
              <a:avLst/>
              <a:gdLst/>
              <a:ahLst/>
              <a:cxnLst/>
              <a:rect l="l" t="t" r="r" b="b"/>
              <a:pathLst>
                <a:path w="5562" h="2316" extrusionOk="0">
                  <a:moveTo>
                    <a:pt x="5014" y="547"/>
                  </a:moveTo>
                  <a:cubicBezTo>
                    <a:pt x="5010" y="810"/>
                    <a:pt x="4975" y="1044"/>
                    <a:pt x="4886" y="1222"/>
                  </a:cubicBezTo>
                  <a:cubicBezTo>
                    <a:pt x="4822" y="1415"/>
                    <a:pt x="4629" y="1576"/>
                    <a:pt x="4147" y="1737"/>
                  </a:cubicBezTo>
                  <a:cubicBezTo>
                    <a:pt x="4018" y="1769"/>
                    <a:pt x="3793" y="1801"/>
                    <a:pt x="3536" y="1801"/>
                  </a:cubicBezTo>
                  <a:cubicBezTo>
                    <a:pt x="2957" y="1801"/>
                    <a:pt x="2154" y="1672"/>
                    <a:pt x="1511" y="1544"/>
                  </a:cubicBezTo>
                  <a:cubicBezTo>
                    <a:pt x="1190" y="1447"/>
                    <a:pt x="900" y="1351"/>
                    <a:pt x="707" y="1286"/>
                  </a:cubicBezTo>
                  <a:cubicBezTo>
                    <a:pt x="695" y="1281"/>
                    <a:pt x="683" y="1273"/>
                    <a:pt x="672" y="1266"/>
                  </a:cubicBezTo>
                  <a:lnTo>
                    <a:pt x="672" y="1266"/>
                  </a:lnTo>
                  <a:cubicBezTo>
                    <a:pt x="1150" y="1083"/>
                    <a:pt x="1808" y="1029"/>
                    <a:pt x="2250" y="1029"/>
                  </a:cubicBezTo>
                  <a:lnTo>
                    <a:pt x="2957" y="1029"/>
                  </a:lnTo>
                  <a:cubicBezTo>
                    <a:pt x="2957" y="1029"/>
                    <a:pt x="3022" y="997"/>
                    <a:pt x="3150" y="965"/>
                  </a:cubicBezTo>
                  <a:cubicBezTo>
                    <a:pt x="3375" y="869"/>
                    <a:pt x="3697" y="772"/>
                    <a:pt x="4018" y="676"/>
                  </a:cubicBezTo>
                  <a:cubicBezTo>
                    <a:pt x="4340" y="611"/>
                    <a:pt x="4693" y="547"/>
                    <a:pt x="4886" y="547"/>
                  </a:cubicBezTo>
                  <a:close/>
                  <a:moveTo>
                    <a:pt x="4886" y="1"/>
                  </a:moveTo>
                  <a:cubicBezTo>
                    <a:pt x="4500" y="1"/>
                    <a:pt x="3986" y="129"/>
                    <a:pt x="3536" y="258"/>
                  </a:cubicBezTo>
                  <a:cubicBezTo>
                    <a:pt x="3179" y="368"/>
                    <a:pt x="2869" y="477"/>
                    <a:pt x="2786" y="507"/>
                  </a:cubicBezTo>
                  <a:lnTo>
                    <a:pt x="2786" y="507"/>
                  </a:lnTo>
                  <a:cubicBezTo>
                    <a:pt x="2685" y="498"/>
                    <a:pt x="2490" y="483"/>
                    <a:pt x="2250" y="483"/>
                  </a:cubicBezTo>
                  <a:cubicBezTo>
                    <a:pt x="1704" y="483"/>
                    <a:pt x="932" y="547"/>
                    <a:pt x="289" y="836"/>
                  </a:cubicBezTo>
                  <a:lnTo>
                    <a:pt x="322" y="836"/>
                  </a:lnTo>
                  <a:cubicBezTo>
                    <a:pt x="225" y="869"/>
                    <a:pt x="161" y="901"/>
                    <a:pt x="129" y="965"/>
                  </a:cubicBezTo>
                  <a:cubicBezTo>
                    <a:pt x="64" y="1029"/>
                    <a:pt x="0" y="1126"/>
                    <a:pt x="0" y="1254"/>
                  </a:cubicBezTo>
                  <a:cubicBezTo>
                    <a:pt x="0" y="1319"/>
                    <a:pt x="32" y="1383"/>
                    <a:pt x="64" y="1447"/>
                  </a:cubicBezTo>
                  <a:cubicBezTo>
                    <a:pt x="129" y="1544"/>
                    <a:pt x="225" y="1608"/>
                    <a:pt x="322" y="1672"/>
                  </a:cubicBezTo>
                  <a:cubicBezTo>
                    <a:pt x="482" y="1769"/>
                    <a:pt x="675" y="1865"/>
                    <a:pt x="932" y="1929"/>
                  </a:cubicBezTo>
                  <a:cubicBezTo>
                    <a:pt x="1672" y="2154"/>
                    <a:pt x="2732" y="2315"/>
                    <a:pt x="3536" y="2315"/>
                  </a:cubicBezTo>
                  <a:cubicBezTo>
                    <a:pt x="3825" y="2315"/>
                    <a:pt x="4083" y="2315"/>
                    <a:pt x="4275" y="2251"/>
                  </a:cubicBezTo>
                  <a:cubicBezTo>
                    <a:pt x="4854" y="2090"/>
                    <a:pt x="5208" y="1801"/>
                    <a:pt x="5368" y="1479"/>
                  </a:cubicBezTo>
                  <a:cubicBezTo>
                    <a:pt x="5561" y="1126"/>
                    <a:pt x="5529" y="772"/>
                    <a:pt x="5529" y="483"/>
                  </a:cubicBezTo>
                  <a:cubicBezTo>
                    <a:pt x="5529" y="386"/>
                    <a:pt x="5529" y="290"/>
                    <a:pt x="5465" y="226"/>
                  </a:cubicBezTo>
                  <a:cubicBezTo>
                    <a:pt x="5400" y="129"/>
                    <a:pt x="5272" y="65"/>
                    <a:pt x="5175" y="33"/>
                  </a:cubicBezTo>
                  <a:cubicBezTo>
                    <a:pt x="5079" y="1"/>
                    <a:pt x="4983" y="1"/>
                    <a:pt x="48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4365;p64">
              <a:extLst>
                <a:ext uri="{FF2B5EF4-FFF2-40B4-BE49-F238E27FC236}">
                  <a16:creationId xmlns:a16="http://schemas.microsoft.com/office/drawing/2014/main" id="{D72E1081-7B40-DB7B-90E5-617FA50C5D60}"/>
                </a:ext>
              </a:extLst>
            </p:cNvPr>
            <p:cNvSpPr/>
            <p:nvPr/>
          </p:nvSpPr>
          <p:spPr>
            <a:xfrm>
              <a:off x="3140575" y="1556850"/>
              <a:ext cx="648525" cy="757200"/>
            </a:xfrm>
            <a:custGeom>
              <a:avLst/>
              <a:gdLst/>
              <a:ahLst/>
              <a:cxnLst/>
              <a:rect l="l" t="t" r="r" b="b"/>
              <a:pathLst>
                <a:path w="25941" h="30288" extrusionOk="0">
                  <a:moveTo>
                    <a:pt x="9451" y="0"/>
                  </a:moveTo>
                  <a:cubicBezTo>
                    <a:pt x="9450" y="0"/>
                    <a:pt x="6300" y="1125"/>
                    <a:pt x="4725" y="3054"/>
                  </a:cubicBezTo>
                  <a:cubicBezTo>
                    <a:pt x="3150" y="5015"/>
                    <a:pt x="2411" y="10094"/>
                    <a:pt x="2057" y="12311"/>
                  </a:cubicBezTo>
                  <a:cubicBezTo>
                    <a:pt x="1672" y="14529"/>
                    <a:pt x="0" y="22983"/>
                    <a:pt x="932" y="23980"/>
                  </a:cubicBezTo>
                  <a:cubicBezTo>
                    <a:pt x="1865" y="25009"/>
                    <a:pt x="11765" y="28448"/>
                    <a:pt x="13726" y="28994"/>
                  </a:cubicBezTo>
                  <a:cubicBezTo>
                    <a:pt x="15551" y="29512"/>
                    <a:pt x="17722" y="30288"/>
                    <a:pt x="19039" y="30288"/>
                  </a:cubicBezTo>
                  <a:cubicBezTo>
                    <a:pt x="19114" y="30288"/>
                    <a:pt x="19186" y="30285"/>
                    <a:pt x="19255" y="30280"/>
                  </a:cubicBezTo>
                  <a:cubicBezTo>
                    <a:pt x="20573" y="30184"/>
                    <a:pt x="21858" y="29284"/>
                    <a:pt x="21858" y="29284"/>
                  </a:cubicBezTo>
                  <a:cubicBezTo>
                    <a:pt x="21858" y="29284"/>
                    <a:pt x="24076" y="30280"/>
                    <a:pt x="24655" y="30280"/>
                  </a:cubicBezTo>
                  <a:cubicBezTo>
                    <a:pt x="25201" y="30280"/>
                    <a:pt x="25941" y="29284"/>
                    <a:pt x="25298" y="28255"/>
                  </a:cubicBezTo>
                  <a:cubicBezTo>
                    <a:pt x="24655" y="27227"/>
                    <a:pt x="22823" y="25748"/>
                    <a:pt x="21826" y="25748"/>
                  </a:cubicBezTo>
                  <a:cubicBezTo>
                    <a:pt x="20798" y="25748"/>
                    <a:pt x="17037" y="26294"/>
                    <a:pt x="17037" y="26294"/>
                  </a:cubicBezTo>
                  <a:cubicBezTo>
                    <a:pt x="17037" y="26294"/>
                    <a:pt x="10640" y="23080"/>
                    <a:pt x="8808" y="21762"/>
                  </a:cubicBezTo>
                  <a:cubicBezTo>
                    <a:pt x="6943" y="20476"/>
                    <a:pt x="5561" y="18998"/>
                    <a:pt x="5561" y="18998"/>
                  </a:cubicBezTo>
                  <a:lnTo>
                    <a:pt x="9354" y="7136"/>
                  </a:lnTo>
                  <a:lnTo>
                    <a:pt x="94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4366;p64">
              <a:extLst>
                <a:ext uri="{FF2B5EF4-FFF2-40B4-BE49-F238E27FC236}">
                  <a16:creationId xmlns:a16="http://schemas.microsoft.com/office/drawing/2014/main" id="{ED25C6DF-4B21-5AD1-FDDB-DEF59B34BCDF}"/>
                </a:ext>
              </a:extLst>
            </p:cNvPr>
            <p:cNvSpPr/>
            <p:nvPr/>
          </p:nvSpPr>
          <p:spPr>
            <a:xfrm>
              <a:off x="3150200" y="1550200"/>
              <a:ext cx="635700" cy="770900"/>
            </a:xfrm>
            <a:custGeom>
              <a:avLst/>
              <a:gdLst/>
              <a:ahLst/>
              <a:cxnLst/>
              <a:rect l="l" t="t" r="r" b="b"/>
              <a:pathLst>
                <a:path w="25428" h="30836" extrusionOk="0">
                  <a:moveTo>
                    <a:pt x="9049" y="1"/>
                  </a:moveTo>
                  <a:cubicBezTo>
                    <a:pt x="9023" y="1"/>
                    <a:pt x="8997" y="3"/>
                    <a:pt x="8969" y="9"/>
                  </a:cubicBezTo>
                  <a:cubicBezTo>
                    <a:pt x="8969" y="9"/>
                    <a:pt x="8166" y="298"/>
                    <a:pt x="7169" y="845"/>
                  </a:cubicBezTo>
                  <a:cubicBezTo>
                    <a:pt x="6173" y="1359"/>
                    <a:pt x="4951" y="2131"/>
                    <a:pt x="4148" y="3159"/>
                  </a:cubicBezTo>
                  <a:cubicBezTo>
                    <a:pt x="3280" y="4188"/>
                    <a:pt x="2733" y="5988"/>
                    <a:pt x="2283" y="7788"/>
                  </a:cubicBezTo>
                  <a:cubicBezTo>
                    <a:pt x="1865" y="9588"/>
                    <a:pt x="1576" y="11420"/>
                    <a:pt x="1383" y="12545"/>
                  </a:cubicBezTo>
                  <a:cubicBezTo>
                    <a:pt x="1255" y="13413"/>
                    <a:pt x="901" y="15245"/>
                    <a:pt x="580" y="17238"/>
                  </a:cubicBezTo>
                  <a:cubicBezTo>
                    <a:pt x="290" y="19199"/>
                    <a:pt x="1" y="21289"/>
                    <a:pt x="1" y="22735"/>
                  </a:cubicBezTo>
                  <a:cubicBezTo>
                    <a:pt x="1" y="23121"/>
                    <a:pt x="33" y="23474"/>
                    <a:pt x="65" y="23732"/>
                  </a:cubicBezTo>
                  <a:cubicBezTo>
                    <a:pt x="130" y="24021"/>
                    <a:pt x="194" y="24246"/>
                    <a:pt x="355" y="24439"/>
                  </a:cubicBezTo>
                  <a:cubicBezTo>
                    <a:pt x="515" y="24632"/>
                    <a:pt x="772" y="24792"/>
                    <a:pt x="1158" y="24985"/>
                  </a:cubicBezTo>
                  <a:cubicBezTo>
                    <a:pt x="2444" y="25660"/>
                    <a:pt x="5048" y="26657"/>
                    <a:pt x="7523" y="27589"/>
                  </a:cubicBezTo>
                  <a:cubicBezTo>
                    <a:pt x="10030" y="28489"/>
                    <a:pt x="12377" y="29260"/>
                    <a:pt x="13244" y="29518"/>
                  </a:cubicBezTo>
                  <a:cubicBezTo>
                    <a:pt x="14177" y="29775"/>
                    <a:pt x="15173" y="30096"/>
                    <a:pt x="16137" y="30353"/>
                  </a:cubicBezTo>
                  <a:cubicBezTo>
                    <a:pt x="17070" y="30643"/>
                    <a:pt x="17970" y="30836"/>
                    <a:pt x="18677" y="30836"/>
                  </a:cubicBezTo>
                  <a:lnTo>
                    <a:pt x="18902" y="30836"/>
                  </a:lnTo>
                  <a:cubicBezTo>
                    <a:pt x="19609" y="30771"/>
                    <a:pt x="20284" y="30514"/>
                    <a:pt x="20798" y="30257"/>
                  </a:cubicBezTo>
                  <a:cubicBezTo>
                    <a:pt x="21113" y="30089"/>
                    <a:pt x="21373" y="29935"/>
                    <a:pt x="21516" y="29839"/>
                  </a:cubicBezTo>
                  <a:lnTo>
                    <a:pt x="21516" y="29839"/>
                  </a:lnTo>
                  <a:cubicBezTo>
                    <a:pt x="21718" y="29931"/>
                    <a:pt x="22119" y="30110"/>
                    <a:pt x="22566" y="30289"/>
                  </a:cubicBezTo>
                  <a:cubicBezTo>
                    <a:pt x="22856" y="30418"/>
                    <a:pt x="23209" y="30546"/>
                    <a:pt x="23499" y="30643"/>
                  </a:cubicBezTo>
                  <a:cubicBezTo>
                    <a:pt x="23788" y="30739"/>
                    <a:pt x="24045" y="30803"/>
                    <a:pt x="24270" y="30836"/>
                  </a:cubicBezTo>
                  <a:cubicBezTo>
                    <a:pt x="24559" y="30803"/>
                    <a:pt x="24849" y="30643"/>
                    <a:pt x="25074" y="30386"/>
                  </a:cubicBezTo>
                  <a:cubicBezTo>
                    <a:pt x="25266" y="30096"/>
                    <a:pt x="25427" y="29743"/>
                    <a:pt x="25427" y="29357"/>
                  </a:cubicBezTo>
                  <a:cubicBezTo>
                    <a:pt x="25427" y="29035"/>
                    <a:pt x="25331" y="28682"/>
                    <a:pt x="25138" y="28360"/>
                  </a:cubicBezTo>
                  <a:cubicBezTo>
                    <a:pt x="24784" y="27814"/>
                    <a:pt x="24141" y="27171"/>
                    <a:pt x="23466" y="26657"/>
                  </a:cubicBezTo>
                  <a:cubicBezTo>
                    <a:pt x="23113" y="26400"/>
                    <a:pt x="22759" y="26175"/>
                    <a:pt x="22438" y="26014"/>
                  </a:cubicBezTo>
                  <a:cubicBezTo>
                    <a:pt x="22084" y="25853"/>
                    <a:pt x="21763" y="25725"/>
                    <a:pt x="21441" y="25725"/>
                  </a:cubicBezTo>
                  <a:cubicBezTo>
                    <a:pt x="20895" y="25725"/>
                    <a:pt x="19705" y="25885"/>
                    <a:pt x="18613" y="26014"/>
                  </a:cubicBezTo>
                  <a:cubicBezTo>
                    <a:pt x="17730" y="26148"/>
                    <a:pt x="16937" y="26259"/>
                    <a:pt x="16695" y="26293"/>
                  </a:cubicBezTo>
                  <a:lnTo>
                    <a:pt x="16695" y="26293"/>
                  </a:lnTo>
                  <a:cubicBezTo>
                    <a:pt x="16548" y="26219"/>
                    <a:pt x="16217" y="26054"/>
                    <a:pt x="15752" y="25821"/>
                  </a:cubicBezTo>
                  <a:cubicBezTo>
                    <a:pt x="14820" y="25307"/>
                    <a:pt x="13373" y="24567"/>
                    <a:pt x="11959" y="23796"/>
                  </a:cubicBezTo>
                  <a:cubicBezTo>
                    <a:pt x="10576" y="23057"/>
                    <a:pt x="9259" y="22285"/>
                    <a:pt x="8584" y="21803"/>
                  </a:cubicBezTo>
                  <a:cubicBezTo>
                    <a:pt x="7651" y="21160"/>
                    <a:pt x="6848" y="20485"/>
                    <a:pt x="6269" y="19971"/>
                  </a:cubicBezTo>
                  <a:cubicBezTo>
                    <a:pt x="6012" y="19714"/>
                    <a:pt x="5755" y="19489"/>
                    <a:pt x="5626" y="19328"/>
                  </a:cubicBezTo>
                  <a:cubicBezTo>
                    <a:pt x="5564" y="19266"/>
                    <a:pt x="5516" y="19217"/>
                    <a:pt x="5480" y="19182"/>
                  </a:cubicBezTo>
                  <a:lnTo>
                    <a:pt x="5480" y="19182"/>
                  </a:lnTo>
                  <a:lnTo>
                    <a:pt x="9226" y="7499"/>
                  </a:lnTo>
                  <a:cubicBezTo>
                    <a:pt x="9259" y="7338"/>
                    <a:pt x="9194" y="7177"/>
                    <a:pt x="9066" y="7145"/>
                  </a:cubicBezTo>
                  <a:cubicBezTo>
                    <a:pt x="9038" y="7140"/>
                    <a:pt x="9011" y="7137"/>
                    <a:pt x="8986" y="7137"/>
                  </a:cubicBezTo>
                  <a:cubicBezTo>
                    <a:pt x="8863" y="7137"/>
                    <a:pt x="8765" y="7199"/>
                    <a:pt x="8712" y="7306"/>
                  </a:cubicBezTo>
                  <a:lnTo>
                    <a:pt x="4919" y="19167"/>
                  </a:lnTo>
                  <a:cubicBezTo>
                    <a:pt x="4887" y="19264"/>
                    <a:pt x="4919" y="19360"/>
                    <a:pt x="4983" y="19424"/>
                  </a:cubicBezTo>
                  <a:cubicBezTo>
                    <a:pt x="4983" y="19456"/>
                    <a:pt x="6398" y="20935"/>
                    <a:pt x="8262" y="22253"/>
                  </a:cubicBezTo>
                  <a:cubicBezTo>
                    <a:pt x="9226" y="22928"/>
                    <a:pt x="11284" y="24053"/>
                    <a:pt x="13116" y="25017"/>
                  </a:cubicBezTo>
                  <a:cubicBezTo>
                    <a:pt x="14948" y="26014"/>
                    <a:pt x="16523" y="26817"/>
                    <a:pt x="16523" y="26817"/>
                  </a:cubicBezTo>
                  <a:cubicBezTo>
                    <a:pt x="16587" y="26850"/>
                    <a:pt x="16652" y="26850"/>
                    <a:pt x="16684" y="26850"/>
                  </a:cubicBezTo>
                  <a:cubicBezTo>
                    <a:pt x="16716" y="26850"/>
                    <a:pt x="17648" y="26689"/>
                    <a:pt x="18709" y="26560"/>
                  </a:cubicBezTo>
                  <a:cubicBezTo>
                    <a:pt x="19770" y="26400"/>
                    <a:pt x="20959" y="26271"/>
                    <a:pt x="21441" y="26271"/>
                  </a:cubicBezTo>
                  <a:cubicBezTo>
                    <a:pt x="21634" y="26271"/>
                    <a:pt x="21891" y="26335"/>
                    <a:pt x="22181" y="26496"/>
                  </a:cubicBezTo>
                  <a:cubicBezTo>
                    <a:pt x="23113" y="26914"/>
                    <a:pt x="24238" y="27943"/>
                    <a:pt x="24688" y="28650"/>
                  </a:cubicBezTo>
                  <a:cubicBezTo>
                    <a:pt x="24816" y="28907"/>
                    <a:pt x="24881" y="29132"/>
                    <a:pt x="24881" y="29357"/>
                  </a:cubicBezTo>
                  <a:cubicBezTo>
                    <a:pt x="24881" y="29614"/>
                    <a:pt x="24784" y="29871"/>
                    <a:pt x="24656" y="30032"/>
                  </a:cubicBezTo>
                  <a:cubicBezTo>
                    <a:pt x="24495" y="30225"/>
                    <a:pt x="24334" y="30289"/>
                    <a:pt x="24270" y="30289"/>
                  </a:cubicBezTo>
                  <a:cubicBezTo>
                    <a:pt x="24174" y="30289"/>
                    <a:pt x="23949" y="30225"/>
                    <a:pt x="23659" y="30128"/>
                  </a:cubicBezTo>
                  <a:cubicBezTo>
                    <a:pt x="23241" y="30000"/>
                    <a:pt x="22727" y="29775"/>
                    <a:pt x="22309" y="29614"/>
                  </a:cubicBezTo>
                  <a:cubicBezTo>
                    <a:pt x="21891" y="29421"/>
                    <a:pt x="21602" y="29293"/>
                    <a:pt x="21602" y="29293"/>
                  </a:cubicBezTo>
                  <a:cubicBezTo>
                    <a:pt x="21562" y="29279"/>
                    <a:pt x="21522" y="29271"/>
                    <a:pt x="21482" y="29271"/>
                  </a:cubicBezTo>
                  <a:cubicBezTo>
                    <a:pt x="21426" y="29271"/>
                    <a:pt x="21369" y="29287"/>
                    <a:pt x="21313" y="29325"/>
                  </a:cubicBezTo>
                  <a:lnTo>
                    <a:pt x="21281" y="29357"/>
                  </a:lnTo>
                  <a:cubicBezTo>
                    <a:pt x="21023" y="29518"/>
                    <a:pt x="19898" y="30225"/>
                    <a:pt x="18870" y="30289"/>
                  </a:cubicBezTo>
                  <a:lnTo>
                    <a:pt x="18677" y="30289"/>
                  </a:lnTo>
                  <a:cubicBezTo>
                    <a:pt x="18066" y="30289"/>
                    <a:pt x="17198" y="30096"/>
                    <a:pt x="16266" y="29839"/>
                  </a:cubicBezTo>
                  <a:cubicBezTo>
                    <a:pt x="15334" y="29582"/>
                    <a:pt x="14337" y="29260"/>
                    <a:pt x="13405" y="29003"/>
                  </a:cubicBezTo>
                  <a:cubicBezTo>
                    <a:pt x="12441" y="28714"/>
                    <a:pt x="9484" y="27718"/>
                    <a:pt x="6655" y="26689"/>
                  </a:cubicBezTo>
                  <a:cubicBezTo>
                    <a:pt x="5241" y="26142"/>
                    <a:pt x="3858" y="25628"/>
                    <a:pt x="2765" y="25146"/>
                  </a:cubicBezTo>
                  <a:cubicBezTo>
                    <a:pt x="2219" y="24921"/>
                    <a:pt x="1769" y="24696"/>
                    <a:pt x="1415" y="24503"/>
                  </a:cubicBezTo>
                  <a:cubicBezTo>
                    <a:pt x="1062" y="24310"/>
                    <a:pt x="805" y="24149"/>
                    <a:pt x="740" y="24085"/>
                  </a:cubicBezTo>
                  <a:cubicBezTo>
                    <a:pt x="708" y="24053"/>
                    <a:pt x="644" y="23892"/>
                    <a:pt x="612" y="23667"/>
                  </a:cubicBezTo>
                  <a:cubicBezTo>
                    <a:pt x="547" y="23410"/>
                    <a:pt x="547" y="23089"/>
                    <a:pt x="547" y="22735"/>
                  </a:cubicBezTo>
                  <a:cubicBezTo>
                    <a:pt x="547" y="21353"/>
                    <a:pt x="805" y="19264"/>
                    <a:pt x="1126" y="17303"/>
                  </a:cubicBezTo>
                  <a:cubicBezTo>
                    <a:pt x="1415" y="15342"/>
                    <a:pt x="1769" y="13510"/>
                    <a:pt x="1930" y="12642"/>
                  </a:cubicBezTo>
                  <a:cubicBezTo>
                    <a:pt x="2122" y="11517"/>
                    <a:pt x="2380" y="9684"/>
                    <a:pt x="2798" y="7917"/>
                  </a:cubicBezTo>
                  <a:cubicBezTo>
                    <a:pt x="3215" y="6149"/>
                    <a:pt x="3826" y="4381"/>
                    <a:pt x="4565" y="3481"/>
                  </a:cubicBezTo>
                  <a:cubicBezTo>
                    <a:pt x="5305" y="2581"/>
                    <a:pt x="6462" y="1809"/>
                    <a:pt x="7426" y="1295"/>
                  </a:cubicBezTo>
                  <a:cubicBezTo>
                    <a:pt x="7908" y="1038"/>
                    <a:pt x="8326" y="845"/>
                    <a:pt x="8648" y="716"/>
                  </a:cubicBezTo>
                  <a:cubicBezTo>
                    <a:pt x="8809" y="652"/>
                    <a:pt x="8937" y="620"/>
                    <a:pt x="9034" y="588"/>
                  </a:cubicBezTo>
                  <a:cubicBezTo>
                    <a:pt x="9098" y="523"/>
                    <a:pt x="9162" y="523"/>
                    <a:pt x="9162" y="523"/>
                  </a:cubicBezTo>
                  <a:cubicBezTo>
                    <a:pt x="9291" y="459"/>
                    <a:pt x="9355" y="330"/>
                    <a:pt x="9323" y="170"/>
                  </a:cubicBezTo>
                  <a:cubicBezTo>
                    <a:pt x="9270" y="63"/>
                    <a:pt x="9172" y="1"/>
                    <a:pt x="9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4367;p64">
              <a:extLst>
                <a:ext uri="{FF2B5EF4-FFF2-40B4-BE49-F238E27FC236}">
                  <a16:creationId xmlns:a16="http://schemas.microsoft.com/office/drawing/2014/main" id="{08E93E69-20FB-E0E4-4B81-9D067EA4A919}"/>
                </a:ext>
              </a:extLst>
            </p:cNvPr>
            <p:cNvSpPr/>
            <p:nvPr/>
          </p:nvSpPr>
          <p:spPr>
            <a:xfrm>
              <a:off x="3475675" y="2192500"/>
              <a:ext cx="313425" cy="121550"/>
            </a:xfrm>
            <a:custGeom>
              <a:avLst/>
              <a:gdLst/>
              <a:ahLst/>
              <a:cxnLst/>
              <a:rect l="l" t="t" r="r" b="b"/>
              <a:pathLst>
                <a:path w="12537" h="4862" extrusionOk="0">
                  <a:moveTo>
                    <a:pt x="1929" y="0"/>
                  </a:moveTo>
                  <a:cubicBezTo>
                    <a:pt x="1254" y="515"/>
                    <a:pt x="450" y="1286"/>
                    <a:pt x="225" y="2186"/>
                  </a:cubicBezTo>
                  <a:cubicBezTo>
                    <a:pt x="65" y="2668"/>
                    <a:pt x="33" y="3118"/>
                    <a:pt x="0" y="3472"/>
                  </a:cubicBezTo>
                  <a:cubicBezTo>
                    <a:pt x="129" y="3504"/>
                    <a:pt x="225" y="3536"/>
                    <a:pt x="322" y="3568"/>
                  </a:cubicBezTo>
                  <a:cubicBezTo>
                    <a:pt x="2147" y="4086"/>
                    <a:pt x="4318" y="4862"/>
                    <a:pt x="5635" y="4862"/>
                  </a:cubicBezTo>
                  <a:cubicBezTo>
                    <a:pt x="5710" y="4862"/>
                    <a:pt x="5782" y="4859"/>
                    <a:pt x="5851" y="4854"/>
                  </a:cubicBezTo>
                  <a:cubicBezTo>
                    <a:pt x="7169" y="4758"/>
                    <a:pt x="8454" y="3858"/>
                    <a:pt x="8454" y="3858"/>
                  </a:cubicBezTo>
                  <a:cubicBezTo>
                    <a:pt x="8454" y="3858"/>
                    <a:pt x="10672" y="4854"/>
                    <a:pt x="11251" y="4854"/>
                  </a:cubicBezTo>
                  <a:cubicBezTo>
                    <a:pt x="11797" y="4854"/>
                    <a:pt x="12537" y="3858"/>
                    <a:pt x="11894" y="2829"/>
                  </a:cubicBezTo>
                  <a:cubicBezTo>
                    <a:pt x="11251" y="1801"/>
                    <a:pt x="9419" y="322"/>
                    <a:pt x="8422" y="322"/>
                  </a:cubicBezTo>
                  <a:cubicBezTo>
                    <a:pt x="7394" y="322"/>
                    <a:pt x="3633" y="868"/>
                    <a:pt x="3633" y="868"/>
                  </a:cubicBezTo>
                  <a:cubicBezTo>
                    <a:pt x="3633" y="868"/>
                    <a:pt x="2926" y="515"/>
                    <a:pt x="192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4368;p64">
              <a:extLst>
                <a:ext uri="{FF2B5EF4-FFF2-40B4-BE49-F238E27FC236}">
                  <a16:creationId xmlns:a16="http://schemas.microsoft.com/office/drawing/2014/main" id="{605D831D-69FF-D1EA-34D5-CAB990391083}"/>
                </a:ext>
              </a:extLst>
            </p:cNvPr>
            <p:cNvSpPr/>
            <p:nvPr/>
          </p:nvSpPr>
          <p:spPr>
            <a:xfrm>
              <a:off x="3469250" y="2185675"/>
              <a:ext cx="316650" cy="135425"/>
            </a:xfrm>
            <a:custGeom>
              <a:avLst/>
              <a:gdLst/>
              <a:ahLst/>
              <a:cxnLst/>
              <a:rect l="l" t="t" r="r" b="b"/>
              <a:pathLst>
                <a:path w="12666" h="5417" extrusionOk="0">
                  <a:moveTo>
                    <a:pt x="2228" y="589"/>
                  </a:moveTo>
                  <a:lnTo>
                    <a:pt x="2228" y="589"/>
                  </a:lnTo>
                  <a:cubicBezTo>
                    <a:pt x="3160" y="1084"/>
                    <a:pt x="3761" y="1398"/>
                    <a:pt x="3761" y="1398"/>
                  </a:cubicBezTo>
                  <a:cubicBezTo>
                    <a:pt x="3825" y="1431"/>
                    <a:pt x="3890" y="1431"/>
                    <a:pt x="3922" y="1431"/>
                  </a:cubicBezTo>
                  <a:cubicBezTo>
                    <a:pt x="3954" y="1431"/>
                    <a:pt x="4886" y="1270"/>
                    <a:pt x="5947" y="1141"/>
                  </a:cubicBezTo>
                  <a:cubicBezTo>
                    <a:pt x="7008" y="981"/>
                    <a:pt x="8197" y="852"/>
                    <a:pt x="8679" y="852"/>
                  </a:cubicBezTo>
                  <a:cubicBezTo>
                    <a:pt x="8872" y="852"/>
                    <a:pt x="9129" y="916"/>
                    <a:pt x="9419" y="1077"/>
                  </a:cubicBezTo>
                  <a:cubicBezTo>
                    <a:pt x="10351" y="1495"/>
                    <a:pt x="11476" y="2524"/>
                    <a:pt x="11926" y="3231"/>
                  </a:cubicBezTo>
                  <a:cubicBezTo>
                    <a:pt x="12054" y="3488"/>
                    <a:pt x="12119" y="3713"/>
                    <a:pt x="12119" y="3938"/>
                  </a:cubicBezTo>
                  <a:cubicBezTo>
                    <a:pt x="12119" y="4195"/>
                    <a:pt x="12022" y="4452"/>
                    <a:pt x="11894" y="4613"/>
                  </a:cubicBezTo>
                  <a:cubicBezTo>
                    <a:pt x="11733" y="4806"/>
                    <a:pt x="11572" y="4870"/>
                    <a:pt x="11508" y="4870"/>
                  </a:cubicBezTo>
                  <a:cubicBezTo>
                    <a:pt x="11412" y="4870"/>
                    <a:pt x="11187" y="4806"/>
                    <a:pt x="10897" y="4709"/>
                  </a:cubicBezTo>
                  <a:cubicBezTo>
                    <a:pt x="10479" y="4581"/>
                    <a:pt x="9965" y="4356"/>
                    <a:pt x="9547" y="4195"/>
                  </a:cubicBezTo>
                  <a:cubicBezTo>
                    <a:pt x="9129" y="4002"/>
                    <a:pt x="8840" y="3874"/>
                    <a:pt x="8840" y="3874"/>
                  </a:cubicBezTo>
                  <a:cubicBezTo>
                    <a:pt x="8800" y="3860"/>
                    <a:pt x="8760" y="3852"/>
                    <a:pt x="8720" y="3852"/>
                  </a:cubicBezTo>
                  <a:cubicBezTo>
                    <a:pt x="8664" y="3852"/>
                    <a:pt x="8607" y="3868"/>
                    <a:pt x="8551" y="3906"/>
                  </a:cubicBezTo>
                  <a:lnTo>
                    <a:pt x="8519" y="3938"/>
                  </a:lnTo>
                  <a:cubicBezTo>
                    <a:pt x="8261" y="4099"/>
                    <a:pt x="7136" y="4806"/>
                    <a:pt x="6108" y="4870"/>
                  </a:cubicBezTo>
                  <a:lnTo>
                    <a:pt x="5915" y="4870"/>
                  </a:lnTo>
                  <a:cubicBezTo>
                    <a:pt x="5304" y="4870"/>
                    <a:pt x="4436" y="4677"/>
                    <a:pt x="3504" y="4420"/>
                  </a:cubicBezTo>
                  <a:cubicBezTo>
                    <a:pt x="2572" y="4163"/>
                    <a:pt x="1575" y="3841"/>
                    <a:pt x="643" y="3584"/>
                  </a:cubicBezTo>
                  <a:cubicBezTo>
                    <a:pt x="612" y="3574"/>
                    <a:pt x="582" y="3564"/>
                    <a:pt x="551" y="3554"/>
                  </a:cubicBezTo>
                  <a:lnTo>
                    <a:pt x="551" y="3554"/>
                  </a:lnTo>
                  <a:cubicBezTo>
                    <a:pt x="563" y="3264"/>
                    <a:pt x="609" y="2915"/>
                    <a:pt x="740" y="2524"/>
                  </a:cubicBezTo>
                  <a:cubicBezTo>
                    <a:pt x="921" y="1769"/>
                    <a:pt x="1612" y="1071"/>
                    <a:pt x="2228" y="589"/>
                  </a:cubicBezTo>
                  <a:close/>
                  <a:moveTo>
                    <a:pt x="2158" y="0"/>
                  </a:moveTo>
                  <a:cubicBezTo>
                    <a:pt x="2106" y="0"/>
                    <a:pt x="2058" y="16"/>
                    <a:pt x="2025" y="48"/>
                  </a:cubicBezTo>
                  <a:cubicBezTo>
                    <a:pt x="1318" y="595"/>
                    <a:pt x="482" y="1366"/>
                    <a:pt x="225" y="2363"/>
                  </a:cubicBezTo>
                  <a:cubicBezTo>
                    <a:pt x="65" y="2909"/>
                    <a:pt x="0" y="3359"/>
                    <a:pt x="0" y="3745"/>
                  </a:cubicBezTo>
                  <a:cubicBezTo>
                    <a:pt x="0" y="3874"/>
                    <a:pt x="65" y="3970"/>
                    <a:pt x="193" y="4002"/>
                  </a:cubicBezTo>
                  <a:cubicBezTo>
                    <a:pt x="290" y="4034"/>
                    <a:pt x="418" y="4066"/>
                    <a:pt x="482" y="4099"/>
                  </a:cubicBezTo>
                  <a:cubicBezTo>
                    <a:pt x="1415" y="4356"/>
                    <a:pt x="2411" y="4677"/>
                    <a:pt x="3375" y="4934"/>
                  </a:cubicBezTo>
                  <a:cubicBezTo>
                    <a:pt x="4308" y="5224"/>
                    <a:pt x="5208" y="5417"/>
                    <a:pt x="5915" y="5417"/>
                  </a:cubicBezTo>
                  <a:lnTo>
                    <a:pt x="6140" y="5417"/>
                  </a:lnTo>
                  <a:cubicBezTo>
                    <a:pt x="6847" y="5352"/>
                    <a:pt x="7522" y="5095"/>
                    <a:pt x="8036" y="4838"/>
                  </a:cubicBezTo>
                  <a:cubicBezTo>
                    <a:pt x="8351" y="4670"/>
                    <a:pt x="8611" y="4516"/>
                    <a:pt x="8754" y="4420"/>
                  </a:cubicBezTo>
                  <a:lnTo>
                    <a:pt x="8754" y="4420"/>
                  </a:lnTo>
                  <a:cubicBezTo>
                    <a:pt x="8956" y="4512"/>
                    <a:pt x="9357" y="4691"/>
                    <a:pt x="9804" y="4870"/>
                  </a:cubicBezTo>
                  <a:cubicBezTo>
                    <a:pt x="10094" y="4999"/>
                    <a:pt x="10447" y="5127"/>
                    <a:pt x="10737" y="5224"/>
                  </a:cubicBezTo>
                  <a:cubicBezTo>
                    <a:pt x="11026" y="5320"/>
                    <a:pt x="11283" y="5384"/>
                    <a:pt x="11508" y="5417"/>
                  </a:cubicBezTo>
                  <a:cubicBezTo>
                    <a:pt x="11797" y="5384"/>
                    <a:pt x="12087" y="5224"/>
                    <a:pt x="12312" y="4967"/>
                  </a:cubicBezTo>
                  <a:cubicBezTo>
                    <a:pt x="12504" y="4677"/>
                    <a:pt x="12665" y="4324"/>
                    <a:pt x="12665" y="3938"/>
                  </a:cubicBezTo>
                  <a:cubicBezTo>
                    <a:pt x="12665" y="3616"/>
                    <a:pt x="12569" y="3263"/>
                    <a:pt x="12376" y="2941"/>
                  </a:cubicBezTo>
                  <a:cubicBezTo>
                    <a:pt x="12022" y="2395"/>
                    <a:pt x="11379" y="1752"/>
                    <a:pt x="10704" y="1238"/>
                  </a:cubicBezTo>
                  <a:cubicBezTo>
                    <a:pt x="10351" y="981"/>
                    <a:pt x="9997" y="756"/>
                    <a:pt x="9676" y="595"/>
                  </a:cubicBezTo>
                  <a:cubicBezTo>
                    <a:pt x="9322" y="434"/>
                    <a:pt x="9001" y="306"/>
                    <a:pt x="8679" y="306"/>
                  </a:cubicBezTo>
                  <a:cubicBezTo>
                    <a:pt x="8133" y="306"/>
                    <a:pt x="6943" y="466"/>
                    <a:pt x="5851" y="595"/>
                  </a:cubicBezTo>
                  <a:cubicBezTo>
                    <a:pt x="4969" y="728"/>
                    <a:pt x="4176" y="840"/>
                    <a:pt x="3933" y="874"/>
                  </a:cubicBezTo>
                  <a:lnTo>
                    <a:pt x="3933" y="874"/>
                  </a:lnTo>
                  <a:cubicBezTo>
                    <a:pt x="3717" y="765"/>
                    <a:pt x="3108" y="458"/>
                    <a:pt x="2315" y="48"/>
                  </a:cubicBezTo>
                  <a:cubicBezTo>
                    <a:pt x="2266" y="16"/>
                    <a:pt x="2210" y="0"/>
                    <a:pt x="2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4369;p64">
              <a:extLst>
                <a:ext uri="{FF2B5EF4-FFF2-40B4-BE49-F238E27FC236}">
                  <a16:creationId xmlns:a16="http://schemas.microsoft.com/office/drawing/2014/main" id="{B190DD4A-DA24-B63B-B4C0-CAB31F50D4EB}"/>
                </a:ext>
              </a:extLst>
            </p:cNvPr>
            <p:cNvSpPr/>
            <p:nvPr/>
          </p:nvSpPr>
          <p:spPr>
            <a:xfrm>
              <a:off x="2555550" y="1784050"/>
              <a:ext cx="278875" cy="381950"/>
            </a:xfrm>
            <a:custGeom>
              <a:avLst/>
              <a:gdLst/>
              <a:ahLst/>
              <a:cxnLst/>
              <a:rect l="l" t="t" r="r" b="b"/>
              <a:pathLst>
                <a:path w="11155" h="15278" extrusionOk="0">
                  <a:moveTo>
                    <a:pt x="3555" y="0"/>
                  </a:moveTo>
                  <a:cubicBezTo>
                    <a:pt x="3290" y="0"/>
                    <a:pt x="3034" y="34"/>
                    <a:pt x="2797" y="105"/>
                  </a:cubicBezTo>
                  <a:cubicBezTo>
                    <a:pt x="2507" y="170"/>
                    <a:pt x="354" y="2548"/>
                    <a:pt x="193" y="5249"/>
                  </a:cubicBezTo>
                  <a:cubicBezTo>
                    <a:pt x="0" y="7981"/>
                    <a:pt x="2057" y="12481"/>
                    <a:pt x="2443" y="13220"/>
                  </a:cubicBezTo>
                  <a:cubicBezTo>
                    <a:pt x="2797" y="13960"/>
                    <a:pt x="2347" y="15278"/>
                    <a:pt x="3279" y="15278"/>
                  </a:cubicBezTo>
                  <a:cubicBezTo>
                    <a:pt x="4211" y="15278"/>
                    <a:pt x="7104" y="10970"/>
                    <a:pt x="7104" y="10970"/>
                  </a:cubicBezTo>
                  <a:cubicBezTo>
                    <a:pt x="7104" y="10970"/>
                    <a:pt x="7431" y="10990"/>
                    <a:pt x="7891" y="10990"/>
                  </a:cubicBezTo>
                  <a:cubicBezTo>
                    <a:pt x="8886" y="10990"/>
                    <a:pt x="10505" y="10899"/>
                    <a:pt x="10768" y="10327"/>
                  </a:cubicBezTo>
                  <a:cubicBezTo>
                    <a:pt x="11154" y="9460"/>
                    <a:pt x="8133" y="4799"/>
                    <a:pt x="7490" y="2806"/>
                  </a:cubicBezTo>
                  <a:cubicBezTo>
                    <a:pt x="6942" y="1134"/>
                    <a:pt x="5086" y="0"/>
                    <a:pt x="3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4370;p64">
              <a:extLst>
                <a:ext uri="{FF2B5EF4-FFF2-40B4-BE49-F238E27FC236}">
                  <a16:creationId xmlns:a16="http://schemas.microsoft.com/office/drawing/2014/main" id="{5A1D8223-A0B8-7E71-EE1A-09ABE88ED456}"/>
                </a:ext>
              </a:extLst>
            </p:cNvPr>
            <p:cNvSpPr/>
            <p:nvPr/>
          </p:nvSpPr>
          <p:spPr>
            <a:xfrm>
              <a:off x="2553125" y="1777025"/>
              <a:ext cx="278875" cy="396200"/>
            </a:xfrm>
            <a:custGeom>
              <a:avLst/>
              <a:gdLst/>
              <a:ahLst/>
              <a:cxnLst/>
              <a:rect l="l" t="t" r="r" b="b"/>
              <a:pathLst>
                <a:path w="11155" h="15848" extrusionOk="0">
                  <a:moveTo>
                    <a:pt x="3633" y="547"/>
                  </a:moveTo>
                  <a:cubicBezTo>
                    <a:pt x="4340" y="547"/>
                    <a:pt x="5144" y="804"/>
                    <a:pt x="5819" y="1287"/>
                  </a:cubicBezTo>
                  <a:cubicBezTo>
                    <a:pt x="6526" y="1737"/>
                    <a:pt x="7072" y="2412"/>
                    <a:pt x="7330" y="3183"/>
                  </a:cubicBezTo>
                  <a:cubicBezTo>
                    <a:pt x="7651" y="4147"/>
                    <a:pt x="8487" y="5658"/>
                    <a:pt x="9226" y="7137"/>
                  </a:cubicBezTo>
                  <a:cubicBezTo>
                    <a:pt x="9612" y="7844"/>
                    <a:pt x="9965" y="8551"/>
                    <a:pt x="10223" y="9130"/>
                  </a:cubicBezTo>
                  <a:cubicBezTo>
                    <a:pt x="10351" y="9419"/>
                    <a:pt x="10448" y="9676"/>
                    <a:pt x="10544" y="9901"/>
                  </a:cubicBezTo>
                  <a:cubicBezTo>
                    <a:pt x="10608" y="10126"/>
                    <a:pt x="10640" y="10319"/>
                    <a:pt x="10640" y="10416"/>
                  </a:cubicBezTo>
                  <a:cubicBezTo>
                    <a:pt x="10640" y="10448"/>
                    <a:pt x="10640" y="10480"/>
                    <a:pt x="10608" y="10480"/>
                  </a:cubicBezTo>
                  <a:lnTo>
                    <a:pt x="10634" y="10492"/>
                  </a:lnTo>
                  <a:lnTo>
                    <a:pt x="10634" y="10492"/>
                  </a:lnTo>
                  <a:cubicBezTo>
                    <a:pt x="10596" y="10556"/>
                    <a:pt x="10502" y="10645"/>
                    <a:pt x="10351" y="10705"/>
                  </a:cubicBezTo>
                  <a:cubicBezTo>
                    <a:pt x="10062" y="10833"/>
                    <a:pt x="9644" y="10898"/>
                    <a:pt x="9226" y="10930"/>
                  </a:cubicBezTo>
                  <a:cubicBezTo>
                    <a:pt x="8776" y="10994"/>
                    <a:pt x="8326" y="10994"/>
                    <a:pt x="7973" y="10994"/>
                  </a:cubicBezTo>
                  <a:lnTo>
                    <a:pt x="7233" y="10994"/>
                  </a:lnTo>
                  <a:cubicBezTo>
                    <a:pt x="7137" y="10994"/>
                    <a:pt x="7040" y="11026"/>
                    <a:pt x="6976" y="11091"/>
                  </a:cubicBezTo>
                  <a:cubicBezTo>
                    <a:pt x="6976" y="11091"/>
                    <a:pt x="6815" y="11380"/>
                    <a:pt x="6526" y="11766"/>
                  </a:cubicBezTo>
                  <a:cubicBezTo>
                    <a:pt x="6108" y="12376"/>
                    <a:pt x="5433" y="13276"/>
                    <a:pt x="4790" y="14016"/>
                  </a:cubicBezTo>
                  <a:cubicBezTo>
                    <a:pt x="4469" y="14401"/>
                    <a:pt x="4147" y="14723"/>
                    <a:pt x="3890" y="14980"/>
                  </a:cubicBezTo>
                  <a:cubicBezTo>
                    <a:pt x="3762" y="15076"/>
                    <a:pt x="3633" y="15173"/>
                    <a:pt x="3537" y="15237"/>
                  </a:cubicBezTo>
                  <a:cubicBezTo>
                    <a:pt x="3440" y="15269"/>
                    <a:pt x="3376" y="15302"/>
                    <a:pt x="3376" y="15302"/>
                  </a:cubicBezTo>
                  <a:cubicBezTo>
                    <a:pt x="3279" y="15302"/>
                    <a:pt x="3215" y="15269"/>
                    <a:pt x="3183" y="15269"/>
                  </a:cubicBezTo>
                  <a:cubicBezTo>
                    <a:pt x="3151" y="15237"/>
                    <a:pt x="3119" y="15205"/>
                    <a:pt x="3054" y="15076"/>
                  </a:cubicBezTo>
                  <a:cubicBezTo>
                    <a:pt x="2990" y="14916"/>
                    <a:pt x="2990" y="14659"/>
                    <a:pt x="2958" y="14337"/>
                  </a:cubicBezTo>
                  <a:cubicBezTo>
                    <a:pt x="2958" y="14016"/>
                    <a:pt x="2926" y="13694"/>
                    <a:pt x="2765" y="13373"/>
                  </a:cubicBezTo>
                  <a:cubicBezTo>
                    <a:pt x="2604" y="13019"/>
                    <a:pt x="2026" y="11830"/>
                    <a:pt x="1511" y="10351"/>
                  </a:cubicBezTo>
                  <a:cubicBezTo>
                    <a:pt x="997" y="8905"/>
                    <a:pt x="515" y="7201"/>
                    <a:pt x="515" y="5883"/>
                  </a:cubicBezTo>
                  <a:cubicBezTo>
                    <a:pt x="515" y="5787"/>
                    <a:pt x="547" y="5658"/>
                    <a:pt x="547" y="5562"/>
                  </a:cubicBezTo>
                  <a:cubicBezTo>
                    <a:pt x="644" y="4244"/>
                    <a:pt x="1190" y="3022"/>
                    <a:pt x="1769" y="2122"/>
                  </a:cubicBezTo>
                  <a:cubicBezTo>
                    <a:pt x="2058" y="1640"/>
                    <a:pt x="2347" y="1287"/>
                    <a:pt x="2604" y="997"/>
                  </a:cubicBezTo>
                  <a:cubicBezTo>
                    <a:pt x="2701" y="869"/>
                    <a:pt x="2829" y="772"/>
                    <a:pt x="2894" y="708"/>
                  </a:cubicBezTo>
                  <a:lnTo>
                    <a:pt x="2990" y="644"/>
                  </a:lnTo>
                  <a:cubicBezTo>
                    <a:pt x="3183" y="579"/>
                    <a:pt x="3408" y="547"/>
                    <a:pt x="3633" y="547"/>
                  </a:cubicBezTo>
                  <a:close/>
                  <a:moveTo>
                    <a:pt x="3633" y="1"/>
                  </a:moveTo>
                  <a:cubicBezTo>
                    <a:pt x="3344" y="1"/>
                    <a:pt x="3087" y="33"/>
                    <a:pt x="2829" y="129"/>
                  </a:cubicBezTo>
                  <a:cubicBezTo>
                    <a:pt x="2765" y="129"/>
                    <a:pt x="2701" y="161"/>
                    <a:pt x="2669" y="194"/>
                  </a:cubicBezTo>
                  <a:cubicBezTo>
                    <a:pt x="2508" y="322"/>
                    <a:pt x="2315" y="515"/>
                    <a:pt x="2058" y="836"/>
                  </a:cubicBezTo>
                  <a:cubicBezTo>
                    <a:pt x="1286" y="1737"/>
                    <a:pt x="161" y="3504"/>
                    <a:pt x="1" y="5530"/>
                  </a:cubicBezTo>
                  <a:cubicBezTo>
                    <a:pt x="1" y="5626"/>
                    <a:pt x="1" y="5755"/>
                    <a:pt x="1" y="5883"/>
                  </a:cubicBezTo>
                  <a:cubicBezTo>
                    <a:pt x="1" y="7330"/>
                    <a:pt x="483" y="9065"/>
                    <a:pt x="997" y="10544"/>
                  </a:cubicBezTo>
                  <a:cubicBezTo>
                    <a:pt x="1544" y="12023"/>
                    <a:pt x="2090" y="13244"/>
                    <a:pt x="2283" y="13630"/>
                  </a:cubicBezTo>
                  <a:cubicBezTo>
                    <a:pt x="2444" y="13887"/>
                    <a:pt x="2412" y="14401"/>
                    <a:pt x="2476" y="14851"/>
                  </a:cubicBezTo>
                  <a:cubicBezTo>
                    <a:pt x="2508" y="15076"/>
                    <a:pt x="2540" y="15302"/>
                    <a:pt x="2669" y="15494"/>
                  </a:cubicBezTo>
                  <a:cubicBezTo>
                    <a:pt x="2733" y="15591"/>
                    <a:pt x="2829" y="15687"/>
                    <a:pt x="2958" y="15752"/>
                  </a:cubicBezTo>
                  <a:cubicBezTo>
                    <a:pt x="3087" y="15816"/>
                    <a:pt x="3215" y="15848"/>
                    <a:pt x="3376" y="15848"/>
                  </a:cubicBezTo>
                  <a:cubicBezTo>
                    <a:pt x="3601" y="15816"/>
                    <a:pt x="3762" y="15719"/>
                    <a:pt x="3954" y="15591"/>
                  </a:cubicBezTo>
                  <a:cubicBezTo>
                    <a:pt x="4276" y="15366"/>
                    <a:pt x="4662" y="15012"/>
                    <a:pt x="5047" y="14562"/>
                  </a:cubicBezTo>
                  <a:cubicBezTo>
                    <a:pt x="6011" y="13461"/>
                    <a:pt x="7068" y="11936"/>
                    <a:pt x="7352" y="11520"/>
                  </a:cubicBezTo>
                  <a:lnTo>
                    <a:pt x="7352" y="11520"/>
                  </a:lnTo>
                  <a:cubicBezTo>
                    <a:pt x="7489" y="11530"/>
                    <a:pt x="7709" y="11541"/>
                    <a:pt x="7973" y="11541"/>
                  </a:cubicBezTo>
                  <a:cubicBezTo>
                    <a:pt x="8455" y="11541"/>
                    <a:pt x="9130" y="11508"/>
                    <a:pt x="9740" y="11412"/>
                  </a:cubicBezTo>
                  <a:cubicBezTo>
                    <a:pt x="10030" y="11380"/>
                    <a:pt x="10319" y="11283"/>
                    <a:pt x="10544" y="11187"/>
                  </a:cubicBezTo>
                  <a:cubicBezTo>
                    <a:pt x="10801" y="11091"/>
                    <a:pt x="10994" y="10962"/>
                    <a:pt x="11123" y="10705"/>
                  </a:cubicBezTo>
                  <a:cubicBezTo>
                    <a:pt x="11155" y="10608"/>
                    <a:pt x="11155" y="10512"/>
                    <a:pt x="11155" y="10416"/>
                  </a:cubicBezTo>
                  <a:cubicBezTo>
                    <a:pt x="11155" y="10223"/>
                    <a:pt x="11123" y="9998"/>
                    <a:pt x="11026" y="9741"/>
                  </a:cubicBezTo>
                  <a:cubicBezTo>
                    <a:pt x="10769" y="8873"/>
                    <a:pt x="10094" y="7619"/>
                    <a:pt x="9419" y="6333"/>
                  </a:cubicBezTo>
                  <a:cubicBezTo>
                    <a:pt x="8776" y="5047"/>
                    <a:pt x="8101" y="3794"/>
                    <a:pt x="7844" y="3022"/>
                  </a:cubicBezTo>
                  <a:cubicBezTo>
                    <a:pt x="7522" y="2090"/>
                    <a:pt x="6880" y="1351"/>
                    <a:pt x="6140" y="836"/>
                  </a:cubicBezTo>
                  <a:cubicBezTo>
                    <a:pt x="5369" y="322"/>
                    <a:pt x="4469" y="1"/>
                    <a:pt x="3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4371;p64">
              <a:extLst>
                <a:ext uri="{FF2B5EF4-FFF2-40B4-BE49-F238E27FC236}">
                  <a16:creationId xmlns:a16="http://schemas.microsoft.com/office/drawing/2014/main" id="{E9BA3A79-0712-98E5-4847-FC635B81FB77}"/>
                </a:ext>
              </a:extLst>
            </p:cNvPr>
            <p:cNvSpPr/>
            <p:nvPr/>
          </p:nvSpPr>
          <p:spPr>
            <a:xfrm>
              <a:off x="2599750" y="1732350"/>
              <a:ext cx="225025" cy="346875"/>
            </a:xfrm>
            <a:custGeom>
              <a:avLst/>
              <a:gdLst/>
              <a:ahLst/>
              <a:cxnLst/>
              <a:rect l="l" t="t" r="r" b="b"/>
              <a:pathLst>
                <a:path w="9001" h="13875" extrusionOk="0">
                  <a:moveTo>
                    <a:pt x="1641" y="1"/>
                  </a:moveTo>
                  <a:cubicBezTo>
                    <a:pt x="1306" y="1"/>
                    <a:pt x="1046" y="184"/>
                    <a:pt x="836" y="759"/>
                  </a:cubicBezTo>
                  <a:cubicBezTo>
                    <a:pt x="836" y="759"/>
                    <a:pt x="836" y="3299"/>
                    <a:pt x="482" y="4616"/>
                  </a:cubicBezTo>
                  <a:cubicBezTo>
                    <a:pt x="97" y="5902"/>
                    <a:pt x="0" y="6577"/>
                    <a:pt x="1414" y="8635"/>
                  </a:cubicBezTo>
                  <a:cubicBezTo>
                    <a:pt x="2829" y="10692"/>
                    <a:pt x="6011" y="13874"/>
                    <a:pt x="6011" y="13874"/>
                  </a:cubicBezTo>
                  <a:cubicBezTo>
                    <a:pt x="6011" y="13874"/>
                    <a:pt x="6204" y="11720"/>
                    <a:pt x="6300" y="10499"/>
                  </a:cubicBezTo>
                  <a:cubicBezTo>
                    <a:pt x="6365" y="9277"/>
                    <a:pt x="8261" y="8538"/>
                    <a:pt x="8615" y="7992"/>
                  </a:cubicBezTo>
                  <a:cubicBezTo>
                    <a:pt x="9000" y="7413"/>
                    <a:pt x="6558" y="7027"/>
                    <a:pt x="5625" y="5356"/>
                  </a:cubicBezTo>
                  <a:cubicBezTo>
                    <a:pt x="4693" y="3652"/>
                    <a:pt x="4693" y="759"/>
                    <a:pt x="3375" y="470"/>
                  </a:cubicBezTo>
                  <a:cubicBezTo>
                    <a:pt x="2632" y="307"/>
                    <a:pt x="2073" y="1"/>
                    <a:pt x="1641" y="1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4372;p64">
              <a:extLst>
                <a:ext uri="{FF2B5EF4-FFF2-40B4-BE49-F238E27FC236}">
                  <a16:creationId xmlns:a16="http://schemas.microsoft.com/office/drawing/2014/main" id="{9E71E9AA-6EB6-2098-1082-38BB862731D7}"/>
                </a:ext>
              </a:extLst>
            </p:cNvPr>
            <p:cNvSpPr/>
            <p:nvPr/>
          </p:nvSpPr>
          <p:spPr>
            <a:xfrm>
              <a:off x="2598925" y="1725600"/>
              <a:ext cx="224250" cy="360350"/>
            </a:xfrm>
            <a:custGeom>
              <a:avLst/>
              <a:gdLst/>
              <a:ahLst/>
              <a:cxnLst/>
              <a:rect l="l" t="t" r="r" b="b"/>
              <a:pathLst>
                <a:path w="8970" h="14414" extrusionOk="0">
                  <a:moveTo>
                    <a:pt x="8455" y="8101"/>
                  </a:moveTo>
                  <a:cubicBezTo>
                    <a:pt x="8452" y="8103"/>
                    <a:pt x="8450" y="8106"/>
                    <a:pt x="8447" y="8109"/>
                  </a:cubicBezTo>
                  <a:lnTo>
                    <a:pt x="8447" y="8109"/>
                  </a:lnTo>
                  <a:lnTo>
                    <a:pt x="8423" y="8101"/>
                  </a:lnTo>
                  <a:close/>
                  <a:moveTo>
                    <a:pt x="1672" y="547"/>
                  </a:moveTo>
                  <a:cubicBezTo>
                    <a:pt x="1833" y="547"/>
                    <a:pt x="2058" y="611"/>
                    <a:pt x="2347" y="708"/>
                  </a:cubicBezTo>
                  <a:cubicBezTo>
                    <a:pt x="2637" y="804"/>
                    <a:pt x="2958" y="933"/>
                    <a:pt x="3344" y="997"/>
                  </a:cubicBezTo>
                  <a:cubicBezTo>
                    <a:pt x="3601" y="1061"/>
                    <a:pt x="3762" y="1222"/>
                    <a:pt x="3955" y="1511"/>
                  </a:cubicBezTo>
                  <a:cubicBezTo>
                    <a:pt x="4212" y="1993"/>
                    <a:pt x="4405" y="2701"/>
                    <a:pt x="4630" y="3472"/>
                  </a:cubicBezTo>
                  <a:cubicBezTo>
                    <a:pt x="4823" y="4244"/>
                    <a:pt x="5048" y="5079"/>
                    <a:pt x="5433" y="5754"/>
                  </a:cubicBezTo>
                  <a:cubicBezTo>
                    <a:pt x="5915" y="6622"/>
                    <a:pt x="6719" y="7137"/>
                    <a:pt x="7362" y="7522"/>
                  </a:cubicBezTo>
                  <a:cubicBezTo>
                    <a:pt x="7716" y="7683"/>
                    <a:pt x="8005" y="7844"/>
                    <a:pt x="8198" y="7972"/>
                  </a:cubicBezTo>
                  <a:cubicBezTo>
                    <a:pt x="8294" y="8037"/>
                    <a:pt x="8390" y="8101"/>
                    <a:pt x="8423" y="8133"/>
                  </a:cubicBezTo>
                  <a:lnTo>
                    <a:pt x="8423" y="8133"/>
                  </a:lnTo>
                  <a:cubicBezTo>
                    <a:pt x="8345" y="8210"/>
                    <a:pt x="8199" y="8348"/>
                    <a:pt x="8005" y="8487"/>
                  </a:cubicBezTo>
                  <a:cubicBezTo>
                    <a:pt x="7651" y="8744"/>
                    <a:pt x="7201" y="9033"/>
                    <a:pt x="6816" y="9387"/>
                  </a:cubicBezTo>
                  <a:cubicBezTo>
                    <a:pt x="6430" y="9740"/>
                    <a:pt x="6108" y="10190"/>
                    <a:pt x="6044" y="10769"/>
                  </a:cubicBezTo>
                  <a:cubicBezTo>
                    <a:pt x="6012" y="11380"/>
                    <a:pt x="5948" y="12215"/>
                    <a:pt x="5883" y="12890"/>
                  </a:cubicBezTo>
                  <a:cubicBezTo>
                    <a:pt x="5861" y="13131"/>
                    <a:pt x="5843" y="13353"/>
                    <a:pt x="5828" y="13542"/>
                  </a:cubicBezTo>
                  <a:lnTo>
                    <a:pt x="5828" y="13542"/>
                  </a:lnTo>
                  <a:cubicBezTo>
                    <a:pt x="5794" y="13509"/>
                    <a:pt x="5759" y="13474"/>
                    <a:pt x="5723" y="13437"/>
                  </a:cubicBezTo>
                  <a:cubicBezTo>
                    <a:pt x="4758" y="12440"/>
                    <a:pt x="2701" y="10255"/>
                    <a:pt x="1672" y="8744"/>
                  </a:cubicBezTo>
                  <a:cubicBezTo>
                    <a:pt x="1222" y="8101"/>
                    <a:pt x="933" y="7619"/>
                    <a:pt x="772" y="7201"/>
                  </a:cubicBezTo>
                  <a:cubicBezTo>
                    <a:pt x="612" y="6783"/>
                    <a:pt x="547" y="6462"/>
                    <a:pt x="547" y="6172"/>
                  </a:cubicBezTo>
                  <a:cubicBezTo>
                    <a:pt x="547" y="5786"/>
                    <a:pt x="612" y="5433"/>
                    <a:pt x="772" y="4951"/>
                  </a:cubicBezTo>
                  <a:cubicBezTo>
                    <a:pt x="965" y="4244"/>
                    <a:pt x="1062" y="3279"/>
                    <a:pt x="1094" y="2476"/>
                  </a:cubicBezTo>
                  <a:cubicBezTo>
                    <a:pt x="1153" y="1742"/>
                    <a:pt x="1158" y="1143"/>
                    <a:pt x="1158" y="1043"/>
                  </a:cubicBezTo>
                  <a:lnTo>
                    <a:pt x="1158" y="1043"/>
                  </a:lnTo>
                  <a:cubicBezTo>
                    <a:pt x="1244" y="834"/>
                    <a:pt x="1330" y="701"/>
                    <a:pt x="1415" y="643"/>
                  </a:cubicBezTo>
                  <a:cubicBezTo>
                    <a:pt x="1480" y="579"/>
                    <a:pt x="1544" y="547"/>
                    <a:pt x="1672" y="547"/>
                  </a:cubicBezTo>
                  <a:close/>
                  <a:moveTo>
                    <a:pt x="1672" y="0"/>
                  </a:moveTo>
                  <a:cubicBezTo>
                    <a:pt x="1447" y="0"/>
                    <a:pt x="1222" y="65"/>
                    <a:pt x="1062" y="225"/>
                  </a:cubicBezTo>
                  <a:cubicBezTo>
                    <a:pt x="869" y="386"/>
                    <a:pt x="740" y="643"/>
                    <a:pt x="644" y="933"/>
                  </a:cubicBezTo>
                  <a:lnTo>
                    <a:pt x="612" y="1029"/>
                  </a:lnTo>
                  <a:cubicBezTo>
                    <a:pt x="612" y="1029"/>
                    <a:pt x="612" y="1190"/>
                    <a:pt x="612" y="1447"/>
                  </a:cubicBezTo>
                  <a:cubicBezTo>
                    <a:pt x="580" y="2186"/>
                    <a:pt x="515" y="3858"/>
                    <a:pt x="258" y="4790"/>
                  </a:cubicBezTo>
                  <a:cubicBezTo>
                    <a:pt x="97" y="5272"/>
                    <a:pt x="1" y="5722"/>
                    <a:pt x="1" y="6172"/>
                  </a:cubicBezTo>
                  <a:cubicBezTo>
                    <a:pt x="1" y="6558"/>
                    <a:pt x="65" y="6944"/>
                    <a:pt x="290" y="7426"/>
                  </a:cubicBezTo>
                  <a:cubicBezTo>
                    <a:pt x="483" y="7876"/>
                    <a:pt x="772" y="8390"/>
                    <a:pt x="1222" y="9065"/>
                  </a:cubicBezTo>
                  <a:cubicBezTo>
                    <a:pt x="1930" y="10094"/>
                    <a:pt x="3087" y="11412"/>
                    <a:pt x="4083" y="12473"/>
                  </a:cubicBezTo>
                  <a:cubicBezTo>
                    <a:pt x="5048" y="13533"/>
                    <a:pt x="5851" y="14337"/>
                    <a:pt x="5851" y="14337"/>
                  </a:cubicBezTo>
                  <a:cubicBezTo>
                    <a:pt x="5898" y="14384"/>
                    <a:pt x="5980" y="14414"/>
                    <a:pt x="6058" y="14414"/>
                  </a:cubicBezTo>
                  <a:cubicBezTo>
                    <a:pt x="6087" y="14414"/>
                    <a:pt x="6115" y="14410"/>
                    <a:pt x="6141" y="14401"/>
                  </a:cubicBezTo>
                  <a:cubicBezTo>
                    <a:pt x="6237" y="14369"/>
                    <a:pt x="6301" y="14273"/>
                    <a:pt x="6301" y="14176"/>
                  </a:cubicBezTo>
                  <a:cubicBezTo>
                    <a:pt x="6301" y="14176"/>
                    <a:pt x="6494" y="12023"/>
                    <a:pt x="6591" y="10801"/>
                  </a:cubicBezTo>
                  <a:cubicBezTo>
                    <a:pt x="6591" y="10576"/>
                    <a:pt x="6719" y="10351"/>
                    <a:pt x="6880" y="10126"/>
                  </a:cubicBezTo>
                  <a:cubicBezTo>
                    <a:pt x="7137" y="9772"/>
                    <a:pt x="7555" y="9451"/>
                    <a:pt x="7941" y="9194"/>
                  </a:cubicBezTo>
                  <a:cubicBezTo>
                    <a:pt x="8133" y="9065"/>
                    <a:pt x="8326" y="8937"/>
                    <a:pt x="8487" y="8808"/>
                  </a:cubicBezTo>
                  <a:cubicBezTo>
                    <a:pt x="8648" y="8679"/>
                    <a:pt x="8776" y="8551"/>
                    <a:pt x="8873" y="8390"/>
                  </a:cubicBezTo>
                  <a:cubicBezTo>
                    <a:pt x="8937" y="8326"/>
                    <a:pt x="8969" y="8229"/>
                    <a:pt x="8969" y="8133"/>
                  </a:cubicBezTo>
                  <a:cubicBezTo>
                    <a:pt x="8969" y="7972"/>
                    <a:pt x="8873" y="7844"/>
                    <a:pt x="8808" y="7747"/>
                  </a:cubicBezTo>
                  <a:cubicBezTo>
                    <a:pt x="8648" y="7587"/>
                    <a:pt x="8455" y="7490"/>
                    <a:pt x="8198" y="7362"/>
                  </a:cubicBezTo>
                  <a:cubicBezTo>
                    <a:pt x="7491" y="6944"/>
                    <a:pt x="6398" y="6429"/>
                    <a:pt x="5883" y="5497"/>
                  </a:cubicBezTo>
                  <a:cubicBezTo>
                    <a:pt x="5465" y="4694"/>
                    <a:pt x="5208" y="3569"/>
                    <a:pt x="4951" y="2572"/>
                  </a:cubicBezTo>
                  <a:cubicBezTo>
                    <a:pt x="4790" y="2090"/>
                    <a:pt x="4630" y="1640"/>
                    <a:pt x="4405" y="1254"/>
                  </a:cubicBezTo>
                  <a:cubicBezTo>
                    <a:pt x="4212" y="868"/>
                    <a:pt x="3890" y="579"/>
                    <a:pt x="3473" y="483"/>
                  </a:cubicBezTo>
                  <a:cubicBezTo>
                    <a:pt x="3119" y="418"/>
                    <a:pt x="2797" y="290"/>
                    <a:pt x="2508" y="193"/>
                  </a:cubicBezTo>
                  <a:cubicBezTo>
                    <a:pt x="2219" y="97"/>
                    <a:pt x="1962" y="0"/>
                    <a:pt x="1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4373;p64">
              <a:extLst>
                <a:ext uri="{FF2B5EF4-FFF2-40B4-BE49-F238E27FC236}">
                  <a16:creationId xmlns:a16="http://schemas.microsoft.com/office/drawing/2014/main" id="{E3E9061B-C4F1-1E44-1BD3-3DFDA0DF41AA}"/>
                </a:ext>
              </a:extLst>
            </p:cNvPr>
            <p:cNvSpPr/>
            <p:nvPr/>
          </p:nvSpPr>
          <p:spPr>
            <a:xfrm>
              <a:off x="2517775" y="1419200"/>
              <a:ext cx="483000" cy="427600"/>
            </a:xfrm>
            <a:custGeom>
              <a:avLst/>
              <a:gdLst/>
              <a:ahLst/>
              <a:cxnLst/>
              <a:rect l="l" t="t" r="r" b="b"/>
              <a:pathLst>
                <a:path w="19320" h="17104" extrusionOk="0">
                  <a:moveTo>
                    <a:pt x="10020" y="1"/>
                  </a:moveTo>
                  <a:cubicBezTo>
                    <a:pt x="9505" y="1"/>
                    <a:pt x="8981" y="24"/>
                    <a:pt x="8454" y="74"/>
                  </a:cubicBezTo>
                  <a:cubicBezTo>
                    <a:pt x="3279" y="524"/>
                    <a:pt x="933" y="3899"/>
                    <a:pt x="483" y="7274"/>
                  </a:cubicBezTo>
                  <a:cubicBezTo>
                    <a:pt x="0" y="10649"/>
                    <a:pt x="3568" y="13928"/>
                    <a:pt x="3954" y="14507"/>
                  </a:cubicBezTo>
                  <a:cubicBezTo>
                    <a:pt x="4308" y="15053"/>
                    <a:pt x="3858" y="15632"/>
                    <a:pt x="4983" y="16017"/>
                  </a:cubicBezTo>
                  <a:cubicBezTo>
                    <a:pt x="5358" y="16135"/>
                    <a:pt x="5743" y="16175"/>
                    <a:pt x="6091" y="16175"/>
                  </a:cubicBezTo>
                  <a:cubicBezTo>
                    <a:pt x="6786" y="16175"/>
                    <a:pt x="7329" y="16017"/>
                    <a:pt x="7329" y="16017"/>
                  </a:cubicBezTo>
                  <a:cubicBezTo>
                    <a:pt x="7329" y="16017"/>
                    <a:pt x="8062" y="17104"/>
                    <a:pt x="9326" y="17104"/>
                  </a:cubicBezTo>
                  <a:cubicBezTo>
                    <a:pt x="9488" y="17104"/>
                    <a:pt x="9658" y="17086"/>
                    <a:pt x="9837" y="17046"/>
                  </a:cubicBezTo>
                  <a:cubicBezTo>
                    <a:pt x="11444" y="16660"/>
                    <a:pt x="10962" y="13478"/>
                    <a:pt x="11637" y="13092"/>
                  </a:cubicBezTo>
                  <a:cubicBezTo>
                    <a:pt x="12279" y="12706"/>
                    <a:pt x="12762" y="11517"/>
                    <a:pt x="14722" y="10392"/>
                  </a:cubicBezTo>
                  <a:cubicBezTo>
                    <a:pt x="16683" y="9267"/>
                    <a:pt x="16683" y="7563"/>
                    <a:pt x="16683" y="7563"/>
                  </a:cubicBezTo>
                  <a:cubicBezTo>
                    <a:pt x="16683" y="7563"/>
                    <a:pt x="19319" y="6824"/>
                    <a:pt x="18837" y="4188"/>
                  </a:cubicBezTo>
                  <a:cubicBezTo>
                    <a:pt x="18433" y="1822"/>
                    <a:pt x="14534" y="1"/>
                    <a:pt x="100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4374;p64">
              <a:extLst>
                <a:ext uri="{FF2B5EF4-FFF2-40B4-BE49-F238E27FC236}">
                  <a16:creationId xmlns:a16="http://schemas.microsoft.com/office/drawing/2014/main" id="{829508E6-9440-EB8B-C314-BC5BF953DD98}"/>
                </a:ext>
              </a:extLst>
            </p:cNvPr>
            <p:cNvSpPr/>
            <p:nvPr/>
          </p:nvSpPr>
          <p:spPr>
            <a:xfrm>
              <a:off x="2521800" y="1412200"/>
              <a:ext cx="474950" cy="441200"/>
            </a:xfrm>
            <a:custGeom>
              <a:avLst/>
              <a:gdLst/>
              <a:ahLst/>
              <a:cxnLst/>
              <a:rect l="l" t="t" r="r" b="b"/>
              <a:pathLst>
                <a:path w="18998" h="17648" extrusionOk="0">
                  <a:moveTo>
                    <a:pt x="9804" y="547"/>
                  </a:moveTo>
                  <a:cubicBezTo>
                    <a:pt x="12054" y="547"/>
                    <a:pt x="14111" y="997"/>
                    <a:pt x="15687" y="1736"/>
                  </a:cubicBezTo>
                  <a:cubicBezTo>
                    <a:pt x="16458" y="2090"/>
                    <a:pt x="17101" y="2540"/>
                    <a:pt x="17583" y="2990"/>
                  </a:cubicBezTo>
                  <a:cubicBezTo>
                    <a:pt x="18033" y="3472"/>
                    <a:pt x="18322" y="3986"/>
                    <a:pt x="18419" y="4500"/>
                  </a:cubicBezTo>
                  <a:cubicBezTo>
                    <a:pt x="18451" y="4725"/>
                    <a:pt x="18483" y="4918"/>
                    <a:pt x="18483" y="5079"/>
                  </a:cubicBezTo>
                  <a:cubicBezTo>
                    <a:pt x="18483" y="6043"/>
                    <a:pt x="17969" y="6654"/>
                    <a:pt x="17487" y="7040"/>
                  </a:cubicBezTo>
                  <a:cubicBezTo>
                    <a:pt x="17229" y="7233"/>
                    <a:pt x="16972" y="7393"/>
                    <a:pt x="16779" y="7458"/>
                  </a:cubicBezTo>
                  <a:cubicBezTo>
                    <a:pt x="16683" y="7522"/>
                    <a:pt x="16587" y="7554"/>
                    <a:pt x="16522" y="7554"/>
                  </a:cubicBezTo>
                  <a:lnTo>
                    <a:pt x="16458" y="7586"/>
                  </a:lnTo>
                  <a:cubicBezTo>
                    <a:pt x="16329" y="7618"/>
                    <a:pt x="16265" y="7715"/>
                    <a:pt x="16265" y="7843"/>
                  </a:cubicBezTo>
                  <a:cubicBezTo>
                    <a:pt x="16265" y="7908"/>
                    <a:pt x="16233" y="8326"/>
                    <a:pt x="16008" y="8808"/>
                  </a:cubicBezTo>
                  <a:cubicBezTo>
                    <a:pt x="15751" y="9322"/>
                    <a:pt x="15301" y="9933"/>
                    <a:pt x="14433" y="10415"/>
                  </a:cubicBezTo>
                  <a:cubicBezTo>
                    <a:pt x="13404" y="10994"/>
                    <a:pt x="12794" y="11604"/>
                    <a:pt x="12311" y="12119"/>
                  </a:cubicBezTo>
                  <a:cubicBezTo>
                    <a:pt x="11861" y="12633"/>
                    <a:pt x="11572" y="13019"/>
                    <a:pt x="11347" y="13147"/>
                  </a:cubicBezTo>
                  <a:cubicBezTo>
                    <a:pt x="11186" y="13244"/>
                    <a:pt x="11090" y="13372"/>
                    <a:pt x="11026" y="13533"/>
                  </a:cubicBezTo>
                  <a:cubicBezTo>
                    <a:pt x="10897" y="13790"/>
                    <a:pt x="10865" y="14112"/>
                    <a:pt x="10801" y="14497"/>
                  </a:cubicBezTo>
                  <a:cubicBezTo>
                    <a:pt x="10704" y="15044"/>
                    <a:pt x="10640" y="15654"/>
                    <a:pt x="10447" y="16137"/>
                  </a:cubicBezTo>
                  <a:cubicBezTo>
                    <a:pt x="10351" y="16394"/>
                    <a:pt x="10254" y="16587"/>
                    <a:pt x="10126" y="16747"/>
                  </a:cubicBezTo>
                  <a:cubicBezTo>
                    <a:pt x="9965" y="16908"/>
                    <a:pt x="9836" y="17005"/>
                    <a:pt x="9611" y="17037"/>
                  </a:cubicBezTo>
                  <a:cubicBezTo>
                    <a:pt x="9451" y="17101"/>
                    <a:pt x="9290" y="17101"/>
                    <a:pt x="9161" y="17101"/>
                  </a:cubicBezTo>
                  <a:cubicBezTo>
                    <a:pt x="8583" y="17101"/>
                    <a:pt x="8165" y="16876"/>
                    <a:pt x="7843" y="16619"/>
                  </a:cubicBezTo>
                  <a:cubicBezTo>
                    <a:pt x="7683" y="16490"/>
                    <a:pt x="7554" y="16362"/>
                    <a:pt x="7490" y="16265"/>
                  </a:cubicBezTo>
                  <a:lnTo>
                    <a:pt x="7393" y="16169"/>
                  </a:lnTo>
                  <a:lnTo>
                    <a:pt x="7393" y="16137"/>
                  </a:lnTo>
                  <a:lnTo>
                    <a:pt x="7361" y="16137"/>
                  </a:lnTo>
                  <a:cubicBezTo>
                    <a:pt x="7315" y="16067"/>
                    <a:pt x="7252" y="16014"/>
                    <a:pt x="7172" y="16014"/>
                  </a:cubicBezTo>
                  <a:cubicBezTo>
                    <a:pt x="7141" y="16014"/>
                    <a:pt x="7108" y="16022"/>
                    <a:pt x="7072" y="16040"/>
                  </a:cubicBezTo>
                  <a:cubicBezTo>
                    <a:pt x="6943" y="16072"/>
                    <a:pt x="6493" y="16169"/>
                    <a:pt x="5915" y="16169"/>
                  </a:cubicBezTo>
                  <a:cubicBezTo>
                    <a:pt x="5593" y="16169"/>
                    <a:pt x="5240" y="16137"/>
                    <a:pt x="4886" y="16040"/>
                  </a:cubicBezTo>
                  <a:cubicBezTo>
                    <a:pt x="4629" y="15944"/>
                    <a:pt x="4500" y="15847"/>
                    <a:pt x="4404" y="15783"/>
                  </a:cubicBezTo>
                  <a:cubicBezTo>
                    <a:pt x="4340" y="15719"/>
                    <a:pt x="4307" y="15654"/>
                    <a:pt x="4307" y="15590"/>
                  </a:cubicBezTo>
                  <a:cubicBezTo>
                    <a:pt x="4243" y="15494"/>
                    <a:pt x="4243" y="15365"/>
                    <a:pt x="4211" y="15204"/>
                  </a:cubicBezTo>
                  <a:cubicBezTo>
                    <a:pt x="4179" y="15044"/>
                    <a:pt x="4147" y="14851"/>
                    <a:pt x="3986" y="14626"/>
                  </a:cubicBezTo>
                  <a:cubicBezTo>
                    <a:pt x="3954" y="14529"/>
                    <a:pt x="3857" y="14433"/>
                    <a:pt x="3729" y="14304"/>
                  </a:cubicBezTo>
                  <a:cubicBezTo>
                    <a:pt x="3311" y="13822"/>
                    <a:pt x="2507" y="12954"/>
                    <a:pt x="1800" y="11861"/>
                  </a:cubicBezTo>
                  <a:cubicBezTo>
                    <a:pt x="1125" y="10769"/>
                    <a:pt x="547" y="9483"/>
                    <a:pt x="547" y="8197"/>
                  </a:cubicBezTo>
                  <a:cubicBezTo>
                    <a:pt x="547" y="8004"/>
                    <a:pt x="547" y="7779"/>
                    <a:pt x="579" y="7586"/>
                  </a:cubicBezTo>
                  <a:cubicBezTo>
                    <a:pt x="804" y="5947"/>
                    <a:pt x="1479" y="4340"/>
                    <a:pt x="2732" y="3054"/>
                  </a:cubicBezTo>
                  <a:cubicBezTo>
                    <a:pt x="3986" y="1768"/>
                    <a:pt x="5786" y="836"/>
                    <a:pt x="8293" y="611"/>
                  </a:cubicBezTo>
                  <a:cubicBezTo>
                    <a:pt x="8808" y="579"/>
                    <a:pt x="9322" y="547"/>
                    <a:pt x="9804" y="547"/>
                  </a:cubicBezTo>
                  <a:close/>
                  <a:moveTo>
                    <a:pt x="9804" y="0"/>
                  </a:moveTo>
                  <a:cubicBezTo>
                    <a:pt x="9290" y="0"/>
                    <a:pt x="8775" y="32"/>
                    <a:pt x="8261" y="64"/>
                  </a:cubicBezTo>
                  <a:cubicBezTo>
                    <a:pt x="5625" y="322"/>
                    <a:pt x="3665" y="1318"/>
                    <a:pt x="2347" y="2668"/>
                  </a:cubicBezTo>
                  <a:cubicBezTo>
                    <a:pt x="997" y="4050"/>
                    <a:pt x="289" y="5786"/>
                    <a:pt x="32" y="7522"/>
                  </a:cubicBezTo>
                  <a:cubicBezTo>
                    <a:pt x="0" y="7747"/>
                    <a:pt x="0" y="7972"/>
                    <a:pt x="0" y="8197"/>
                  </a:cubicBezTo>
                  <a:cubicBezTo>
                    <a:pt x="0" y="9836"/>
                    <a:pt x="836" y="11411"/>
                    <a:pt x="1672" y="12633"/>
                  </a:cubicBezTo>
                  <a:cubicBezTo>
                    <a:pt x="2089" y="13212"/>
                    <a:pt x="2539" y="13758"/>
                    <a:pt x="2893" y="14144"/>
                  </a:cubicBezTo>
                  <a:cubicBezTo>
                    <a:pt x="3054" y="14337"/>
                    <a:pt x="3215" y="14529"/>
                    <a:pt x="3311" y="14658"/>
                  </a:cubicBezTo>
                  <a:cubicBezTo>
                    <a:pt x="3440" y="14787"/>
                    <a:pt x="3536" y="14883"/>
                    <a:pt x="3568" y="14915"/>
                  </a:cubicBezTo>
                  <a:cubicBezTo>
                    <a:pt x="3632" y="15044"/>
                    <a:pt x="3665" y="15140"/>
                    <a:pt x="3665" y="15237"/>
                  </a:cubicBezTo>
                  <a:cubicBezTo>
                    <a:pt x="3729" y="15429"/>
                    <a:pt x="3729" y="15654"/>
                    <a:pt x="3857" y="15912"/>
                  </a:cubicBezTo>
                  <a:cubicBezTo>
                    <a:pt x="3922" y="16040"/>
                    <a:pt x="4018" y="16169"/>
                    <a:pt x="4179" y="16265"/>
                  </a:cubicBezTo>
                  <a:cubicBezTo>
                    <a:pt x="4307" y="16362"/>
                    <a:pt x="4500" y="16458"/>
                    <a:pt x="4725" y="16522"/>
                  </a:cubicBezTo>
                  <a:cubicBezTo>
                    <a:pt x="5143" y="16683"/>
                    <a:pt x="5561" y="16715"/>
                    <a:pt x="5915" y="16715"/>
                  </a:cubicBezTo>
                  <a:cubicBezTo>
                    <a:pt x="6412" y="16715"/>
                    <a:pt x="6822" y="16643"/>
                    <a:pt x="7047" y="16585"/>
                  </a:cubicBezTo>
                  <a:lnTo>
                    <a:pt x="7047" y="16585"/>
                  </a:lnTo>
                  <a:cubicBezTo>
                    <a:pt x="7141" y="16703"/>
                    <a:pt x="7299" y="16870"/>
                    <a:pt x="7522" y="17037"/>
                  </a:cubicBezTo>
                  <a:cubicBezTo>
                    <a:pt x="7875" y="17326"/>
                    <a:pt x="8422" y="17647"/>
                    <a:pt x="9161" y="17647"/>
                  </a:cubicBezTo>
                  <a:cubicBezTo>
                    <a:pt x="9354" y="17647"/>
                    <a:pt x="9547" y="17615"/>
                    <a:pt x="9740" y="17583"/>
                  </a:cubicBezTo>
                  <a:cubicBezTo>
                    <a:pt x="10222" y="17455"/>
                    <a:pt x="10576" y="17101"/>
                    <a:pt x="10768" y="16715"/>
                  </a:cubicBezTo>
                  <a:cubicBezTo>
                    <a:pt x="11090" y="16105"/>
                    <a:pt x="11186" y="15365"/>
                    <a:pt x="11315" y="14722"/>
                  </a:cubicBezTo>
                  <a:cubicBezTo>
                    <a:pt x="11347" y="14401"/>
                    <a:pt x="11379" y="14112"/>
                    <a:pt x="11443" y="13919"/>
                  </a:cubicBezTo>
                  <a:cubicBezTo>
                    <a:pt x="11476" y="13822"/>
                    <a:pt x="11508" y="13726"/>
                    <a:pt x="11540" y="13694"/>
                  </a:cubicBezTo>
                  <a:cubicBezTo>
                    <a:pt x="11572" y="13629"/>
                    <a:pt x="11604" y="13597"/>
                    <a:pt x="11604" y="13597"/>
                  </a:cubicBezTo>
                  <a:cubicBezTo>
                    <a:pt x="12022" y="13372"/>
                    <a:pt x="12279" y="12954"/>
                    <a:pt x="12729" y="12472"/>
                  </a:cubicBezTo>
                  <a:cubicBezTo>
                    <a:pt x="13147" y="11990"/>
                    <a:pt x="13726" y="11444"/>
                    <a:pt x="14690" y="10897"/>
                  </a:cubicBezTo>
                  <a:cubicBezTo>
                    <a:pt x="15719" y="10286"/>
                    <a:pt x="16265" y="9547"/>
                    <a:pt x="16522" y="8936"/>
                  </a:cubicBezTo>
                  <a:cubicBezTo>
                    <a:pt x="16683" y="8555"/>
                    <a:pt x="16756" y="8236"/>
                    <a:pt x="16788" y="8042"/>
                  </a:cubicBezTo>
                  <a:lnTo>
                    <a:pt x="16788" y="8042"/>
                  </a:lnTo>
                  <a:cubicBezTo>
                    <a:pt x="17004" y="7960"/>
                    <a:pt x="17399" y="7781"/>
                    <a:pt x="17808" y="7458"/>
                  </a:cubicBezTo>
                  <a:cubicBezTo>
                    <a:pt x="18387" y="7008"/>
                    <a:pt x="18997" y="6236"/>
                    <a:pt x="18997" y="5079"/>
                  </a:cubicBezTo>
                  <a:cubicBezTo>
                    <a:pt x="18997" y="4854"/>
                    <a:pt x="18997" y="4661"/>
                    <a:pt x="18933" y="4436"/>
                  </a:cubicBezTo>
                  <a:cubicBezTo>
                    <a:pt x="18837" y="3761"/>
                    <a:pt x="18483" y="3150"/>
                    <a:pt x="17937" y="2636"/>
                  </a:cubicBezTo>
                  <a:cubicBezTo>
                    <a:pt x="16362" y="1029"/>
                    <a:pt x="13276" y="0"/>
                    <a:pt x="9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4375;p64">
              <a:extLst>
                <a:ext uri="{FF2B5EF4-FFF2-40B4-BE49-F238E27FC236}">
                  <a16:creationId xmlns:a16="http://schemas.microsoft.com/office/drawing/2014/main" id="{8AE3A6B5-B1A8-3678-2E15-D5964A4B382E}"/>
                </a:ext>
              </a:extLst>
            </p:cNvPr>
            <p:cNvSpPr/>
            <p:nvPr/>
          </p:nvSpPr>
          <p:spPr>
            <a:xfrm>
              <a:off x="2647575" y="1608275"/>
              <a:ext cx="315425" cy="350275"/>
            </a:xfrm>
            <a:custGeom>
              <a:avLst/>
              <a:gdLst/>
              <a:ahLst/>
              <a:cxnLst/>
              <a:rect l="l" t="t" r="r" b="b"/>
              <a:pathLst>
                <a:path w="12617" h="14011" extrusionOk="0">
                  <a:moveTo>
                    <a:pt x="11491" y="0"/>
                  </a:moveTo>
                  <a:cubicBezTo>
                    <a:pt x="11491" y="0"/>
                    <a:pt x="11041" y="1704"/>
                    <a:pt x="9530" y="1704"/>
                  </a:cubicBezTo>
                  <a:cubicBezTo>
                    <a:pt x="8020" y="1704"/>
                    <a:pt x="6541" y="1222"/>
                    <a:pt x="6541" y="1222"/>
                  </a:cubicBezTo>
                  <a:lnTo>
                    <a:pt x="6541" y="1222"/>
                  </a:lnTo>
                  <a:cubicBezTo>
                    <a:pt x="6541" y="1222"/>
                    <a:pt x="7280" y="3183"/>
                    <a:pt x="6702" y="4018"/>
                  </a:cubicBezTo>
                  <a:cubicBezTo>
                    <a:pt x="6155" y="4886"/>
                    <a:pt x="5223" y="4693"/>
                    <a:pt x="5030" y="5079"/>
                  </a:cubicBezTo>
                  <a:cubicBezTo>
                    <a:pt x="4837" y="5433"/>
                    <a:pt x="4934" y="7136"/>
                    <a:pt x="4837" y="7490"/>
                  </a:cubicBezTo>
                  <a:cubicBezTo>
                    <a:pt x="4773" y="7747"/>
                    <a:pt x="4466" y="8419"/>
                    <a:pt x="4097" y="8419"/>
                  </a:cubicBezTo>
                  <a:cubicBezTo>
                    <a:pt x="3912" y="8419"/>
                    <a:pt x="3712" y="8251"/>
                    <a:pt x="3519" y="7779"/>
                  </a:cubicBezTo>
                  <a:cubicBezTo>
                    <a:pt x="3519" y="7779"/>
                    <a:pt x="3712" y="6269"/>
                    <a:pt x="1848" y="6108"/>
                  </a:cubicBezTo>
                  <a:cubicBezTo>
                    <a:pt x="1751" y="6098"/>
                    <a:pt x="1660" y="6093"/>
                    <a:pt x="1575" y="6093"/>
                  </a:cubicBezTo>
                  <a:cubicBezTo>
                    <a:pt x="0" y="6093"/>
                    <a:pt x="453" y="7726"/>
                    <a:pt x="819" y="8519"/>
                  </a:cubicBezTo>
                  <a:cubicBezTo>
                    <a:pt x="1173" y="9387"/>
                    <a:pt x="2491" y="10029"/>
                    <a:pt x="2491" y="10029"/>
                  </a:cubicBezTo>
                  <a:cubicBezTo>
                    <a:pt x="2491" y="10029"/>
                    <a:pt x="2973" y="12183"/>
                    <a:pt x="3616" y="12376"/>
                  </a:cubicBezTo>
                  <a:cubicBezTo>
                    <a:pt x="4243" y="12555"/>
                    <a:pt x="7671" y="14010"/>
                    <a:pt x="8748" y="14010"/>
                  </a:cubicBezTo>
                  <a:cubicBezTo>
                    <a:pt x="8831" y="14010"/>
                    <a:pt x="8899" y="14002"/>
                    <a:pt x="8952" y="13983"/>
                  </a:cubicBezTo>
                  <a:cubicBezTo>
                    <a:pt x="9723" y="13694"/>
                    <a:pt x="10463" y="10222"/>
                    <a:pt x="10463" y="10222"/>
                  </a:cubicBezTo>
                  <a:cubicBezTo>
                    <a:pt x="10463" y="10222"/>
                    <a:pt x="11781" y="9579"/>
                    <a:pt x="11781" y="8904"/>
                  </a:cubicBezTo>
                  <a:cubicBezTo>
                    <a:pt x="11781" y="8262"/>
                    <a:pt x="11202" y="6365"/>
                    <a:pt x="11202" y="5915"/>
                  </a:cubicBezTo>
                  <a:cubicBezTo>
                    <a:pt x="11202" y="5433"/>
                    <a:pt x="12263" y="4115"/>
                    <a:pt x="12423" y="3086"/>
                  </a:cubicBezTo>
                  <a:cubicBezTo>
                    <a:pt x="12616" y="2058"/>
                    <a:pt x="11491" y="0"/>
                    <a:pt x="11491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4376;p64">
              <a:extLst>
                <a:ext uri="{FF2B5EF4-FFF2-40B4-BE49-F238E27FC236}">
                  <a16:creationId xmlns:a16="http://schemas.microsoft.com/office/drawing/2014/main" id="{61422AA2-F8C3-B5F6-5108-17ED8037A1E1}"/>
                </a:ext>
              </a:extLst>
            </p:cNvPr>
            <p:cNvSpPr/>
            <p:nvPr/>
          </p:nvSpPr>
          <p:spPr>
            <a:xfrm>
              <a:off x="2652775" y="1601625"/>
              <a:ext cx="312625" cy="363475"/>
            </a:xfrm>
            <a:custGeom>
              <a:avLst/>
              <a:gdLst/>
              <a:ahLst/>
              <a:cxnLst/>
              <a:rect l="l" t="t" r="r" b="b"/>
              <a:pathLst>
                <a:path w="12505" h="14539" extrusionOk="0">
                  <a:moveTo>
                    <a:pt x="11312" y="902"/>
                  </a:moveTo>
                  <a:cubicBezTo>
                    <a:pt x="11404" y="1095"/>
                    <a:pt x="11508" y="1328"/>
                    <a:pt x="11605" y="1584"/>
                  </a:cubicBezTo>
                  <a:cubicBezTo>
                    <a:pt x="11798" y="2099"/>
                    <a:pt x="11990" y="2709"/>
                    <a:pt x="11990" y="3095"/>
                  </a:cubicBezTo>
                  <a:cubicBezTo>
                    <a:pt x="11990" y="3192"/>
                    <a:pt x="11990" y="3256"/>
                    <a:pt x="11958" y="3320"/>
                  </a:cubicBezTo>
                  <a:cubicBezTo>
                    <a:pt x="11894" y="3770"/>
                    <a:pt x="11605" y="4349"/>
                    <a:pt x="11315" y="4863"/>
                  </a:cubicBezTo>
                  <a:cubicBezTo>
                    <a:pt x="11187" y="5120"/>
                    <a:pt x="11026" y="5345"/>
                    <a:pt x="10930" y="5570"/>
                  </a:cubicBezTo>
                  <a:cubicBezTo>
                    <a:pt x="10833" y="5795"/>
                    <a:pt x="10737" y="5956"/>
                    <a:pt x="10737" y="6181"/>
                  </a:cubicBezTo>
                  <a:cubicBezTo>
                    <a:pt x="10737" y="6342"/>
                    <a:pt x="10769" y="6535"/>
                    <a:pt x="10833" y="6792"/>
                  </a:cubicBezTo>
                  <a:cubicBezTo>
                    <a:pt x="10930" y="7177"/>
                    <a:pt x="11026" y="7660"/>
                    <a:pt x="11123" y="8110"/>
                  </a:cubicBezTo>
                  <a:cubicBezTo>
                    <a:pt x="11219" y="8560"/>
                    <a:pt x="11315" y="8978"/>
                    <a:pt x="11315" y="9170"/>
                  </a:cubicBezTo>
                  <a:cubicBezTo>
                    <a:pt x="11315" y="9235"/>
                    <a:pt x="11251" y="9363"/>
                    <a:pt x="11155" y="9492"/>
                  </a:cubicBezTo>
                  <a:cubicBezTo>
                    <a:pt x="10994" y="9685"/>
                    <a:pt x="10737" y="9878"/>
                    <a:pt x="10544" y="10006"/>
                  </a:cubicBezTo>
                  <a:cubicBezTo>
                    <a:pt x="10415" y="10103"/>
                    <a:pt x="10319" y="10135"/>
                    <a:pt x="10255" y="10199"/>
                  </a:cubicBezTo>
                  <a:lnTo>
                    <a:pt x="10158" y="10231"/>
                  </a:lnTo>
                  <a:lnTo>
                    <a:pt x="10126" y="10231"/>
                  </a:lnTo>
                  <a:cubicBezTo>
                    <a:pt x="10062" y="10295"/>
                    <a:pt x="10030" y="10360"/>
                    <a:pt x="9997" y="10424"/>
                  </a:cubicBezTo>
                  <a:cubicBezTo>
                    <a:pt x="9997" y="10424"/>
                    <a:pt x="9965" y="10649"/>
                    <a:pt x="9869" y="10970"/>
                  </a:cubicBezTo>
                  <a:cubicBezTo>
                    <a:pt x="9740" y="11453"/>
                    <a:pt x="9547" y="12192"/>
                    <a:pt x="9322" y="12835"/>
                  </a:cubicBezTo>
                  <a:cubicBezTo>
                    <a:pt x="9194" y="13156"/>
                    <a:pt x="9065" y="13446"/>
                    <a:pt x="8937" y="13638"/>
                  </a:cubicBezTo>
                  <a:cubicBezTo>
                    <a:pt x="8872" y="13767"/>
                    <a:pt x="8808" y="13831"/>
                    <a:pt x="8776" y="13896"/>
                  </a:cubicBezTo>
                  <a:cubicBezTo>
                    <a:pt x="8712" y="13960"/>
                    <a:pt x="8680" y="13992"/>
                    <a:pt x="8680" y="13992"/>
                  </a:cubicBezTo>
                  <a:lnTo>
                    <a:pt x="8519" y="13992"/>
                  </a:lnTo>
                  <a:cubicBezTo>
                    <a:pt x="8294" y="13992"/>
                    <a:pt x="7908" y="13928"/>
                    <a:pt x="7426" y="13767"/>
                  </a:cubicBezTo>
                  <a:cubicBezTo>
                    <a:pt x="6719" y="13574"/>
                    <a:pt x="5851" y="13253"/>
                    <a:pt x="5112" y="12996"/>
                  </a:cubicBezTo>
                  <a:cubicBezTo>
                    <a:pt x="4726" y="12835"/>
                    <a:pt x="4404" y="12706"/>
                    <a:pt x="4115" y="12610"/>
                  </a:cubicBezTo>
                  <a:cubicBezTo>
                    <a:pt x="3826" y="12513"/>
                    <a:pt x="3633" y="12417"/>
                    <a:pt x="3472" y="12385"/>
                  </a:cubicBezTo>
                  <a:cubicBezTo>
                    <a:pt x="3440" y="12385"/>
                    <a:pt x="3311" y="12256"/>
                    <a:pt x="3183" y="12063"/>
                  </a:cubicBezTo>
                  <a:cubicBezTo>
                    <a:pt x="3022" y="11742"/>
                    <a:pt x="2829" y="11292"/>
                    <a:pt x="2733" y="10906"/>
                  </a:cubicBezTo>
                  <a:cubicBezTo>
                    <a:pt x="2669" y="10713"/>
                    <a:pt x="2636" y="10553"/>
                    <a:pt x="2604" y="10424"/>
                  </a:cubicBezTo>
                  <a:cubicBezTo>
                    <a:pt x="2572" y="10328"/>
                    <a:pt x="2540" y="10231"/>
                    <a:pt x="2540" y="10231"/>
                  </a:cubicBezTo>
                  <a:cubicBezTo>
                    <a:pt x="2540" y="10167"/>
                    <a:pt x="2476" y="10103"/>
                    <a:pt x="2411" y="10070"/>
                  </a:cubicBezTo>
                  <a:lnTo>
                    <a:pt x="2347" y="10038"/>
                  </a:lnTo>
                  <a:cubicBezTo>
                    <a:pt x="2251" y="9974"/>
                    <a:pt x="1929" y="9781"/>
                    <a:pt x="1608" y="9556"/>
                  </a:cubicBezTo>
                  <a:cubicBezTo>
                    <a:pt x="1286" y="9299"/>
                    <a:pt x="965" y="8978"/>
                    <a:pt x="836" y="8688"/>
                  </a:cubicBezTo>
                  <a:cubicBezTo>
                    <a:pt x="708" y="8335"/>
                    <a:pt x="515" y="7820"/>
                    <a:pt x="515" y="7402"/>
                  </a:cubicBezTo>
                  <a:cubicBezTo>
                    <a:pt x="515" y="7177"/>
                    <a:pt x="579" y="6952"/>
                    <a:pt x="708" y="6856"/>
                  </a:cubicBezTo>
                  <a:cubicBezTo>
                    <a:pt x="804" y="6727"/>
                    <a:pt x="997" y="6631"/>
                    <a:pt x="1383" y="6599"/>
                  </a:cubicBezTo>
                  <a:cubicBezTo>
                    <a:pt x="1447" y="6599"/>
                    <a:pt x="1511" y="6631"/>
                    <a:pt x="1608" y="6631"/>
                  </a:cubicBezTo>
                  <a:cubicBezTo>
                    <a:pt x="2315" y="6695"/>
                    <a:pt x="2669" y="6952"/>
                    <a:pt x="2829" y="7242"/>
                  </a:cubicBezTo>
                  <a:cubicBezTo>
                    <a:pt x="3022" y="7499"/>
                    <a:pt x="3054" y="7788"/>
                    <a:pt x="3054" y="7949"/>
                  </a:cubicBezTo>
                  <a:lnTo>
                    <a:pt x="3054" y="8013"/>
                  </a:lnTo>
                  <a:lnTo>
                    <a:pt x="3086" y="8142"/>
                  </a:lnTo>
                  <a:cubicBezTo>
                    <a:pt x="3183" y="8399"/>
                    <a:pt x="3279" y="8592"/>
                    <a:pt x="3408" y="8720"/>
                  </a:cubicBezTo>
                  <a:cubicBezTo>
                    <a:pt x="3536" y="8849"/>
                    <a:pt x="3697" y="8945"/>
                    <a:pt x="3890" y="8945"/>
                  </a:cubicBezTo>
                  <a:cubicBezTo>
                    <a:pt x="4051" y="8945"/>
                    <a:pt x="4212" y="8881"/>
                    <a:pt x="4308" y="8785"/>
                  </a:cubicBezTo>
                  <a:cubicBezTo>
                    <a:pt x="4501" y="8656"/>
                    <a:pt x="4597" y="8463"/>
                    <a:pt x="4694" y="8303"/>
                  </a:cubicBezTo>
                  <a:cubicBezTo>
                    <a:pt x="4790" y="8110"/>
                    <a:pt x="4854" y="7949"/>
                    <a:pt x="4887" y="7820"/>
                  </a:cubicBezTo>
                  <a:cubicBezTo>
                    <a:pt x="4919" y="7692"/>
                    <a:pt x="4951" y="7499"/>
                    <a:pt x="4951" y="7274"/>
                  </a:cubicBezTo>
                  <a:cubicBezTo>
                    <a:pt x="4951" y="6952"/>
                    <a:pt x="4951" y="6535"/>
                    <a:pt x="4983" y="6181"/>
                  </a:cubicBezTo>
                  <a:cubicBezTo>
                    <a:pt x="4983" y="5988"/>
                    <a:pt x="4983" y="5827"/>
                    <a:pt x="5015" y="5699"/>
                  </a:cubicBezTo>
                  <a:cubicBezTo>
                    <a:pt x="5015" y="5570"/>
                    <a:pt x="5047" y="5474"/>
                    <a:pt x="5047" y="5442"/>
                  </a:cubicBezTo>
                  <a:lnTo>
                    <a:pt x="5079" y="5442"/>
                  </a:lnTo>
                  <a:cubicBezTo>
                    <a:pt x="5112" y="5409"/>
                    <a:pt x="5208" y="5377"/>
                    <a:pt x="5304" y="5345"/>
                  </a:cubicBezTo>
                  <a:cubicBezTo>
                    <a:pt x="5497" y="5281"/>
                    <a:pt x="5722" y="5217"/>
                    <a:pt x="5979" y="5088"/>
                  </a:cubicBezTo>
                  <a:cubicBezTo>
                    <a:pt x="6237" y="4959"/>
                    <a:pt x="6526" y="4767"/>
                    <a:pt x="6719" y="4445"/>
                  </a:cubicBezTo>
                  <a:cubicBezTo>
                    <a:pt x="6944" y="4156"/>
                    <a:pt x="6976" y="3770"/>
                    <a:pt x="6976" y="3417"/>
                  </a:cubicBezTo>
                  <a:cubicBezTo>
                    <a:pt x="6976" y="2862"/>
                    <a:pt x="6848" y="2275"/>
                    <a:pt x="6734" y="1876"/>
                  </a:cubicBezTo>
                  <a:lnTo>
                    <a:pt x="6734" y="1876"/>
                  </a:lnTo>
                  <a:cubicBezTo>
                    <a:pt x="7309" y="2019"/>
                    <a:pt x="8309" y="2227"/>
                    <a:pt x="9322" y="2227"/>
                  </a:cubicBezTo>
                  <a:cubicBezTo>
                    <a:pt x="10190" y="2227"/>
                    <a:pt x="10769" y="1713"/>
                    <a:pt x="11090" y="1263"/>
                  </a:cubicBezTo>
                  <a:cubicBezTo>
                    <a:pt x="11178" y="1140"/>
                    <a:pt x="11252" y="1017"/>
                    <a:pt x="11312" y="902"/>
                  </a:cubicBezTo>
                  <a:close/>
                  <a:moveTo>
                    <a:pt x="11316" y="1"/>
                  </a:moveTo>
                  <a:cubicBezTo>
                    <a:pt x="11296" y="1"/>
                    <a:pt x="11274" y="4"/>
                    <a:pt x="11251" y="9"/>
                  </a:cubicBezTo>
                  <a:cubicBezTo>
                    <a:pt x="11155" y="9"/>
                    <a:pt x="11058" y="106"/>
                    <a:pt x="11026" y="202"/>
                  </a:cubicBezTo>
                  <a:cubicBezTo>
                    <a:pt x="10994" y="266"/>
                    <a:pt x="10865" y="684"/>
                    <a:pt x="10608" y="1038"/>
                  </a:cubicBezTo>
                  <a:cubicBezTo>
                    <a:pt x="10319" y="1391"/>
                    <a:pt x="9933" y="1681"/>
                    <a:pt x="9322" y="1681"/>
                  </a:cubicBezTo>
                  <a:cubicBezTo>
                    <a:pt x="8583" y="1681"/>
                    <a:pt x="7876" y="1584"/>
                    <a:pt x="7297" y="1456"/>
                  </a:cubicBezTo>
                  <a:cubicBezTo>
                    <a:pt x="7040" y="1391"/>
                    <a:pt x="6815" y="1327"/>
                    <a:pt x="6654" y="1295"/>
                  </a:cubicBezTo>
                  <a:cubicBezTo>
                    <a:pt x="6558" y="1263"/>
                    <a:pt x="6494" y="1263"/>
                    <a:pt x="6462" y="1263"/>
                  </a:cubicBezTo>
                  <a:lnTo>
                    <a:pt x="6397" y="1231"/>
                  </a:lnTo>
                  <a:cubicBezTo>
                    <a:pt x="6371" y="1222"/>
                    <a:pt x="6346" y="1218"/>
                    <a:pt x="6320" y="1218"/>
                  </a:cubicBezTo>
                  <a:cubicBezTo>
                    <a:pt x="6252" y="1218"/>
                    <a:pt x="6187" y="1248"/>
                    <a:pt x="6140" y="1295"/>
                  </a:cubicBezTo>
                  <a:cubicBezTo>
                    <a:pt x="6044" y="1391"/>
                    <a:pt x="6044" y="1488"/>
                    <a:pt x="6076" y="1584"/>
                  </a:cubicBezTo>
                  <a:lnTo>
                    <a:pt x="6076" y="1616"/>
                  </a:lnTo>
                  <a:cubicBezTo>
                    <a:pt x="6172" y="1809"/>
                    <a:pt x="6462" y="2709"/>
                    <a:pt x="6462" y="3417"/>
                  </a:cubicBezTo>
                  <a:cubicBezTo>
                    <a:pt x="6462" y="3738"/>
                    <a:pt x="6397" y="3995"/>
                    <a:pt x="6301" y="4156"/>
                  </a:cubicBezTo>
                  <a:cubicBezTo>
                    <a:pt x="6044" y="4509"/>
                    <a:pt x="5754" y="4638"/>
                    <a:pt x="5433" y="4734"/>
                  </a:cubicBezTo>
                  <a:cubicBezTo>
                    <a:pt x="5272" y="4799"/>
                    <a:pt x="5144" y="4831"/>
                    <a:pt x="4983" y="4895"/>
                  </a:cubicBezTo>
                  <a:cubicBezTo>
                    <a:pt x="4919" y="4895"/>
                    <a:pt x="4854" y="4959"/>
                    <a:pt x="4758" y="4992"/>
                  </a:cubicBezTo>
                  <a:cubicBezTo>
                    <a:pt x="4694" y="5056"/>
                    <a:pt x="4629" y="5120"/>
                    <a:pt x="4565" y="5217"/>
                  </a:cubicBezTo>
                  <a:cubicBezTo>
                    <a:pt x="4533" y="5281"/>
                    <a:pt x="4533" y="5377"/>
                    <a:pt x="4501" y="5474"/>
                  </a:cubicBezTo>
                  <a:cubicBezTo>
                    <a:pt x="4437" y="5795"/>
                    <a:pt x="4437" y="6277"/>
                    <a:pt x="4404" y="6727"/>
                  </a:cubicBezTo>
                  <a:cubicBezTo>
                    <a:pt x="4404" y="6952"/>
                    <a:pt x="4404" y="7177"/>
                    <a:pt x="4404" y="7338"/>
                  </a:cubicBezTo>
                  <a:cubicBezTo>
                    <a:pt x="4404" y="7531"/>
                    <a:pt x="4372" y="7660"/>
                    <a:pt x="4372" y="7692"/>
                  </a:cubicBezTo>
                  <a:cubicBezTo>
                    <a:pt x="4340" y="7788"/>
                    <a:pt x="4276" y="8013"/>
                    <a:pt x="4147" y="8174"/>
                  </a:cubicBezTo>
                  <a:cubicBezTo>
                    <a:pt x="4083" y="8270"/>
                    <a:pt x="4051" y="8335"/>
                    <a:pt x="3987" y="8367"/>
                  </a:cubicBezTo>
                  <a:cubicBezTo>
                    <a:pt x="3922" y="8399"/>
                    <a:pt x="3890" y="8431"/>
                    <a:pt x="3890" y="8431"/>
                  </a:cubicBezTo>
                  <a:cubicBezTo>
                    <a:pt x="3890" y="8399"/>
                    <a:pt x="3858" y="8431"/>
                    <a:pt x="3794" y="8367"/>
                  </a:cubicBezTo>
                  <a:cubicBezTo>
                    <a:pt x="3737" y="8310"/>
                    <a:pt x="3680" y="8203"/>
                    <a:pt x="3601" y="8023"/>
                  </a:cubicBezTo>
                  <a:lnTo>
                    <a:pt x="3601" y="8023"/>
                  </a:lnTo>
                  <a:cubicBezTo>
                    <a:pt x="3601" y="8001"/>
                    <a:pt x="3601" y="7975"/>
                    <a:pt x="3601" y="7949"/>
                  </a:cubicBezTo>
                  <a:cubicBezTo>
                    <a:pt x="3601" y="7724"/>
                    <a:pt x="3569" y="7306"/>
                    <a:pt x="3279" y="6920"/>
                  </a:cubicBezTo>
                  <a:cubicBezTo>
                    <a:pt x="3022" y="6535"/>
                    <a:pt x="2508" y="6181"/>
                    <a:pt x="1672" y="6085"/>
                  </a:cubicBezTo>
                  <a:lnTo>
                    <a:pt x="1383" y="6085"/>
                  </a:lnTo>
                  <a:cubicBezTo>
                    <a:pt x="901" y="6085"/>
                    <a:pt x="515" y="6213"/>
                    <a:pt x="290" y="6502"/>
                  </a:cubicBezTo>
                  <a:cubicBezTo>
                    <a:pt x="65" y="6760"/>
                    <a:pt x="1" y="7081"/>
                    <a:pt x="1" y="7402"/>
                  </a:cubicBezTo>
                  <a:cubicBezTo>
                    <a:pt x="1" y="7949"/>
                    <a:pt x="193" y="8528"/>
                    <a:pt x="354" y="8913"/>
                  </a:cubicBezTo>
                  <a:cubicBezTo>
                    <a:pt x="579" y="9395"/>
                    <a:pt x="1029" y="9813"/>
                    <a:pt x="1415" y="10070"/>
                  </a:cubicBezTo>
                  <a:cubicBezTo>
                    <a:pt x="1693" y="10263"/>
                    <a:pt x="1928" y="10398"/>
                    <a:pt x="2055" y="10477"/>
                  </a:cubicBezTo>
                  <a:lnTo>
                    <a:pt x="2055" y="10477"/>
                  </a:lnTo>
                  <a:cubicBezTo>
                    <a:pt x="2103" y="10668"/>
                    <a:pt x="2208" y="11068"/>
                    <a:pt x="2347" y="11485"/>
                  </a:cubicBezTo>
                  <a:cubicBezTo>
                    <a:pt x="2444" y="11774"/>
                    <a:pt x="2572" y="12096"/>
                    <a:pt x="2733" y="12321"/>
                  </a:cubicBezTo>
                  <a:cubicBezTo>
                    <a:pt x="2894" y="12578"/>
                    <a:pt x="3054" y="12803"/>
                    <a:pt x="3344" y="12899"/>
                  </a:cubicBezTo>
                  <a:cubicBezTo>
                    <a:pt x="3472" y="12931"/>
                    <a:pt x="3794" y="13060"/>
                    <a:pt x="4212" y="13221"/>
                  </a:cubicBezTo>
                  <a:cubicBezTo>
                    <a:pt x="4854" y="13446"/>
                    <a:pt x="5690" y="13799"/>
                    <a:pt x="6494" y="14056"/>
                  </a:cubicBezTo>
                  <a:cubicBezTo>
                    <a:pt x="6912" y="14185"/>
                    <a:pt x="7297" y="14314"/>
                    <a:pt x="7651" y="14378"/>
                  </a:cubicBezTo>
                  <a:cubicBezTo>
                    <a:pt x="7972" y="14474"/>
                    <a:pt x="8294" y="14539"/>
                    <a:pt x="8519" y="14539"/>
                  </a:cubicBezTo>
                  <a:cubicBezTo>
                    <a:pt x="8647" y="14539"/>
                    <a:pt x="8744" y="14539"/>
                    <a:pt x="8840" y="14474"/>
                  </a:cubicBezTo>
                  <a:cubicBezTo>
                    <a:pt x="9033" y="14410"/>
                    <a:pt x="9130" y="14314"/>
                    <a:pt x="9258" y="14153"/>
                  </a:cubicBezTo>
                  <a:cubicBezTo>
                    <a:pt x="9451" y="13896"/>
                    <a:pt x="9612" y="13574"/>
                    <a:pt x="9740" y="13188"/>
                  </a:cubicBezTo>
                  <a:cubicBezTo>
                    <a:pt x="10117" y="12220"/>
                    <a:pt x="10404" y="11026"/>
                    <a:pt x="10487" y="10663"/>
                  </a:cubicBezTo>
                  <a:lnTo>
                    <a:pt x="10487" y="10663"/>
                  </a:lnTo>
                  <a:cubicBezTo>
                    <a:pt x="10618" y="10596"/>
                    <a:pt x="10854" y="10467"/>
                    <a:pt x="11090" y="10295"/>
                  </a:cubicBezTo>
                  <a:cubicBezTo>
                    <a:pt x="11251" y="10167"/>
                    <a:pt x="11444" y="10006"/>
                    <a:pt x="11573" y="9813"/>
                  </a:cubicBezTo>
                  <a:cubicBezTo>
                    <a:pt x="11733" y="9653"/>
                    <a:pt x="11830" y="9428"/>
                    <a:pt x="11830" y="9170"/>
                  </a:cubicBezTo>
                  <a:cubicBezTo>
                    <a:pt x="11830" y="8978"/>
                    <a:pt x="11798" y="8720"/>
                    <a:pt x="11733" y="8431"/>
                  </a:cubicBezTo>
                  <a:cubicBezTo>
                    <a:pt x="11669" y="8013"/>
                    <a:pt x="11540" y="7531"/>
                    <a:pt x="11444" y="7081"/>
                  </a:cubicBezTo>
                  <a:cubicBezTo>
                    <a:pt x="11412" y="6888"/>
                    <a:pt x="11348" y="6695"/>
                    <a:pt x="11315" y="6502"/>
                  </a:cubicBezTo>
                  <a:cubicBezTo>
                    <a:pt x="11283" y="6342"/>
                    <a:pt x="11283" y="6213"/>
                    <a:pt x="11283" y="6181"/>
                  </a:cubicBezTo>
                  <a:cubicBezTo>
                    <a:pt x="11283" y="6149"/>
                    <a:pt x="11315" y="5988"/>
                    <a:pt x="11412" y="5795"/>
                  </a:cubicBezTo>
                  <a:cubicBezTo>
                    <a:pt x="11540" y="5506"/>
                    <a:pt x="11798" y="5120"/>
                    <a:pt x="11990" y="4702"/>
                  </a:cubicBezTo>
                  <a:cubicBezTo>
                    <a:pt x="12215" y="4284"/>
                    <a:pt x="12408" y="3834"/>
                    <a:pt x="12505" y="3417"/>
                  </a:cubicBezTo>
                  <a:cubicBezTo>
                    <a:pt x="12505" y="3320"/>
                    <a:pt x="12505" y="3224"/>
                    <a:pt x="12505" y="3095"/>
                  </a:cubicBezTo>
                  <a:cubicBezTo>
                    <a:pt x="12505" y="2484"/>
                    <a:pt x="12248" y="1777"/>
                    <a:pt x="12023" y="1166"/>
                  </a:cubicBezTo>
                  <a:cubicBezTo>
                    <a:pt x="11765" y="588"/>
                    <a:pt x="11540" y="138"/>
                    <a:pt x="11540" y="138"/>
                  </a:cubicBezTo>
                  <a:cubicBezTo>
                    <a:pt x="11488" y="58"/>
                    <a:pt x="11413" y="1"/>
                    <a:pt x="113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4377;p64">
              <a:extLst>
                <a:ext uri="{FF2B5EF4-FFF2-40B4-BE49-F238E27FC236}">
                  <a16:creationId xmlns:a16="http://schemas.microsoft.com/office/drawing/2014/main" id="{0E0A5648-8A6A-2B09-7C04-3512F63B3887}"/>
                </a:ext>
              </a:extLst>
            </p:cNvPr>
            <p:cNvSpPr/>
            <p:nvPr/>
          </p:nvSpPr>
          <p:spPr>
            <a:xfrm>
              <a:off x="2962975" y="1971500"/>
              <a:ext cx="295750" cy="594125"/>
            </a:xfrm>
            <a:custGeom>
              <a:avLst/>
              <a:gdLst/>
              <a:ahLst/>
              <a:cxnLst/>
              <a:rect l="l" t="t" r="r" b="b"/>
              <a:pathLst>
                <a:path w="11830" h="23765" extrusionOk="0">
                  <a:moveTo>
                    <a:pt x="2925" y="1"/>
                  </a:moveTo>
                  <a:lnTo>
                    <a:pt x="0" y="3472"/>
                  </a:lnTo>
                  <a:cubicBezTo>
                    <a:pt x="0" y="3472"/>
                    <a:pt x="482" y="7233"/>
                    <a:pt x="1415" y="8712"/>
                  </a:cubicBezTo>
                  <a:cubicBezTo>
                    <a:pt x="2347" y="10223"/>
                    <a:pt x="6301" y="16041"/>
                    <a:pt x="6301" y="16041"/>
                  </a:cubicBezTo>
                  <a:cubicBezTo>
                    <a:pt x="6301" y="16041"/>
                    <a:pt x="6011" y="18002"/>
                    <a:pt x="6301" y="18580"/>
                  </a:cubicBezTo>
                  <a:cubicBezTo>
                    <a:pt x="6558" y="19127"/>
                    <a:pt x="7683" y="21859"/>
                    <a:pt x="7683" y="22213"/>
                  </a:cubicBezTo>
                  <a:cubicBezTo>
                    <a:pt x="7683" y="22441"/>
                    <a:pt x="7954" y="22636"/>
                    <a:pt x="8195" y="22636"/>
                  </a:cubicBezTo>
                  <a:cubicBezTo>
                    <a:pt x="8360" y="22636"/>
                    <a:pt x="8511" y="22544"/>
                    <a:pt x="8551" y="22309"/>
                  </a:cubicBezTo>
                  <a:cubicBezTo>
                    <a:pt x="8647" y="21763"/>
                    <a:pt x="8647" y="20991"/>
                    <a:pt x="8647" y="20991"/>
                  </a:cubicBezTo>
                  <a:lnTo>
                    <a:pt x="10222" y="23434"/>
                  </a:lnTo>
                  <a:cubicBezTo>
                    <a:pt x="10222" y="23434"/>
                    <a:pt x="10632" y="23765"/>
                    <a:pt x="10977" y="23765"/>
                  </a:cubicBezTo>
                  <a:cubicBezTo>
                    <a:pt x="11125" y="23765"/>
                    <a:pt x="11261" y="23704"/>
                    <a:pt x="11347" y="23530"/>
                  </a:cubicBezTo>
                  <a:cubicBezTo>
                    <a:pt x="11637" y="22984"/>
                    <a:pt x="11444" y="19962"/>
                    <a:pt x="11637" y="18741"/>
                  </a:cubicBezTo>
                  <a:cubicBezTo>
                    <a:pt x="11829" y="17552"/>
                    <a:pt x="10897" y="15848"/>
                    <a:pt x="10126" y="15109"/>
                  </a:cubicBezTo>
                  <a:cubicBezTo>
                    <a:pt x="9386" y="14337"/>
                    <a:pt x="8454" y="13051"/>
                    <a:pt x="8165" y="12762"/>
                  </a:cubicBezTo>
                  <a:cubicBezTo>
                    <a:pt x="7876" y="12473"/>
                    <a:pt x="6654" y="8069"/>
                    <a:pt x="6108" y="5080"/>
                  </a:cubicBezTo>
                  <a:cubicBezTo>
                    <a:pt x="5529" y="2058"/>
                    <a:pt x="4051" y="194"/>
                    <a:pt x="29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4378;p64">
              <a:extLst>
                <a:ext uri="{FF2B5EF4-FFF2-40B4-BE49-F238E27FC236}">
                  <a16:creationId xmlns:a16="http://schemas.microsoft.com/office/drawing/2014/main" id="{724F03A6-5DBA-C91E-F6EB-982B6AF4B04F}"/>
                </a:ext>
              </a:extLst>
            </p:cNvPr>
            <p:cNvSpPr/>
            <p:nvPr/>
          </p:nvSpPr>
          <p:spPr>
            <a:xfrm>
              <a:off x="2955750" y="1964925"/>
              <a:ext cx="305375" cy="607700"/>
            </a:xfrm>
            <a:custGeom>
              <a:avLst/>
              <a:gdLst/>
              <a:ahLst/>
              <a:cxnLst/>
              <a:rect l="l" t="t" r="r" b="b"/>
              <a:pathLst>
                <a:path w="12215" h="24308" extrusionOk="0">
                  <a:moveTo>
                    <a:pt x="3186" y="0"/>
                  </a:moveTo>
                  <a:cubicBezTo>
                    <a:pt x="3054" y="0"/>
                    <a:pt x="2953" y="92"/>
                    <a:pt x="2925" y="232"/>
                  </a:cubicBezTo>
                  <a:cubicBezTo>
                    <a:pt x="2925" y="360"/>
                    <a:pt x="3022" y="521"/>
                    <a:pt x="3150" y="521"/>
                  </a:cubicBezTo>
                  <a:cubicBezTo>
                    <a:pt x="3600" y="585"/>
                    <a:pt x="4211" y="1067"/>
                    <a:pt x="4790" y="1903"/>
                  </a:cubicBezTo>
                  <a:cubicBezTo>
                    <a:pt x="5336" y="2739"/>
                    <a:pt x="5850" y="3896"/>
                    <a:pt x="6140" y="5375"/>
                  </a:cubicBezTo>
                  <a:cubicBezTo>
                    <a:pt x="6397" y="6885"/>
                    <a:pt x="6847" y="8750"/>
                    <a:pt x="7265" y="10261"/>
                  </a:cubicBezTo>
                  <a:cubicBezTo>
                    <a:pt x="7490" y="11032"/>
                    <a:pt x="7683" y="11707"/>
                    <a:pt x="7843" y="12189"/>
                  </a:cubicBezTo>
                  <a:cubicBezTo>
                    <a:pt x="7908" y="12446"/>
                    <a:pt x="8004" y="12671"/>
                    <a:pt x="8068" y="12832"/>
                  </a:cubicBezTo>
                  <a:cubicBezTo>
                    <a:pt x="8100" y="12896"/>
                    <a:pt x="8133" y="12993"/>
                    <a:pt x="8165" y="13025"/>
                  </a:cubicBezTo>
                  <a:cubicBezTo>
                    <a:pt x="8197" y="13089"/>
                    <a:pt x="8197" y="13154"/>
                    <a:pt x="8261" y="13218"/>
                  </a:cubicBezTo>
                  <a:cubicBezTo>
                    <a:pt x="8325" y="13250"/>
                    <a:pt x="8422" y="13379"/>
                    <a:pt x="8550" y="13572"/>
                  </a:cubicBezTo>
                  <a:cubicBezTo>
                    <a:pt x="8968" y="14086"/>
                    <a:pt x="9643" y="14954"/>
                    <a:pt x="10222" y="15564"/>
                  </a:cubicBezTo>
                  <a:cubicBezTo>
                    <a:pt x="10543" y="15854"/>
                    <a:pt x="10929" y="16400"/>
                    <a:pt x="11186" y="16947"/>
                  </a:cubicBezTo>
                  <a:cubicBezTo>
                    <a:pt x="11476" y="17525"/>
                    <a:pt x="11668" y="18168"/>
                    <a:pt x="11668" y="18682"/>
                  </a:cubicBezTo>
                  <a:cubicBezTo>
                    <a:pt x="11668" y="18779"/>
                    <a:pt x="11668" y="18875"/>
                    <a:pt x="11668" y="18972"/>
                  </a:cubicBezTo>
                  <a:cubicBezTo>
                    <a:pt x="11572" y="19615"/>
                    <a:pt x="11572" y="20675"/>
                    <a:pt x="11540" y="21640"/>
                  </a:cubicBezTo>
                  <a:cubicBezTo>
                    <a:pt x="11540" y="22122"/>
                    <a:pt x="11540" y="22604"/>
                    <a:pt x="11508" y="22958"/>
                  </a:cubicBezTo>
                  <a:cubicBezTo>
                    <a:pt x="11508" y="23151"/>
                    <a:pt x="11476" y="23311"/>
                    <a:pt x="11476" y="23440"/>
                  </a:cubicBezTo>
                  <a:cubicBezTo>
                    <a:pt x="11443" y="23568"/>
                    <a:pt x="11411" y="23665"/>
                    <a:pt x="11411" y="23665"/>
                  </a:cubicBezTo>
                  <a:lnTo>
                    <a:pt x="11347" y="23729"/>
                  </a:lnTo>
                  <a:lnTo>
                    <a:pt x="11283" y="23761"/>
                  </a:lnTo>
                  <a:cubicBezTo>
                    <a:pt x="11186" y="23761"/>
                    <a:pt x="11026" y="23697"/>
                    <a:pt x="10897" y="23633"/>
                  </a:cubicBezTo>
                  <a:cubicBezTo>
                    <a:pt x="10833" y="23601"/>
                    <a:pt x="10768" y="23568"/>
                    <a:pt x="10736" y="23536"/>
                  </a:cubicBezTo>
                  <a:lnTo>
                    <a:pt x="10704" y="23504"/>
                  </a:lnTo>
                  <a:lnTo>
                    <a:pt x="10695" y="23504"/>
                  </a:lnTo>
                  <a:lnTo>
                    <a:pt x="9161" y="21125"/>
                  </a:lnTo>
                  <a:cubicBezTo>
                    <a:pt x="9108" y="21046"/>
                    <a:pt x="9012" y="20989"/>
                    <a:pt x="8908" y="20989"/>
                  </a:cubicBezTo>
                  <a:cubicBezTo>
                    <a:pt x="8885" y="20989"/>
                    <a:pt x="8863" y="20991"/>
                    <a:pt x="8840" y="20997"/>
                  </a:cubicBezTo>
                  <a:cubicBezTo>
                    <a:pt x="8743" y="21061"/>
                    <a:pt x="8647" y="21158"/>
                    <a:pt x="8647" y="21254"/>
                  </a:cubicBezTo>
                  <a:cubicBezTo>
                    <a:pt x="8647" y="21254"/>
                    <a:pt x="8647" y="21447"/>
                    <a:pt x="8647" y="21704"/>
                  </a:cubicBezTo>
                  <a:cubicBezTo>
                    <a:pt x="8647" y="21961"/>
                    <a:pt x="8615" y="22283"/>
                    <a:pt x="8550" y="22540"/>
                  </a:cubicBezTo>
                  <a:cubicBezTo>
                    <a:pt x="8550" y="22604"/>
                    <a:pt x="8550" y="22604"/>
                    <a:pt x="8518" y="22604"/>
                  </a:cubicBezTo>
                  <a:lnTo>
                    <a:pt x="8486" y="22636"/>
                  </a:lnTo>
                  <a:cubicBezTo>
                    <a:pt x="8422" y="22636"/>
                    <a:pt x="8358" y="22604"/>
                    <a:pt x="8325" y="22572"/>
                  </a:cubicBezTo>
                  <a:lnTo>
                    <a:pt x="8261" y="22508"/>
                  </a:lnTo>
                  <a:lnTo>
                    <a:pt x="8261" y="22476"/>
                  </a:lnTo>
                  <a:cubicBezTo>
                    <a:pt x="8261" y="22379"/>
                    <a:pt x="8229" y="22283"/>
                    <a:pt x="8197" y="22186"/>
                  </a:cubicBezTo>
                  <a:cubicBezTo>
                    <a:pt x="7972" y="21350"/>
                    <a:pt x="7072" y="19229"/>
                    <a:pt x="6815" y="18715"/>
                  </a:cubicBezTo>
                  <a:cubicBezTo>
                    <a:pt x="6782" y="18650"/>
                    <a:pt x="6750" y="18554"/>
                    <a:pt x="6750" y="18425"/>
                  </a:cubicBezTo>
                  <a:cubicBezTo>
                    <a:pt x="6718" y="18265"/>
                    <a:pt x="6718" y="18104"/>
                    <a:pt x="6718" y="17911"/>
                  </a:cubicBezTo>
                  <a:cubicBezTo>
                    <a:pt x="6718" y="17557"/>
                    <a:pt x="6750" y="17172"/>
                    <a:pt x="6782" y="16850"/>
                  </a:cubicBezTo>
                  <a:cubicBezTo>
                    <a:pt x="6782" y="16690"/>
                    <a:pt x="6815" y="16561"/>
                    <a:pt x="6815" y="16497"/>
                  </a:cubicBezTo>
                  <a:cubicBezTo>
                    <a:pt x="6847" y="16400"/>
                    <a:pt x="6847" y="16336"/>
                    <a:pt x="6847" y="16336"/>
                  </a:cubicBezTo>
                  <a:cubicBezTo>
                    <a:pt x="6847" y="16272"/>
                    <a:pt x="6847" y="16207"/>
                    <a:pt x="6815" y="16143"/>
                  </a:cubicBezTo>
                  <a:cubicBezTo>
                    <a:pt x="6815" y="16143"/>
                    <a:pt x="6557" y="15789"/>
                    <a:pt x="6172" y="15211"/>
                  </a:cubicBezTo>
                  <a:cubicBezTo>
                    <a:pt x="5015" y="13507"/>
                    <a:pt x="2636" y="9971"/>
                    <a:pt x="1929" y="8846"/>
                  </a:cubicBezTo>
                  <a:cubicBezTo>
                    <a:pt x="1511" y="8171"/>
                    <a:pt x="1125" y="6853"/>
                    <a:pt x="900" y="5728"/>
                  </a:cubicBezTo>
                  <a:cubicBezTo>
                    <a:pt x="804" y="5182"/>
                    <a:pt x="707" y="4667"/>
                    <a:pt x="643" y="4314"/>
                  </a:cubicBezTo>
                  <a:cubicBezTo>
                    <a:pt x="579" y="3928"/>
                    <a:pt x="546" y="3703"/>
                    <a:pt x="546" y="3703"/>
                  </a:cubicBezTo>
                  <a:cubicBezTo>
                    <a:pt x="546" y="3563"/>
                    <a:pt x="449" y="3472"/>
                    <a:pt x="318" y="3472"/>
                  </a:cubicBezTo>
                  <a:cubicBezTo>
                    <a:pt x="298" y="3472"/>
                    <a:pt x="278" y="3474"/>
                    <a:pt x="257" y="3478"/>
                  </a:cubicBezTo>
                  <a:cubicBezTo>
                    <a:pt x="129" y="3478"/>
                    <a:pt x="0" y="3607"/>
                    <a:pt x="32" y="3767"/>
                  </a:cubicBezTo>
                  <a:cubicBezTo>
                    <a:pt x="32" y="3767"/>
                    <a:pt x="161" y="4732"/>
                    <a:pt x="386" y="5857"/>
                  </a:cubicBezTo>
                  <a:cubicBezTo>
                    <a:pt x="611" y="6982"/>
                    <a:pt x="964" y="8300"/>
                    <a:pt x="1479" y="9136"/>
                  </a:cubicBezTo>
                  <a:cubicBezTo>
                    <a:pt x="2335" y="10523"/>
                    <a:pt x="5741" y="15518"/>
                    <a:pt x="6290" y="16348"/>
                  </a:cubicBezTo>
                  <a:lnTo>
                    <a:pt x="6290" y="16348"/>
                  </a:lnTo>
                  <a:cubicBezTo>
                    <a:pt x="6259" y="16575"/>
                    <a:pt x="6172" y="17276"/>
                    <a:pt x="6172" y="17911"/>
                  </a:cubicBezTo>
                  <a:cubicBezTo>
                    <a:pt x="6172" y="18104"/>
                    <a:pt x="6204" y="18297"/>
                    <a:pt x="6204" y="18490"/>
                  </a:cubicBezTo>
                  <a:cubicBezTo>
                    <a:pt x="6236" y="18650"/>
                    <a:pt x="6268" y="18811"/>
                    <a:pt x="6332" y="18940"/>
                  </a:cubicBezTo>
                  <a:cubicBezTo>
                    <a:pt x="6461" y="19229"/>
                    <a:pt x="6815" y="20033"/>
                    <a:pt x="7136" y="20836"/>
                  </a:cubicBezTo>
                  <a:cubicBezTo>
                    <a:pt x="7297" y="21222"/>
                    <a:pt x="7458" y="21608"/>
                    <a:pt x="7554" y="21929"/>
                  </a:cubicBezTo>
                  <a:cubicBezTo>
                    <a:pt x="7618" y="22090"/>
                    <a:pt x="7650" y="22218"/>
                    <a:pt x="7683" y="22315"/>
                  </a:cubicBezTo>
                  <a:cubicBezTo>
                    <a:pt x="7683" y="22379"/>
                    <a:pt x="7715" y="22411"/>
                    <a:pt x="7715" y="22443"/>
                  </a:cubicBezTo>
                  <a:lnTo>
                    <a:pt x="7715" y="22476"/>
                  </a:lnTo>
                  <a:cubicBezTo>
                    <a:pt x="7715" y="22701"/>
                    <a:pt x="7843" y="22861"/>
                    <a:pt x="7972" y="22990"/>
                  </a:cubicBezTo>
                  <a:cubicBezTo>
                    <a:pt x="8133" y="23086"/>
                    <a:pt x="8293" y="23151"/>
                    <a:pt x="8486" y="23183"/>
                  </a:cubicBezTo>
                  <a:cubicBezTo>
                    <a:pt x="8615" y="23183"/>
                    <a:pt x="8743" y="23118"/>
                    <a:pt x="8872" y="23022"/>
                  </a:cubicBezTo>
                  <a:cubicBezTo>
                    <a:pt x="9000" y="22926"/>
                    <a:pt x="9065" y="22797"/>
                    <a:pt x="9097" y="22636"/>
                  </a:cubicBezTo>
                  <a:cubicBezTo>
                    <a:pt x="9124" y="22464"/>
                    <a:pt x="9144" y="22281"/>
                    <a:pt x="9158" y="22107"/>
                  </a:cubicBezTo>
                  <a:lnTo>
                    <a:pt x="9158" y="22107"/>
                  </a:lnTo>
                  <a:lnTo>
                    <a:pt x="10286" y="23858"/>
                  </a:lnTo>
                  <a:lnTo>
                    <a:pt x="10351" y="23922"/>
                  </a:lnTo>
                  <a:cubicBezTo>
                    <a:pt x="10351" y="23922"/>
                    <a:pt x="10479" y="24018"/>
                    <a:pt x="10640" y="24115"/>
                  </a:cubicBezTo>
                  <a:cubicBezTo>
                    <a:pt x="10801" y="24179"/>
                    <a:pt x="11026" y="24308"/>
                    <a:pt x="11283" y="24308"/>
                  </a:cubicBezTo>
                  <a:cubicBezTo>
                    <a:pt x="11379" y="24308"/>
                    <a:pt x="11508" y="24276"/>
                    <a:pt x="11604" y="24211"/>
                  </a:cubicBezTo>
                  <a:cubicBezTo>
                    <a:pt x="11733" y="24147"/>
                    <a:pt x="11829" y="24051"/>
                    <a:pt x="11893" y="23922"/>
                  </a:cubicBezTo>
                  <a:cubicBezTo>
                    <a:pt x="11926" y="23793"/>
                    <a:pt x="11958" y="23665"/>
                    <a:pt x="11990" y="23536"/>
                  </a:cubicBezTo>
                  <a:cubicBezTo>
                    <a:pt x="12086" y="22990"/>
                    <a:pt x="12086" y="22154"/>
                    <a:pt x="12086" y="21286"/>
                  </a:cubicBezTo>
                  <a:cubicBezTo>
                    <a:pt x="12086" y="20418"/>
                    <a:pt x="12118" y="19550"/>
                    <a:pt x="12183" y="19068"/>
                  </a:cubicBezTo>
                  <a:cubicBezTo>
                    <a:pt x="12215" y="18940"/>
                    <a:pt x="12215" y="18811"/>
                    <a:pt x="12215" y="18682"/>
                  </a:cubicBezTo>
                  <a:cubicBezTo>
                    <a:pt x="12215" y="18040"/>
                    <a:pt x="11990" y="17332"/>
                    <a:pt x="11668" y="16722"/>
                  </a:cubicBezTo>
                  <a:cubicBezTo>
                    <a:pt x="11379" y="16111"/>
                    <a:pt x="10993" y="15532"/>
                    <a:pt x="10608" y="15179"/>
                  </a:cubicBezTo>
                  <a:cubicBezTo>
                    <a:pt x="10254" y="14825"/>
                    <a:pt x="9836" y="14311"/>
                    <a:pt x="9483" y="13861"/>
                  </a:cubicBezTo>
                  <a:cubicBezTo>
                    <a:pt x="9290" y="13636"/>
                    <a:pt x="9129" y="13411"/>
                    <a:pt x="8968" y="13218"/>
                  </a:cubicBezTo>
                  <a:cubicBezTo>
                    <a:pt x="8840" y="13057"/>
                    <a:pt x="8743" y="12929"/>
                    <a:pt x="8647" y="12832"/>
                  </a:cubicBezTo>
                  <a:cubicBezTo>
                    <a:pt x="8615" y="12768"/>
                    <a:pt x="8550" y="12639"/>
                    <a:pt x="8486" y="12479"/>
                  </a:cubicBezTo>
                  <a:cubicBezTo>
                    <a:pt x="8036" y="11257"/>
                    <a:pt x="7104" y="7753"/>
                    <a:pt x="6654" y="5278"/>
                  </a:cubicBezTo>
                  <a:cubicBezTo>
                    <a:pt x="6365" y="3735"/>
                    <a:pt x="5850" y="2482"/>
                    <a:pt x="5240" y="1582"/>
                  </a:cubicBezTo>
                  <a:cubicBezTo>
                    <a:pt x="4629" y="682"/>
                    <a:pt x="3922" y="135"/>
                    <a:pt x="3247" y="7"/>
                  </a:cubicBezTo>
                  <a:cubicBezTo>
                    <a:pt x="3226" y="2"/>
                    <a:pt x="3206" y="0"/>
                    <a:pt x="3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4379;p64">
              <a:extLst>
                <a:ext uri="{FF2B5EF4-FFF2-40B4-BE49-F238E27FC236}">
                  <a16:creationId xmlns:a16="http://schemas.microsoft.com/office/drawing/2014/main" id="{F724A6C7-429F-2CD9-B623-AFBB23C2CB8F}"/>
                </a:ext>
              </a:extLst>
            </p:cNvPr>
            <p:cNvSpPr/>
            <p:nvPr/>
          </p:nvSpPr>
          <p:spPr>
            <a:xfrm>
              <a:off x="3105200" y="2303400"/>
              <a:ext cx="153525" cy="262225"/>
            </a:xfrm>
            <a:custGeom>
              <a:avLst/>
              <a:gdLst/>
              <a:ahLst/>
              <a:cxnLst/>
              <a:rect l="l" t="t" r="r" b="b"/>
              <a:pathLst>
                <a:path w="6141" h="10489" extrusionOk="0">
                  <a:moveTo>
                    <a:pt x="2926" y="0"/>
                  </a:moveTo>
                  <a:cubicBezTo>
                    <a:pt x="1512" y="386"/>
                    <a:pt x="515" y="1286"/>
                    <a:pt x="1" y="1865"/>
                  </a:cubicBezTo>
                  <a:cubicBezTo>
                    <a:pt x="354" y="2411"/>
                    <a:pt x="612" y="2765"/>
                    <a:pt x="612" y="2765"/>
                  </a:cubicBezTo>
                  <a:cubicBezTo>
                    <a:pt x="612" y="2765"/>
                    <a:pt x="322" y="4726"/>
                    <a:pt x="612" y="5304"/>
                  </a:cubicBezTo>
                  <a:cubicBezTo>
                    <a:pt x="869" y="5851"/>
                    <a:pt x="1994" y="8583"/>
                    <a:pt x="1994" y="8937"/>
                  </a:cubicBezTo>
                  <a:cubicBezTo>
                    <a:pt x="1994" y="9165"/>
                    <a:pt x="2265" y="9360"/>
                    <a:pt x="2506" y="9360"/>
                  </a:cubicBezTo>
                  <a:cubicBezTo>
                    <a:pt x="2671" y="9360"/>
                    <a:pt x="2822" y="9268"/>
                    <a:pt x="2862" y="9033"/>
                  </a:cubicBezTo>
                  <a:cubicBezTo>
                    <a:pt x="2958" y="8487"/>
                    <a:pt x="2958" y="7715"/>
                    <a:pt x="2958" y="7715"/>
                  </a:cubicBezTo>
                  <a:lnTo>
                    <a:pt x="4533" y="10158"/>
                  </a:lnTo>
                  <a:cubicBezTo>
                    <a:pt x="4533" y="10158"/>
                    <a:pt x="4943" y="10489"/>
                    <a:pt x="5288" y="10489"/>
                  </a:cubicBezTo>
                  <a:cubicBezTo>
                    <a:pt x="5436" y="10489"/>
                    <a:pt x="5572" y="10428"/>
                    <a:pt x="5658" y="10254"/>
                  </a:cubicBezTo>
                  <a:cubicBezTo>
                    <a:pt x="5948" y="9708"/>
                    <a:pt x="5755" y="6686"/>
                    <a:pt x="5948" y="5465"/>
                  </a:cubicBezTo>
                  <a:cubicBezTo>
                    <a:pt x="6140" y="4276"/>
                    <a:pt x="5208" y="2572"/>
                    <a:pt x="4437" y="1833"/>
                  </a:cubicBezTo>
                  <a:cubicBezTo>
                    <a:pt x="3922" y="1318"/>
                    <a:pt x="3344" y="547"/>
                    <a:pt x="2926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4380;p64">
              <a:extLst>
                <a:ext uri="{FF2B5EF4-FFF2-40B4-BE49-F238E27FC236}">
                  <a16:creationId xmlns:a16="http://schemas.microsoft.com/office/drawing/2014/main" id="{1E821DA3-6993-DEE1-3818-B7DEEC82D4DA}"/>
                </a:ext>
              </a:extLst>
            </p:cNvPr>
            <p:cNvSpPr/>
            <p:nvPr/>
          </p:nvSpPr>
          <p:spPr>
            <a:xfrm>
              <a:off x="3097975" y="2296750"/>
              <a:ext cx="163150" cy="275875"/>
            </a:xfrm>
            <a:custGeom>
              <a:avLst/>
              <a:gdLst/>
              <a:ahLst/>
              <a:cxnLst/>
              <a:rect l="l" t="t" r="r" b="b"/>
              <a:pathLst>
                <a:path w="6526" h="11035" extrusionOk="0">
                  <a:moveTo>
                    <a:pt x="3086" y="578"/>
                  </a:moveTo>
                  <a:cubicBezTo>
                    <a:pt x="3498" y="1087"/>
                    <a:pt x="4057" y="1786"/>
                    <a:pt x="4533" y="2291"/>
                  </a:cubicBezTo>
                  <a:cubicBezTo>
                    <a:pt x="4854" y="2581"/>
                    <a:pt x="5240" y="3127"/>
                    <a:pt x="5497" y="3674"/>
                  </a:cubicBezTo>
                  <a:cubicBezTo>
                    <a:pt x="5787" y="4252"/>
                    <a:pt x="5979" y="4895"/>
                    <a:pt x="5979" y="5409"/>
                  </a:cubicBezTo>
                  <a:cubicBezTo>
                    <a:pt x="5979" y="5506"/>
                    <a:pt x="5979" y="5602"/>
                    <a:pt x="5979" y="5699"/>
                  </a:cubicBezTo>
                  <a:cubicBezTo>
                    <a:pt x="5883" y="6342"/>
                    <a:pt x="5883" y="7402"/>
                    <a:pt x="5851" y="8367"/>
                  </a:cubicBezTo>
                  <a:cubicBezTo>
                    <a:pt x="5851" y="8849"/>
                    <a:pt x="5851" y="9331"/>
                    <a:pt x="5819" y="9685"/>
                  </a:cubicBezTo>
                  <a:cubicBezTo>
                    <a:pt x="5819" y="9878"/>
                    <a:pt x="5787" y="10038"/>
                    <a:pt x="5787" y="10167"/>
                  </a:cubicBezTo>
                  <a:cubicBezTo>
                    <a:pt x="5754" y="10295"/>
                    <a:pt x="5722" y="10392"/>
                    <a:pt x="5722" y="10392"/>
                  </a:cubicBezTo>
                  <a:lnTo>
                    <a:pt x="5658" y="10456"/>
                  </a:lnTo>
                  <a:lnTo>
                    <a:pt x="5594" y="10488"/>
                  </a:lnTo>
                  <a:cubicBezTo>
                    <a:pt x="5497" y="10488"/>
                    <a:pt x="5337" y="10424"/>
                    <a:pt x="5208" y="10360"/>
                  </a:cubicBezTo>
                  <a:cubicBezTo>
                    <a:pt x="5144" y="10328"/>
                    <a:pt x="5079" y="10295"/>
                    <a:pt x="5047" y="10263"/>
                  </a:cubicBezTo>
                  <a:lnTo>
                    <a:pt x="5015" y="10231"/>
                  </a:lnTo>
                  <a:lnTo>
                    <a:pt x="5006" y="10231"/>
                  </a:lnTo>
                  <a:lnTo>
                    <a:pt x="3472" y="7852"/>
                  </a:lnTo>
                  <a:cubicBezTo>
                    <a:pt x="3419" y="7773"/>
                    <a:pt x="3323" y="7716"/>
                    <a:pt x="3219" y="7716"/>
                  </a:cubicBezTo>
                  <a:cubicBezTo>
                    <a:pt x="3196" y="7716"/>
                    <a:pt x="3174" y="7718"/>
                    <a:pt x="3151" y="7724"/>
                  </a:cubicBezTo>
                  <a:cubicBezTo>
                    <a:pt x="3054" y="7788"/>
                    <a:pt x="2958" y="7885"/>
                    <a:pt x="2958" y="7981"/>
                  </a:cubicBezTo>
                  <a:cubicBezTo>
                    <a:pt x="2958" y="7981"/>
                    <a:pt x="2958" y="8174"/>
                    <a:pt x="2958" y="8431"/>
                  </a:cubicBezTo>
                  <a:cubicBezTo>
                    <a:pt x="2958" y="8688"/>
                    <a:pt x="2926" y="9010"/>
                    <a:pt x="2861" y="9267"/>
                  </a:cubicBezTo>
                  <a:cubicBezTo>
                    <a:pt x="2861" y="9331"/>
                    <a:pt x="2861" y="9331"/>
                    <a:pt x="2829" y="9331"/>
                  </a:cubicBezTo>
                  <a:lnTo>
                    <a:pt x="2797" y="9363"/>
                  </a:lnTo>
                  <a:cubicBezTo>
                    <a:pt x="2733" y="9363"/>
                    <a:pt x="2669" y="9331"/>
                    <a:pt x="2636" y="9299"/>
                  </a:cubicBezTo>
                  <a:lnTo>
                    <a:pt x="2572" y="9235"/>
                  </a:lnTo>
                  <a:lnTo>
                    <a:pt x="2572" y="9203"/>
                  </a:lnTo>
                  <a:cubicBezTo>
                    <a:pt x="2572" y="9106"/>
                    <a:pt x="2540" y="9010"/>
                    <a:pt x="2508" y="8913"/>
                  </a:cubicBezTo>
                  <a:cubicBezTo>
                    <a:pt x="2283" y="8077"/>
                    <a:pt x="1383" y="5956"/>
                    <a:pt x="1126" y="5442"/>
                  </a:cubicBezTo>
                  <a:cubicBezTo>
                    <a:pt x="1093" y="5377"/>
                    <a:pt x="1061" y="5281"/>
                    <a:pt x="1061" y="5152"/>
                  </a:cubicBezTo>
                  <a:cubicBezTo>
                    <a:pt x="1029" y="4992"/>
                    <a:pt x="1029" y="4831"/>
                    <a:pt x="1029" y="4638"/>
                  </a:cubicBezTo>
                  <a:cubicBezTo>
                    <a:pt x="1029" y="4284"/>
                    <a:pt x="1061" y="3899"/>
                    <a:pt x="1093" y="3577"/>
                  </a:cubicBezTo>
                  <a:cubicBezTo>
                    <a:pt x="1093" y="3417"/>
                    <a:pt x="1126" y="3288"/>
                    <a:pt x="1126" y="3224"/>
                  </a:cubicBezTo>
                  <a:cubicBezTo>
                    <a:pt x="1158" y="3127"/>
                    <a:pt x="1158" y="3063"/>
                    <a:pt x="1158" y="3063"/>
                  </a:cubicBezTo>
                  <a:cubicBezTo>
                    <a:pt x="1158" y="2999"/>
                    <a:pt x="1158" y="2934"/>
                    <a:pt x="1126" y="2870"/>
                  </a:cubicBezTo>
                  <a:cubicBezTo>
                    <a:pt x="1126" y="2870"/>
                    <a:pt x="920" y="2588"/>
                    <a:pt x="624" y="2137"/>
                  </a:cubicBezTo>
                  <a:lnTo>
                    <a:pt x="624" y="2137"/>
                  </a:lnTo>
                  <a:cubicBezTo>
                    <a:pt x="1114" y="1622"/>
                    <a:pt x="1955" y="924"/>
                    <a:pt x="3086" y="578"/>
                  </a:cubicBezTo>
                  <a:close/>
                  <a:moveTo>
                    <a:pt x="3204" y="1"/>
                  </a:moveTo>
                  <a:cubicBezTo>
                    <a:pt x="3186" y="1"/>
                    <a:pt x="3168" y="3"/>
                    <a:pt x="3151" y="9"/>
                  </a:cubicBezTo>
                  <a:cubicBezTo>
                    <a:pt x="1640" y="395"/>
                    <a:pt x="611" y="1359"/>
                    <a:pt x="65" y="1938"/>
                  </a:cubicBezTo>
                  <a:cubicBezTo>
                    <a:pt x="1" y="2034"/>
                    <a:pt x="1" y="2163"/>
                    <a:pt x="65" y="2259"/>
                  </a:cubicBezTo>
                  <a:cubicBezTo>
                    <a:pt x="303" y="2650"/>
                    <a:pt x="498" y="2938"/>
                    <a:pt x="599" y="3084"/>
                  </a:cubicBezTo>
                  <a:lnTo>
                    <a:pt x="599" y="3084"/>
                  </a:lnTo>
                  <a:cubicBezTo>
                    <a:pt x="568" y="3320"/>
                    <a:pt x="483" y="4011"/>
                    <a:pt x="483" y="4638"/>
                  </a:cubicBezTo>
                  <a:cubicBezTo>
                    <a:pt x="483" y="4831"/>
                    <a:pt x="515" y="5024"/>
                    <a:pt x="515" y="5217"/>
                  </a:cubicBezTo>
                  <a:cubicBezTo>
                    <a:pt x="547" y="5377"/>
                    <a:pt x="579" y="5538"/>
                    <a:pt x="643" y="5667"/>
                  </a:cubicBezTo>
                  <a:cubicBezTo>
                    <a:pt x="772" y="5956"/>
                    <a:pt x="1126" y="6760"/>
                    <a:pt x="1447" y="7563"/>
                  </a:cubicBezTo>
                  <a:cubicBezTo>
                    <a:pt x="1608" y="7949"/>
                    <a:pt x="1769" y="8335"/>
                    <a:pt x="1865" y="8656"/>
                  </a:cubicBezTo>
                  <a:cubicBezTo>
                    <a:pt x="1929" y="8817"/>
                    <a:pt x="1961" y="8945"/>
                    <a:pt x="1994" y="9042"/>
                  </a:cubicBezTo>
                  <a:cubicBezTo>
                    <a:pt x="1994" y="9106"/>
                    <a:pt x="2026" y="9138"/>
                    <a:pt x="2026" y="9170"/>
                  </a:cubicBezTo>
                  <a:lnTo>
                    <a:pt x="2026" y="9203"/>
                  </a:lnTo>
                  <a:cubicBezTo>
                    <a:pt x="2026" y="9428"/>
                    <a:pt x="2154" y="9588"/>
                    <a:pt x="2283" y="9717"/>
                  </a:cubicBezTo>
                  <a:cubicBezTo>
                    <a:pt x="2444" y="9813"/>
                    <a:pt x="2604" y="9878"/>
                    <a:pt x="2797" y="9910"/>
                  </a:cubicBezTo>
                  <a:cubicBezTo>
                    <a:pt x="2926" y="9910"/>
                    <a:pt x="3054" y="9845"/>
                    <a:pt x="3183" y="9749"/>
                  </a:cubicBezTo>
                  <a:cubicBezTo>
                    <a:pt x="3311" y="9653"/>
                    <a:pt x="3376" y="9524"/>
                    <a:pt x="3408" y="9363"/>
                  </a:cubicBezTo>
                  <a:cubicBezTo>
                    <a:pt x="3435" y="9191"/>
                    <a:pt x="3455" y="9008"/>
                    <a:pt x="3469" y="8834"/>
                  </a:cubicBezTo>
                  <a:lnTo>
                    <a:pt x="3469" y="8834"/>
                  </a:lnTo>
                  <a:lnTo>
                    <a:pt x="4597" y="10585"/>
                  </a:lnTo>
                  <a:lnTo>
                    <a:pt x="4662" y="10649"/>
                  </a:lnTo>
                  <a:cubicBezTo>
                    <a:pt x="4662" y="10649"/>
                    <a:pt x="4790" y="10745"/>
                    <a:pt x="4951" y="10842"/>
                  </a:cubicBezTo>
                  <a:cubicBezTo>
                    <a:pt x="5112" y="10906"/>
                    <a:pt x="5337" y="11035"/>
                    <a:pt x="5594" y="11035"/>
                  </a:cubicBezTo>
                  <a:cubicBezTo>
                    <a:pt x="5690" y="11035"/>
                    <a:pt x="5819" y="11003"/>
                    <a:pt x="5915" y="10938"/>
                  </a:cubicBezTo>
                  <a:cubicBezTo>
                    <a:pt x="6044" y="10874"/>
                    <a:pt x="6140" y="10778"/>
                    <a:pt x="6204" y="10649"/>
                  </a:cubicBezTo>
                  <a:cubicBezTo>
                    <a:pt x="6237" y="10520"/>
                    <a:pt x="6269" y="10392"/>
                    <a:pt x="6301" y="10263"/>
                  </a:cubicBezTo>
                  <a:cubicBezTo>
                    <a:pt x="6397" y="9717"/>
                    <a:pt x="6397" y="8881"/>
                    <a:pt x="6397" y="8013"/>
                  </a:cubicBezTo>
                  <a:cubicBezTo>
                    <a:pt x="6397" y="7145"/>
                    <a:pt x="6429" y="6277"/>
                    <a:pt x="6494" y="5795"/>
                  </a:cubicBezTo>
                  <a:cubicBezTo>
                    <a:pt x="6526" y="5667"/>
                    <a:pt x="6526" y="5538"/>
                    <a:pt x="6526" y="5409"/>
                  </a:cubicBezTo>
                  <a:cubicBezTo>
                    <a:pt x="6526" y="4767"/>
                    <a:pt x="6301" y="4059"/>
                    <a:pt x="5979" y="3449"/>
                  </a:cubicBezTo>
                  <a:cubicBezTo>
                    <a:pt x="5690" y="2838"/>
                    <a:pt x="5304" y="2259"/>
                    <a:pt x="4919" y="1906"/>
                  </a:cubicBezTo>
                  <a:cubicBezTo>
                    <a:pt x="4437" y="1391"/>
                    <a:pt x="3826" y="652"/>
                    <a:pt x="3408" y="106"/>
                  </a:cubicBezTo>
                  <a:cubicBezTo>
                    <a:pt x="3355" y="53"/>
                    <a:pt x="3281" y="1"/>
                    <a:pt x="3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4381;p64">
              <a:extLst>
                <a:ext uri="{FF2B5EF4-FFF2-40B4-BE49-F238E27FC236}">
                  <a16:creationId xmlns:a16="http://schemas.microsoft.com/office/drawing/2014/main" id="{D1E0B67F-015F-41DE-DF01-8198FF0B516F}"/>
                </a:ext>
              </a:extLst>
            </p:cNvPr>
            <p:cNvSpPr/>
            <p:nvPr/>
          </p:nvSpPr>
          <p:spPr>
            <a:xfrm>
              <a:off x="2323300" y="1964275"/>
              <a:ext cx="961150" cy="862825"/>
            </a:xfrm>
            <a:custGeom>
              <a:avLst/>
              <a:gdLst/>
              <a:ahLst/>
              <a:cxnLst/>
              <a:rect l="l" t="t" r="r" b="b"/>
              <a:pathLst>
                <a:path w="38446" h="34513" extrusionOk="0">
                  <a:moveTo>
                    <a:pt x="3086" y="0"/>
                  </a:moveTo>
                  <a:cubicBezTo>
                    <a:pt x="3086" y="0"/>
                    <a:pt x="1318" y="1222"/>
                    <a:pt x="643" y="3858"/>
                  </a:cubicBezTo>
                  <a:cubicBezTo>
                    <a:pt x="0" y="6494"/>
                    <a:pt x="2154" y="17166"/>
                    <a:pt x="2733" y="20251"/>
                  </a:cubicBezTo>
                  <a:cubicBezTo>
                    <a:pt x="3279" y="23369"/>
                    <a:pt x="6108" y="33656"/>
                    <a:pt x="6944" y="34331"/>
                  </a:cubicBezTo>
                  <a:cubicBezTo>
                    <a:pt x="7109" y="34458"/>
                    <a:pt x="7628" y="34512"/>
                    <a:pt x="8382" y="34512"/>
                  </a:cubicBezTo>
                  <a:cubicBezTo>
                    <a:pt x="11431" y="34512"/>
                    <a:pt x="18322" y="33625"/>
                    <a:pt x="21184" y="33109"/>
                  </a:cubicBezTo>
                  <a:cubicBezTo>
                    <a:pt x="24752" y="32466"/>
                    <a:pt x="32434" y="29734"/>
                    <a:pt x="34041" y="29252"/>
                  </a:cubicBezTo>
                  <a:cubicBezTo>
                    <a:pt x="35616" y="28802"/>
                    <a:pt x="36484" y="26359"/>
                    <a:pt x="36934" y="25877"/>
                  </a:cubicBezTo>
                  <a:cubicBezTo>
                    <a:pt x="37416" y="25427"/>
                    <a:pt x="38445" y="23819"/>
                    <a:pt x="37866" y="23273"/>
                  </a:cubicBezTo>
                  <a:cubicBezTo>
                    <a:pt x="37684" y="23080"/>
                    <a:pt x="37384" y="23016"/>
                    <a:pt x="37041" y="23016"/>
                  </a:cubicBezTo>
                  <a:cubicBezTo>
                    <a:pt x="36356" y="23016"/>
                    <a:pt x="35499" y="23273"/>
                    <a:pt x="35070" y="23273"/>
                  </a:cubicBezTo>
                  <a:cubicBezTo>
                    <a:pt x="34395" y="23273"/>
                    <a:pt x="33173" y="23177"/>
                    <a:pt x="31888" y="23177"/>
                  </a:cubicBezTo>
                  <a:cubicBezTo>
                    <a:pt x="30570" y="23177"/>
                    <a:pt x="29445" y="24109"/>
                    <a:pt x="29059" y="25427"/>
                  </a:cubicBezTo>
                  <a:cubicBezTo>
                    <a:pt x="28673" y="26745"/>
                    <a:pt x="28127" y="27388"/>
                    <a:pt x="28127" y="27388"/>
                  </a:cubicBezTo>
                  <a:cubicBezTo>
                    <a:pt x="28127" y="27388"/>
                    <a:pt x="18483" y="28705"/>
                    <a:pt x="16394" y="28705"/>
                  </a:cubicBezTo>
                  <a:cubicBezTo>
                    <a:pt x="14337" y="28705"/>
                    <a:pt x="12376" y="28416"/>
                    <a:pt x="12376" y="28416"/>
                  </a:cubicBezTo>
                  <a:cubicBezTo>
                    <a:pt x="12376" y="28416"/>
                    <a:pt x="11251" y="21955"/>
                    <a:pt x="10415" y="17905"/>
                  </a:cubicBezTo>
                  <a:cubicBezTo>
                    <a:pt x="9547" y="13887"/>
                    <a:pt x="8808" y="10801"/>
                    <a:pt x="8165" y="9772"/>
                  </a:cubicBezTo>
                  <a:lnTo>
                    <a:pt x="30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4382;p64">
              <a:extLst>
                <a:ext uri="{FF2B5EF4-FFF2-40B4-BE49-F238E27FC236}">
                  <a16:creationId xmlns:a16="http://schemas.microsoft.com/office/drawing/2014/main" id="{4B6744B8-638E-4292-DDB4-2C84752A4B2F}"/>
                </a:ext>
              </a:extLst>
            </p:cNvPr>
            <p:cNvSpPr/>
            <p:nvPr/>
          </p:nvSpPr>
          <p:spPr>
            <a:xfrm>
              <a:off x="2329725" y="1957850"/>
              <a:ext cx="951500" cy="875950"/>
            </a:xfrm>
            <a:custGeom>
              <a:avLst/>
              <a:gdLst/>
              <a:ahLst/>
              <a:cxnLst/>
              <a:rect l="l" t="t" r="r" b="b"/>
              <a:pathLst>
                <a:path w="38060" h="35038" extrusionOk="0">
                  <a:moveTo>
                    <a:pt x="2814" y="0"/>
                  </a:moveTo>
                  <a:cubicBezTo>
                    <a:pt x="2772" y="0"/>
                    <a:pt x="2733" y="11"/>
                    <a:pt x="2701" y="32"/>
                  </a:cubicBezTo>
                  <a:lnTo>
                    <a:pt x="2669" y="32"/>
                  </a:lnTo>
                  <a:cubicBezTo>
                    <a:pt x="2669" y="65"/>
                    <a:pt x="836" y="1318"/>
                    <a:pt x="129" y="4050"/>
                  </a:cubicBezTo>
                  <a:cubicBezTo>
                    <a:pt x="33" y="4436"/>
                    <a:pt x="1" y="4918"/>
                    <a:pt x="1" y="5497"/>
                  </a:cubicBezTo>
                  <a:cubicBezTo>
                    <a:pt x="1" y="7490"/>
                    <a:pt x="418" y="10576"/>
                    <a:pt x="933" y="13501"/>
                  </a:cubicBezTo>
                  <a:cubicBezTo>
                    <a:pt x="1415" y="16426"/>
                    <a:pt x="1961" y="19223"/>
                    <a:pt x="2186" y="20573"/>
                  </a:cubicBezTo>
                  <a:cubicBezTo>
                    <a:pt x="2476" y="22148"/>
                    <a:pt x="3311" y="25491"/>
                    <a:pt x="4211" y="28545"/>
                  </a:cubicBezTo>
                  <a:cubicBezTo>
                    <a:pt x="4661" y="30055"/>
                    <a:pt x="5112" y="31502"/>
                    <a:pt x="5497" y="32627"/>
                  </a:cubicBezTo>
                  <a:cubicBezTo>
                    <a:pt x="5690" y="33206"/>
                    <a:pt x="5883" y="33656"/>
                    <a:pt x="6044" y="34041"/>
                  </a:cubicBezTo>
                  <a:cubicBezTo>
                    <a:pt x="6108" y="34202"/>
                    <a:pt x="6204" y="34363"/>
                    <a:pt x="6269" y="34491"/>
                  </a:cubicBezTo>
                  <a:cubicBezTo>
                    <a:pt x="6333" y="34620"/>
                    <a:pt x="6397" y="34716"/>
                    <a:pt x="6526" y="34781"/>
                  </a:cubicBezTo>
                  <a:cubicBezTo>
                    <a:pt x="6590" y="34877"/>
                    <a:pt x="6687" y="34909"/>
                    <a:pt x="6815" y="34941"/>
                  </a:cubicBezTo>
                  <a:cubicBezTo>
                    <a:pt x="7104" y="35006"/>
                    <a:pt x="7554" y="35038"/>
                    <a:pt x="8165" y="35038"/>
                  </a:cubicBezTo>
                  <a:cubicBezTo>
                    <a:pt x="11283" y="35038"/>
                    <a:pt x="18098" y="34170"/>
                    <a:pt x="20991" y="33623"/>
                  </a:cubicBezTo>
                  <a:cubicBezTo>
                    <a:pt x="22791" y="33302"/>
                    <a:pt x="25587" y="32434"/>
                    <a:pt x="28159" y="31630"/>
                  </a:cubicBezTo>
                  <a:cubicBezTo>
                    <a:pt x="30731" y="30795"/>
                    <a:pt x="33077" y="30023"/>
                    <a:pt x="33849" y="29766"/>
                  </a:cubicBezTo>
                  <a:cubicBezTo>
                    <a:pt x="34749" y="29509"/>
                    <a:pt x="35392" y="28705"/>
                    <a:pt x="35874" y="27966"/>
                  </a:cubicBezTo>
                  <a:cubicBezTo>
                    <a:pt x="36131" y="27612"/>
                    <a:pt x="36324" y="27227"/>
                    <a:pt x="36484" y="26937"/>
                  </a:cubicBezTo>
                  <a:cubicBezTo>
                    <a:pt x="36645" y="26648"/>
                    <a:pt x="36806" y="26391"/>
                    <a:pt x="36870" y="26327"/>
                  </a:cubicBezTo>
                  <a:cubicBezTo>
                    <a:pt x="37095" y="26134"/>
                    <a:pt x="37352" y="25748"/>
                    <a:pt x="37609" y="25330"/>
                  </a:cubicBezTo>
                  <a:cubicBezTo>
                    <a:pt x="37834" y="24880"/>
                    <a:pt x="38060" y="24430"/>
                    <a:pt x="38060" y="23980"/>
                  </a:cubicBezTo>
                  <a:cubicBezTo>
                    <a:pt x="38060" y="23755"/>
                    <a:pt x="37995" y="23498"/>
                    <a:pt x="37802" y="23337"/>
                  </a:cubicBezTo>
                  <a:cubicBezTo>
                    <a:pt x="37545" y="23048"/>
                    <a:pt x="37159" y="23016"/>
                    <a:pt x="36774" y="23016"/>
                  </a:cubicBezTo>
                  <a:cubicBezTo>
                    <a:pt x="36420" y="23016"/>
                    <a:pt x="36002" y="23080"/>
                    <a:pt x="35649" y="23144"/>
                  </a:cubicBezTo>
                  <a:cubicBezTo>
                    <a:pt x="35295" y="23209"/>
                    <a:pt x="34974" y="23241"/>
                    <a:pt x="34813" y="23241"/>
                  </a:cubicBezTo>
                  <a:cubicBezTo>
                    <a:pt x="34170" y="23241"/>
                    <a:pt x="32949" y="23144"/>
                    <a:pt x="31631" y="23144"/>
                  </a:cubicBezTo>
                  <a:cubicBezTo>
                    <a:pt x="30184" y="23144"/>
                    <a:pt x="28963" y="24173"/>
                    <a:pt x="28545" y="25587"/>
                  </a:cubicBezTo>
                  <a:cubicBezTo>
                    <a:pt x="28352" y="26230"/>
                    <a:pt x="28127" y="26712"/>
                    <a:pt x="27966" y="27034"/>
                  </a:cubicBezTo>
                  <a:cubicBezTo>
                    <a:pt x="27870" y="27162"/>
                    <a:pt x="27805" y="27291"/>
                    <a:pt x="27741" y="27355"/>
                  </a:cubicBezTo>
                  <a:lnTo>
                    <a:pt x="27710" y="27401"/>
                  </a:lnTo>
                  <a:lnTo>
                    <a:pt x="27710" y="27401"/>
                  </a:lnTo>
                  <a:cubicBezTo>
                    <a:pt x="27485" y="27427"/>
                    <a:pt x="26976" y="27486"/>
                    <a:pt x="26295" y="27580"/>
                  </a:cubicBezTo>
                  <a:cubicBezTo>
                    <a:pt x="24880" y="27773"/>
                    <a:pt x="22727" y="28030"/>
                    <a:pt x="20734" y="28287"/>
                  </a:cubicBezTo>
                  <a:cubicBezTo>
                    <a:pt x="18741" y="28512"/>
                    <a:pt x="16876" y="28705"/>
                    <a:pt x="16137" y="28705"/>
                  </a:cubicBezTo>
                  <a:cubicBezTo>
                    <a:pt x="15141" y="28705"/>
                    <a:pt x="14144" y="28609"/>
                    <a:pt x="13373" y="28545"/>
                  </a:cubicBezTo>
                  <a:cubicBezTo>
                    <a:pt x="13019" y="28512"/>
                    <a:pt x="12698" y="28480"/>
                    <a:pt x="12505" y="28448"/>
                  </a:cubicBezTo>
                  <a:cubicBezTo>
                    <a:pt x="12442" y="28439"/>
                    <a:pt x="12386" y="28433"/>
                    <a:pt x="12339" y="28428"/>
                  </a:cubicBezTo>
                  <a:lnTo>
                    <a:pt x="12339" y="28428"/>
                  </a:lnTo>
                  <a:cubicBezTo>
                    <a:pt x="12138" y="27277"/>
                    <a:pt x="11161" y="21717"/>
                    <a:pt x="10415" y="18130"/>
                  </a:cubicBezTo>
                  <a:cubicBezTo>
                    <a:pt x="9997" y="16105"/>
                    <a:pt x="9580" y="14305"/>
                    <a:pt x="9226" y="12890"/>
                  </a:cubicBezTo>
                  <a:cubicBezTo>
                    <a:pt x="8840" y="11476"/>
                    <a:pt x="8487" y="10447"/>
                    <a:pt x="8133" y="9869"/>
                  </a:cubicBezTo>
                  <a:cubicBezTo>
                    <a:pt x="8075" y="9791"/>
                    <a:pt x="7993" y="9748"/>
                    <a:pt x="7909" y="9748"/>
                  </a:cubicBezTo>
                  <a:cubicBezTo>
                    <a:pt x="7854" y="9748"/>
                    <a:pt x="7798" y="9766"/>
                    <a:pt x="7747" y="9804"/>
                  </a:cubicBezTo>
                  <a:cubicBezTo>
                    <a:pt x="7619" y="9869"/>
                    <a:pt x="7587" y="10029"/>
                    <a:pt x="7683" y="10158"/>
                  </a:cubicBezTo>
                  <a:cubicBezTo>
                    <a:pt x="7972" y="10608"/>
                    <a:pt x="8326" y="11637"/>
                    <a:pt x="8680" y="13051"/>
                  </a:cubicBezTo>
                  <a:cubicBezTo>
                    <a:pt x="9065" y="14433"/>
                    <a:pt x="9451" y="16233"/>
                    <a:pt x="9901" y="18226"/>
                  </a:cubicBezTo>
                  <a:cubicBezTo>
                    <a:pt x="10319" y="20251"/>
                    <a:pt x="10801" y="22855"/>
                    <a:pt x="11187" y="24977"/>
                  </a:cubicBezTo>
                  <a:cubicBezTo>
                    <a:pt x="11380" y="26037"/>
                    <a:pt x="11540" y="26969"/>
                    <a:pt x="11669" y="27645"/>
                  </a:cubicBezTo>
                  <a:cubicBezTo>
                    <a:pt x="11798" y="28320"/>
                    <a:pt x="11862" y="28737"/>
                    <a:pt x="11862" y="28737"/>
                  </a:cubicBezTo>
                  <a:cubicBezTo>
                    <a:pt x="11862" y="28834"/>
                    <a:pt x="11958" y="28930"/>
                    <a:pt x="12087" y="28930"/>
                  </a:cubicBezTo>
                  <a:cubicBezTo>
                    <a:pt x="12087" y="28930"/>
                    <a:pt x="14048" y="29220"/>
                    <a:pt x="16137" y="29220"/>
                  </a:cubicBezTo>
                  <a:cubicBezTo>
                    <a:pt x="16683" y="29220"/>
                    <a:pt x="17680" y="29155"/>
                    <a:pt x="18869" y="29027"/>
                  </a:cubicBezTo>
                  <a:cubicBezTo>
                    <a:pt x="22469" y="28641"/>
                    <a:pt x="27902" y="27902"/>
                    <a:pt x="27902" y="27902"/>
                  </a:cubicBezTo>
                  <a:cubicBezTo>
                    <a:pt x="27966" y="27902"/>
                    <a:pt x="28030" y="27870"/>
                    <a:pt x="28063" y="27805"/>
                  </a:cubicBezTo>
                  <a:cubicBezTo>
                    <a:pt x="28095" y="27805"/>
                    <a:pt x="28673" y="27098"/>
                    <a:pt x="29059" y="25748"/>
                  </a:cubicBezTo>
                  <a:cubicBezTo>
                    <a:pt x="29413" y="24526"/>
                    <a:pt x="30441" y="23691"/>
                    <a:pt x="31631" y="23691"/>
                  </a:cubicBezTo>
                  <a:cubicBezTo>
                    <a:pt x="32916" y="23691"/>
                    <a:pt x="34138" y="23787"/>
                    <a:pt x="34813" y="23787"/>
                  </a:cubicBezTo>
                  <a:cubicBezTo>
                    <a:pt x="35070" y="23787"/>
                    <a:pt x="35392" y="23723"/>
                    <a:pt x="35745" y="23659"/>
                  </a:cubicBezTo>
                  <a:cubicBezTo>
                    <a:pt x="36099" y="23594"/>
                    <a:pt x="36484" y="23530"/>
                    <a:pt x="36774" y="23530"/>
                  </a:cubicBezTo>
                  <a:cubicBezTo>
                    <a:pt x="37095" y="23530"/>
                    <a:pt x="37320" y="23594"/>
                    <a:pt x="37417" y="23723"/>
                  </a:cubicBezTo>
                  <a:cubicBezTo>
                    <a:pt x="37481" y="23755"/>
                    <a:pt x="37513" y="23851"/>
                    <a:pt x="37513" y="23980"/>
                  </a:cubicBezTo>
                  <a:cubicBezTo>
                    <a:pt x="37513" y="24237"/>
                    <a:pt x="37352" y="24687"/>
                    <a:pt x="37127" y="25073"/>
                  </a:cubicBezTo>
                  <a:cubicBezTo>
                    <a:pt x="36934" y="25427"/>
                    <a:pt x="36645" y="25812"/>
                    <a:pt x="36484" y="25941"/>
                  </a:cubicBezTo>
                  <a:cubicBezTo>
                    <a:pt x="36324" y="26134"/>
                    <a:pt x="36195" y="26359"/>
                    <a:pt x="36034" y="26680"/>
                  </a:cubicBezTo>
                  <a:cubicBezTo>
                    <a:pt x="35777" y="27130"/>
                    <a:pt x="35456" y="27709"/>
                    <a:pt x="35070" y="28191"/>
                  </a:cubicBezTo>
                  <a:cubicBezTo>
                    <a:pt x="34684" y="28705"/>
                    <a:pt x="34202" y="29123"/>
                    <a:pt x="33688" y="29252"/>
                  </a:cubicBezTo>
                  <a:cubicBezTo>
                    <a:pt x="32884" y="29509"/>
                    <a:pt x="30570" y="30312"/>
                    <a:pt x="27998" y="31116"/>
                  </a:cubicBezTo>
                  <a:cubicBezTo>
                    <a:pt x="25459" y="31952"/>
                    <a:pt x="22630" y="32788"/>
                    <a:pt x="20894" y="33109"/>
                  </a:cubicBezTo>
                  <a:cubicBezTo>
                    <a:pt x="18066" y="33623"/>
                    <a:pt x="11187" y="34491"/>
                    <a:pt x="8165" y="34491"/>
                  </a:cubicBezTo>
                  <a:cubicBezTo>
                    <a:pt x="7779" y="34491"/>
                    <a:pt x="7458" y="34491"/>
                    <a:pt x="7233" y="34459"/>
                  </a:cubicBezTo>
                  <a:cubicBezTo>
                    <a:pt x="7104" y="34459"/>
                    <a:pt x="7008" y="34427"/>
                    <a:pt x="6944" y="34395"/>
                  </a:cubicBezTo>
                  <a:lnTo>
                    <a:pt x="6879" y="34395"/>
                  </a:lnTo>
                  <a:lnTo>
                    <a:pt x="6847" y="34363"/>
                  </a:lnTo>
                  <a:cubicBezTo>
                    <a:pt x="6847" y="34363"/>
                    <a:pt x="6783" y="34298"/>
                    <a:pt x="6719" y="34202"/>
                  </a:cubicBezTo>
                  <a:cubicBezTo>
                    <a:pt x="6494" y="33848"/>
                    <a:pt x="6140" y="32948"/>
                    <a:pt x="5787" y="31791"/>
                  </a:cubicBezTo>
                  <a:cubicBezTo>
                    <a:pt x="4629" y="28384"/>
                    <a:pt x="3119" y="22630"/>
                    <a:pt x="2733" y="20476"/>
                  </a:cubicBezTo>
                  <a:cubicBezTo>
                    <a:pt x="2476" y="19126"/>
                    <a:pt x="1929" y="16330"/>
                    <a:pt x="1447" y="13404"/>
                  </a:cubicBezTo>
                  <a:cubicBezTo>
                    <a:pt x="965" y="10479"/>
                    <a:pt x="547" y="7426"/>
                    <a:pt x="547" y="5497"/>
                  </a:cubicBezTo>
                  <a:cubicBezTo>
                    <a:pt x="547" y="4950"/>
                    <a:pt x="579" y="4468"/>
                    <a:pt x="643" y="4179"/>
                  </a:cubicBezTo>
                  <a:cubicBezTo>
                    <a:pt x="965" y="2925"/>
                    <a:pt x="1576" y="1993"/>
                    <a:pt x="2058" y="1382"/>
                  </a:cubicBezTo>
                  <a:cubicBezTo>
                    <a:pt x="2315" y="1061"/>
                    <a:pt x="2540" y="836"/>
                    <a:pt x="2733" y="707"/>
                  </a:cubicBezTo>
                  <a:cubicBezTo>
                    <a:pt x="2797" y="643"/>
                    <a:pt x="2861" y="579"/>
                    <a:pt x="2926" y="547"/>
                  </a:cubicBezTo>
                  <a:lnTo>
                    <a:pt x="2958" y="515"/>
                  </a:lnTo>
                  <a:lnTo>
                    <a:pt x="2990" y="482"/>
                  </a:lnTo>
                  <a:cubicBezTo>
                    <a:pt x="3119" y="418"/>
                    <a:pt x="3151" y="225"/>
                    <a:pt x="3054" y="129"/>
                  </a:cubicBezTo>
                  <a:cubicBezTo>
                    <a:pt x="2990" y="43"/>
                    <a:pt x="2897" y="0"/>
                    <a:pt x="28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4383;p64">
              <a:extLst>
                <a:ext uri="{FF2B5EF4-FFF2-40B4-BE49-F238E27FC236}">
                  <a16:creationId xmlns:a16="http://schemas.microsoft.com/office/drawing/2014/main" id="{ED854F05-CE57-1727-5C95-9FC88D7D98AE}"/>
                </a:ext>
              </a:extLst>
            </p:cNvPr>
            <p:cNvSpPr/>
            <p:nvPr/>
          </p:nvSpPr>
          <p:spPr>
            <a:xfrm>
              <a:off x="3009575" y="2539650"/>
              <a:ext cx="274875" cy="206550"/>
            </a:xfrm>
            <a:custGeom>
              <a:avLst/>
              <a:gdLst/>
              <a:ahLst/>
              <a:cxnLst/>
              <a:rect l="l" t="t" r="r" b="b"/>
              <a:pathLst>
                <a:path w="10995" h="8262" extrusionOk="0">
                  <a:moveTo>
                    <a:pt x="9590" y="1"/>
                  </a:moveTo>
                  <a:cubicBezTo>
                    <a:pt x="8905" y="1"/>
                    <a:pt x="8048" y="258"/>
                    <a:pt x="7619" y="258"/>
                  </a:cubicBezTo>
                  <a:cubicBezTo>
                    <a:pt x="6944" y="258"/>
                    <a:pt x="5722" y="162"/>
                    <a:pt x="4437" y="162"/>
                  </a:cubicBezTo>
                  <a:cubicBezTo>
                    <a:pt x="3119" y="162"/>
                    <a:pt x="1994" y="1094"/>
                    <a:pt x="1608" y="2412"/>
                  </a:cubicBezTo>
                  <a:cubicBezTo>
                    <a:pt x="1222" y="3730"/>
                    <a:pt x="676" y="4373"/>
                    <a:pt x="676" y="4373"/>
                  </a:cubicBezTo>
                  <a:cubicBezTo>
                    <a:pt x="676" y="4373"/>
                    <a:pt x="419" y="4405"/>
                    <a:pt x="1" y="4469"/>
                  </a:cubicBezTo>
                  <a:cubicBezTo>
                    <a:pt x="226" y="4983"/>
                    <a:pt x="451" y="5594"/>
                    <a:pt x="483" y="6237"/>
                  </a:cubicBezTo>
                  <a:cubicBezTo>
                    <a:pt x="515" y="6944"/>
                    <a:pt x="451" y="7651"/>
                    <a:pt x="354" y="8262"/>
                  </a:cubicBezTo>
                  <a:cubicBezTo>
                    <a:pt x="3151" y="7394"/>
                    <a:pt x="5722" y="6494"/>
                    <a:pt x="6590" y="6237"/>
                  </a:cubicBezTo>
                  <a:cubicBezTo>
                    <a:pt x="8165" y="5787"/>
                    <a:pt x="9033" y="3344"/>
                    <a:pt x="9483" y="2862"/>
                  </a:cubicBezTo>
                  <a:cubicBezTo>
                    <a:pt x="9965" y="2412"/>
                    <a:pt x="10994" y="804"/>
                    <a:pt x="10415" y="258"/>
                  </a:cubicBezTo>
                  <a:cubicBezTo>
                    <a:pt x="10233" y="65"/>
                    <a:pt x="9933" y="1"/>
                    <a:pt x="9590" y="1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4384;p64">
              <a:extLst>
                <a:ext uri="{FF2B5EF4-FFF2-40B4-BE49-F238E27FC236}">
                  <a16:creationId xmlns:a16="http://schemas.microsoft.com/office/drawing/2014/main" id="{3544829C-C54B-6D8F-77BA-FB8BD4956F78}"/>
                </a:ext>
              </a:extLst>
            </p:cNvPr>
            <p:cNvSpPr/>
            <p:nvPr/>
          </p:nvSpPr>
          <p:spPr>
            <a:xfrm>
              <a:off x="3002350" y="2533225"/>
              <a:ext cx="278875" cy="219750"/>
            </a:xfrm>
            <a:custGeom>
              <a:avLst/>
              <a:gdLst/>
              <a:ahLst/>
              <a:cxnLst/>
              <a:rect l="l" t="t" r="r" b="b"/>
              <a:pathLst>
                <a:path w="11155" h="8790" extrusionOk="0">
                  <a:moveTo>
                    <a:pt x="9869" y="515"/>
                  </a:moveTo>
                  <a:cubicBezTo>
                    <a:pt x="10190" y="515"/>
                    <a:pt x="10415" y="579"/>
                    <a:pt x="10512" y="708"/>
                  </a:cubicBezTo>
                  <a:cubicBezTo>
                    <a:pt x="10576" y="740"/>
                    <a:pt x="10608" y="836"/>
                    <a:pt x="10608" y="965"/>
                  </a:cubicBezTo>
                  <a:cubicBezTo>
                    <a:pt x="10608" y="1222"/>
                    <a:pt x="10447" y="1672"/>
                    <a:pt x="10222" y="2058"/>
                  </a:cubicBezTo>
                  <a:cubicBezTo>
                    <a:pt x="10029" y="2412"/>
                    <a:pt x="9740" y="2797"/>
                    <a:pt x="9579" y="2926"/>
                  </a:cubicBezTo>
                  <a:cubicBezTo>
                    <a:pt x="9419" y="3119"/>
                    <a:pt x="9290" y="3344"/>
                    <a:pt x="9129" y="3665"/>
                  </a:cubicBezTo>
                  <a:cubicBezTo>
                    <a:pt x="8872" y="4115"/>
                    <a:pt x="8551" y="4694"/>
                    <a:pt x="8165" y="5176"/>
                  </a:cubicBezTo>
                  <a:cubicBezTo>
                    <a:pt x="7779" y="5690"/>
                    <a:pt x="7297" y="6108"/>
                    <a:pt x="6783" y="6237"/>
                  </a:cubicBezTo>
                  <a:cubicBezTo>
                    <a:pt x="5958" y="6481"/>
                    <a:pt x="3592" y="7307"/>
                    <a:pt x="984" y="8134"/>
                  </a:cubicBezTo>
                  <a:lnTo>
                    <a:pt x="984" y="8134"/>
                  </a:lnTo>
                  <a:cubicBezTo>
                    <a:pt x="1027" y="7751"/>
                    <a:pt x="1061" y="7331"/>
                    <a:pt x="1061" y="6912"/>
                  </a:cubicBezTo>
                  <a:cubicBezTo>
                    <a:pt x="1061" y="6783"/>
                    <a:pt x="1061" y="6622"/>
                    <a:pt x="1029" y="6494"/>
                  </a:cubicBezTo>
                  <a:cubicBezTo>
                    <a:pt x="1003" y="5926"/>
                    <a:pt x="853" y="5400"/>
                    <a:pt x="662" y="4932"/>
                  </a:cubicBezTo>
                  <a:lnTo>
                    <a:pt x="662" y="4932"/>
                  </a:lnTo>
                  <a:cubicBezTo>
                    <a:pt x="875" y="4902"/>
                    <a:pt x="997" y="4887"/>
                    <a:pt x="997" y="4887"/>
                  </a:cubicBezTo>
                  <a:cubicBezTo>
                    <a:pt x="1061" y="4887"/>
                    <a:pt x="1125" y="4855"/>
                    <a:pt x="1158" y="4790"/>
                  </a:cubicBezTo>
                  <a:cubicBezTo>
                    <a:pt x="1190" y="4790"/>
                    <a:pt x="1768" y="4083"/>
                    <a:pt x="2154" y="2733"/>
                  </a:cubicBezTo>
                  <a:cubicBezTo>
                    <a:pt x="2508" y="1511"/>
                    <a:pt x="3536" y="676"/>
                    <a:pt x="4726" y="676"/>
                  </a:cubicBezTo>
                  <a:cubicBezTo>
                    <a:pt x="6011" y="676"/>
                    <a:pt x="7233" y="772"/>
                    <a:pt x="7908" y="772"/>
                  </a:cubicBezTo>
                  <a:cubicBezTo>
                    <a:pt x="8165" y="772"/>
                    <a:pt x="8487" y="708"/>
                    <a:pt x="8840" y="644"/>
                  </a:cubicBezTo>
                  <a:cubicBezTo>
                    <a:pt x="9194" y="579"/>
                    <a:pt x="9579" y="515"/>
                    <a:pt x="9869" y="515"/>
                  </a:cubicBezTo>
                  <a:close/>
                  <a:moveTo>
                    <a:pt x="9869" y="1"/>
                  </a:moveTo>
                  <a:cubicBezTo>
                    <a:pt x="9515" y="1"/>
                    <a:pt x="9097" y="65"/>
                    <a:pt x="8744" y="129"/>
                  </a:cubicBezTo>
                  <a:cubicBezTo>
                    <a:pt x="8390" y="194"/>
                    <a:pt x="8069" y="226"/>
                    <a:pt x="7908" y="226"/>
                  </a:cubicBezTo>
                  <a:cubicBezTo>
                    <a:pt x="7265" y="226"/>
                    <a:pt x="6044" y="129"/>
                    <a:pt x="4726" y="129"/>
                  </a:cubicBezTo>
                  <a:cubicBezTo>
                    <a:pt x="3279" y="129"/>
                    <a:pt x="2058" y="1158"/>
                    <a:pt x="1640" y="2572"/>
                  </a:cubicBezTo>
                  <a:cubicBezTo>
                    <a:pt x="1447" y="3215"/>
                    <a:pt x="1222" y="3697"/>
                    <a:pt x="1061" y="4019"/>
                  </a:cubicBezTo>
                  <a:cubicBezTo>
                    <a:pt x="965" y="4147"/>
                    <a:pt x="900" y="4276"/>
                    <a:pt x="836" y="4340"/>
                  </a:cubicBezTo>
                  <a:lnTo>
                    <a:pt x="803" y="4389"/>
                  </a:lnTo>
                  <a:lnTo>
                    <a:pt x="803" y="4389"/>
                  </a:lnTo>
                  <a:cubicBezTo>
                    <a:pt x="688" y="4405"/>
                    <a:pt x="500" y="4432"/>
                    <a:pt x="258" y="4469"/>
                  </a:cubicBezTo>
                  <a:cubicBezTo>
                    <a:pt x="161" y="4469"/>
                    <a:pt x="97" y="4533"/>
                    <a:pt x="65" y="4597"/>
                  </a:cubicBezTo>
                  <a:cubicBezTo>
                    <a:pt x="0" y="4662"/>
                    <a:pt x="0" y="4758"/>
                    <a:pt x="33" y="4822"/>
                  </a:cubicBezTo>
                  <a:cubicBezTo>
                    <a:pt x="258" y="5337"/>
                    <a:pt x="483" y="5915"/>
                    <a:pt x="515" y="6526"/>
                  </a:cubicBezTo>
                  <a:cubicBezTo>
                    <a:pt x="515" y="6655"/>
                    <a:pt x="515" y="6783"/>
                    <a:pt x="515" y="6912"/>
                  </a:cubicBezTo>
                  <a:cubicBezTo>
                    <a:pt x="515" y="7458"/>
                    <a:pt x="450" y="8005"/>
                    <a:pt x="386" y="8487"/>
                  </a:cubicBezTo>
                  <a:cubicBezTo>
                    <a:pt x="386" y="8583"/>
                    <a:pt x="418" y="8680"/>
                    <a:pt x="483" y="8744"/>
                  </a:cubicBezTo>
                  <a:cubicBezTo>
                    <a:pt x="528" y="8767"/>
                    <a:pt x="590" y="8789"/>
                    <a:pt x="656" y="8789"/>
                  </a:cubicBezTo>
                  <a:cubicBezTo>
                    <a:pt x="683" y="8789"/>
                    <a:pt x="711" y="8786"/>
                    <a:pt x="740" y="8776"/>
                  </a:cubicBezTo>
                  <a:cubicBezTo>
                    <a:pt x="3504" y="7908"/>
                    <a:pt x="6108" y="7008"/>
                    <a:pt x="6944" y="6751"/>
                  </a:cubicBezTo>
                  <a:cubicBezTo>
                    <a:pt x="7844" y="6494"/>
                    <a:pt x="8487" y="5690"/>
                    <a:pt x="8969" y="4951"/>
                  </a:cubicBezTo>
                  <a:cubicBezTo>
                    <a:pt x="9226" y="4597"/>
                    <a:pt x="9419" y="4212"/>
                    <a:pt x="9579" y="3922"/>
                  </a:cubicBezTo>
                  <a:cubicBezTo>
                    <a:pt x="9740" y="3633"/>
                    <a:pt x="9901" y="3376"/>
                    <a:pt x="9965" y="3312"/>
                  </a:cubicBezTo>
                  <a:cubicBezTo>
                    <a:pt x="10190" y="3119"/>
                    <a:pt x="10447" y="2733"/>
                    <a:pt x="10704" y="2315"/>
                  </a:cubicBezTo>
                  <a:cubicBezTo>
                    <a:pt x="10929" y="1865"/>
                    <a:pt x="11155" y="1415"/>
                    <a:pt x="11155" y="965"/>
                  </a:cubicBezTo>
                  <a:cubicBezTo>
                    <a:pt x="11155" y="740"/>
                    <a:pt x="11090" y="483"/>
                    <a:pt x="10897" y="322"/>
                  </a:cubicBezTo>
                  <a:cubicBezTo>
                    <a:pt x="10640" y="33"/>
                    <a:pt x="10254" y="1"/>
                    <a:pt x="98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4385;p64">
              <a:extLst>
                <a:ext uri="{FF2B5EF4-FFF2-40B4-BE49-F238E27FC236}">
                  <a16:creationId xmlns:a16="http://schemas.microsoft.com/office/drawing/2014/main" id="{9C44F730-4D62-3C0F-A174-690066FD9B37}"/>
                </a:ext>
              </a:extLst>
            </p:cNvPr>
            <p:cNvSpPr/>
            <p:nvPr/>
          </p:nvSpPr>
          <p:spPr>
            <a:xfrm>
              <a:off x="3041725" y="2911725"/>
              <a:ext cx="238700" cy="81200"/>
            </a:xfrm>
            <a:custGeom>
              <a:avLst/>
              <a:gdLst/>
              <a:ahLst/>
              <a:cxnLst/>
              <a:rect l="l" t="t" r="r" b="b"/>
              <a:pathLst>
                <a:path w="9548" h="3248" extrusionOk="0">
                  <a:moveTo>
                    <a:pt x="1897" y="1"/>
                  </a:moveTo>
                  <a:lnTo>
                    <a:pt x="0" y="3022"/>
                  </a:lnTo>
                  <a:cubicBezTo>
                    <a:pt x="0" y="3022"/>
                    <a:pt x="2411" y="3247"/>
                    <a:pt x="3215" y="3247"/>
                  </a:cubicBezTo>
                  <a:cubicBezTo>
                    <a:pt x="4019" y="3247"/>
                    <a:pt x="9547" y="2637"/>
                    <a:pt x="8744" y="1737"/>
                  </a:cubicBezTo>
                  <a:cubicBezTo>
                    <a:pt x="7940" y="804"/>
                    <a:pt x="1897" y="1"/>
                    <a:pt x="18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4386;p64">
              <a:extLst>
                <a:ext uri="{FF2B5EF4-FFF2-40B4-BE49-F238E27FC236}">
                  <a16:creationId xmlns:a16="http://schemas.microsoft.com/office/drawing/2014/main" id="{3C88F144-279A-7804-1C9A-54D519A95907}"/>
                </a:ext>
              </a:extLst>
            </p:cNvPr>
            <p:cNvSpPr/>
            <p:nvPr/>
          </p:nvSpPr>
          <p:spPr>
            <a:xfrm>
              <a:off x="3034500" y="2905300"/>
              <a:ext cx="234675" cy="94050"/>
            </a:xfrm>
            <a:custGeom>
              <a:avLst/>
              <a:gdLst/>
              <a:ahLst/>
              <a:cxnLst/>
              <a:rect l="l" t="t" r="r" b="b"/>
              <a:pathLst>
                <a:path w="9387" h="3762" extrusionOk="0">
                  <a:moveTo>
                    <a:pt x="2318" y="567"/>
                  </a:moveTo>
                  <a:cubicBezTo>
                    <a:pt x="2486" y="586"/>
                    <a:pt x="2755" y="620"/>
                    <a:pt x="3086" y="676"/>
                  </a:cubicBezTo>
                  <a:cubicBezTo>
                    <a:pt x="3954" y="804"/>
                    <a:pt x="5272" y="1029"/>
                    <a:pt x="6429" y="1286"/>
                  </a:cubicBezTo>
                  <a:cubicBezTo>
                    <a:pt x="7040" y="1447"/>
                    <a:pt x="7586" y="1576"/>
                    <a:pt x="8004" y="1736"/>
                  </a:cubicBezTo>
                  <a:cubicBezTo>
                    <a:pt x="8422" y="1897"/>
                    <a:pt x="8743" y="2058"/>
                    <a:pt x="8840" y="2154"/>
                  </a:cubicBezTo>
                  <a:cubicBezTo>
                    <a:pt x="8840" y="2154"/>
                    <a:pt x="8776" y="2219"/>
                    <a:pt x="8615" y="2283"/>
                  </a:cubicBezTo>
                  <a:cubicBezTo>
                    <a:pt x="8390" y="2411"/>
                    <a:pt x="7972" y="2572"/>
                    <a:pt x="7490" y="2669"/>
                  </a:cubicBezTo>
                  <a:cubicBezTo>
                    <a:pt x="6750" y="2829"/>
                    <a:pt x="5850" y="2990"/>
                    <a:pt x="5111" y="3086"/>
                  </a:cubicBezTo>
                  <a:cubicBezTo>
                    <a:pt x="4340" y="3183"/>
                    <a:pt x="3697" y="3215"/>
                    <a:pt x="3504" y="3215"/>
                  </a:cubicBezTo>
                  <a:cubicBezTo>
                    <a:pt x="3118" y="3215"/>
                    <a:pt x="2315" y="3183"/>
                    <a:pt x="1607" y="3119"/>
                  </a:cubicBezTo>
                  <a:cubicBezTo>
                    <a:pt x="1286" y="3104"/>
                    <a:pt x="984" y="3083"/>
                    <a:pt x="751" y="3064"/>
                  </a:cubicBezTo>
                  <a:lnTo>
                    <a:pt x="751" y="3064"/>
                  </a:lnTo>
                  <a:lnTo>
                    <a:pt x="2318" y="567"/>
                  </a:lnTo>
                  <a:close/>
                  <a:moveTo>
                    <a:pt x="2218" y="1"/>
                  </a:moveTo>
                  <a:cubicBezTo>
                    <a:pt x="2090" y="1"/>
                    <a:pt x="1993" y="33"/>
                    <a:pt x="1929" y="129"/>
                  </a:cubicBezTo>
                  <a:lnTo>
                    <a:pt x="32" y="3151"/>
                  </a:lnTo>
                  <a:cubicBezTo>
                    <a:pt x="0" y="3215"/>
                    <a:pt x="0" y="3311"/>
                    <a:pt x="32" y="3408"/>
                  </a:cubicBezTo>
                  <a:cubicBezTo>
                    <a:pt x="64" y="3504"/>
                    <a:pt x="161" y="3536"/>
                    <a:pt x="257" y="3569"/>
                  </a:cubicBezTo>
                  <a:cubicBezTo>
                    <a:pt x="257" y="3569"/>
                    <a:pt x="2668" y="3762"/>
                    <a:pt x="3504" y="3762"/>
                  </a:cubicBezTo>
                  <a:cubicBezTo>
                    <a:pt x="3697" y="3762"/>
                    <a:pt x="4147" y="3729"/>
                    <a:pt x="4725" y="3665"/>
                  </a:cubicBezTo>
                  <a:cubicBezTo>
                    <a:pt x="5561" y="3569"/>
                    <a:pt x="6686" y="3408"/>
                    <a:pt x="7586" y="3183"/>
                  </a:cubicBezTo>
                  <a:cubicBezTo>
                    <a:pt x="8036" y="3086"/>
                    <a:pt x="8454" y="2958"/>
                    <a:pt x="8776" y="2829"/>
                  </a:cubicBezTo>
                  <a:cubicBezTo>
                    <a:pt x="8936" y="2765"/>
                    <a:pt x="9065" y="2669"/>
                    <a:pt x="9161" y="2572"/>
                  </a:cubicBezTo>
                  <a:cubicBezTo>
                    <a:pt x="9258" y="2476"/>
                    <a:pt x="9386" y="2347"/>
                    <a:pt x="9386" y="2154"/>
                  </a:cubicBezTo>
                  <a:cubicBezTo>
                    <a:pt x="9386" y="2026"/>
                    <a:pt x="9322" y="1897"/>
                    <a:pt x="9226" y="1801"/>
                  </a:cubicBezTo>
                  <a:cubicBezTo>
                    <a:pt x="9065" y="1640"/>
                    <a:pt x="8872" y="1511"/>
                    <a:pt x="8615" y="1415"/>
                  </a:cubicBezTo>
                  <a:cubicBezTo>
                    <a:pt x="7715" y="997"/>
                    <a:pt x="6140" y="676"/>
                    <a:pt x="4758" y="418"/>
                  </a:cubicBezTo>
                  <a:cubicBezTo>
                    <a:pt x="3375" y="161"/>
                    <a:pt x="2218" y="1"/>
                    <a:pt x="2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4387;p64">
              <a:extLst>
                <a:ext uri="{FF2B5EF4-FFF2-40B4-BE49-F238E27FC236}">
                  <a16:creationId xmlns:a16="http://schemas.microsoft.com/office/drawing/2014/main" id="{A2A4DEA3-1859-2D3C-B945-108766512E85}"/>
                </a:ext>
              </a:extLst>
            </p:cNvPr>
            <p:cNvSpPr/>
            <p:nvPr/>
          </p:nvSpPr>
          <p:spPr>
            <a:xfrm>
              <a:off x="2902700" y="2851450"/>
              <a:ext cx="604350" cy="551325"/>
            </a:xfrm>
            <a:custGeom>
              <a:avLst/>
              <a:gdLst/>
              <a:ahLst/>
              <a:cxnLst/>
              <a:rect l="l" t="t" r="r" b="b"/>
              <a:pathLst>
                <a:path w="24174" h="22053" extrusionOk="0">
                  <a:moveTo>
                    <a:pt x="17616" y="1"/>
                  </a:moveTo>
                  <a:lnTo>
                    <a:pt x="0" y="8166"/>
                  </a:lnTo>
                  <a:lnTo>
                    <a:pt x="6847" y="22052"/>
                  </a:lnTo>
                  <a:lnTo>
                    <a:pt x="24173" y="13277"/>
                  </a:lnTo>
                  <a:lnTo>
                    <a:pt x="176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4388;p64">
              <a:extLst>
                <a:ext uri="{FF2B5EF4-FFF2-40B4-BE49-F238E27FC236}">
                  <a16:creationId xmlns:a16="http://schemas.microsoft.com/office/drawing/2014/main" id="{74DC40D6-B603-07A6-059E-99A960DE87F7}"/>
                </a:ext>
              </a:extLst>
            </p:cNvPr>
            <p:cNvSpPr/>
            <p:nvPr/>
          </p:nvSpPr>
          <p:spPr>
            <a:xfrm>
              <a:off x="2896275" y="2845050"/>
              <a:ext cx="618000" cy="564150"/>
            </a:xfrm>
            <a:custGeom>
              <a:avLst/>
              <a:gdLst/>
              <a:ahLst/>
              <a:cxnLst/>
              <a:rect l="l" t="t" r="r" b="b"/>
              <a:pathLst>
                <a:path w="24720" h="22566" extrusionOk="0">
                  <a:moveTo>
                    <a:pt x="17765" y="623"/>
                  </a:moveTo>
                  <a:lnTo>
                    <a:pt x="24076" y="13436"/>
                  </a:lnTo>
                  <a:lnTo>
                    <a:pt x="7233" y="21954"/>
                  </a:lnTo>
                  <a:lnTo>
                    <a:pt x="643" y="8550"/>
                  </a:lnTo>
                  <a:lnTo>
                    <a:pt x="17765" y="623"/>
                  </a:lnTo>
                  <a:close/>
                  <a:moveTo>
                    <a:pt x="17904" y="1"/>
                  </a:moveTo>
                  <a:cubicBezTo>
                    <a:pt x="17861" y="1"/>
                    <a:pt x="17817" y="12"/>
                    <a:pt x="17776" y="32"/>
                  </a:cubicBezTo>
                  <a:lnTo>
                    <a:pt x="161" y="8164"/>
                  </a:lnTo>
                  <a:cubicBezTo>
                    <a:pt x="97" y="8197"/>
                    <a:pt x="32" y="8261"/>
                    <a:pt x="0" y="8325"/>
                  </a:cubicBezTo>
                  <a:cubicBezTo>
                    <a:pt x="0" y="8389"/>
                    <a:pt x="0" y="8454"/>
                    <a:pt x="32" y="8518"/>
                  </a:cubicBezTo>
                  <a:lnTo>
                    <a:pt x="6879" y="22437"/>
                  </a:lnTo>
                  <a:cubicBezTo>
                    <a:pt x="6911" y="22501"/>
                    <a:pt x="6944" y="22533"/>
                    <a:pt x="7040" y="22565"/>
                  </a:cubicBezTo>
                  <a:cubicBezTo>
                    <a:pt x="7104" y="22565"/>
                    <a:pt x="7169" y="22565"/>
                    <a:pt x="7233" y="22533"/>
                  </a:cubicBezTo>
                  <a:lnTo>
                    <a:pt x="24527" y="13790"/>
                  </a:lnTo>
                  <a:cubicBezTo>
                    <a:pt x="24687" y="13725"/>
                    <a:pt x="24719" y="13565"/>
                    <a:pt x="24655" y="13436"/>
                  </a:cubicBezTo>
                  <a:lnTo>
                    <a:pt x="18130" y="160"/>
                  </a:lnTo>
                  <a:cubicBezTo>
                    <a:pt x="18086" y="51"/>
                    <a:pt x="17997" y="1"/>
                    <a:pt x="179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4389;p64">
              <a:extLst>
                <a:ext uri="{FF2B5EF4-FFF2-40B4-BE49-F238E27FC236}">
                  <a16:creationId xmlns:a16="http://schemas.microsoft.com/office/drawing/2014/main" id="{6FDB1593-A01E-AF0E-BEC0-725FDCA96B34}"/>
                </a:ext>
              </a:extLst>
            </p:cNvPr>
            <p:cNvSpPr/>
            <p:nvPr/>
          </p:nvSpPr>
          <p:spPr>
            <a:xfrm>
              <a:off x="3048950" y="2939850"/>
              <a:ext cx="145475" cy="79925"/>
            </a:xfrm>
            <a:custGeom>
              <a:avLst/>
              <a:gdLst/>
              <a:ahLst/>
              <a:cxnLst/>
              <a:rect l="l" t="t" r="r" b="b"/>
              <a:pathLst>
                <a:path w="5819" h="3197" extrusionOk="0">
                  <a:moveTo>
                    <a:pt x="3119" y="1"/>
                  </a:moveTo>
                  <a:lnTo>
                    <a:pt x="1" y="1094"/>
                  </a:lnTo>
                  <a:cubicBezTo>
                    <a:pt x="1" y="1094"/>
                    <a:pt x="2122" y="1094"/>
                    <a:pt x="2604" y="1415"/>
                  </a:cubicBezTo>
                  <a:cubicBezTo>
                    <a:pt x="3061" y="1672"/>
                    <a:pt x="4786" y="3197"/>
                    <a:pt x="5369" y="3197"/>
                  </a:cubicBezTo>
                  <a:cubicBezTo>
                    <a:pt x="5442" y="3197"/>
                    <a:pt x="5497" y="3173"/>
                    <a:pt x="5530" y="3119"/>
                  </a:cubicBezTo>
                  <a:cubicBezTo>
                    <a:pt x="5819" y="2605"/>
                    <a:pt x="4630" y="1415"/>
                    <a:pt x="4115" y="901"/>
                  </a:cubicBezTo>
                  <a:cubicBezTo>
                    <a:pt x="3633" y="387"/>
                    <a:pt x="3119" y="1"/>
                    <a:pt x="3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4390;p64">
              <a:extLst>
                <a:ext uri="{FF2B5EF4-FFF2-40B4-BE49-F238E27FC236}">
                  <a16:creationId xmlns:a16="http://schemas.microsoft.com/office/drawing/2014/main" id="{2B918CB0-F7DF-F5FF-002A-343255C58BC6}"/>
                </a:ext>
              </a:extLst>
            </p:cNvPr>
            <p:cNvSpPr/>
            <p:nvPr/>
          </p:nvSpPr>
          <p:spPr>
            <a:xfrm>
              <a:off x="3042525" y="2932825"/>
              <a:ext cx="152725" cy="93850"/>
            </a:xfrm>
            <a:custGeom>
              <a:avLst/>
              <a:gdLst/>
              <a:ahLst/>
              <a:cxnLst/>
              <a:rect l="l" t="t" r="r" b="b"/>
              <a:pathLst>
                <a:path w="6109" h="3754" extrusionOk="0">
                  <a:moveTo>
                    <a:pt x="3389" y="1"/>
                  </a:moveTo>
                  <a:cubicBezTo>
                    <a:pt x="3303" y="1"/>
                    <a:pt x="3209" y="43"/>
                    <a:pt x="3151" y="121"/>
                  </a:cubicBezTo>
                  <a:cubicBezTo>
                    <a:pt x="3086" y="218"/>
                    <a:pt x="3086" y="378"/>
                    <a:pt x="3215" y="475"/>
                  </a:cubicBezTo>
                  <a:cubicBezTo>
                    <a:pt x="3215" y="475"/>
                    <a:pt x="3247" y="507"/>
                    <a:pt x="3279" y="539"/>
                  </a:cubicBezTo>
                  <a:cubicBezTo>
                    <a:pt x="3440" y="700"/>
                    <a:pt x="3826" y="989"/>
                    <a:pt x="4179" y="1375"/>
                  </a:cubicBezTo>
                  <a:cubicBezTo>
                    <a:pt x="4404" y="1600"/>
                    <a:pt x="4758" y="1953"/>
                    <a:pt x="5079" y="2307"/>
                  </a:cubicBezTo>
                  <a:cubicBezTo>
                    <a:pt x="5208" y="2500"/>
                    <a:pt x="5337" y="2693"/>
                    <a:pt x="5433" y="2853"/>
                  </a:cubicBezTo>
                  <a:cubicBezTo>
                    <a:pt x="5528" y="3012"/>
                    <a:pt x="5561" y="3139"/>
                    <a:pt x="5562" y="3204"/>
                  </a:cubicBezTo>
                  <a:lnTo>
                    <a:pt x="5562" y="3204"/>
                  </a:lnTo>
                  <a:cubicBezTo>
                    <a:pt x="5528" y="3200"/>
                    <a:pt x="5485" y="3192"/>
                    <a:pt x="5433" y="3175"/>
                  </a:cubicBezTo>
                  <a:cubicBezTo>
                    <a:pt x="5144" y="3046"/>
                    <a:pt x="4629" y="2661"/>
                    <a:pt x="4147" y="2307"/>
                  </a:cubicBezTo>
                  <a:cubicBezTo>
                    <a:pt x="3890" y="2114"/>
                    <a:pt x="3665" y="1953"/>
                    <a:pt x="3472" y="1793"/>
                  </a:cubicBezTo>
                  <a:cubicBezTo>
                    <a:pt x="3279" y="1632"/>
                    <a:pt x="3119" y="1535"/>
                    <a:pt x="3022" y="1439"/>
                  </a:cubicBezTo>
                  <a:cubicBezTo>
                    <a:pt x="2829" y="1343"/>
                    <a:pt x="2572" y="1278"/>
                    <a:pt x="2283" y="1246"/>
                  </a:cubicBezTo>
                  <a:cubicBezTo>
                    <a:pt x="1447" y="1118"/>
                    <a:pt x="258" y="1118"/>
                    <a:pt x="258" y="1118"/>
                  </a:cubicBezTo>
                  <a:cubicBezTo>
                    <a:pt x="97" y="1118"/>
                    <a:pt x="1" y="1246"/>
                    <a:pt x="1" y="1375"/>
                  </a:cubicBezTo>
                  <a:cubicBezTo>
                    <a:pt x="1" y="1535"/>
                    <a:pt x="97" y="1664"/>
                    <a:pt x="258" y="1664"/>
                  </a:cubicBezTo>
                  <a:lnTo>
                    <a:pt x="579" y="1664"/>
                  </a:lnTo>
                  <a:cubicBezTo>
                    <a:pt x="901" y="1664"/>
                    <a:pt x="1351" y="1664"/>
                    <a:pt x="1801" y="1728"/>
                  </a:cubicBezTo>
                  <a:cubicBezTo>
                    <a:pt x="2026" y="1728"/>
                    <a:pt x="2219" y="1760"/>
                    <a:pt x="2379" y="1793"/>
                  </a:cubicBezTo>
                  <a:cubicBezTo>
                    <a:pt x="2572" y="1825"/>
                    <a:pt x="2701" y="1889"/>
                    <a:pt x="2733" y="1921"/>
                  </a:cubicBezTo>
                  <a:cubicBezTo>
                    <a:pt x="2829" y="1953"/>
                    <a:pt x="3022" y="2114"/>
                    <a:pt x="3247" y="2275"/>
                  </a:cubicBezTo>
                  <a:cubicBezTo>
                    <a:pt x="3601" y="2564"/>
                    <a:pt x="4019" y="2918"/>
                    <a:pt x="4437" y="3207"/>
                  </a:cubicBezTo>
                  <a:cubicBezTo>
                    <a:pt x="4662" y="3336"/>
                    <a:pt x="4854" y="3464"/>
                    <a:pt x="5047" y="3561"/>
                  </a:cubicBezTo>
                  <a:cubicBezTo>
                    <a:pt x="5240" y="3657"/>
                    <a:pt x="5433" y="3753"/>
                    <a:pt x="5626" y="3753"/>
                  </a:cubicBezTo>
                  <a:cubicBezTo>
                    <a:pt x="5690" y="3753"/>
                    <a:pt x="5754" y="3721"/>
                    <a:pt x="5819" y="3689"/>
                  </a:cubicBezTo>
                  <a:cubicBezTo>
                    <a:pt x="5915" y="3657"/>
                    <a:pt x="5979" y="3593"/>
                    <a:pt x="6012" y="3528"/>
                  </a:cubicBezTo>
                  <a:cubicBezTo>
                    <a:pt x="6076" y="3432"/>
                    <a:pt x="6108" y="3303"/>
                    <a:pt x="6108" y="3207"/>
                  </a:cubicBezTo>
                  <a:cubicBezTo>
                    <a:pt x="6108" y="2982"/>
                    <a:pt x="6012" y="2789"/>
                    <a:pt x="5915" y="2596"/>
                  </a:cubicBezTo>
                  <a:cubicBezTo>
                    <a:pt x="5562" y="1985"/>
                    <a:pt x="4919" y="1343"/>
                    <a:pt x="4565" y="989"/>
                  </a:cubicBezTo>
                  <a:cubicBezTo>
                    <a:pt x="4051" y="475"/>
                    <a:pt x="3537" y="57"/>
                    <a:pt x="3537" y="57"/>
                  </a:cubicBezTo>
                  <a:cubicBezTo>
                    <a:pt x="3498" y="19"/>
                    <a:pt x="3445" y="1"/>
                    <a:pt x="3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4391;p64">
              <a:extLst>
                <a:ext uri="{FF2B5EF4-FFF2-40B4-BE49-F238E27FC236}">
                  <a16:creationId xmlns:a16="http://schemas.microsoft.com/office/drawing/2014/main" id="{B674525C-73B7-7C8B-F92C-CE8A32DC05EE}"/>
                </a:ext>
              </a:extLst>
            </p:cNvPr>
            <p:cNvSpPr/>
            <p:nvPr/>
          </p:nvSpPr>
          <p:spPr>
            <a:xfrm>
              <a:off x="2426975" y="2793600"/>
              <a:ext cx="662175" cy="222625"/>
            </a:xfrm>
            <a:custGeom>
              <a:avLst/>
              <a:gdLst/>
              <a:ahLst/>
              <a:cxnLst/>
              <a:rect l="l" t="t" r="r" b="b"/>
              <a:pathLst>
                <a:path w="26487" h="8905" extrusionOk="0">
                  <a:moveTo>
                    <a:pt x="8325" y="1"/>
                  </a:moveTo>
                  <a:cubicBezTo>
                    <a:pt x="0" y="386"/>
                    <a:pt x="4532" y="6622"/>
                    <a:pt x="4532" y="6622"/>
                  </a:cubicBezTo>
                  <a:lnTo>
                    <a:pt x="23626" y="8905"/>
                  </a:lnTo>
                  <a:lnTo>
                    <a:pt x="26487" y="4726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4392;p64">
              <a:extLst>
                <a:ext uri="{FF2B5EF4-FFF2-40B4-BE49-F238E27FC236}">
                  <a16:creationId xmlns:a16="http://schemas.microsoft.com/office/drawing/2014/main" id="{73715575-88D3-6569-29AE-74EDE4883256}"/>
                </a:ext>
              </a:extLst>
            </p:cNvPr>
            <p:cNvSpPr/>
            <p:nvPr/>
          </p:nvSpPr>
          <p:spPr>
            <a:xfrm>
              <a:off x="2503300" y="2787175"/>
              <a:ext cx="592300" cy="235475"/>
            </a:xfrm>
            <a:custGeom>
              <a:avLst/>
              <a:gdLst/>
              <a:ahLst/>
              <a:cxnLst/>
              <a:rect l="l" t="t" r="r" b="b"/>
              <a:pathLst>
                <a:path w="23692" h="9419" extrusionOk="0">
                  <a:moveTo>
                    <a:pt x="5272" y="531"/>
                  </a:moveTo>
                  <a:lnTo>
                    <a:pt x="22984" y="5143"/>
                  </a:lnTo>
                  <a:lnTo>
                    <a:pt x="20445" y="8872"/>
                  </a:lnTo>
                  <a:lnTo>
                    <a:pt x="1653" y="6639"/>
                  </a:lnTo>
                  <a:lnTo>
                    <a:pt x="1653" y="6639"/>
                  </a:lnTo>
                  <a:cubicBezTo>
                    <a:pt x="1541" y="6464"/>
                    <a:pt x="1301" y="6073"/>
                    <a:pt x="1062" y="5594"/>
                  </a:cubicBezTo>
                  <a:cubicBezTo>
                    <a:pt x="772" y="4983"/>
                    <a:pt x="515" y="4243"/>
                    <a:pt x="515" y="3504"/>
                  </a:cubicBezTo>
                  <a:cubicBezTo>
                    <a:pt x="547" y="2797"/>
                    <a:pt x="740" y="2122"/>
                    <a:pt x="1447" y="1575"/>
                  </a:cubicBezTo>
                  <a:cubicBezTo>
                    <a:pt x="2122" y="1029"/>
                    <a:pt x="3344" y="611"/>
                    <a:pt x="5272" y="547"/>
                  </a:cubicBezTo>
                  <a:lnTo>
                    <a:pt x="5272" y="531"/>
                  </a:lnTo>
                  <a:close/>
                  <a:moveTo>
                    <a:pt x="5272" y="0"/>
                  </a:moveTo>
                  <a:cubicBezTo>
                    <a:pt x="3247" y="97"/>
                    <a:pt x="1929" y="515"/>
                    <a:pt x="1094" y="1158"/>
                  </a:cubicBezTo>
                  <a:cubicBezTo>
                    <a:pt x="290" y="1800"/>
                    <a:pt x="1" y="2668"/>
                    <a:pt x="1" y="3504"/>
                  </a:cubicBezTo>
                  <a:cubicBezTo>
                    <a:pt x="1" y="4404"/>
                    <a:pt x="322" y="5272"/>
                    <a:pt x="644" y="5947"/>
                  </a:cubicBezTo>
                  <a:cubicBezTo>
                    <a:pt x="965" y="6590"/>
                    <a:pt x="1287" y="7040"/>
                    <a:pt x="1287" y="7040"/>
                  </a:cubicBezTo>
                  <a:cubicBezTo>
                    <a:pt x="1319" y="7104"/>
                    <a:pt x="1383" y="7136"/>
                    <a:pt x="1447" y="7136"/>
                  </a:cubicBezTo>
                  <a:lnTo>
                    <a:pt x="20541" y="9419"/>
                  </a:lnTo>
                  <a:cubicBezTo>
                    <a:pt x="20637" y="9419"/>
                    <a:pt x="20734" y="9387"/>
                    <a:pt x="20798" y="9290"/>
                  </a:cubicBezTo>
                  <a:lnTo>
                    <a:pt x="23627" y="5143"/>
                  </a:lnTo>
                  <a:cubicBezTo>
                    <a:pt x="23691" y="5079"/>
                    <a:pt x="23691" y="4983"/>
                    <a:pt x="23659" y="4886"/>
                  </a:cubicBezTo>
                  <a:cubicBezTo>
                    <a:pt x="23627" y="4822"/>
                    <a:pt x="23563" y="4758"/>
                    <a:pt x="23498" y="4726"/>
                  </a:cubicBezTo>
                  <a:lnTo>
                    <a:pt x="53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4393;p64">
              <a:extLst>
                <a:ext uri="{FF2B5EF4-FFF2-40B4-BE49-F238E27FC236}">
                  <a16:creationId xmlns:a16="http://schemas.microsoft.com/office/drawing/2014/main" id="{B412DB53-E246-C904-C618-FD5CAF5DC28C}"/>
                </a:ext>
              </a:extLst>
            </p:cNvPr>
            <p:cNvSpPr/>
            <p:nvPr/>
          </p:nvSpPr>
          <p:spPr>
            <a:xfrm>
              <a:off x="1989800" y="2788450"/>
              <a:ext cx="709600" cy="1210775"/>
            </a:xfrm>
            <a:custGeom>
              <a:avLst/>
              <a:gdLst/>
              <a:ahLst/>
              <a:cxnLst/>
              <a:rect l="l" t="t" r="r" b="b"/>
              <a:pathLst>
                <a:path w="28384" h="48431" extrusionOk="0">
                  <a:moveTo>
                    <a:pt x="15726" y="0"/>
                  </a:moveTo>
                  <a:cubicBezTo>
                    <a:pt x="14816" y="0"/>
                    <a:pt x="13906" y="302"/>
                    <a:pt x="12987" y="1010"/>
                  </a:cubicBezTo>
                  <a:cubicBezTo>
                    <a:pt x="12987" y="1010"/>
                    <a:pt x="8551" y="4771"/>
                    <a:pt x="7072" y="9303"/>
                  </a:cubicBezTo>
                  <a:cubicBezTo>
                    <a:pt x="5626" y="13868"/>
                    <a:pt x="4661" y="22965"/>
                    <a:pt x="4661" y="22965"/>
                  </a:cubicBezTo>
                  <a:cubicBezTo>
                    <a:pt x="4661" y="22965"/>
                    <a:pt x="0" y="29683"/>
                    <a:pt x="0" y="30358"/>
                  </a:cubicBezTo>
                  <a:cubicBezTo>
                    <a:pt x="0" y="30572"/>
                    <a:pt x="429" y="30644"/>
                    <a:pt x="1001" y="30644"/>
                  </a:cubicBezTo>
                  <a:cubicBezTo>
                    <a:pt x="2143" y="30644"/>
                    <a:pt x="3858" y="30358"/>
                    <a:pt x="3858" y="30358"/>
                  </a:cubicBezTo>
                  <a:lnTo>
                    <a:pt x="3858" y="30358"/>
                  </a:lnTo>
                  <a:lnTo>
                    <a:pt x="129" y="36787"/>
                  </a:lnTo>
                  <a:cubicBezTo>
                    <a:pt x="129" y="36787"/>
                    <a:pt x="129" y="42123"/>
                    <a:pt x="3054" y="44952"/>
                  </a:cubicBezTo>
                  <a:cubicBezTo>
                    <a:pt x="5520" y="47284"/>
                    <a:pt x="8813" y="48431"/>
                    <a:pt x="11703" y="48431"/>
                  </a:cubicBezTo>
                  <a:cubicBezTo>
                    <a:pt x="12279" y="48431"/>
                    <a:pt x="12839" y="48385"/>
                    <a:pt x="13373" y="48295"/>
                  </a:cubicBezTo>
                  <a:cubicBezTo>
                    <a:pt x="16587" y="47748"/>
                    <a:pt x="22502" y="40516"/>
                    <a:pt x="23144" y="40130"/>
                  </a:cubicBezTo>
                  <a:cubicBezTo>
                    <a:pt x="23819" y="39712"/>
                    <a:pt x="21537" y="33573"/>
                    <a:pt x="21023" y="31290"/>
                  </a:cubicBezTo>
                  <a:cubicBezTo>
                    <a:pt x="20476" y="29008"/>
                    <a:pt x="21537" y="27401"/>
                    <a:pt x="22212" y="26983"/>
                  </a:cubicBezTo>
                  <a:cubicBezTo>
                    <a:pt x="22887" y="26597"/>
                    <a:pt x="26777" y="24186"/>
                    <a:pt x="27580" y="22451"/>
                  </a:cubicBezTo>
                  <a:cubicBezTo>
                    <a:pt x="28384" y="20715"/>
                    <a:pt x="28255" y="17757"/>
                    <a:pt x="27966" y="15475"/>
                  </a:cubicBezTo>
                  <a:cubicBezTo>
                    <a:pt x="27709" y="13193"/>
                    <a:pt x="24366" y="5285"/>
                    <a:pt x="21409" y="2875"/>
                  </a:cubicBezTo>
                  <a:cubicBezTo>
                    <a:pt x="19445" y="1256"/>
                    <a:pt x="17584" y="0"/>
                    <a:pt x="157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4394;p64">
              <a:extLst>
                <a:ext uri="{FF2B5EF4-FFF2-40B4-BE49-F238E27FC236}">
                  <a16:creationId xmlns:a16="http://schemas.microsoft.com/office/drawing/2014/main" id="{3ED49315-3516-E581-0842-8043F9F618D7}"/>
                </a:ext>
              </a:extLst>
            </p:cNvPr>
            <p:cNvSpPr/>
            <p:nvPr/>
          </p:nvSpPr>
          <p:spPr>
            <a:xfrm>
              <a:off x="1982575" y="2781550"/>
              <a:ext cx="718450" cy="1223925"/>
            </a:xfrm>
            <a:custGeom>
              <a:avLst/>
              <a:gdLst/>
              <a:ahLst/>
              <a:cxnLst/>
              <a:rect l="l" t="t" r="r" b="b"/>
              <a:pathLst>
                <a:path w="28738" h="48957" extrusionOk="0">
                  <a:moveTo>
                    <a:pt x="16008" y="547"/>
                  </a:moveTo>
                  <a:cubicBezTo>
                    <a:pt x="16876" y="547"/>
                    <a:pt x="17744" y="836"/>
                    <a:pt x="18676" y="1350"/>
                  </a:cubicBezTo>
                  <a:cubicBezTo>
                    <a:pt x="19608" y="1865"/>
                    <a:pt x="20540" y="2572"/>
                    <a:pt x="21537" y="3376"/>
                  </a:cubicBezTo>
                  <a:cubicBezTo>
                    <a:pt x="22951" y="4501"/>
                    <a:pt x="24526" y="7072"/>
                    <a:pt x="25748" y="9612"/>
                  </a:cubicBezTo>
                  <a:cubicBezTo>
                    <a:pt x="26359" y="10897"/>
                    <a:pt x="26905" y="12151"/>
                    <a:pt x="27291" y="13244"/>
                  </a:cubicBezTo>
                  <a:cubicBezTo>
                    <a:pt x="27676" y="14337"/>
                    <a:pt x="27934" y="15269"/>
                    <a:pt x="27998" y="15783"/>
                  </a:cubicBezTo>
                  <a:cubicBezTo>
                    <a:pt x="28127" y="16780"/>
                    <a:pt x="28191" y="17873"/>
                    <a:pt x="28191" y="18933"/>
                  </a:cubicBezTo>
                  <a:cubicBezTo>
                    <a:pt x="28223" y="20348"/>
                    <a:pt x="28062" y="21698"/>
                    <a:pt x="27612" y="22598"/>
                  </a:cubicBezTo>
                  <a:cubicBezTo>
                    <a:pt x="27451" y="22984"/>
                    <a:pt x="27066" y="23466"/>
                    <a:pt x="26584" y="23916"/>
                  </a:cubicBezTo>
                  <a:cubicBezTo>
                    <a:pt x="25169" y="25298"/>
                    <a:pt x="22855" y="26745"/>
                    <a:pt x="22373" y="27034"/>
                  </a:cubicBezTo>
                  <a:cubicBezTo>
                    <a:pt x="22051" y="27227"/>
                    <a:pt x="21665" y="27645"/>
                    <a:pt x="21376" y="28191"/>
                  </a:cubicBezTo>
                  <a:cubicBezTo>
                    <a:pt x="21087" y="28770"/>
                    <a:pt x="20894" y="29477"/>
                    <a:pt x="20894" y="30345"/>
                  </a:cubicBezTo>
                  <a:cubicBezTo>
                    <a:pt x="20894" y="30730"/>
                    <a:pt x="20926" y="31181"/>
                    <a:pt x="21055" y="31631"/>
                  </a:cubicBezTo>
                  <a:cubicBezTo>
                    <a:pt x="21280" y="32627"/>
                    <a:pt x="21858" y="34363"/>
                    <a:pt x="22341" y="36034"/>
                  </a:cubicBezTo>
                  <a:cubicBezTo>
                    <a:pt x="22598" y="36870"/>
                    <a:pt x="22855" y="37674"/>
                    <a:pt x="23016" y="38381"/>
                  </a:cubicBezTo>
                  <a:cubicBezTo>
                    <a:pt x="23208" y="39088"/>
                    <a:pt x="23305" y="39667"/>
                    <a:pt x="23305" y="39988"/>
                  </a:cubicBezTo>
                  <a:cubicBezTo>
                    <a:pt x="23305" y="40085"/>
                    <a:pt x="23305" y="40149"/>
                    <a:pt x="23273" y="40181"/>
                  </a:cubicBezTo>
                  <a:lnTo>
                    <a:pt x="23284" y="40192"/>
                  </a:lnTo>
                  <a:lnTo>
                    <a:pt x="23284" y="40192"/>
                  </a:lnTo>
                  <a:cubicBezTo>
                    <a:pt x="23226" y="40227"/>
                    <a:pt x="23166" y="40284"/>
                    <a:pt x="23080" y="40342"/>
                  </a:cubicBezTo>
                  <a:cubicBezTo>
                    <a:pt x="22758" y="40663"/>
                    <a:pt x="22212" y="41242"/>
                    <a:pt x="21473" y="42013"/>
                  </a:cubicBezTo>
                  <a:cubicBezTo>
                    <a:pt x="20412" y="43170"/>
                    <a:pt x="18965" y="44649"/>
                    <a:pt x="17519" y="45903"/>
                  </a:cubicBezTo>
                  <a:cubicBezTo>
                    <a:pt x="16812" y="46513"/>
                    <a:pt x="16105" y="47092"/>
                    <a:pt x="15429" y="47510"/>
                  </a:cubicBezTo>
                  <a:cubicBezTo>
                    <a:pt x="14754" y="47928"/>
                    <a:pt x="14144" y="48217"/>
                    <a:pt x="13629" y="48314"/>
                  </a:cubicBezTo>
                  <a:cubicBezTo>
                    <a:pt x="13115" y="48378"/>
                    <a:pt x="12569" y="48442"/>
                    <a:pt x="11990" y="48442"/>
                  </a:cubicBezTo>
                  <a:cubicBezTo>
                    <a:pt x="9193" y="48442"/>
                    <a:pt x="5947" y="47317"/>
                    <a:pt x="3536" y="45035"/>
                  </a:cubicBezTo>
                  <a:cubicBezTo>
                    <a:pt x="2122" y="43685"/>
                    <a:pt x="1415" y="41692"/>
                    <a:pt x="1029" y="40020"/>
                  </a:cubicBezTo>
                  <a:cubicBezTo>
                    <a:pt x="868" y="39184"/>
                    <a:pt x="772" y="38445"/>
                    <a:pt x="707" y="37899"/>
                  </a:cubicBezTo>
                  <a:cubicBezTo>
                    <a:pt x="707" y="37642"/>
                    <a:pt x="675" y="37417"/>
                    <a:pt x="675" y="37288"/>
                  </a:cubicBezTo>
                  <a:cubicBezTo>
                    <a:pt x="675" y="37222"/>
                    <a:pt x="675" y="37172"/>
                    <a:pt x="675" y="37137"/>
                  </a:cubicBezTo>
                  <a:lnTo>
                    <a:pt x="675" y="37137"/>
                  </a:lnTo>
                  <a:lnTo>
                    <a:pt x="4404" y="30763"/>
                  </a:lnTo>
                  <a:cubicBezTo>
                    <a:pt x="4436" y="30666"/>
                    <a:pt x="4436" y="30538"/>
                    <a:pt x="4372" y="30473"/>
                  </a:cubicBezTo>
                  <a:cubicBezTo>
                    <a:pt x="4308" y="30377"/>
                    <a:pt x="4211" y="30345"/>
                    <a:pt x="4115" y="30345"/>
                  </a:cubicBezTo>
                  <a:cubicBezTo>
                    <a:pt x="4115" y="30345"/>
                    <a:pt x="4018" y="30377"/>
                    <a:pt x="3825" y="30409"/>
                  </a:cubicBezTo>
                  <a:cubicBezTo>
                    <a:pt x="3311" y="30473"/>
                    <a:pt x="2122" y="30634"/>
                    <a:pt x="1286" y="30634"/>
                  </a:cubicBezTo>
                  <a:cubicBezTo>
                    <a:pt x="997" y="30634"/>
                    <a:pt x="772" y="30634"/>
                    <a:pt x="643" y="30602"/>
                  </a:cubicBezTo>
                  <a:cubicBezTo>
                    <a:pt x="604" y="30589"/>
                    <a:pt x="575" y="30576"/>
                    <a:pt x="555" y="30565"/>
                  </a:cubicBezTo>
                  <a:lnTo>
                    <a:pt x="555" y="30565"/>
                  </a:lnTo>
                  <a:cubicBezTo>
                    <a:pt x="563" y="30537"/>
                    <a:pt x="579" y="30505"/>
                    <a:pt x="611" y="30473"/>
                  </a:cubicBezTo>
                  <a:cubicBezTo>
                    <a:pt x="740" y="30152"/>
                    <a:pt x="1093" y="29541"/>
                    <a:pt x="1575" y="28802"/>
                  </a:cubicBezTo>
                  <a:cubicBezTo>
                    <a:pt x="2250" y="27709"/>
                    <a:pt x="3150" y="26359"/>
                    <a:pt x="3890" y="25266"/>
                  </a:cubicBezTo>
                  <a:cubicBezTo>
                    <a:pt x="4243" y="24752"/>
                    <a:pt x="4565" y="24269"/>
                    <a:pt x="4822" y="23948"/>
                  </a:cubicBezTo>
                  <a:cubicBezTo>
                    <a:pt x="5047" y="23594"/>
                    <a:pt x="5175" y="23402"/>
                    <a:pt x="5175" y="23402"/>
                  </a:cubicBezTo>
                  <a:lnTo>
                    <a:pt x="5240" y="23273"/>
                  </a:lnTo>
                  <a:cubicBezTo>
                    <a:pt x="5240" y="23273"/>
                    <a:pt x="5272" y="22727"/>
                    <a:pt x="5400" y="21794"/>
                  </a:cubicBezTo>
                  <a:cubicBezTo>
                    <a:pt x="5722" y="19030"/>
                    <a:pt x="6525" y="13051"/>
                    <a:pt x="7618" y="9676"/>
                  </a:cubicBezTo>
                  <a:cubicBezTo>
                    <a:pt x="8358" y="7458"/>
                    <a:pt x="9804" y="5401"/>
                    <a:pt x="11090" y="3890"/>
                  </a:cubicBezTo>
                  <a:cubicBezTo>
                    <a:pt x="11701" y="3151"/>
                    <a:pt x="12311" y="2540"/>
                    <a:pt x="12729" y="2122"/>
                  </a:cubicBezTo>
                  <a:cubicBezTo>
                    <a:pt x="12954" y="1929"/>
                    <a:pt x="13147" y="1768"/>
                    <a:pt x="13244" y="1640"/>
                  </a:cubicBezTo>
                  <a:cubicBezTo>
                    <a:pt x="13308" y="1608"/>
                    <a:pt x="13372" y="1543"/>
                    <a:pt x="13404" y="1543"/>
                  </a:cubicBezTo>
                  <a:lnTo>
                    <a:pt x="13427" y="1498"/>
                  </a:lnTo>
                  <a:lnTo>
                    <a:pt x="13437" y="1511"/>
                  </a:lnTo>
                  <a:cubicBezTo>
                    <a:pt x="14304" y="836"/>
                    <a:pt x="15140" y="547"/>
                    <a:pt x="16008" y="547"/>
                  </a:cubicBezTo>
                  <a:close/>
                  <a:moveTo>
                    <a:pt x="16008" y="0"/>
                  </a:moveTo>
                  <a:cubicBezTo>
                    <a:pt x="15044" y="0"/>
                    <a:pt x="14047" y="354"/>
                    <a:pt x="13115" y="1061"/>
                  </a:cubicBezTo>
                  <a:lnTo>
                    <a:pt x="13083" y="1093"/>
                  </a:lnTo>
                  <a:cubicBezTo>
                    <a:pt x="13083" y="1093"/>
                    <a:pt x="11958" y="2025"/>
                    <a:pt x="10672" y="3568"/>
                  </a:cubicBezTo>
                  <a:cubicBezTo>
                    <a:pt x="9354" y="5079"/>
                    <a:pt x="7876" y="7169"/>
                    <a:pt x="7104" y="9515"/>
                  </a:cubicBezTo>
                  <a:cubicBezTo>
                    <a:pt x="6365" y="11830"/>
                    <a:pt x="5786" y="15237"/>
                    <a:pt x="5336" y="18098"/>
                  </a:cubicBezTo>
                  <a:cubicBezTo>
                    <a:pt x="4931" y="20837"/>
                    <a:pt x="4708" y="23064"/>
                    <a:pt x="4694" y="23202"/>
                  </a:cubicBezTo>
                  <a:lnTo>
                    <a:pt x="4694" y="23202"/>
                  </a:lnTo>
                  <a:cubicBezTo>
                    <a:pt x="4433" y="23571"/>
                    <a:pt x="3410" y="25021"/>
                    <a:pt x="2411" y="26520"/>
                  </a:cubicBezTo>
                  <a:cubicBezTo>
                    <a:pt x="1800" y="27420"/>
                    <a:pt x="1222" y="28320"/>
                    <a:pt x="772" y="29059"/>
                  </a:cubicBezTo>
                  <a:cubicBezTo>
                    <a:pt x="547" y="29413"/>
                    <a:pt x="386" y="29734"/>
                    <a:pt x="225" y="29991"/>
                  </a:cubicBezTo>
                  <a:cubicBezTo>
                    <a:pt x="161" y="30120"/>
                    <a:pt x="129" y="30216"/>
                    <a:pt x="64" y="30313"/>
                  </a:cubicBezTo>
                  <a:cubicBezTo>
                    <a:pt x="32" y="30441"/>
                    <a:pt x="0" y="30505"/>
                    <a:pt x="0" y="30634"/>
                  </a:cubicBezTo>
                  <a:cubicBezTo>
                    <a:pt x="0" y="30763"/>
                    <a:pt x="97" y="30891"/>
                    <a:pt x="193" y="30956"/>
                  </a:cubicBezTo>
                  <a:cubicBezTo>
                    <a:pt x="322" y="31084"/>
                    <a:pt x="482" y="31116"/>
                    <a:pt x="675" y="31148"/>
                  </a:cubicBezTo>
                  <a:cubicBezTo>
                    <a:pt x="836" y="31181"/>
                    <a:pt x="1061" y="31181"/>
                    <a:pt x="1286" y="31181"/>
                  </a:cubicBezTo>
                  <a:cubicBezTo>
                    <a:pt x="2041" y="31181"/>
                    <a:pt x="3017" y="31064"/>
                    <a:pt x="3629" y="30979"/>
                  </a:cubicBezTo>
                  <a:lnTo>
                    <a:pt x="3629" y="30979"/>
                  </a:lnTo>
                  <a:lnTo>
                    <a:pt x="193" y="36902"/>
                  </a:lnTo>
                  <a:lnTo>
                    <a:pt x="129" y="37063"/>
                  </a:lnTo>
                  <a:cubicBezTo>
                    <a:pt x="129" y="37063"/>
                    <a:pt x="129" y="38413"/>
                    <a:pt x="514" y="40149"/>
                  </a:cubicBezTo>
                  <a:cubicBezTo>
                    <a:pt x="900" y="41852"/>
                    <a:pt x="1640" y="43942"/>
                    <a:pt x="3182" y="45421"/>
                  </a:cubicBezTo>
                  <a:cubicBezTo>
                    <a:pt x="5690" y="47799"/>
                    <a:pt x="9033" y="48956"/>
                    <a:pt x="11990" y="48956"/>
                  </a:cubicBezTo>
                  <a:cubicBezTo>
                    <a:pt x="12601" y="48956"/>
                    <a:pt x="13179" y="48924"/>
                    <a:pt x="13726" y="48828"/>
                  </a:cubicBezTo>
                  <a:cubicBezTo>
                    <a:pt x="14594" y="48667"/>
                    <a:pt x="15590" y="48089"/>
                    <a:pt x="16619" y="47349"/>
                  </a:cubicBezTo>
                  <a:cubicBezTo>
                    <a:pt x="18162" y="46192"/>
                    <a:pt x="19801" y="44553"/>
                    <a:pt x="21087" y="43203"/>
                  </a:cubicBezTo>
                  <a:cubicBezTo>
                    <a:pt x="21762" y="42528"/>
                    <a:pt x="22341" y="41917"/>
                    <a:pt x="22758" y="41435"/>
                  </a:cubicBezTo>
                  <a:cubicBezTo>
                    <a:pt x="22983" y="41210"/>
                    <a:pt x="23176" y="41017"/>
                    <a:pt x="23305" y="40856"/>
                  </a:cubicBezTo>
                  <a:cubicBezTo>
                    <a:pt x="23466" y="40727"/>
                    <a:pt x="23562" y="40631"/>
                    <a:pt x="23594" y="40631"/>
                  </a:cubicBezTo>
                  <a:cubicBezTo>
                    <a:pt x="23723" y="40535"/>
                    <a:pt x="23755" y="40438"/>
                    <a:pt x="23787" y="40342"/>
                  </a:cubicBezTo>
                  <a:cubicBezTo>
                    <a:pt x="23819" y="40213"/>
                    <a:pt x="23819" y="40117"/>
                    <a:pt x="23819" y="39988"/>
                  </a:cubicBezTo>
                  <a:cubicBezTo>
                    <a:pt x="23819" y="39570"/>
                    <a:pt x="23723" y="38959"/>
                    <a:pt x="23530" y="38252"/>
                  </a:cubicBezTo>
                  <a:cubicBezTo>
                    <a:pt x="23016" y="36131"/>
                    <a:pt x="21891" y="32948"/>
                    <a:pt x="21569" y="31502"/>
                  </a:cubicBezTo>
                  <a:cubicBezTo>
                    <a:pt x="21473" y="31084"/>
                    <a:pt x="21440" y="30698"/>
                    <a:pt x="21440" y="30345"/>
                  </a:cubicBezTo>
                  <a:cubicBezTo>
                    <a:pt x="21440" y="29573"/>
                    <a:pt x="21601" y="28930"/>
                    <a:pt x="21858" y="28448"/>
                  </a:cubicBezTo>
                  <a:cubicBezTo>
                    <a:pt x="22116" y="27966"/>
                    <a:pt x="22437" y="27612"/>
                    <a:pt x="22630" y="27484"/>
                  </a:cubicBezTo>
                  <a:cubicBezTo>
                    <a:pt x="22983" y="27291"/>
                    <a:pt x="24141" y="26584"/>
                    <a:pt x="25298" y="25716"/>
                  </a:cubicBezTo>
                  <a:cubicBezTo>
                    <a:pt x="25876" y="25266"/>
                    <a:pt x="26455" y="24784"/>
                    <a:pt x="26969" y="24302"/>
                  </a:cubicBezTo>
                  <a:cubicBezTo>
                    <a:pt x="27484" y="23819"/>
                    <a:pt x="27869" y="23305"/>
                    <a:pt x="28094" y="22823"/>
                  </a:cubicBezTo>
                  <a:cubicBezTo>
                    <a:pt x="28577" y="21794"/>
                    <a:pt x="28737" y="20380"/>
                    <a:pt x="28737" y="18933"/>
                  </a:cubicBezTo>
                  <a:cubicBezTo>
                    <a:pt x="28737" y="17841"/>
                    <a:pt x="28641" y="16715"/>
                    <a:pt x="28544" y="15719"/>
                  </a:cubicBezTo>
                  <a:cubicBezTo>
                    <a:pt x="28448" y="15108"/>
                    <a:pt x="28191" y="14176"/>
                    <a:pt x="27805" y="13083"/>
                  </a:cubicBezTo>
                  <a:cubicBezTo>
                    <a:pt x="27194" y="11412"/>
                    <a:pt x="26294" y="9354"/>
                    <a:pt x="25234" y="7490"/>
                  </a:cubicBezTo>
                  <a:cubicBezTo>
                    <a:pt x="24205" y="5593"/>
                    <a:pt x="23016" y="3890"/>
                    <a:pt x="21858" y="2958"/>
                  </a:cubicBezTo>
                  <a:cubicBezTo>
                    <a:pt x="20862" y="2154"/>
                    <a:pt x="19898" y="1415"/>
                    <a:pt x="18933" y="868"/>
                  </a:cubicBezTo>
                  <a:cubicBezTo>
                    <a:pt x="17969" y="354"/>
                    <a:pt x="17005" y="32"/>
                    <a:pt x="16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4395;p64">
              <a:extLst>
                <a:ext uri="{FF2B5EF4-FFF2-40B4-BE49-F238E27FC236}">
                  <a16:creationId xmlns:a16="http://schemas.microsoft.com/office/drawing/2014/main" id="{D99B2092-2862-3369-F987-36781313FFC1}"/>
                </a:ext>
              </a:extLst>
            </p:cNvPr>
            <p:cNvSpPr/>
            <p:nvPr/>
          </p:nvSpPr>
          <p:spPr>
            <a:xfrm>
              <a:off x="2331325" y="2776500"/>
              <a:ext cx="384950" cy="435925"/>
            </a:xfrm>
            <a:custGeom>
              <a:avLst/>
              <a:gdLst/>
              <a:ahLst/>
              <a:cxnLst/>
              <a:rect l="l" t="t" r="r" b="b"/>
              <a:pathLst>
                <a:path w="15398" h="17437" extrusionOk="0">
                  <a:moveTo>
                    <a:pt x="5322" y="0"/>
                  </a:moveTo>
                  <a:cubicBezTo>
                    <a:pt x="4137" y="0"/>
                    <a:pt x="2959" y="251"/>
                    <a:pt x="1994" y="813"/>
                  </a:cubicBezTo>
                  <a:cubicBezTo>
                    <a:pt x="1994" y="813"/>
                    <a:pt x="1" y="3770"/>
                    <a:pt x="1" y="5924"/>
                  </a:cubicBezTo>
                  <a:cubicBezTo>
                    <a:pt x="1" y="8046"/>
                    <a:pt x="1737" y="11549"/>
                    <a:pt x="3055" y="13157"/>
                  </a:cubicBezTo>
                  <a:cubicBezTo>
                    <a:pt x="4405" y="14764"/>
                    <a:pt x="5626" y="15825"/>
                    <a:pt x="5626" y="15825"/>
                  </a:cubicBezTo>
                  <a:lnTo>
                    <a:pt x="8551" y="15150"/>
                  </a:lnTo>
                  <a:lnTo>
                    <a:pt x="8680" y="17432"/>
                  </a:lnTo>
                  <a:cubicBezTo>
                    <a:pt x="8680" y="17432"/>
                    <a:pt x="9062" y="16740"/>
                    <a:pt x="10059" y="16740"/>
                  </a:cubicBezTo>
                  <a:cubicBezTo>
                    <a:pt x="10387" y="16740"/>
                    <a:pt x="10782" y="16815"/>
                    <a:pt x="11251" y="17014"/>
                  </a:cubicBezTo>
                  <a:cubicBezTo>
                    <a:pt x="11967" y="17323"/>
                    <a:pt x="12584" y="17437"/>
                    <a:pt x="13071" y="17437"/>
                  </a:cubicBezTo>
                  <a:cubicBezTo>
                    <a:pt x="13854" y="17437"/>
                    <a:pt x="14305" y="17143"/>
                    <a:pt x="14305" y="16885"/>
                  </a:cubicBezTo>
                  <a:cubicBezTo>
                    <a:pt x="14305" y="16500"/>
                    <a:pt x="15398" y="13671"/>
                    <a:pt x="14305" y="8978"/>
                  </a:cubicBezTo>
                  <a:cubicBezTo>
                    <a:pt x="13244" y="4317"/>
                    <a:pt x="12055" y="3513"/>
                    <a:pt x="10287" y="1745"/>
                  </a:cubicBezTo>
                  <a:cubicBezTo>
                    <a:pt x="9211" y="669"/>
                    <a:pt x="7257" y="0"/>
                    <a:pt x="5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4396;p64">
              <a:extLst>
                <a:ext uri="{FF2B5EF4-FFF2-40B4-BE49-F238E27FC236}">
                  <a16:creationId xmlns:a16="http://schemas.microsoft.com/office/drawing/2014/main" id="{74F3DCE9-5D33-7BE5-E489-DA081A05B252}"/>
                </a:ext>
              </a:extLst>
            </p:cNvPr>
            <p:cNvSpPr/>
            <p:nvPr/>
          </p:nvSpPr>
          <p:spPr>
            <a:xfrm>
              <a:off x="2324100" y="2770300"/>
              <a:ext cx="384150" cy="449250"/>
            </a:xfrm>
            <a:custGeom>
              <a:avLst/>
              <a:gdLst/>
              <a:ahLst/>
              <a:cxnLst/>
              <a:rect l="l" t="t" r="r" b="b"/>
              <a:pathLst>
                <a:path w="15366" h="17970" extrusionOk="0">
                  <a:moveTo>
                    <a:pt x="5626" y="515"/>
                  </a:moveTo>
                  <a:cubicBezTo>
                    <a:pt x="7490" y="515"/>
                    <a:pt x="9387" y="1190"/>
                    <a:pt x="10383" y="2186"/>
                  </a:cubicBezTo>
                  <a:cubicBezTo>
                    <a:pt x="11283" y="3086"/>
                    <a:pt x="11990" y="3697"/>
                    <a:pt x="12633" y="4661"/>
                  </a:cubicBezTo>
                  <a:cubicBezTo>
                    <a:pt x="13244" y="5626"/>
                    <a:pt x="13823" y="6976"/>
                    <a:pt x="14337" y="9290"/>
                  </a:cubicBezTo>
                  <a:cubicBezTo>
                    <a:pt x="14691" y="10833"/>
                    <a:pt x="14819" y="12183"/>
                    <a:pt x="14819" y="13276"/>
                  </a:cubicBezTo>
                  <a:cubicBezTo>
                    <a:pt x="14819" y="14401"/>
                    <a:pt x="14691" y="15269"/>
                    <a:pt x="14594" y="15912"/>
                  </a:cubicBezTo>
                  <a:cubicBezTo>
                    <a:pt x="14530" y="16233"/>
                    <a:pt x="14466" y="16490"/>
                    <a:pt x="14433" y="16683"/>
                  </a:cubicBezTo>
                  <a:cubicBezTo>
                    <a:pt x="14401" y="16780"/>
                    <a:pt x="14369" y="16876"/>
                    <a:pt x="14369" y="16940"/>
                  </a:cubicBezTo>
                  <a:cubicBezTo>
                    <a:pt x="14337" y="17005"/>
                    <a:pt x="14337" y="17069"/>
                    <a:pt x="14337" y="17133"/>
                  </a:cubicBezTo>
                  <a:cubicBezTo>
                    <a:pt x="14337" y="17133"/>
                    <a:pt x="14273" y="17230"/>
                    <a:pt x="14080" y="17294"/>
                  </a:cubicBezTo>
                  <a:cubicBezTo>
                    <a:pt x="13919" y="17358"/>
                    <a:pt x="13662" y="17423"/>
                    <a:pt x="13340" y="17423"/>
                  </a:cubicBezTo>
                  <a:cubicBezTo>
                    <a:pt x="12890" y="17423"/>
                    <a:pt x="12312" y="17326"/>
                    <a:pt x="11637" y="17037"/>
                  </a:cubicBezTo>
                  <a:cubicBezTo>
                    <a:pt x="11123" y="16812"/>
                    <a:pt x="10705" y="16715"/>
                    <a:pt x="10351" y="16715"/>
                  </a:cubicBezTo>
                  <a:cubicBezTo>
                    <a:pt x="9840" y="16715"/>
                    <a:pt x="9479" y="16891"/>
                    <a:pt x="9225" y="17065"/>
                  </a:cubicBezTo>
                  <a:lnTo>
                    <a:pt x="9225" y="17065"/>
                  </a:lnTo>
                  <a:lnTo>
                    <a:pt x="9130" y="15398"/>
                  </a:lnTo>
                  <a:cubicBezTo>
                    <a:pt x="9097" y="15301"/>
                    <a:pt x="9065" y="15237"/>
                    <a:pt x="9001" y="15173"/>
                  </a:cubicBezTo>
                  <a:cubicBezTo>
                    <a:pt x="8956" y="15150"/>
                    <a:pt x="8910" y="15127"/>
                    <a:pt x="8853" y="15127"/>
                  </a:cubicBezTo>
                  <a:cubicBezTo>
                    <a:pt x="8830" y="15127"/>
                    <a:pt x="8804" y="15131"/>
                    <a:pt x="8776" y="15140"/>
                  </a:cubicBezTo>
                  <a:lnTo>
                    <a:pt x="5981" y="15785"/>
                  </a:lnTo>
                  <a:lnTo>
                    <a:pt x="5981" y="15785"/>
                  </a:lnTo>
                  <a:cubicBezTo>
                    <a:pt x="5954" y="15758"/>
                    <a:pt x="5922" y="15725"/>
                    <a:pt x="5883" y="15687"/>
                  </a:cubicBezTo>
                  <a:cubicBezTo>
                    <a:pt x="5465" y="15301"/>
                    <a:pt x="4565" y="14401"/>
                    <a:pt x="3569" y="13212"/>
                  </a:cubicBezTo>
                  <a:cubicBezTo>
                    <a:pt x="2926" y="12440"/>
                    <a:pt x="2154" y="11187"/>
                    <a:pt x="1543" y="9869"/>
                  </a:cubicBezTo>
                  <a:cubicBezTo>
                    <a:pt x="965" y="8551"/>
                    <a:pt x="547" y="7169"/>
                    <a:pt x="547" y="6172"/>
                  </a:cubicBezTo>
                  <a:cubicBezTo>
                    <a:pt x="547" y="5176"/>
                    <a:pt x="1029" y="3922"/>
                    <a:pt x="1511" y="2925"/>
                  </a:cubicBezTo>
                  <a:cubicBezTo>
                    <a:pt x="1768" y="2443"/>
                    <a:pt x="2026" y="1993"/>
                    <a:pt x="2186" y="1704"/>
                  </a:cubicBezTo>
                  <a:cubicBezTo>
                    <a:pt x="2283" y="1543"/>
                    <a:pt x="2379" y="1415"/>
                    <a:pt x="2411" y="1350"/>
                  </a:cubicBezTo>
                  <a:cubicBezTo>
                    <a:pt x="2447" y="1298"/>
                    <a:pt x="2472" y="1264"/>
                    <a:pt x="2488" y="1245"/>
                  </a:cubicBezTo>
                  <a:lnTo>
                    <a:pt x="2488" y="1245"/>
                  </a:lnTo>
                  <a:cubicBezTo>
                    <a:pt x="3405" y="758"/>
                    <a:pt x="4500" y="515"/>
                    <a:pt x="5626" y="515"/>
                  </a:cubicBezTo>
                  <a:close/>
                  <a:moveTo>
                    <a:pt x="5626" y="0"/>
                  </a:moveTo>
                  <a:cubicBezTo>
                    <a:pt x="4404" y="0"/>
                    <a:pt x="3183" y="257"/>
                    <a:pt x="2154" y="836"/>
                  </a:cubicBezTo>
                  <a:lnTo>
                    <a:pt x="2058" y="900"/>
                  </a:lnTo>
                  <a:cubicBezTo>
                    <a:pt x="2058" y="933"/>
                    <a:pt x="1543" y="1672"/>
                    <a:pt x="1029" y="2700"/>
                  </a:cubicBezTo>
                  <a:cubicBezTo>
                    <a:pt x="547" y="3697"/>
                    <a:pt x="1" y="5015"/>
                    <a:pt x="1" y="6172"/>
                  </a:cubicBezTo>
                  <a:cubicBezTo>
                    <a:pt x="1" y="7297"/>
                    <a:pt x="451" y="8711"/>
                    <a:pt x="1061" y="10094"/>
                  </a:cubicBezTo>
                  <a:cubicBezTo>
                    <a:pt x="1672" y="11444"/>
                    <a:pt x="2444" y="12730"/>
                    <a:pt x="3151" y="13565"/>
                  </a:cubicBezTo>
                  <a:cubicBezTo>
                    <a:pt x="4501" y="15173"/>
                    <a:pt x="5722" y="16265"/>
                    <a:pt x="5722" y="16265"/>
                  </a:cubicBezTo>
                  <a:cubicBezTo>
                    <a:pt x="5769" y="16313"/>
                    <a:pt x="5834" y="16342"/>
                    <a:pt x="5890" y="16342"/>
                  </a:cubicBezTo>
                  <a:cubicBezTo>
                    <a:pt x="5910" y="16342"/>
                    <a:pt x="5930" y="16338"/>
                    <a:pt x="5947" y="16330"/>
                  </a:cubicBezTo>
                  <a:lnTo>
                    <a:pt x="8583" y="15719"/>
                  </a:lnTo>
                  <a:lnTo>
                    <a:pt x="8712" y="17680"/>
                  </a:lnTo>
                  <a:cubicBezTo>
                    <a:pt x="8712" y="17808"/>
                    <a:pt x="8808" y="17905"/>
                    <a:pt x="8937" y="17937"/>
                  </a:cubicBezTo>
                  <a:cubicBezTo>
                    <a:pt x="8954" y="17943"/>
                    <a:pt x="8972" y="17945"/>
                    <a:pt x="8990" y="17945"/>
                  </a:cubicBezTo>
                  <a:cubicBezTo>
                    <a:pt x="9077" y="17945"/>
                    <a:pt x="9173" y="17888"/>
                    <a:pt x="9226" y="17808"/>
                  </a:cubicBezTo>
                  <a:cubicBezTo>
                    <a:pt x="9226" y="17776"/>
                    <a:pt x="9322" y="17648"/>
                    <a:pt x="9483" y="17519"/>
                  </a:cubicBezTo>
                  <a:cubicBezTo>
                    <a:pt x="9676" y="17391"/>
                    <a:pt x="9933" y="17262"/>
                    <a:pt x="10351" y="17262"/>
                  </a:cubicBezTo>
                  <a:cubicBezTo>
                    <a:pt x="10608" y="17262"/>
                    <a:pt x="10994" y="17326"/>
                    <a:pt x="11412" y="17519"/>
                  </a:cubicBezTo>
                  <a:cubicBezTo>
                    <a:pt x="12151" y="17841"/>
                    <a:pt x="12794" y="17969"/>
                    <a:pt x="13340" y="17969"/>
                  </a:cubicBezTo>
                  <a:cubicBezTo>
                    <a:pt x="13758" y="17969"/>
                    <a:pt x="14112" y="17873"/>
                    <a:pt x="14401" y="17744"/>
                  </a:cubicBezTo>
                  <a:cubicBezTo>
                    <a:pt x="14530" y="17680"/>
                    <a:pt x="14626" y="17616"/>
                    <a:pt x="14723" y="17519"/>
                  </a:cubicBezTo>
                  <a:cubicBezTo>
                    <a:pt x="14819" y="17423"/>
                    <a:pt x="14883" y="17294"/>
                    <a:pt x="14883" y="17133"/>
                  </a:cubicBezTo>
                  <a:lnTo>
                    <a:pt x="14883" y="17101"/>
                  </a:lnTo>
                  <a:cubicBezTo>
                    <a:pt x="14883" y="17037"/>
                    <a:pt x="14916" y="16876"/>
                    <a:pt x="14980" y="16683"/>
                  </a:cubicBezTo>
                  <a:cubicBezTo>
                    <a:pt x="15108" y="16040"/>
                    <a:pt x="15366" y="14883"/>
                    <a:pt x="15333" y="13276"/>
                  </a:cubicBezTo>
                  <a:cubicBezTo>
                    <a:pt x="15366" y="12119"/>
                    <a:pt x="15237" y="10769"/>
                    <a:pt x="14883" y="9162"/>
                  </a:cubicBezTo>
                  <a:cubicBezTo>
                    <a:pt x="14337" y="6815"/>
                    <a:pt x="13758" y="5401"/>
                    <a:pt x="13083" y="4372"/>
                  </a:cubicBezTo>
                  <a:cubicBezTo>
                    <a:pt x="12408" y="3343"/>
                    <a:pt x="11637" y="2668"/>
                    <a:pt x="10769" y="1800"/>
                  </a:cubicBezTo>
                  <a:cubicBezTo>
                    <a:pt x="9612" y="675"/>
                    <a:pt x="7619" y="0"/>
                    <a:pt x="5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4397;p64">
              <a:extLst>
                <a:ext uri="{FF2B5EF4-FFF2-40B4-BE49-F238E27FC236}">
                  <a16:creationId xmlns:a16="http://schemas.microsoft.com/office/drawing/2014/main" id="{6F11E42D-C1EB-8227-A0A6-6F311D2B562C}"/>
                </a:ext>
              </a:extLst>
            </p:cNvPr>
            <p:cNvSpPr/>
            <p:nvPr/>
          </p:nvSpPr>
          <p:spPr>
            <a:xfrm>
              <a:off x="2377950" y="2807100"/>
              <a:ext cx="307800" cy="365025"/>
            </a:xfrm>
            <a:custGeom>
              <a:avLst/>
              <a:gdLst/>
              <a:ahLst/>
              <a:cxnLst/>
              <a:rect l="l" t="t" r="r" b="b"/>
              <a:pathLst>
                <a:path w="12312" h="14601" extrusionOk="0">
                  <a:moveTo>
                    <a:pt x="2462" y="0"/>
                  </a:moveTo>
                  <a:cubicBezTo>
                    <a:pt x="2040" y="0"/>
                    <a:pt x="1701" y="90"/>
                    <a:pt x="1479" y="264"/>
                  </a:cubicBezTo>
                  <a:cubicBezTo>
                    <a:pt x="1479" y="264"/>
                    <a:pt x="0" y="2804"/>
                    <a:pt x="804" y="4829"/>
                  </a:cubicBezTo>
                  <a:cubicBezTo>
                    <a:pt x="1607" y="6822"/>
                    <a:pt x="4147" y="9232"/>
                    <a:pt x="6172" y="10968"/>
                  </a:cubicBezTo>
                  <a:cubicBezTo>
                    <a:pt x="8165" y="12736"/>
                    <a:pt x="10704" y="14601"/>
                    <a:pt x="10704" y="14601"/>
                  </a:cubicBezTo>
                  <a:cubicBezTo>
                    <a:pt x="10704" y="14601"/>
                    <a:pt x="12312" y="10454"/>
                    <a:pt x="9772" y="5632"/>
                  </a:cubicBezTo>
                  <a:cubicBezTo>
                    <a:pt x="7707" y="1710"/>
                    <a:pt x="4301" y="0"/>
                    <a:pt x="24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4398;p64">
              <a:extLst>
                <a:ext uri="{FF2B5EF4-FFF2-40B4-BE49-F238E27FC236}">
                  <a16:creationId xmlns:a16="http://schemas.microsoft.com/office/drawing/2014/main" id="{AE46D4C7-D87D-5E60-C2C3-38F4DE9FB2C1}"/>
                </a:ext>
              </a:extLst>
            </p:cNvPr>
            <p:cNvSpPr/>
            <p:nvPr/>
          </p:nvSpPr>
          <p:spPr>
            <a:xfrm>
              <a:off x="2385175" y="2800025"/>
              <a:ext cx="279675" cy="378875"/>
            </a:xfrm>
            <a:custGeom>
              <a:avLst/>
              <a:gdLst/>
              <a:ahLst/>
              <a:cxnLst/>
              <a:rect l="l" t="t" r="r" b="b"/>
              <a:pathLst>
                <a:path w="11187" h="15155" extrusionOk="0">
                  <a:moveTo>
                    <a:pt x="2186" y="547"/>
                  </a:moveTo>
                  <a:cubicBezTo>
                    <a:pt x="3022" y="547"/>
                    <a:pt x="4308" y="965"/>
                    <a:pt x="5594" y="1833"/>
                  </a:cubicBezTo>
                  <a:cubicBezTo>
                    <a:pt x="6912" y="2733"/>
                    <a:pt x="8229" y="4115"/>
                    <a:pt x="9258" y="6044"/>
                  </a:cubicBezTo>
                  <a:cubicBezTo>
                    <a:pt x="10351" y="8101"/>
                    <a:pt x="10640" y="10062"/>
                    <a:pt x="10640" y="11605"/>
                  </a:cubicBezTo>
                  <a:cubicBezTo>
                    <a:pt x="10640" y="12569"/>
                    <a:pt x="10544" y="13373"/>
                    <a:pt x="10415" y="13919"/>
                  </a:cubicBezTo>
                  <a:cubicBezTo>
                    <a:pt x="10368" y="14134"/>
                    <a:pt x="10320" y="14314"/>
                    <a:pt x="10285" y="14445"/>
                  </a:cubicBezTo>
                  <a:lnTo>
                    <a:pt x="10285" y="14445"/>
                  </a:lnTo>
                  <a:cubicBezTo>
                    <a:pt x="10246" y="14413"/>
                    <a:pt x="10204" y="14377"/>
                    <a:pt x="10158" y="14337"/>
                  </a:cubicBezTo>
                  <a:cubicBezTo>
                    <a:pt x="9355" y="13726"/>
                    <a:pt x="7554" y="12344"/>
                    <a:pt x="6044" y="11058"/>
                  </a:cubicBezTo>
                  <a:cubicBezTo>
                    <a:pt x="5047" y="10190"/>
                    <a:pt x="3922" y="9162"/>
                    <a:pt x="2926" y="8101"/>
                  </a:cubicBezTo>
                  <a:cubicBezTo>
                    <a:pt x="1961" y="7040"/>
                    <a:pt x="1126" y="5947"/>
                    <a:pt x="772" y="5015"/>
                  </a:cubicBezTo>
                  <a:cubicBezTo>
                    <a:pt x="611" y="4597"/>
                    <a:pt x="547" y="4179"/>
                    <a:pt x="547" y="3762"/>
                  </a:cubicBezTo>
                  <a:cubicBezTo>
                    <a:pt x="547" y="2990"/>
                    <a:pt x="740" y="2219"/>
                    <a:pt x="965" y="1640"/>
                  </a:cubicBezTo>
                  <a:cubicBezTo>
                    <a:pt x="1093" y="1351"/>
                    <a:pt x="1190" y="1094"/>
                    <a:pt x="1286" y="933"/>
                  </a:cubicBezTo>
                  <a:cubicBezTo>
                    <a:pt x="1316" y="873"/>
                    <a:pt x="1346" y="813"/>
                    <a:pt x="1376" y="753"/>
                  </a:cubicBezTo>
                  <a:lnTo>
                    <a:pt x="1376" y="753"/>
                  </a:lnTo>
                  <a:cubicBezTo>
                    <a:pt x="1541" y="634"/>
                    <a:pt x="1820" y="547"/>
                    <a:pt x="2186" y="547"/>
                  </a:cubicBezTo>
                  <a:close/>
                  <a:moveTo>
                    <a:pt x="2186" y="1"/>
                  </a:moveTo>
                  <a:cubicBezTo>
                    <a:pt x="1704" y="1"/>
                    <a:pt x="1318" y="97"/>
                    <a:pt x="1029" y="322"/>
                  </a:cubicBezTo>
                  <a:lnTo>
                    <a:pt x="965" y="419"/>
                  </a:lnTo>
                  <a:cubicBezTo>
                    <a:pt x="933" y="419"/>
                    <a:pt x="1" y="2026"/>
                    <a:pt x="1" y="3762"/>
                  </a:cubicBezTo>
                  <a:cubicBezTo>
                    <a:pt x="1" y="4244"/>
                    <a:pt x="65" y="4726"/>
                    <a:pt x="258" y="5208"/>
                  </a:cubicBezTo>
                  <a:cubicBezTo>
                    <a:pt x="676" y="6269"/>
                    <a:pt x="1543" y="7394"/>
                    <a:pt x="2540" y="8455"/>
                  </a:cubicBezTo>
                  <a:cubicBezTo>
                    <a:pt x="3536" y="9548"/>
                    <a:pt x="4694" y="10576"/>
                    <a:pt x="5690" y="11476"/>
                  </a:cubicBezTo>
                  <a:cubicBezTo>
                    <a:pt x="7715" y="13212"/>
                    <a:pt x="10255" y="15076"/>
                    <a:pt x="10255" y="15109"/>
                  </a:cubicBezTo>
                  <a:cubicBezTo>
                    <a:pt x="10300" y="15131"/>
                    <a:pt x="10362" y="15154"/>
                    <a:pt x="10428" y="15154"/>
                  </a:cubicBezTo>
                  <a:cubicBezTo>
                    <a:pt x="10455" y="15154"/>
                    <a:pt x="10483" y="15150"/>
                    <a:pt x="10512" y="15141"/>
                  </a:cubicBezTo>
                  <a:cubicBezTo>
                    <a:pt x="10576" y="15109"/>
                    <a:pt x="10640" y="15044"/>
                    <a:pt x="10672" y="14980"/>
                  </a:cubicBezTo>
                  <a:cubicBezTo>
                    <a:pt x="10672" y="14948"/>
                    <a:pt x="11187" y="13630"/>
                    <a:pt x="11187" y="11605"/>
                  </a:cubicBezTo>
                  <a:cubicBezTo>
                    <a:pt x="11187" y="9998"/>
                    <a:pt x="10865" y="7940"/>
                    <a:pt x="9708" y="5787"/>
                  </a:cubicBezTo>
                  <a:cubicBezTo>
                    <a:pt x="8680" y="3794"/>
                    <a:pt x="7265" y="2347"/>
                    <a:pt x="5883" y="1415"/>
                  </a:cubicBezTo>
                  <a:cubicBezTo>
                    <a:pt x="4533" y="451"/>
                    <a:pt x="3183" y="1"/>
                    <a:pt x="2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4399;p64">
              <a:extLst>
                <a:ext uri="{FF2B5EF4-FFF2-40B4-BE49-F238E27FC236}">
                  <a16:creationId xmlns:a16="http://schemas.microsoft.com/office/drawing/2014/main" id="{901854CE-33F8-D36E-9B0D-CB870F70275B}"/>
                </a:ext>
              </a:extLst>
            </p:cNvPr>
            <p:cNvSpPr/>
            <p:nvPr/>
          </p:nvSpPr>
          <p:spPr>
            <a:xfrm>
              <a:off x="2394825" y="2509125"/>
              <a:ext cx="381725" cy="495850"/>
            </a:xfrm>
            <a:custGeom>
              <a:avLst/>
              <a:gdLst/>
              <a:ahLst/>
              <a:cxnLst/>
              <a:rect l="l" t="t" r="r" b="b"/>
              <a:pathLst>
                <a:path w="15269" h="19834" extrusionOk="0">
                  <a:moveTo>
                    <a:pt x="12440" y="0"/>
                  </a:moveTo>
                  <a:cubicBezTo>
                    <a:pt x="12440" y="0"/>
                    <a:pt x="8840" y="2154"/>
                    <a:pt x="7908" y="2540"/>
                  </a:cubicBezTo>
                  <a:cubicBezTo>
                    <a:pt x="6943" y="2958"/>
                    <a:pt x="2925" y="4822"/>
                    <a:pt x="2411" y="7233"/>
                  </a:cubicBezTo>
                  <a:cubicBezTo>
                    <a:pt x="1865" y="9644"/>
                    <a:pt x="515" y="12987"/>
                    <a:pt x="257" y="13790"/>
                  </a:cubicBezTo>
                  <a:cubicBezTo>
                    <a:pt x="0" y="14594"/>
                    <a:pt x="257" y="15655"/>
                    <a:pt x="1061" y="16748"/>
                  </a:cubicBezTo>
                  <a:cubicBezTo>
                    <a:pt x="1865" y="17808"/>
                    <a:pt x="6140" y="19834"/>
                    <a:pt x="7104" y="19834"/>
                  </a:cubicBezTo>
                  <a:cubicBezTo>
                    <a:pt x="8036" y="19834"/>
                    <a:pt x="8422" y="14208"/>
                    <a:pt x="8422" y="14208"/>
                  </a:cubicBezTo>
                  <a:lnTo>
                    <a:pt x="12183" y="14208"/>
                  </a:lnTo>
                  <a:cubicBezTo>
                    <a:pt x="13662" y="14208"/>
                    <a:pt x="13115" y="13405"/>
                    <a:pt x="13533" y="11637"/>
                  </a:cubicBezTo>
                  <a:cubicBezTo>
                    <a:pt x="13919" y="9901"/>
                    <a:pt x="13662" y="7233"/>
                    <a:pt x="13662" y="7233"/>
                  </a:cubicBezTo>
                  <a:cubicBezTo>
                    <a:pt x="13662" y="7233"/>
                    <a:pt x="14722" y="5497"/>
                    <a:pt x="14980" y="5079"/>
                  </a:cubicBezTo>
                  <a:cubicBezTo>
                    <a:pt x="15269" y="4693"/>
                    <a:pt x="13372" y="3601"/>
                    <a:pt x="13372" y="3601"/>
                  </a:cubicBezTo>
                  <a:lnTo>
                    <a:pt x="13372" y="2668"/>
                  </a:lnTo>
                  <a:cubicBezTo>
                    <a:pt x="13372" y="2283"/>
                    <a:pt x="12440" y="0"/>
                    <a:pt x="124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4400;p64">
              <a:extLst>
                <a:ext uri="{FF2B5EF4-FFF2-40B4-BE49-F238E27FC236}">
                  <a16:creationId xmlns:a16="http://schemas.microsoft.com/office/drawing/2014/main" id="{28099C8C-D276-B10B-9FB0-1E2C002A4457}"/>
                </a:ext>
              </a:extLst>
            </p:cNvPr>
            <p:cNvSpPr/>
            <p:nvPr/>
          </p:nvSpPr>
          <p:spPr>
            <a:xfrm>
              <a:off x="2392400" y="2502175"/>
              <a:ext cx="384950" cy="509225"/>
            </a:xfrm>
            <a:custGeom>
              <a:avLst/>
              <a:gdLst/>
              <a:ahLst/>
              <a:cxnLst/>
              <a:rect l="l" t="t" r="r" b="b"/>
              <a:pathLst>
                <a:path w="15398" h="20369" extrusionOk="0">
                  <a:moveTo>
                    <a:pt x="12410" y="657"/>
                  </a:moveTo>
                  <a:cubicBezTo>
                    <a:pt x="12420" y="680"/>
                    <a:pt x="12430" y="703"/>
                    <a:pt x="12441" y="728"/>
                  </a:cubicBezTo>
                  <a:cubicBezTo>
                    <a:pt x="12569" y="1050"/>
                    <a:pt x="12762" y="1564"/>
                    <a:pt x="12923" y="2014"/>
                  </a:cubicBezTo>
                  <a:cubicBezTo>
                    <a:pt x="13019" y="2239"/>
                    <a:pt x="13084" y="2464"/>
                    <a:pt x="13148" y="2625"/>
                  </a:cubicBezTo>
                  <a:cubicBezTo>
                    <a:pt x="13148" y="2721"/>
                    <a:pt x="13180" y="2786"/>
                    <a:pt x="13212" y="2850"/>
                  </a:cubicBezTo>
                  <a:cubicBezTo>
                    <a:pt x="13212" y="2914"/>
                    <a:pt x="13212" y="2946"/>
                    <a:pt x="13212" y="2946"/>
                  </a:cubicBezTo>
                  <a:cubicBezTo>
                    <a:pt x="13212" y="3364"/>
                    <a:pt x="13212" y="3879"/>
                    <a:pt x="13212" y="3879"/>
                  </a:cubicBezTo>
                  <a:cubicBezTo>
                    <a:pt x="13212" y="3975"/>
                    <a:pt x="13276" y="4071"/>
                    <a:pt x="13341" y="4136"/>
                  </a:cubicBezTo>
                  <a:lnTo>
                    <a:pt x="13405" y="4168"/>
                  </a:lnTo>
                  <a:cubicBezTo>
                    <a:pt x="13566" y="4264"/>
                    <a:pt x="13951" y="4489"/>
                    <a:pt x="14305" y="4746"/>
                  </a:cubicBezTo>
                  <a:cubicBezTo>
                    <a:pt x="14466" y="4875"/>
                    <a:pt x="14627" y="5004"/>
                    <a:pt x="14723" y="5100"/>
                  </a:cubicBezTo>
                  <a:cubicBezTo>
                    <a:pt x="14755" y="5164"/>
                    <a:pt x="14819" y="5196"/>
                    <a:pt x="14819" y="5261"/>
                  </a:cubicBezTo>
                  <a:lnTo>
                    <a:pt x="14826" y="5267"/>
                  </a:lnTo>
                  <a:lnTo>
                    <a:pt x="14826" y="5267"/>
                  </a:lnTo>
                  <a:cubicBezTo>
                    <a:pt x="14531" y="5718"/>
                    <a:pt x="13534" y="7350"/>
                    <a:pt x="13534" y="7350"/>
                  </a:cubicBezTo>
                  <a:cubicBezTo>
                    <a:pt x="13501" y="7414"/>
                    <a:pt x="13469" y="7479"/>
                    <a:pt x="13469" y="7543"/>
                  </a:cubicBezTo>
                  <a:cubicBezTo>
                    <a:pt x="13469" y="7543"/>
                    <a:pt x="13501" y="7575"/>
                    <a:pt x="13501" y="7672"/>
                  </a:cubicBezTo>
                  <a:cubicBezTo>
                    <a:pt x="13534" y="7961"/>
                    <a:pt x="13566" y="8668"/>
                    <a:pt x="13566" y="9440"/>
                  </a:cubicBezTo>
                  <a:cubicBezTo>
                    <a:pt x="13566" y="10243"/>
                    <a:pt x="13501" y="11143"/>
                    <a:pt x="13341" y="11850"/>
                  </a:cubicBezTo>
                  <a:cubicBezTo>
                    <a:pt x="13148" y="12783"/>
                    <a:pt x="13180" y="13425"/>
                    <a:pt x="13084" y="13779"/>
                  </a:cubicBezTo>
                  <a:cubicBezTo>
                    <a:pt x="13051" y="13972"/>
                    <a:pt x="12987" y="14036"/>
                    <a:pt x="12923" y="14100"/>
                  </a:cubicBezTo>
                  <a:cubicBezTo>
                    <a:pt x="12826" y="14165"/>
                    <a:pt x="12634" y="14197"/>
                    <a:pt x="12280" y="14197"/>
                  </a:cubicBezTo>
                  <a:lnTo>
                    <a:pt x="8519" y="14197"/>
                  </a:lnTo>
                  <a:cubicBezTo>
                    <a:pt x="8391" y="14197"/>
                    <a:pt x="8262" y="14326"/>
                    <a:pt x="8262" y="14454"/>
                  </a:cubicBezTo>
                  <a:cubicBezTo>
                    <a:pt x="8262" y="14454"/>
                    <a:pt x="8230" y="14808"/>
                    <a:pt x="8198" y="15322"/>
                  </a:cubicBezTo>
                  <a:cubicBezTo>
                    <a:pt x="8101" y="16093"/>
                    <a:pt x="7973" y="17283"/>
                    <a:pt x="7748" y="18247"/>
                  </a:cubicBezTo>
                  <a:cubicBezTo>
                    <a:pt x="7651" y="18729"/>
                    <a:pt x="7523" y="19179"/>
                    <a:pt x="7426" y="19469"/>
                  </a:cubicBezTo>
                  <a:cubicBezTo>
                    <a:pt x="7362" y="19629"/>
                    <a:pt x="7298" y="19726"/>
                    <a:pt x="7233" y="19790"/>
                  </a:cubicBezTo>
                  <a:lnTo>
                    <a:pt x="7171" y="19821"/>
                  </a:lnTo>
                  <a:lnTo>
                    <a:pt x="7171" y="19821"/>
                  </a:lnTo>
                  <a:cubicBezTo>
                    <a:pt x="7073" y="19816"/>
                    <a:pt x="6925" y="19787"/>
                    <a:pt x="6751" y="19758"/>
                  </a:cubicBezTo>
                  <a:cubicBezTo>
                    <a:pt x="6076" y="19565"/>
                    <a:pt x="4855" y="19051"/>
                    <a:pt x="3762" y="18472"/>
                  </a:cubicBezTo>
                  <a:cubicBezTo>
                    <a:pt x="3215" y="18183"/>
                    <a:pt x="2701" y="17894"/>
                    <a:pt x="2251" y="17604"/>
                  </a:cubicBezTo>
                  <a:cubicBezTo>
                    <a:pt x="1833" y="17315"/>
                    <a:pt x="1512" y="17026"/>
                    <a:pt x="1383" y="16865"/>
                  </a:cubicBezTo>
                  <a:cubicBezTo>
                    <a:pt x="804" y="16093"/>
                    <a:pt x="515" y="15322"/>
                    <a:pt x="515" y="14711"/>
                  </a:cubicBezTo>
                  <a:cubicBezTo>
                    <a:pt x="515" y="14518"/>
                    <a:pt x="547" y="14326"/>
                    <a:pt x="612" y="14165"/>
                  </a:cubicBezTo>
                  <a:cubicBezTo>
                    <a:pt x="740" y="13779"/>
                    <a:pt x="1158" y="12718"/>
                    <a:pt x="1576" y="11465"/>
                  </a:cubicBezTo>
                  <a:cubicBezTo>
                    <a:pt x="2026" y="10243"/>
                    <a:pt x="2476" y="8797"/>
                    <a:pt x="2765" y="7575"/>
                  </a:cubicBezTo>
                  <a:cubicBezTo>
                    <a:pt x="2990" y="6482"/>
                    <a:pt x="4083" y="5421"/>
                    <a:pt x="5240" y="4618"/>
                  </a:cubicBezTo>
                  <a:cubicBezTo>
                    <a:pt x="6398" y="3814"/>
                    <a:pt x="7651" y="3268"/>
                    <a:pt x="8101" y="3075"/>
                  </a:cubicBezTo>
                  <a:cubicBezTo>
                    <a:pt x="8358" y="2946"/>
                    <a:pt x="8744" y="2753"/>
                    <a:pt x="9226" y="2496"/>
                  </a:cubicBezTo>
                  <a:cubicBezTo>
                    <a:pt x="10336" y="1891"/>
                    <a:pt x="11821" y="1009"/>
                    <a:pt x="12410" y="657"/>
                  </a:cubicBezTo>
                  <a:close/>
                  <a:moveTo>
                    <a:pt x="12542" y="0"/>
                  </a:moveTo>
                  <a:cubicBezTo>
                    <a:pt x="12495" y="0"/>
                    <a:pt x="12446" y="16"/>
                    <a:pt x="12409" y="53"/>
                  </a:cubicBezTo>
                  <a:cubicBezTo>
                    <a:pt x="12409" y="53"/>
                    <a:pt x="12184" y="182"/>
                    <a:pt x="11830" y="375"/>
                  </a:cubicBezTo>
                  <a:cubicBezTo>
                    <a:pt x="11283" y="696"/>
                    <a:pt x="10480" y="1178"/>
                    <a:pt x="9708" y="1596"/>
                  </a:cubicBezTo>
                  <a:cubicBezTo>
                    <a:pt x="8937" y="2046"/>
                    <a:pt x="8198" y="2432"/>
                    <a:pt x="7876" y="2561"/>
                  </a:cubicBezTo>
                  <a:cubicBezTo>
                    <a:pt x="7394" y="2786"/>
                    <a:pt x="6140" y="3364"/>
                    <a:pt x="4951" y="4200"/>
                  </a:cubicBezTo>
                  <a:cubicBezTo>
                    <a:pt x="3730" y="5036"/>
                    <a:pt x="2540" y="6129"/>
                    <a:pt x="2251" y="7447"/>
                  </a:cubicBezTo>
                  <a:cubicBezTo>
                    <a:pt x="1962" y="8636"/>
                    <a:pt x="1512" y="10082"/>
                    <a:pt x="1062" y="11304"/>
                  </a:cubicBezTo>
                  <a:cubicBezTo>
                    <a:pt x="644" y="12525"/>
                    <a:pt x="226" y="13554"/>
                    <a:pt x="97" y="13972"/>
                  </a:cubicBezTo>
                  <a:cubicBezTo>
                    <a:pt x="33" y="14229"/>
                    <a:pt x="1" y="14454"/>
                    <a:pt x="1" y="14711"/>
                  </a:cubicBezTo>
                  <a:cubicBezTo>
                    <a:pt x="1" y="15483"/>
                    <a:pt x="322" y="16351"/>
                    <a:pt x="933" y="17186"/>
                  </a:cubicBezTo>
                  <a:cubicBezTo>
                    <a:pt x="1190" y="17508"/>
                    <a:pt x="1608" y="17829"/>
                    <a:pt x="2154" y="18183"/>
                  </a:cubicBezTo>
                  <a:cubicBezTo>
                    <a:pt x="2990" y="18697"/>
                    <a:pt x="4019" y="19244"/>
                    <a:pt x="4983" y="19661"/>
                  </a:cubicBezTo>
                  <a:cubicBezTo>
                    <a:pt x="5433" y="19854"/>
                    <a:pt x="5883" y="20047"/>
                    <a:pt x="6269" y="20144"/>
                  </a:cubicBezTo>
                  <a:cubicBezTo>
                    <a:pt x="6655" y="20272"/>
                    <a:pt x="6944" y="20369"/>
                    <a:pt x="7201" y="20369"/>
                  </a:cubicBezTo>
                  <a:cubicBezTo>
                    <a:pt x="7330" y="20369"/>
                    <a:pt x="7426" y="20304"/>
                    <a:pt x="7523" y="20240"/>
                  </a:cubicBezTo>
                  <a:cubicBezTo>
                    <a:pt x="7683" y="20112"/>
                    <a:pt x="7780" y="19951"/>
                    <a:pt x="7876" y="19726"/>
                  </a:cubicBezTo>
                  <a:cubicBezTo>
                    <a:pt x="8069" y="19340"/>
                    <a:pt x="8198" y="18858"/>
                    <a:pt x="8294" y="18279"/>
                  </a:cubicBezTo>
                  <a:cubicBezTo>
                    <a:pt x="8574" y="16982"/>
                    <a:pt x="8713" y="15363"/>
                    <a:pt x="8774" y="14743"/>
                  </a:cubicBezTo>
                  <a:lnTo>
                    <a:pt x="12280" y="14743"/>
                  </a:lnTo>
                  <a:cubicBezTo>
                    <a:pt x="12666" y="14743"/>
                    <a:pt x="12955" y="14679"/>
                    <a:pt x="13180" y="14551"/>
                  </a:cubicBezTo>
                  <a:cubicBezTo>
                    <a:pt x="13373" y="14422"/>
                    <a:pt x="13501" y="14261"/>
                    <a:pt x="13566" y="14100"/>
                  </a:cubicBezTo>
                  <a:cubicBezTo>
                    <a:pt x="13662" y="13843"/>
                    <a:pt x="13662" y="13554"/>
                    <a:pt x="13694" y="13200"/>
                  </a:cubicBezTo>
                  <a:cubicBezTo>
                    <a:pt x="13726" y="12847"/>
                    <a:pt x="13759" y="12461"/>
                    <a:pt x="13887" y="11979"/>
                  </a:cubicBezTo>
                  <a:cubicBezTo>
                    <a:pt x="14048" y="11207"/>
                    <a:pt x="14112" y="10275"/>
                    <a:pt x="14112" y="9440"/>
                  </a:cubicBezTo>
                  <a:cubicBezTo>
                    <a:pt x="14112" y="8582"/>
                    <a:pt x="14049" y="7830"/>
                    <a:pt x="14025" y="7573"/>
                  </a:cubicBezTo>
                  <a:lnTo>
                    <a:pt x="14025" y="7573"/>
                  </a:lnTo>
                  <a:cubicBezTo>
                    <a:pt x="14110" y="7436"/>
                    <a:pt x="14318" y="7106"/>
                    <a:pt x="14562" y="6739"/>
                  </a:cubicBezTo>
                  <a:cubicBezTo>
                    <a:pt x="14852" y="6257"/>
                    <a:pt x="15173" y="5711"/>
                    <a:pt x="15302" y="5518"/>
                  </a:cubicBezTo>
                  <a:cubicBezTo>
                    <a:pt x="15366" y="5454"/>
                    <a:pt x="15398" y="5357"/>
                    <a:pt x="15366" y="5261"/>
                  </a:cubicBezTo>
                  <a:cubicBezTo>
                    <a:pt x="15366" y="5132"/>
                    <a:pt x="15334" y="5036"/>
                    <a:pt x="15269" y="4939"/>
                  </a:cubicBezTo>
                  <a:cubicBezTo>
                    <a:pt x="15173" y="4779"/>
                    <a:pt x="15012" y="4650"/>
                    <a:pt x="14852" y="4489"/>
                  </a:cubicBezTo>
                  <a:cubicBezTo>
                    <a:pt x="14471" y="4181"/>
                    <a:pt x="13986" y="3872"/>
                    <a:pt x="13759" y="3732"/>
                  </a:cubicBezTo>
                  <a:lnTo>
                    <a:pt x="13759" y="3732"/>
                  </a:lnTo>
                  <a:lnTo>
                    <a:pt x="13759" y="2946"/>
                  </a:lnTo>
                  <a:cubicBezTo>
                    <a:pt x="13759" y="2850"/>
                    <a:pt x="13726" y="2753"/>
                    <a:pt x="13694" y="2657"/>
                  </a:cubicBezTo>
                  <a:cubicBezTo>
                    <a:pt x="13598" y="2271"/>
                    <a:pt x="13373" y="1661"/>
                    <a:pt x="13180" y="1146"/>
                  </a:cubicBezTo>
                  <a:cubicBezTo>
                    <a:pt x="12987" y="600"/>
                    <a:pt x="12794" y="182"/>
                    <a:pt x="12794" y="182"/>
                  </a:cubicBezTo>
                  <a:cubicBezTo>
                    <a:pt x="12762" y="85"/>
                    <a:pt x="12698" y="53"/>
                    <a:pt x="12634" y="21"/>
                  </a:cubicBezTo>
                  <a:cubicBezTo>
                    <a:pt x="12607" y="8"/>
                    <a:pt x="12575" y="0"/>
                    <a:pt x="12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4401;p64">
              <a:extLst>
                <a:ext uri="{FF2B5EF4-FFF2-40B4-BE49-F238E27FC236}">
                  <a16:creationId xmlns:a16="http://schemas.microsoft.com/office/drawing/2014/main" id="{15252CD1-9421-D077-BD5A-A45D77DE3B35}"/>
                </a:ext>
              </a:extLst>
            </p:cNvPr>
            <p:cNvSpPr/>
            <p:nvPr/>
          </p:nvSpPr>
          <p:spPr>
            <a:xfrm>
              <a:off x="2123200" y="2738050"/>
              <a:ext cx="231475" cy="220100"/>
            </a:xfrm>
            <a:custGeom>
              <a:avLst/>
              <a:gdLst/>
              <a:ahLst/>
              <a:cxnLst/>
              <a:rect l="l" t="t" r="r" b="b"/>
              <a:pathLst>
                <a:path w="9259" h="8804" extrusionOk="0">
                  <a:moveTo>
                    <a:pt x="4693" y="0"/>
                  </a:moveTo>
                  <a:cubicBezTo>
                    <a:pt x="4303" y="0"/>
                    <a:pt x="3939" y="20"/>
                    <a:pt x="3633" y="69"/>
                  </a:cubicBezTo>
                  <a:cubicBezTo>
                    <a:pt x="2026" y="358"/>
                    <a:pt x="0" y="2640"/>
                    <a:pt x="0" y="4891"/>
                  </a:cubicBezTo>
                  <a:cubicBezTo>
                    <a:pt x="0" y="7173"/>
                    <a:pt x="1736" y="8523"/>
                    <a:pt x="4565" y="8780"/>
                  </a:cubicBezTo>
                  <a:cubicBezTo>
                    <a:pt x="4721" y="8796"/>
                    <a:pt x="4874" y="8804"/>
                    <a:pt x="5024" y="8804"/>
                  </a:cubicBezTo>
                  <a:cubicBezTo>
                    <a:pt x="7567" y="8804"/>
                    <a:pt x="9258" y="6583"/>
                    <a:pt x="9258" y="5308"/>
                  </a:cubicBezTo>
                  <a:cubicBezTo>
                    <a:pt x="9258" y="3958"/>
                    <a:pt x="9129" y="2480"/>
                    <a:pt x="8454" y="358"/>
                  </a:cubicBezTo>
                  <a:cubicBezTo>
                    <a:pt x="8454" y="358"/>
                    <a:pt x="6348" y="0"/>
                    <a:pt x="4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4402;p64">
              <a:extLst>
                <a:ext uri="{FF2B5EF4-FFF2-40B4-BE49-F238E27FC236}">
                  <a16:creationId xmlns:a16="http://schemas.microsoft.com/office/drawing/2014/main" id="{51DAD9D1-0CB4-40D0-559F-61BD3A4AD663}"/>
                </a:ext>
              </a:extLst>
            </p:cNvPr>
            <p:cNvSpPr/>
            <p:nvPr/>
          </p:nvSpPr>
          <p:spPr>
            <a:xfrm>
              <a:off x="2116775" y="2731725"/>
              <a:ext cx="244325" cy="233075"/>
            </a:xfrm>
            <a:custGeom>
              <a:avLst/>
              <a:gdLst/>
              <a:ahLst/>
              <a:cxnLst/>
              <a:rect l="l" t="t" r="r" b="b"/>
              <a:pathLst>
                <a:path w="9773" h="9323" extrusionOk="0">
                  <a:moveTo>
                    <a:pt x="5015" y="515"/>
                  </a:moveTo>
                  <a:cubicBezTo>
                    <a:pt x="5818" y="515"/>
                    <a:pt x="6718" y="611"/>
                    <a:pt x="7426" y="708"/>
                  </a:cubicBezTo>
                  <a:cubicBezTo>
                    <a:pt x="7779" y="740"/>
                    <a:pt x="8101" y="772"/>
                    <a:pt x="8326" y="804"/>
                  </a:cubicBezTo>
                  <a:cubicBezTo>
                    <a:pt x="8393" y="815"/>
                    <a:pt x="8453" y="827"/>
                    <a:pt x="8502" y="837"/>
                  </a:cubicBezTo>
                  <a:lnTo>
                    <a:pt x="8502" y="837"/>
                  </a:lnTo>
                  <a:cubicBezTo>
                    <a:pt x="9104" y="2871"/>
                    <a:pt x="9226" y="4277"/>
                    <a:pt x="9226" y="5561"/>
                  </a:cubicBezTo>
                  <a:cubicBezTo>
                    <a:pt x="9226" y="5819"/>
                    <a:pt x="9161" y="6172"/>
                    <a:pt x="8969" y="6526"/>
                  </a:cubicBezTo>
                  <a:cubicBezTo>
                    <a:pt x="8679" y="7072"/>
                    <a:pt x="8197" y="7619"/>
                    <a:pt x="7586" y="8069"/>
                  </a:cubicBezTo>
                  <a:cubicBezTo>
                    <a:pt x="6943" y="8487"/>
                    <a:pt x="6140" y="8776"/>
                    <a:pt x="5240" y="8776"/>
                  </a:cubicBezTo>
                  <a:lnTo>
                    <a:pt x="4854" y="8776"/>
                  </a:lnTo>
                  <a:cubicBezTo>
                    <a:pt x="3472" y="8647"/>
                    <a:pt x="2379" y="8262"/>
                    <a:pt x="1672" y="7651"/>
                  </a:cubicBezTo>
                  <a:cubicBezTo>
                    <a:pt x="932" y="7040"/>
                    <a:pt x="547" y="6236"/>
                    <a:pt x="547" y="5144"/>
                  </a:cubicBezTo>
                  <a:cubicBezTo>
                    <a:pt x="515" y="4083"/>
                    <a:pt x="997" y="2990"/>
                    <a:pt x="1672" y="2154"/>
                  </a:cubicBezTo>
                  <a:cubicBezTo>
                    <a:pt x="2347" y="1318"/>
                    <a:pt x="3215" y="708"/>
                    <a:pt x="3922" y="611"/>
                  </a:cubicBezTo>
                  <a:cubicBezTo>
                    <a:pt x="4211" y="547"/>
                    <a:pt x="4597" y="515"/>
                    <a:pt x="5015" y="515"/>
                  </a:cubicBezTo>
                  <a:close/>
                  <a:moveTo>
                    <a:pt x="5015" y="0"/>
                  </a:moveTo>
                  <a:cubicBezTo>
                    <a:pt x="4565" y="0"/>
                    <a:pt x="4179" y="0"/>
                    <a:pt x="3825" y="65"/>
                  </a:cubicBezTo>
                  <a:cubicBezTo>
                    <a:pt x="2925" y="225"/>
                    <a:pt x="1993" y="900"/>
                    <a:pt x="1254" y="1833"/>
                  </a:cubicBezTo>
                  <a:cubicBezTo>
                    <a:pt x="515" y="2765"/>
                    <a:pt x="0" y="3922"/>
                    <a:pt x="0" y="5144"/>
                  </a:cubicBezTo>
                  <a:cubicBezTo>
                    <a:pt x="0" y="6365"/>
                    <a:pt x="482" y="7361"/>
                    <a:pt x="1318" y="8069"/>
                  </a:cubicBezTo>
                  <a:cubicBezTo>
                    <a:pt x="2154" y="8744"/>
                    <a:pt x="3343" y="9162"/>
                    <a:pt x="4790" y="9290"/>
                  </a:cubicBezTo>
                  <a:cubicBezTo>
                    <a:pt x="4951" y="9322"/>
                    <a:pt x="5111" y="9322"/>
                    <a:pt x="5240" y="9322"/>
                  </a:cubicBezTo>
                  <a:cubicBezTo>
                    <a:pt x="6622" y="9322"/>
                    <a:pt x="7747" y="8744"/>
                    <a:pt x="8519" y="7972"/>
                  </a:cubicBezTo>
                  <a:cubicBezTo>
                    <a:pt x="8904" y="7586"/>
                    <a:pt x="9226" y="7169"/>
                    <a:pt x="9451" y="6751"/>
                  </a:cubicBezTo>
                  <a:cubicBezTo>
                    <a:pt x="9644" y="6333"/>
                    <a:pt x="9772" y="5947"/>
                    <a:pt x="9772" y="5561"/>
                  </a:cubicBezTo>
                  <a:cubicBezTo>
                    <a:pt x="9772" y="4211"/>
                    <a:pt x="9644" y="2701"/>
                    <a:pt x="8969" y="515"/>
                  </a:cubicBezTo>
                  <a:cubicBezTo>
                    <a:pt x="8936" y="418"/>
                    <a:pt x="8840" y="354"/>
                    <a:pt x="8744" y="322"/>
                  </a:cubicBezTo>
                  <a:cubicBezTo>
                    <a:pt x="8744" y="322"/>
                    <a:pt x="6686" y="0"/>
                    <a:pt x="5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4403;p64">
              <a:extLst>
                <a:ext uri="{FF2B5EF4-FFF2-40B4-BE49-F238E27FC236}">
                  <a16:creationId xmlns:a16="http://schemas.microsoft.com/office/drawing/2014/main" id="{E4D515B7-94C2-41A8-9C20-2288279A43DB}"/>
                </a:ext>
              </a:extLst>
            </p:cNvPr>
            <p:cNvSpPr/>
            <p:nvPr/>
          </p:nvSpPr>
          <p:spPr>
            <a:xfrm>
              <a:off x="2243750" y="2333400"/>
              <a:ext cx="502275" cy="521250"/>
            </a:xfrm>
            <a:custGeom>
              <a:avLst/>
              <a:gdLst/>
              <a:ahLst/>
              <a:cxnLst/>
              <a:rect l="l" t="t" r="r" b="b"/>
              <a:pathLst>
                <a:path w="20091" h="20850" extrusionOk="0">
                  <a:moveTo>
                    <a:pt x="13011" y="0"/>
                  </a:moveTo>
                  <a:cubicBezTo>
                    <a:pt x="11342" y="0"/>
                    <a:pt x="9372" y="221"/>
                    <a:pt x="6847" y="1147"/>
                  </a:cubicBezTo>
                  <a:cubicBezTo>
                    <a:pt x="2025" y="2883"/>
                    <a:pt x="0" y="8508"/>
                    <a:pt x="289" y="11433"/>
                  </a:cubicBezTo>
                  <a:cubicBezTo>
                    <a:pt x="547" y="14390"/>
                    <a:pt x="4950" y="20434"/>
                    <a:pt x="7233" y="20819"/>
                  </a:cubicBezTo>
                  <a:cubicBezTo>
                    <a:pt x="7345" y="20840"/>
                    <a:pt x="7453" y="20850"/>
                    <a:pt x="7555" y="20850"/>
                  </a:cubicBezTo>
                  <a:cubicBezTo>
                    <a:pt x="9515" y="20850"/>
                    <a:pt x="9515" y="17219"/>
                    <a:pt x="9515" y="17219"/>
                  </a:cubicBezTo>
                  <a:lnTo>
                    <a:pt x="11797" y="15869"/>
                  </a:lnTo>
                  <a:cubicBezTo>
                    <a:pt x="11797" y="15869"/>
                    <a:pt x="16876" y="10372"/>
                    <a:pt x="18483" y="7029"/>
                  </a:cubicBezTo>
                  <a:cubicBezTo>
                    <a:pt x="20090" y="3686"/>
                    <a:pt x="19576" y="183"/>
                    <a:pt x="17004" y="183"/>
                  </a:cubicBezTo>
                  <a:cubicBezTo>
                    <a:pt x="15795" y="183"/>
                    <a:pt x="14528" y="0"/>
                    <a:pt x="13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4404;p64">
              <a:extLst>
                <a:ext uri="{FF2B5EF4-FFF2-40B4-BE49-F238E27FC236}">
                  <a16:creationId xmlns:a16="http://schemas.microsoft.com/office/drawing/2014/main" id="{10A3B22E-806F-4876-8117-B05042D81980}"/>
                </a:ext>
              </a:extLst>
            </p:cNvPr>
            <p:cNvSpPr/>
            <p:nvPr/>
          </p:nvSpPr>
          <p:spPr>
            <a:xfrm>
              <a:off x="2242925" y="2326700"/>
              <a:ext cx="492650" cy="534425"/>
            </a:xfrm>
            <a:custGeom>
              <a:avLst/>
              <a:gdLst/>
              <a:ahLst/>
              <a:cxnLst/>
              <a:rect l="l" t="t" r="r" b="b"/>
              <a:pathLst>
                <a:path w="19706" h="21377" extrusionOk="0">
                  <a:moveTo>
                    <a:pt x="13019" y="547"/>
                  </a:moveTo>
                  <a:cubicBezTo>
                    <a:pt x="14530" y="547"/>
                    <a:pt x="15816" y="740"/>
                    <a:pt x="17037" y="740"/>
                  </a:cubicBezTo>
                  <a:cubicBezTo>
                    <a:pt x="17777" y="740"/>
                    <a:pt x="18259" y="1029"/>
                    <a:pt x="18613" y="1511"/>
                  </a:cubicBezTo>
                  <a:cubicBezTo>
                    <a:pt x="18966" y="2026"/>
                    <a:pt x="19159" y="2765"/>
                    <a:pt x="19159" y="3633"/>
                  </a:cubicBezTo>
                  <a:cubicBezTo>
                    <a:pt x="19159" y="4694"/>
                    <a:pt x="18870" y="5947"/>
                    <a:pt x="18291" y="7169"/>
                  </a:cubicBezTo>
                  <a:cubicBezTo>
                    <a:pt x="17488" y="8808"/>
                    <a:pt x="15848" y="11026"/>
                    <a:pt x="14370" y="12794"/>
                  </a:cubicBezTo>
                  <a:cubicBezTo>
                    <a:pt x="13630" y="13694"/>
                    <a:pt x="12955" y="14466"/>
                    <a:pt x="12441" y="15044"/>
                  </a:cubicBezTo>
                  <a:cubicBezTo>
                    <a:pt x="12184" y="15333"/>
                    <a:pt x="11991" y="15558"/>
                    <a:pt x="11862" y="15719"/>
                  </a:cubicBezTo>
                  <a:cubicBezTo>
                    <a:pt x="11702" y="15880"/>
                    <a:pt x="11637" y="15944"/>
                    <a:pt x="11637" y="15944"/>
                  </a:cubicBezTo>
                  <a:lnTo>
                    <a:pt x="11640" y="15947"/>
                  </a:lnTo>
                  <a:lnTo>
                    <a:pt x="11640" y="15947"/>
                  </a:lnTo>
                  <a:lnTo>
                    <a:pt x="9419" y="17230"/>
                  </a:lnTo>
                  <a:cubicBezTo>
                    <a:pt x="9323" y="17294"/>
                    <a:pt x="9291" y="17391"/>
                    <a:pt x="9291" y="17487"/>
                  </a:cubicBezTo>
                  <a:cubicBezTo>
                    <a:pt x="9291" y="17487"/>
                    <a:pt x="9291" y="17519"/>
                    <a:pt x="9291" y="17616"/>
                  </a:cubicBezTo>
                  <a:cubicBezTo>
                    <a:pt x="9259" y="17937"/>
                    <a:pt x="9194" y="18805"/>
                    <a:pt x="8937" y="19544"/>
                  </a:cubicBezTo>
                  <a:cubicBezTo>
                    <a:pt x="8809" y="19930"/>
                    <a:pt x="8648" y="20252"/>
                    <a:pt x="8423" y="20477"/>
                  </a:cubicBezTo>
                  <a:cubicBezTo>
                    <a:pt x="8198" y="20702"/>
                    <a:pt x="7941" y="20830"/>
                    <a:pt x="7587" y="20862"/>
                  </a:cubicBezTo>
                  <a:cubicBezTo>
                    <a:pt x="7491" y="20862"/>
                    <a:pt x="7426" y="20830"/>
                    <a:pt x="7330" y="20830"/>
                  </a:cubicBezTo>
                  <a:cubicBezTo>
                    <a:pt x="6848" y="20734"/>
                    <a:pt x="6173" y="20316"/>
                    <a:pt x="5433" y="19673"/>
                  </a:cubicBezTo>
                  <a:cubicBezTo>
                    <a:pt x="4373" y="18677"/>
                    <a:pt x="3183" y="17230"/>
                    <a:pt x="2251" y="15719"/>
                  </a:cubicBezTo>
                  <a:cubicBezTo>
                    <a:pt x="1319" y="14241"/>
                    <a:pt x="676" y="12698"/>
                    <a:pt x="580" y="11701"/>
                  </a:cubicBezTo>
                  <a:cubicBezTo>
                    <a:pt x="547" y="11508"/>
                    <a:pt x="547" y="11348"/>
                    <a:pt x="547" y="11155"/>
                  </a:cubicBezTo>
                  <a:cubicBezTo>
                    <a:pt x="547" y="9708"/>
                    <a:pt x="1062" y="7715"/>
                    <a:pt x="2090" y="5883"/>
                  </a:cubicBezTo>
                  <a:cubicBezTo>
                    <a:pt x="3151" y="4083"/>
                    <a:pt x="4758" y="2444"/>
                    <a:pt x="6976" y="1640"/>
                  </a:cubicBezTo>
                  <a:cubicBezTo>
                    <a:pt x="9451" y="772"/>
                    <a:pt x="11380" y="547"/>
                    <a:pt x="13019" y="547"/>
                  </a:cubicBezTo>
                  <a:close/>
                  <a:moveTo>
                    <a:pt x="13019" y="1"/>
                  </a:moveTo>
                  <a:cubicBezTo>
                    <a:pt x="11316" y="1"/>
                    <a:pt x="9323" y="226"/>
                    <a:pt x="6783" y="1158"/>
                  </a:cubicBezTo>
                  <a:cubicBezTo>
                    <a:pt x="4437" y="1994"/>
                    <a:pt x="2733" y="3729"/>
                    <a:pt x="1640" y="5626"/>
                  </a:cubicBezTo>
                  <a:cubicBezTo>
                    <a:pt x="547" y="7522"/>
                    <a:pt x="33" y="9580"/>
                    <a:pt x="1" y="11155"/>
                  </a:cubicBezTo>
                  <a:cubicBezTo>
                    <a:pt x="1" y="11380"/>
                    <a:pt x="33" y="11540"/>
                    <a:pt x="33" y="11733"/>
                  </a:cubicBezTo>
                  <a:cubicBezTo>
                    <a:pt x="130" y="12537"/>
                    <a:pt x="451" y="13469"/>
                    <a:pt x="933" y="14498"/>
                  </a:cubicBezTo>
                  <a:cubicBezTo>
                    <a:pt x="1705" y="15976"/>
                    <a:pt x="2798" y="17616"/>
                    <a:pt x="3923" y="18902"/>
                  </a:cubicBezTo>
                  <a:cubicBezTo>
                    <a:pt x="4501" y="19544"/>
                    <a:pt x="5080" y="20123"/>
                    <a:pt x="5658" y="20541"/>
                  </a:cubicBezTo>
                  <a:cubicBezTo>
                    <a:pt x="6205" y="20959"/>
                    <a:pt x="6719" y="21248"/>
                    <a:pt x="7233" y="21345"/>
                  </a:cubicBezTo>
                  <a:cubicBezTo>
                    <a:pt x="7362" y="21377"/>
                    <a:pt x="7458" y="21377"/>
                    <a:pt x="7587" y="21377"/>
                  </a:cubicBezTo>
                  <a:cubicBezTo>
                    <a:pt x="8166" y="21377"/>
                    <a:pt x="8616" y="21087"/>
                    <a:pt x="8937" y="20702"/>
                  </a:cubicBezTo>
                  <a:cubicBezTo>
                    <a:pt x="9387" y="20123"/>
                    <a:pt x="9612" y="19319"/>
                    <a:pt x="9709" y="18677"/>
                  </a:cubicBezTo>
                  <a:cubicBezTo>
                    <a:pt x="9774" y="18221"/>
                    <a:pt x="9795" y="17839"/>
                    <a:pt x="9802" y="17638"/>
                  </a:cubicBezTo>
                  <a:lnTo>
                    <a:pt x="9802" y="17638"/>
                  </a:lnTo>
                  <a:lnTo>
                    <a:pt x="11959" y="16362"/>
                  </a:lnTo>
                  <a:lnTo>
                    <a:pt x="12023" y="16330"/>
                  </a:lnTo>
                  <a:cubicBezTo>
                    <a:pt x="12023" y="16298"/>
                    <a:pt x="13309" y="14948"/>
                    <a:pt x="14787" y="13148"/>
                  </a:cubicBezTo>
                  <a:cubicBezTo>
                    <a:pt x="16266" y="11348"/>
                    <a:pt x="17938" y="9130"/>
                    <a:pt x="18773" y="7394"/>
                  </a:cubicBezTo>
                  <a:cubicBezTo>
                    <a:pt x="19384" y="6108"/>
                    <a:pt x="19705" y="4790"/>
                    <a:pt x="19705" y="3633"/>
                  </a:cubicBezTo>
                  <a:cubicBezTo>
                    <a:pt x="19705" y="2669"/>
                    <a:pt x="19480" y="1833"/>
                    <a:pt x="19063" y="1190"/>
                  </a:cubicBezTo>
                  <a:cubicBezTo>
                    <a:pt x="18613" y="579"/>
                    <a:pt x="17905" y="193"/>
                    <a:pt x="17037" y="193"/>
                  </a:cubicBezTo>
                  <a:cubicBezTo>
                    <a:pt x="15848" y="193"/>
                    <a:pt x="14562" y="1"/>
                    <a:pt x="13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4405;p64">
              <a:extLst>
                <a:ext uri="{FF2B5EF4-FFF2-40B4-BE49-F238E27FC236}">
                  <a16:creationId xmlns:a16="http://schemas.microsoft.com/office/drawing/2014/main" id="{5C1E5C5D-6791-0681-C635-E6043A87AEA1}"/>
                </a:ext>
              </a:extLst>
            </p:cNvPr>
            <p:cNvSpPr/>
            <p:nvPr/>
          </p:nvSpPr>
          <p:spPr>
            <a:xfrm>
              <a:off x="2451875" y="2703050"/>
              <a:ext cx="116550" cy="119500"/>
            </a:xfrm>
            <a:custGeom>
              <a:avLst/>
              <a:gdLst/>
              <a:ahLst/>
              <a:cxnLst/>
              <a:rect l="l" t="t" r="r" b="b"/>
              <a:pathLst>
                <a:path w="4662" h="4780" extrusionOk="0">
                  <a:moveTo>
                    <a:pt x="2012" y="0"/>
                  </a:moveTo>
                  <a:cubicBezTo>
                    <a:pt x="1830" y="0"/>
                    <a:pt x="1641" y="46"/>
                    <a:pt x="1447" y="151"/>
                  </a:cubicBezTo>
                  <a:cubicBezTo>
                    <a:pt x="1" y="955"/>
                    <a:pt x="1318" y="3880"/>
                    <a:pt x="2251" y="4555"/>
                  </a:cubicBezTo>
                  <a:cubicBezTo>
                    <a:pt x="2483" y="4718"/>
                    <a:pt x="2744" y="4779"/>
                    <a:pt x="3006" y="4779"/>
                  </a:cubicBezTo>
                  <a:cubicBezTo>
                    <a:pt x="3829" y="4779"/>
                    <a:pt x="4661" y="4169"/>
                    <a:pt x="4661" y="4169"/>
                  </a:cubicBezTo>
                  <a:lnTo>
                    <a:pt x="4147" y="2015"/>
                  </a:lnTo>
                  <a:cubicBezTo>
                    <a:pt x="4147" y="2015"/>
                    <a:pt x="3224" y="0"/>
                    <a:pt x="20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4406;p64">
              <a:extLst>
                <a:ext uri="{FF2B5EF4-FFF2-40B4-BE49-F238E27FC236}">
                  <a16:creationId xmlns:a16="http://schemas.microsoft.com/office/drawing/2014/main" id="{C4434EBE-4E35-E5A2-BB03-13F1C16B55FB}"/>
                </a:ext>
              </a:extLst>
            </p:cNvPr>
            <p:cNvSpPr/>
            <p:nvPr/>
          </p:nvSpPr>
          <p:spPr>
            <a:xfrm>
              <a:off x="2465525" y="2696375"/>
              <a:ext cx="110925" cy="132600"/>
            </a:xfrm>
            <a:custGeom>
              <a:avLst/>
              <a:gdLst/>
              <a:ahLst/>
              <a:cxnLst/>
              <a:rect l="l" t="t" r="r" b="b"/>
              <a:pathLst>
                <a:path w="4437" h="5304" extrusionOk="0">
                  <a:moveTo>
                    <a:pt x="1480" y="0"/>
                  </a:moveTo>
                  <a:cubicBezTo>
                    <a:pt x="1255" y="0"/>
                    <a:pt x="997" y="32"/>
                    <a:pt x="772" y="161"/>
                  </a:cubicBezTo>
                  <a:cubicBezTo>
                    <a:pt x="515" y="321"/>
                    <a:pt x="290" y="546"/>
                    <a:pt x="162" y="836"/>
                  </a:cubicBezTo>
                  <a:cubicBezTo>
                    <a:pt x="33" y="1093"/>
                    <a:pt x="1" y="1382"/>
                    <a:pt x="1" y="1704"/>
                  </a:cubicBezTo>
                  <a:cubicBezTo>
                    <a:pt x="1" y="2347"/>
                    <a:pt x="194" y="3054"/>
                    <a:pt x="515" y="3632"/>
                  </a:cubicBezTo>
                  <a:cubicBezTo>
                    <a:pt x="805" y="4243"/>
                    <a:pt x="1190" y="4757"/>
                    <a:pt x="1576" y="5047"/>
                  </a:cubicBezTo>
                  <a:cubicBezTo>
                    <a:pt x="1833" y="5240"/>
                    <a:pt x="2155" y="5304"/>
                    <a:pt x="2444" y="5304"/>
                  </a:cubicBezTo>
                  <a:cubicBezTo>
                    <a:pt x="2926" y="5304"/>
                    <a:pt x="3376" y="5143"/>
                    <a:pt x="3730" y="4982"/>
                  </a:cubicBezTo>
                  <a:cubicBezTo>
                    <a:pt x="4051" y="4822"/>
                    <a:pt x="4276" y="4661"/>
                    <a:pt x="4276" y="4629"/>
                  </a:cubicBezTo>
                  <a:cubicBezTo>
                    <a:pt x="4405" y="4565"/>
                    <a:pt x="4437" y="4404"/>
                    <a:pt x="4340" y="4275"/>
                  </a:cubicBezTo>
                  <a:cubicBezTo>
                    <a:pt x="4282" y="4197"/>
                    <a:pt x="4200" y="4155"/>
                    <a:pt x="4116" y="4155"/>
                  </a:cubicBezTo>
                  <a:cubicBezTo>
                    <a:pt x="4061" y="4155"/>
                    <a:pt x="4005" y="4173"/>
                    <a:pt x="3955" y="4211"/>
                  </a:cubicBezTo>
                  <a:cubicBezTo>
                    <a:pt x="3923" y="4243"/>
                    <a:pt x="3698" y="4404"/>
                    <a:pt x="3408" y="4532"/>
                  </a:cubicBezTo>
                  <a:cubicBezTo>
                    <a:pt x="3119" y="4661"/>
                    <a:pt x="2765" y="4790"/>
                    <a:pt x="2444" y="4790"/>
                  </a:cubicBezTo>
                  <a:cubicBezTo>
                    <a:pt x="2219" y="4790"/>
                    <a:pt x="2058" y="4725"/>
                    <a:pt x="1865" y="4597"/>
                  </a:cubicBezTo>
                  <a:cubicBezTo>
                    <a:pt x="1608" y="4436"/>
                    <a:pt x="1255" y="3954"/>
                    <a:pt x="997" y="3407"/>
                  </a:cubicBezTo>
                  <a:cubicBezTo>
                    <a:pt x="708" y="2861"/>
                    <a:pt x="515" y="2218"/>
                    <a:pt x="515" y="1704"/>
                  </a:cubicBezTo>
                  <a:cubicBezTo>
                    <a:pt x="515" y="1447"/>
                    <a:pt x="580" y="1222"/>
                    <a:pt x="644" y="1061"/>
                  </a:cubicBezTo>
                  <a:cubicBezTo>
                    <a:pt x="740" y="868"/>
                    <a:pt x="869" y="739"/>
                    <a:pt x="1030" y="643"/>
                  </a:cubicBezTo>
                  <a:cubicBezTo>
                    <a:pt x="1190" y="546"/>
                    <a:pt x="1351" y="514"/>
                    <a:pt x="1480" y="514"/>
                  </a:cubicBezTo>
                  <a:cubicBezTo>
                    <a:pt x="1705" y="514"/>
                    <a:pt x="1930" y="611"/>
                    <a:pt x="2155" y="804"/>
                  </a:cubicBezTo>
                  <a:cubicBezTo>
                    <a:pt x="2476" y="1029"/>
                    <a:pt x="2798" y="1447"/>
                    <a:pt x="3023" y="1800"/>
                  </a:cubicBezTo>
                  <a:cubicBezTo>
                    <a:pt x="3119" y="1961"/>
                    <a:pt x="3215" y="2122"/>
                    <a:pt x="3248" y="2218"/>
                  </a:cubicBezTo>
                  <a:cubicBezTo>
                    <a:pt x="3280" y="2282"/>
                    <a:pt x="3312" y="2314"/>
                    <a:pt x="3312" y="2347"/>
                  </a:cubicBezTo>
                  <a:lnTo>
                    <a:pt x="3344" y="2379"/>
                  </a:lnTo>
                  <a:cubicBezTo>
                    <a:pt x="3392" y="2498"/>
                    <a:pt x="3492" y="2564"/>
                    <a:pt x="3594" y="2564"/>
                  </a:cubicBezTo>
                  <a:cubicBezTo>
                    <a:pt x="3629" y="2564"/>
                    <a:pt x="3664" y="2556"/>
                    <a:pt x="3698" y="2539"/>
                  </a:cubicBezTo>
                  <a:cubicBezTo>
                    <a:pt x="3826" y="2475"/>
                    <a:pt x="3890" y="2314"/>
                    <a:pt x="3826" y="2186"/>
                  </a:cubicBezTo>
                  <a:cubicBezTo>
                    <a:pt x="3826" y="2154"/>
                    <a:pt x="3601" y="1639"/>
                    <a:pt x="3215" y="1125"/>
                  </a:cubicBezTo>
                  <a:cubicBezTo>
                    <a:pt x="2990" y="836"/>
                    <a:pt x="2765" y="579"/>
                    <a:pt x="2476" y="354"/>
                  </a:cubicBezTo>
                  <a:cubicBezTo>
                    <a:pt x="2187" y="161"/>
                    <a:pt x="1865" y="0"/>
                    <a:pt x="1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4407;p64">
              <a:extLst>
                <a:ext uri="{FF2B5EF4-FFF2-40B4-BE49-F238E27FC236}">
                  <a16:creationId xmlns:a16="http://schemas.microsoft.com/office/drawing/2014/main" id="{D7C71496-CE2B-B814-E1A2-ECF7E4A028DE}"/>
                </a:ext>
              </a:extLst>
            </p:cNvPr>
            <p:cNvSpPr/>
            <p:nvPr/>
          </p:nvSpPr>
          <p:spPr>
            <a:xfrm>
              <a:off x="2691350" y="2592500"/>
              <a:ext cx="45825" cy="63900"/>
            </a:xfrm>
            <a:custGeom>
              <a:avLst/>
              <a:gdLst/>
              <a:ahLst/>
              <a:cxnLst/>
              <a:rect l="l" t="t" r="r" b="b"/>
              <a:pathLst>
                <a:path w="1833" h="2556" extrusionOk="0">
                  <a:moveTo>
                    <a:pt x="1530" y="0"/>
                  </a:moveTo>
                  <a:cubicBezTo>
                    <a:pt x="1406" y="0"/>
                    <a:pt x="1308" y="67"/>
                    <a:pt x="1254" y="201"/>
                  </a:cubicBezTo>
                  <a:lnTo>
                    <a:pt x="1254" y="266"/>
                  </a:lnTo>
                  <a:cubicBezTo>
                    <a:pt x="1190" y="426"/>
                    <a:pt x="1061" y="844"/>
                    <a:pt x="836" y="1230"/>
                  </a:cubicBezTo>
                  <a:cubicBezTo>
                    <a:pt x="740" y="1423"/>
                    <a:pt x="643" y="1616"/>
                    <a:pt x="515" y="1776"/>
                  </a:cubicBezTo>
                  <a:cubicBezTo>
                    <a:pt x="418" y="1905"/>
                    <a:pt x="290" y="2001"/>
                    <a:pt x="226" y="2033"/>
                  </a:cubicBezTo>
                  <a:cubicBezTo>
                    <a:pt x="65" y="2098"/>
                    <a:pt x="1" y="2259"/>
                    <a:pt x="65" y="2387"/>
                  </a:cubicBezTo>
                  <a:cubicBezTo>
                    <a:pt x="118" y="2494"/>
                    <a:pt x="238" y="2556"/>
                    <a:pt x="350" y="2556"/>
                  </a:cubicBezTo>
                  <a:cubicBezTo>
                    <a:pt x="373" y="2556"/>
                    <a:pt x="396" y="2553"/>
                    <a:pt x="418" y="2548"/>
                  </a:cubicBezTo>
                  <a:cubicBezTo>
                    <a:pt x="676" y="2419"/>
                    <a:pt x="836" y="2226"/>
                    <a:pt x="997" y="2001"/>
                  </a:cubicBezTo>
                  <a:cubicBezTo>
                    <a:pt x="1479" y="1358"/>
                    <a:pt x="1768" y="362"/>
                    <a:pt x="1768" y="362"/>
                  </a:cubicBezTo>
                  <a:cubicBezTo>
                    <a:pt x="1833" y="201"/>
                    <a:pt x="1736" y="73"/>
                    <a:pt x="1608" y="8"/>
                  </a:cubicBezTo>
                  <a:cubicBezTo>
                    <a:pt x="1581" y="3"/>
                    <a:pt x="1555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4408;p64">
              <a:extLst>
                <a:ext uri="{FF2B5EF4-FFF2-40B4-BE49-F238E27FC236}">
                  <a16:creationId xmlns:a16="http://schemas.microsoft.com/office/drawing/2014/main" id="{90AE207C-7BDC-5894-4759-71D5202F7DC5}"/>
                </a:ext>
              </a:extLst>
            </p:cNvPr>
            <p:cNvSpPr/>
            <p:nvPr/>
          </p:nvSpPr>
          <p:spPr>
            <a:xfrm>
              <a:off x="2938050" y="3199600"/>
              <a:ext cx="86025" cy="149600"/>
            </a:xfrm>
            <a:custGeom>
              <a:avLst/>
              <a:gdLst/>
              <a:ahLst/>
              <a:cxnLst/>
              <a:rect l="l" t="t" r="r" b="b"/>
              <a:pathLst>
                <a:path w="3441" h="5984" extrusionOk="0">
                  <a:moveTo>
                    <a:pt x="1221" y="1"/>
                  </a:moveTo>
                  <a:cubicBezTo>
                    <a:pt x="1011" y="1"/>
                    <a:pt x="823" y="104"/>
                    <a:pt x="772" y="444"/>
                  </a:cubicBezTo>
                  <a:cubicBezTo>
                    <a:pt x="675" y="1125"/>
                    <a:pt x="1223" y="1844"/>
                    <a:pt x="1495" y="2153"/>
                  </a:cubicBezTo>
                  <a:lnTo>
                    <a:pt x="1495" y="2153"/>
                  </a:lnTo>
                  <a:cubicBezTo>
                    <a:pt x="1252" y="1902"/>
                    <a:pt x="765" y="1437"/>
                    <a:pt x="489" y="1437"/>
                  </a:cubicBezTo>
                  <a:cubicBezTo>
                    <a:pt x="380" y="1437"/>
                    <a:pt x="305" y="1510"/>
                    <a:pt x="290" y="1697"/>
                  </a:cubicBezTo>
                  <a:cubicBezTo>
                    <a:pt x="226" y="2501"/>
                    <a:pt x="1029" y="3401"/>
                    <a:pt x="1029" y="3401"/>
                  </a:cubicBezTo>
                  <a:cubicBezTo>
                    <a:pt x="1029" y="3401"/>
                    <a:pt x="529" y="3166"/>
                    <a:pt x="226" y="3166"/>
                  </a:cubicBezTo>
                  <a:cubicBezTo>
                    <a:pt x="95" y="3166"/>
                    <a:pt x="1" y="3210"/>
                    <a:pt x="1" y="3337"/>
                  </a:cubicBezTo>
                  <a:cubicBezTo>
                    <a:pt x="1" y="3722"/>
                    <a:pt x="1447" y="5169"/>
                    <a:pt x="1512" y="5844"/>
                  </a:cubicBezTo>
                  <a:cubicBezTo>
                    <a:pt x="1520" y="5940"/>
                    <a:pt x="1552" y="5984"/>
                    <a:pt x="1601" y="5984"/>
                  </a:cubicBezTo>
                  <a:cubicBezTo>
                    <a:pt x="1914" y="5984"/>
                    <a:pt x="2929" y="4207"/>
                    <a:pt x="3151" y="2790"/>
                  </a:cubicBezTo>
                  <a:cubicBezTo>
                    <a:pt x="3440" y="1119"/>
                    <a:pt x="1930" y="251"/>
                    <a:pt x="1930" y="251"/>
                  </a:cubicBezTo>
                  <a:cubicBezTo>
                    <a:pt x="1930" y="251"/>
                    <a:pt x="1548" y="1"/>
                    <a:pt x="1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4409;p64">
              <a:extLst>
                <a:ext uri="{FF2B5EF4-FFF2-40B4-BE49-F238E27FC236}">
                  <a16:creationId xmlns:a16="http://schemas.microsoft.com/office/drawing/2014/main" id="{51DA5487-C5EC-5368-F700-B1DDA0909D65}"/>
                </a:ext>
              </a:extLst>
            </p:cNvPr>
            <p:cNvSpPr/>
            <p:nvPr/>
          </p:nvSpPr>
          <p:spPr>
            <a:xfrm>
              <a:off x="2931625" y="3193000"/>
              <a:ext cx="93250" cy="163150"/>
            </a:xfrm>
            <a:custGeom>
              <a:avLst/>
              <a:gdLst/>
              <a:ahLst/>
              <a:cxnLst/>
              <a:rect l="l" t="t" r="r" b="b"/>
              <a:pathLst>
                <a:path w="3730" h="6526" extrusionOk="0">
                  <a:moveTo>
                    <a:pt x="1479" y="515"/>
                  </a:moveTo>
                  <a:cubicBezTo>
                    <a:pt x="1576" y="515"/>
                    <a:pt x="1736" y="579"/>
                    <a:pt x="1833" y="611"/>
                  </a:cubicBezTo>
                  <a:cubicBezTo>
                    <a:pt x="1897" y="643"/>
                    <a:pt x="1962" y="675"/>
                    <a:pt x="1994" y="708"/>
                  </a:cubicBezTo>
                  <a:lnTo>
                    <a:pt x="2026" y="740"/>
                  </a:lnTo>
                  <a:lnTo>
                    <a:pt x="2058" y="740"/>
                  </a:lnTo>
                  <a:cubicBezTo>
                    <a:pt x="2122" y="772"/>
                    <a:pt x="2412" y="965"/>
                    <a:pt x="2669" y="1286"/>
                  </a:cubicBezTo>
                  <a:cubicBezTo>
                    <a:pt x="2926" y="1640"/>
                    <a:pt x="3183" y="2058"/>
                    <a:pt x="3183" y="2636"/>
                  </a:cubicBezTo>
                  <a:cubicBezTo>
                    <a:pt x="3183" y="2765"/>
                    <a:pt x="3183" y="2861"/>
                    <a:pt x="3151" y="2990"/>
                  </a:cubicBezTo>
                  <a:cubicBezTo>
                    <a:pt x="3054" y="3665"/>
                    <a:pt x="2733" y="4468"/>
                    <a:pt x="2412" y="5047"/>
                  </a:cubicBezTo>
                  <a:cubicBezTo>
                    <a:pt x="2283" y="5368"/>
                    <a:pt x="2122" y="5626"/>
                    <a:pt x="1994" y="5786"/>
                  </a:cubicBezTo>
                  <a:cubicBezTo>
                    <a:pt x="1987" y="5796"/>
                    <a:pt x="1981" y="5805"/>
                    <a:pt x="1975" y="5814"/>
                  </a:cubicBezTo>
                  <a:lnTo>
                    <a:pt x="1975" y="5814"/>
                  </a:lnTo>
                  <a:cubicBezTo>
                    <a:pt x="1923" y="5658"/>
                    <a:pt x="1836" y="5507"/>
                    <a:pt x="1736" y="5368"/>
                  </a:cubicBezTo>
                  <a:cubicBezTo>
                    <a:pt x="1511" y="4983"/>
                    <a:pt x="1190" y="4565"/>
                    <a:pt x="933" y="4243"/>
                  </a:cubicBezTo>
                  <a:cubicBezTo>
                    <a:pt x="804" y="4051"/>
                    <a:pt x="708" y="3890"/>
                    <a:pt x="644" y="3761"/>
                  </a:cubicBezTo>
                  <a:cubicBezTo>
                    <a:pt x="615" y="3747"/>
                    <a:pt x="599" y="3726"/>
                    <a:pt x="588" y="3705"/>
                  </a:cubicBezTo>
                  <a:lnTo>
                    <a:pt x="588" y="3705"/>
                  </a:lnTo>
                  <a:cubicBezTo>
                    <a:pt x="686" y="3718"/>
                    <a:pt x="810" y="3748"/>
                    <a:pt x="901" y="3793"/>
                  </a:cubicBezTo>
                  <a:cubicBezTo>
                    <a:pt x="997" y="3826"/>
                    <a:pt x="1061" y="3858"/>
                    <a:pt x="1094" y="3858"/>
                  </a:cubicBezTo>
                  <a:lnTo>
                    <a:pt x="1158" y="3890"/>
                  </a:lnTo>
                  <a:lnTo>
                    <a:pt x="1190" y="3890"/>
                  </a:lnTo>
                  <a:cubicBezTo>
                    <a:pt x="1224" y="3913"/>
                    <a:pt x="1266" y="3923"/>
                    <a:pt x="1310" y="3923"/>
                  </a:cubicBezTo>
                  <a:cubicBezTo>
                    <a:pt x="1388" y="3923"/>
                    <a:pt x="1470" y="3888"/>
                    <a:pt x="1511" y="3826"/>
                  </a:cubicBezTo>
                  <a:cubicBezTo>
                    <a:pt x="1576" y="3697"/>
                    <a:pt x="1576" y="3568"/>
                    <a:pt x="1479" y="3472"/>
                  </a:cubicBezTo>
                  <a:cubicBezTo>
                    <a:pt x="1447" y="3440"/>
                    <a:pt x="1286" y="3215"/>
                    <a:pt x="1126" y="2958"/>
                  </a:cubicBezTo>
                  <a:cubicBezTo>
                    <a:pt x="933" y="2668"/>
                    <a:pt x="804" y="2347"/>
                    <a:pt x="804" y="2058"/>
                  </a:cubicBezTo>
                  <a:lnTo>
                    <a:pt x="804" y="1971"/>
                  </a:lnTo>
                  <a:lnTo>
                    <a:pt x="804" y="1971"/>
                  </a:lnTo>
                  <a:cubicBezTo>
                    <a:pt x="849" y="1991"/>
                    <a:pt x="923" y="2040"/>
                    <a:pt x="997" y="2090"/>
                  </a:cubicBezTo>
                  <a:cubicBezTo>
                    <a:pt x="1158" y="2218"/>
                    <a:pt x="1351" y="2379"/>
                    <a:pt x="1479" y="2508"/>
                  </a:cubicBezTo>
                  <a:cubicBezTo>
                    <a:pt x="1515" y="2543"/>
                    <a:pt x="1550" y="2578"/>
                    <a:pt x="1580" y="2608"/>
                  </a:cubicBezTo>
                  <a:lnTo>
                    <a:pt x="1580" y="2608"/>
                  </a:lnTo>
                  <a:cubicBezTo>
                    <a:pt x="1672" y="2709"/>
                    <a:pt x="1736" y="2765"/>
                    <a:pt x="1736" y="2765"/>
                  </a:cubicBezTo>
                  <a:cubicBezTo>
                    <a:pt x="1785" y="2813"/>
                    <a:pt x="1849" y="2837"/>
                    <a:pt x="1913" y="2837"/>
                  </a:cubicBezTo>
                  <a:cubicBezTo>
                    <a:pt x="1978" y="2837"/>
                    <a:pt x="2042" y="2813"/>
                    <a:pt x="2090" y="2765"/>
                  </a:cubicBezTo>
                  <a:cubicBezTo>
                    <a:pt x="2187" y="2636"/>
                    <a:pt x="2219" y="2475"/>
                    <a:pt x="2122" y="2379"/>
                  </a:cubicBezTo>
                  <a:cubicBezTo>
                    <a:pt x="2122" y="2379"/>
                    <a:pt x="2111" y="2368"/>
                    <a:pt x="2090" y="2347"/>
                  </a:cubicBezTo>
                  <a:lnTo>
                    <a:pt x="2090" y="2347"/>
                  </a:lnTo>
                  <a:lnTo>
                    <a:pt x="2090" y="2347"/>
                  </a:lnTo>
                  <a:cubicBezTo>
                    <a:pt x="2087" y="2344"/>
                    <a:pt x="2083" y="2340"/>
                    <a:pt x="2078" y="2335"/>
                  </a:cubicBezTo>
                  <a:lnTo>
                    <a:pt x="2078" y="2335"/>
                  </a:lnTo>
                  <a:cubicBezTo>
                    <a:pt x="2049" y="2307"/>
                    <a:pt x="2007" y="2266"/>
                    <a:pt x="1957" y="2219"/>
                  </a:cubicBezTo>
                  <a:lnTo>
                    <a:pt x="1957" y="2219"/>
                  </a:lnTo>
                  <a:cubicBezTo>
                    <a:pt x="1868" y="2128"/>
                    <a:pt x="1749" y="1996"/>
                    <a:pt x="1640" y="1833"/>
                  </a:cubicBezTo>
                  <a:cubicBezTo>
                    <a:pt x="1447" y="1543"/>
                    <a:pt x="1286" y="1190"/>
                    <a:pt x="1286" y="868"/>
                  </a:cubicBezTo>
                  <a:lnTo>
                    <a:pt x="1286" y="772"/>
                  </a:lnTo>
                  <a:lnTo>
                    <a:pt x="1286" y="740"/>
                  </a:lnTo>
                  <a:cubicBezTo>
                    <a:pt x="1319" y="611"/>
                    <a:pt x="1351" y="579"/>
                    <a:pt x="1351" y="547"/>
                  </a:cubicBezTo>
                  <a:cubicBezTo>
                    <a:pt x="1383" y="547"/>
                    <a:pt x="1415" y="515"/>
                    <a:pt x="1479" y="515"/>
                  </a:cubicBezTo>
                  <a:close/>
                  <a:moveTo>
                    <a:pt x="2026" y="6076"/>
                  </a:moveTo>
                  <a:lnTo>
                    <a:pt x="2025" y="6076"/>
                  </a:lnTo>
                  <a:lnTo>
                    <a:pt x="2025" y="6076"/>
                  </a:lnTo>
                  <a:cubicBezTo>
                    <a:pt x="2025" y="6076"/>
                    <a:pt x="2025" y="6076"/>
                    <a:pt x="2025" y="6076"/>
                  </a:cubicBezTo>
                  <a:lnTo>
                    <a:pt x="2025" y="6076"/>
                  </a:lnTo>
                  <a:lnTo>
                    <a:pt x="2026" y="6076"/>
                  </a:lnTo>
                  <a:close/>
                  <a:moveTo>
                    <a:pt x="1479" y="0"/>
                  </a:moveTo>
                  <a:cubicBezTo>
                    <a:pt x="1319" y="0"/>
                    <a:pt x="1158" y="32"/>
                    <a:pt x="1029" y="161"/>
                  </a:cubicBezTo>
                  <a:cubicBezTo>
                    <a:pt x="869" y="290"/>
                    <a:pt x="804" y="450"/>
                    <a:pt x="772" y="675"/>
                  </a:cubicBezTo>
                  <a:cubicBezTo>
                    <a:pt x="740" y="740"/>
                    <a:pt x="740" y="804"/>
                    <a:pt x="740" y="868"/>
                  </a:cubicBezTo>
                  <a:cubicBezTo>
                    <a:pt x="740" y="1060"/>
                    <a:pt x="776" y="1246"/>
                    <a:pt x="834" y="1422"/>
                  </a:cubicBezTo>
                  <a:lnTo>
                    <a:pt x="834" y="1422"/>
                  </a:lnTo>
                  <a:cubicBezTo>
                    <a:pt x="803" y="1417"/>
                    <a:pt x="772" y="1415"/>
                    <a:pt x="740" y="1415"/>
                  </a:cubicBezTo>
                  <a:cubicBezTo>
                    <a:pt x="644" y="1415"/>
                    <a:pt x="483" y="1479"/>
                    <a:pt x="419" y="1575"/>
                  </a:cubicBezTo>
                  <a:cubicBezTo>
                    <a:pt x="322" y="1672"/>
                    <a:pt x="290" y="1800"/>
                    <a:pt x="290" y="1929"/>
                  </a:cubicBezTo>
                  <a:lnTo>
                    <a:pt x="258" y="2058"/>
                  </a:lnTo>
                  <a:cubicBezTo>
                    <a:pt x="258" y="2481"/>
                    <a:pt x="431" y="2854"/>
                    <a:pt x="604" y="3156"/>
                  </a:cubicBezTo>
                  <a:lnTo>
                    <a:pt x="604" y="3156"/>
                  </a:lnTo>
                  <a:cubicBezTo>
                    <a:pt x="564" y="3153"/>
                    <a:pt x="523" y="3150"/>
                    <a:pt x="483" y="3150"/>
                  </a:cubicBezTo>
                  <a:cubicBezTo>
                    <a:pt x="386" y="3150"/>
                    <a:pt x="290" y="3150"/>
                    <a:pt x="194" y="3247"/>
                  </a:cubicBezTo>
                  <a:cubicBezTo>
                    <a:pt x="65" y="3311"/>
                    <a:pt x="1" y="3472"/>
                    <a:pt x="1" y="3601"/>
                  </a:cubicBezTo>
                  <a:cubicBezTo>
                    <a:pt x="1" y="3729"/>
                    <a:pt x="33" y="3793"/>
                    <a:pt x="97" y="3890"/>
                  </a:cubicBezTo>
                  <a:cubicBezTo>
                    <a:pt x="258" y="4243"/>
                    <a:pt x="611" y="4661"/>
                    <a:pt x="933" y="5111"/>
                  </a:cubicBezTo>
                  <a:cubicBezTo>
                    <a:pt x="1061" y="5304"/>
                    <a:pt x="1222" y="5529"/>
                    <a:pt x="1319" y="5722"/>
                  </a:cubicBezTo>
                  <a:cubicBezTo>
                    <a:pt x="1447" y="5915"/>
                    <a:pt x="1511" y="6076"/>
                    <a:pt x="1511" y="6140"/>
                  </a:cubicBezTo>
                  <a:cubicBezTo>
                    <a:pt x="1511" y="6204"/>
                    <a:pt x="1544" y="6301"/>
                    <a:pt x="1576" y="6365"/>
                  </a:cubicBezTo>
                  <a:cubicBezTo>
                    <a:pt x="1640" y="6461"/>
                    <a:pt x="1769" y="6526"/>
                    <a:pt x="1865" y="6526"/>
                  </a:cubicBezTo>
                  <a:cubicBezTo>
                    <a:pt x="2026" y="6494"/>
                    <a:pt x="2090" y="6429"/>
                    <a:pt x="2187" y="6365"/>
                  </a:cubicBezTo>
                  <a:cubicBezTo>
                    <a:pt x="2315" y="6236"/>
                    <a:pt x="2444" y="6076"/>
                    <a:pt x="2604" y="5851"/>
                  </a:cubicBezTo>
                  <a:cubicBezTo>
                    <a:pt x="3022" y="5176"/>
                    <a:pt x="3504" y="4083"/>
                    <a:pt x="3665" y="3086"/>
                  </a:cubicBezTo>
                  <a:cubicBezTo>
                    <a:pt x="3697" y="2925"/>
                    <a:pt x="3729" y="2797"/>
                    <a:pt x="3729" y="2636"/>
                  </a:cubicBezTo>
                  <a:cubicBezTo>
                    <a:pt x="3729" y="1865"/>
                    <a:pt x="3376" y="1254"/>
                    <a:pt x="3022" y="868"/>
                  </a:cubicBezTo>
                  <a:cubicBezTo>
                    <a:pt x="2713" y="531"/>
                    <a:pt x="2429" y="341"/>
                    <a:pt x="2341" y="299"/>
                  </a:cubicBezTo>
                  <a:lnTo>
                    <a:pt x="2341" y="299"/>
                  </a:lnTo>
                  <a:lnTo>
                    <a:pt x="2347" y="290"/>
                  </a:lnTo>
                  <a:cubicBezTo>
                    <a:pt x="2315" y="290"/>
                    <a:pt x="2219" y="225"/>
                    <a:pt x="2058" y="129"/>
                  </a:cubicBezTo>
                  <a:cubicBezTo>
                    <a:pt x="1929" y="65"/>
                    <a:pt x="1704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4410;p64">
              <a:extLst>
                <a:ext uri="{FF2B5EF4-FFF2-40B4-BE49-F238E27FC236}">
                  <a16:creationId xmlns:a16="http://schemas.microsoft.com/office/drawing/2014/main" id="{5ED4D8BC-908D-FC30-F4EF-F8C0DFF9BC20}"/>
                </a:ext>
              </a:extLst>
            </p:cNvPr>
            <p:cNvSpPr/>
            <p:nvPr/>
          </p:nvSpPr>
          <p:spPr>
            <a:xfrm>
              <a:off x="2937250" y="3178425"/>
              <a:ext cx="143875" cy="321575"/>
            </a:xfrm>
            <a:custGeom>
              <a:avLst/>
              <a:gdLst/>
              <a:ahLst/>
              <a:cxnLst/>
              <a:rect l="l" t="t" r="r" b="b"/>
              <a:pathLst>
                <a:path w="5755" h="12863" extrusionOk="0">
                  <a:moveTo>
                    <a:pt x="2279" y="0"/>
                  </a:moveTo>
                  <a:cubicBezTo>
                    <a:pt x="2105" y="0"/>
                    <a:pt x="1925" y="42"/>
                    <a:pt x="1737" y="133"/>
                  </a:cubicBezTo>
                  <a:cubicBezTo>
                    <a:pt x="676" y="680"/>
                    <a:pt x="2926" y="2544"/>
                    <a:pt x="2412" y="3637"/>
                  </a:cubicBezTo>
                  <a:cubicBezTo>
                    <a:pt x="1865" y="4698"/>
                    <a:pt x="676" y="6562"/>
                    <a:pt x="676" y="7655"/>
                  </a:cubicBezTo>
                  <a:cubicBezTo>
                    <a:pt x="676" y="8716"/>
                    <a:pt x="1" y="11255"/>
                    <a:pt x="1" y="11255"/>
                  </a:cubicBezTo>
                  <a:lnTo>
                    <a:pt x="676" y="12863"/>
                  </a:lnTo>
                  <a:cubicBezTo>
                    <a:pt x="676" y="12863"/>
                    <a:pt x="1190" y="12605"/>
                    <a:pt x="1994" y="11802"/>
                  </a:cubicBezTo>
                  <a:cubicBezTo>
                    <a:pt x="2797" y="10998"/>
                    <a:pt x="4147" y="9134"/>
                    <a:pt x="4951" y="7366"/>
                  </a:cubicBezTo>
                  <a:cubicBezTo>
                    <a:pt x="5755" y="5630"/>
                    <a:pt x="5497" y="3091"/>
                    <a:pt x="4533" y="1901"/>
                  </a:cubicBezTo>
                  <a:cubicBezTo>
                    <a:pt x="3766" y="896"/>
                    <a:pt x="3086" y="0"/>
                    <a:pt x="22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4411;p64">
              <a:extLst>
                <a:ext uri="{FF2B5EF4-FFF2-40B4-BE49-F238E27FC236}">
                  <a16:creationId xmlns:a16="http://schemas.microsoft.com/office/drawing/2014/main" id="{B9AEAF45-8B21-B323-C24F-F154BE89CD2C}"/>
                </a:ext>
              </a:extLst>
            </p:cNvPr>
            <p:cNvSpPr/>
            <p:nvPr/>
          </p:nvSpPr>
          <p:spPr>
            <a:xfrm>
              <a:off x="2930025" y="3172100"/>
              <a:ext cx="149500" cy="334925"/>
            </a:xfrm>
            <a:custGeom>
              <a:avLst/>
              <a:gdLst/>
              <a:ahLst/>
              <a:cxnLst/>
              <a:rect l="l" t="t" r="r" b="b"/>
              <a:pathLst>
                <a:path w="5980" h="13397" extrusionOk="0">
                  <a:moveTo>
                    <a:pt x="2572" y="515"/>
                  </a:moveTo>
                  <a:cubicBezTo>
                    <a:pt x="2893" y="515"/>
                    <a:pt x="3183" y="708"/>
                    <a:pt x="3536" y="1029"/>
                  </a:cubicBezTo>
                  <a:cubicBezTo>
                    <a:pt x="3890" y="1351"/>
                    <a:pt x="4243" y="1801"/>
                    <a:pt x="4629" y="2315"/>
                  </a:cubicBezTo>
                  <a:cubicBezTo>
                    <a:pt x="5111" y="2958"/>
                    <a:pt x="5433" y="4083"/>
                    <a:pt x="5433" y="5240"/>
                  </a:cubicBezTo>
                  <a:cubicBezTo>
                    <a:pt x="5433" y="6044"/>
                    <a:pt x="5304" y="6847"/>
                    <a:pt x="4983" y="7522"/>
                  </a:cubicBezTo>
                  <a:cubicBezTo>
                    <a:pt x="4211" y="9226"/>
                    <a:pt x="2861" y="11090"/>
                    <a:pt x="2090" y="11862"/>
                  </a:cubicBezTo>
                  <a:cubicBezTo>
                    <a:pt x="1704" y="12248"/>
                    <a:pt x="1383" y="12505"/>
                    <a:pt x="1158" y="12666"/>
                  </a:cubicBezTo>
                  <a:cubicBezTo>
                    <a:pt x="1129" y="12695"/>
                    <a:pt x="1099" y="12718"/>
                    <a:pt x="1071" y="12737"/>
                  </a:cubicBezTo>
                  <a:lnTo>
                    <a:pt x="1071" y="12737"/>
                  </a:lnTo>
                  <a:lnTo>
                    <a:pt x="560" y="11520"/>
                  </a:lnTo>
                  <a:lnTo>
                    <a:pt x="560" y="11520"/>
                  </a:lnTo>
                  <a:cubicBezTo>
                    <a:pt x="601" y="11351"/>
                    <a:pt x="735" y="10799"/>
                    <a:pt x="868" y="10158"/>
                  </a:cubicBezTo>
                  <a:cubicBezTo>
                    <a:pt x="1061" y="9387"/>
                    <a:pt x="1222" y="8487"/>
                    <a:pt x="1222" y="7908"/>
                  </a:cubicBezTo>
                  <a:cubicBezTo>
                    <a:pt x="1222" y="7458"/>
                    <a:pt x="1479" y="6719"/>
                    <a:pt x="1865" y="6012"/>
                  </a:cubicBezTo>
                  <a:cubicBezTo>
                    <a:pt x="2218" y="5272"/>
                    <a:pt x="2668" y="4565"/>
                    <a:pt x="2926" y="3986"/>
                  </a:cubicBezTo>
                  <a:cubicBezTo>
                    <a:pt x="3022" y="3826"/>
                    <a:pt x="3054" y="3665"/>
                    <a:pt x="3054" y="3504"/>
                  </a:cubicBezTo>
                  <a:cubicBezTo>
                    <a:pt x="3022" y="2958"/>
                    <a:pt x="2733" y="2476"/>
                    <a:pt x="2476" y="1994"/>
                  </a:cubicBezTo>
                  <a:cubicBezTo>
                    <a:pt x="2347" y="1736"/>
                    <a:pt x="2218" y="1511"/>
                    <a:pt x="2122" y="1319"/>
                  </a:cubicBezTo>
                  <a:cubicBezTo>
                    <a:pt x="2058" y="1126"/>
                    <a:pt x="1993" y="965"/>
                    <a:pt x="1993" y="836"/>
                  </a:cubicBezTo>
                  <a:cubicBezTo>
                    <a:pt x="1993" y="804"/>
                    <a:pt x="1993" y="772"/>
                    <a:pt x="2026" y="740"/>
                  </a:cubicBezTo>
                  <a:cubicBezTo>
                    <a:pt x="2026" y="708"/>
                    <a:pt x="2058" y="676"/>
                    <a:pt x="2154" y="643"/>
                  </a:cubicBezTo>
                  <a:cubicBezTo>
                    <a:pt x="2315" y="547"/>
                    <a:pt x="2443" y="515"/>
                    <a:pt x="2572" y="515"/>
                  </a:cubicBezTo>
                  <a:close/>
                  <a:moveTo>
                    <a:pt x="2572" y="1"/>
                  </a:moveTo>
                  <a:cubicBezTo>
                    <a:pt x="2347" y="1"/>
                    <a:pt x="2122" y="33"/>
                    <a:pt x="1897" y="161"/>
                  </a:cubicBezTo>
                  <a:cubicBezTo>
                    <a:pt x="1768" y="226"/>
                    <a:pt x="1640" y="322"/>
                    <a:pt x="1575" y="451"/>
                  </a:cubicBezTo>
                  <a:cubicBezTo>
                    <a:pt x="1479" y="579"/>
                    <a:pt x="1447" y="708"/>
                    <a:pt x="1447" y="836"/>
                  </a:cubicBezTo>
                  <a:cubicBezTo>
                    <a:pt x="1447" y="1093"/>
                    <a:pt x="1543" y="1319"/>
                    <a:pt x="1640" y="1544"/>
                  </a:cubicBezTo>
                  <a:cubicBezTo>
                    <a:pt x="1800" y="1897"/>
                    <a:pt x="2026" y="2251"/>
                    <a:pt x="2218" y="2604"/>
                  </a:cubicBezTo>
                  <a:cubicBezTo>
                    <a:pt x="2379" y="2926"/>
                    <a:pt x="2508" y="3279"/>
                    <a:pt x="2508" y="3504"/>
                  </a:cubicBezTo>
                  <a:cubicBezTo>
                    <a:pt x="2508" y="3601"/>
                    <a:pt x="2476" y="3697"/>
                    <a:pt x="2443" y="3761"/>
                  </a:cubicBezTo>
                  <a:cubicBezTo>
                    <a:pt x="2186" y="4276"/>
                    <a:pt x="1768" y="5015"/>
                    <a:pt x="1383" y="5754"/>
                  </a:cubicBezTo>
                  <a:cubicBezTo>
                    <a:pt x="997" y="6526"/>
                    <a:pt x="675" y="7265"/>
                    <a:pt x="675" y="7908"/>
                  </a:cubicBezTo>
                  <a:cubicBezTo>
                    <a:pt x="675" y="8390"/>
                    <a:pt x="515" y="9290"/>
                    <a:pt x="354" y="10062"/>
                  </a:cubicBezTo>
                  <a:cubicBezTo>
                    <a:pt x="258" y="10448"/>
                    <a:pt x="193" y="10769"/>
                    <a:pt x="129" y="11026"/>
                  </a:cubicBezTo>
                  <a:cubicBezTo>
                    <a:pt x="65" y="11283"/>
                    <a:pt x="33" y="11444"/>
                    <a:pt x="33" y="11444"/>
                  </a:cubicBezTo>
                  <a:cubicBezTo>
                    <a:pt x="0" y="11508"/>
                    <a:pt x="0" y="11573"/>
                    <a:pt x="33" y="11605"/>
                  </a:cubicBezTo>
                  <a:lnTo>
                    <a:pt x="708" y="13212"/>
                  </a:lnTo>
                  <a:cubicBezTo>
                    <a:pt x="740" y="13308"/>
                    <a:pt x="772" y="13341"/>
                    <a:pt x="868" y="13373"/>
                  </a:cubicBezTo>
                  <a:cubicBezTo>
                    <a:pt x="900" y="13389"/>
                    <a:pt x="933" y="13397"/>
                    <a:pt x="965" y="13397"/>
                  </a:cubicBezTo>
                  <a:cubicBezTo>
                    <a:pt x="997" y="13397"/>
                    <a:pt x="1029" y="13389"/>
                    <a:pt x="1061" y="13373"/>
                  </a:cubicBezTo>
                  <a:cubicBezTo>
                    <a:pt x="1093" y="13341"/>
                    <a:pt x="1640" y="13051"/>
                    <a:pt x="2476" y="12248"/>
                  </a:cubicBezTo>
                  <a:cubicBezTo>
                    <a:pt x="3311" y="11412"/>
                    <a:pt x="4661" y="9515"/>
                    <a:pt x="5465" y="7747"/>
                  </a:cubicBezTo>
                  <a:cubicBezTo>
                    <a:pt x="5819" y="6976"/>
                    <a:pt x="5979" y="6108"/>
                    <a:pt x="5979" y="5240"/>
                  </a:cubicBezTo>
                  <a:cubicBezTo>
                    <a:pt x="5979" y="3986"/>
                    <a:pt x="5658" y="2765"/>
                    <a:pt x="5047" y="1961"/>
                  </a:cubicBezTo>
                  <a:cubicBezTo>
                    <a:pt x="4661" y="1479"/>
                    <a:pt x="4308" y="997"/>
                    <a:pt x="3922" y="643"/>
                  </a:cubicBezTo>
                  <a:cubicBezTo>
                    <a:pt x="3504" y="258"/>
                    <a:pt x="3086" y="1"/>
                    <a:pt x="25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4412;p64">
              <a:extLst>
                <a:ext uri="{FF2B5EF4-FFF2-40B4-BE49-F238E27FC236}">
                  <a16:creationId xmlns:a16="http://schemas.microsoft.com/office/drawing/2014/main" id="{10E5F56F-5B51-C28D-3CF1-DF99F6C775D8}"/>
                </a:ext>
              </a:extLst>
            </p:cNvPr>
            <p:cNvSpPr/>
            <p:nvPr/>
          </p:nvSpPr>
          <p:spPr>
            <a:xfrm>
              <a:off x="2962175" y="3205825"/>
              <a:ext cx="55475" cy="189700"/>
            </a:xfrm>
            <a:custGeom>
              <a:avLst/>
              <a:gdLst/>
              <a:ahLst/>
              <a:cxnLst/>
              <a:rect l="l" t="t" r="r" b="b"/>
              <a:pathLst>
                <a:path w="2219" h="7588" extrusionOk="0">
                  <a:moveTo>
                    <a:pt x="1022" y="0"/>
                  </a:moveTo>
                  <a:cubicBezTo>
                    <a:pt x="986" y="0"/>
                    <a:pt x="965" y="2"/>
                    <a:pt x="965" y="2"/>
                  </a:cubicBezTo>
                  <a:cubicBezTo>
                    <a:pt x="965" y="2"/>
                    <a:pt x="0" y="2509"/>
                    <a:pt x="0" y="4213"/>
                  </a:cubicBezTo>
                  <a:lnTo>
                    <a:pt x="0" y="7588"/>
                  </a:lnTo>
                  <a:lnTo>
                    <a:pt x="2218" y="4502"/>
                  </a:lnTo>
                  <a:cubicBezTo>
                    <a:pt x="2218" y="4502"/>
                    <a:pt x="1800" y="2509"/>
                    <a:pt x="1993" y="1191"/>
                  </a:cubicBezTo>
                  <a:cubicBezTo>
                    <a:pt x="2189" y="73"/>
                    <a:pt x="1266" y="0"/>
                    <a:pt x="10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4413;p64">
              <a:extLst>
                <a:ext uri="{FF2B5EF4-FFF2-40B4-BE49-F238E27FC236}">
                  <a16:creationId xmlns:a16="http://schemas.microsoft.com/office/drawing/2014/main" id="{EF27EAB8-CCAC-2FF9-915F-9216015665BD}"/>
                </a:ext>
              </a:extLst>
            </p:cNvPr>
            <p:cNvSpPr/>
            <p:nvPr/>
          </p:nvSpPr>
          <p:spPr>
            <a:xfrm>
              <a:off x="2955750" y="3198625"/>
              <a:ext cx="69125" cy="203325"/>
            </a:xfrm>
            <a:custGeom>
              <a:avLst/>
              <a:gdLst/>
              <a:ahLst/>
              <a:cxnLst/>
              <a:rect l="l" t="t" r="r" b="b"/>
              <a:pathLst>
                <a:path w="2765" h="8133" extrusionOk="0">
                  <a:moveTo>
                    <a:pt x="1286" y="0"/>
                  </a:moveTo>
                  <a:lnTo>
                    <a:pt x="1189" y="32"/>
                  </a:lnTo>
                  <a:cubicBezTo>
                    <a:pt x="1093" y="32"/>
                    <a:pt x="997" y="97"/>
                    <a:pt x="964" y="193"/>
                  </a:cubicBezTo>
                  <a:cubicBezTo>
                    <a:pt x="964" y="193"/>
                    <a:pt x="739" y="836"/>
                    <a:pt x="482" y="1672"/>
                  </a:cubicBezTo>
                  <a:cubicBezTo>
                    <a:pt x="257" y="2540"/>
                    <a:pt x="0" y="3601"/>
                    <a:pt x="0" y="4501"/>
                  </a:cubicBezTo>
                  <a:cubicBezTo>
                    <a:pt x="0" y="6172"/>
                    <a:pt x="0" y="7876"/>
                    <a:pt x="0" y="7876"/>
                  </a:cubicBezTo>
                  <a:cubicBezTo>
                    <a:pt x="0" y="8036"/>
                    <a:pt x="129" y="8133"/>
                    <a:pt x="257" y="8133"/>
                  </a:cubicBezTo>
                  <a:cubicBezTo>
                    <a:pt x="418" y="8133"/>
                    <a:pt x="546" y="8036"/>
                    <a:pt x="546" y="7876"/>
                  </a:cubicBezTo>
                  <a:lnTo>
                    <a:pt x="546" y="4501"/>
                  </a:lnTo>
                  <a:cubicBezTo>
                    <a:pt x="546" y="3697"/>
                    <a:pt x="771" y="2636"/>
                    <a:pt x="997" y="1833"/>
                  </a:cubicBezTo>
                  <a:cubicBezTo>
                    <a:pt x="1125" y="1415"/>
                    <a:pt x="1222" y="1061"/>
                    <a:pt x="1318" y="804"/>
                  </a:cubicBezTo>
                  <a:cubicBezTo>
                    <a:pt x="1362" y="716"/>
                    <a:pt x="1391" y="628"/>
                    <a:pt x="1415" y="561"/>
                  </a:cubicBezTo>
                  <a:lnTo>
                    <a:pt x="1415" y="561"/>
                  </a:lnTo>
                  <a:cubicBezTo>
                    <a:pt x="1511" y="576"/>
                    <a:pt x="1636" y="603"/>
                    <a:pt x="1736" y="643"/>
                  </a:cubicBezTo>
                  <a:cubicBezTo>
                    <a:pt x="1800" y="708"/>
                    <a:pt x="1864" y="772"/>
                    <a:pt x="1929" y="836"/>
                  </a:cubicBezTo>
                  <a:cubicBezTo>
                    <a:pt x="1961" y="933"/>
                    <a:pt x="2025" y="1029"/>
                    <a:pt x="2025" y="1222"/>
                  </a:cubicBezTo>
                  <a:cubicBezTo>
                    <a:pt x="2025" y="1286"/>
                    <a:pt x="2025" y="1383"/>
                    <a:pt x="1993" y="1447"/>
                  </a:cubicBezTo>
                  <a:cubicBezTo>
                    <a:pt x="1961" y="1736"/>
                    <a:pt x="1929" y="2025"/>
                    <a:pt x="1929" y="2347"/>
                  </a:cubicBezTo>
                  <a:cubicBezTo>
                    <a:pt x="1929" y="3536"/>
                    <a:pt x="2186" y="4822"/>
                    <a:pt x="2186" y="4854"/>
                  </a:cubicBezTo>
                  <a:cubicBezTo>
                    <a:pt x="2214" y="4966"/>
                    <a:pt x="2339" y="5053"/>
                    <a:pt x="2455" y="5053"/>
                  </a:cubicBezTo>
                  <a:cubicBezTo>
                    <a:pt x="2473" y="5053"/>
                    <a:pt x="2490" y="5051"/>
                    <a:pt x="2507" y="5047"/>
                  </a:cubicBezTo>
                  <a:cubicBezTo>
                    <a:pt x="2668" y="5015"/>
                    <a:pt x="2764" y="4886"/>
                    <a:pt x="2732" y="4726"/>
                  </a:cubicBezTo>
                  <a:cubicBezTo>
                    <a:pt x="2732" y="4726"/>
                    <a:pt x="2700" y="4661"/>
                    <a:pt x="2700" y="4533"/>
                  </a:cubicBezTo>
                  <a:cubicBezTo>
                    <a:pt x="2604" y="4115"/>
                    <a:pt x="2475" y="3183"/>
                    <a:pt x="2475" y="2347"/>
                  </a:cubicBezTo>
                  <a:cubicBezTo>
                    <a:pt x="2475" y="2058"/>
                    <a:pt x="2475" y="1768"/>
                    <a:pt x="2539" y="1543"/>
                  </a:cubicBezTo>
                  <a:cubicBezTo>
                    <a:pt x="2539" y="1415"/>
                    <a:pt x="2539" y="1318"/>
                    <a:pt x="2539" y="1222"/>
                  </a:cubicBezTo>
                  <a:cubicBezTo>
                    <a:pt x="2539" y="965"/>
                    <a:pt x="2475" y="740"/>
                    <a:pt x="2379" y="579"/>
                  </a:cubicBezTo>
                  <a:cubicBezTo>
                    <a:pt x="2218" y="290"/>
                    <a:pt x="1993" y="161"/>
                    <a:pt x="1768" y="97"/>
                  </a:cubicBezTo>
                  <a:cubicBezTo>
                    <a:pt x="1543" y="32"/>
                    <a:pt x="1382" y="0"/>
                    <a:pt x="1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4414;p64">
              <a:extLst>
                <a:ext uri="{FF2B5EF4-FFF2-40B4-BE49-F238E27FC236}">
                  <a16:creationId xmlns:a16="http://schemas.microsoft.com/office/drawing/2014/main" id="{315F591B-C5E9-2590-F93F-7A4FC1D9400A}"/>
                </a:ext>
              </a:extLst>
            </p:cNvPr>
            <p:cNvSpPr/>
            <p:nvPr/>
          </p:nvSpPr>
          <p:spPr>
            <a:xfrm>
              <a:off x="2173825" y="3252475"/>
              <a:ext cx="853450" cy="753000"/>
            </a:xfrm>
            <a:custGeom>
              <a:avLst/>
              <a:gdLst/>
              <a:ahLst/>
              <a:cxnLst/>
              <a:rect l="l" t="t" r="r" b="b"/>
              <a:pathLst>
                <a:path w="34138" h="30120" extrusionOk="0">
                  <a:moveTo>
                    <a:pt x="7104" y="0"/>
                  </a:moveTo>
                  <a:lnTo>
                    <a:pt x="1865" y="3761"/>
                  </a:lnTo>
                  <a:cubicBezTo>
                    <a:pt x="1865" y="3761"/>
                    <a:pt x="1" y="6429"/>
                    <a:pt x="933" y="9386"/>
                  </a:cubicBezTo>
                  <a:cubicBezTo>
                    <a:pt x="1865" y="12311"/>
                    <a:pt x="15269" y="30119"/>
                    <a:pt x="17134" y="30119"/>
                  </a:cubicBezTo>
                  <a:cubicBezTo>
                    <a:pt x="18998" y="30119"/>
                    <a:pt x="32531" y="12601"/>
                    <a:pt x="33334" y="11508"/>
                  </a:cubicBezTo>
                  <a:cubicBezTo>
                    <a:pt x="34138" y="10447"/>
                    <a:pt x="30666" y="7779"/>
                    <a:pt x="30666" y="7779"/>
                  </a:cubicBezTo>
                  <a:lnTo>
                    <a:pt x="17134" y="20090"/>
                  </a:lnTo>
                  <a:cubicBezTo>
                    <a:pt x="17134" y="20090"/>
                    <a:pt x="13533" y="5625"/>
                    <a:pt x="12055" y="2957"/>
                  </a:cubicBezTo>
                  <a:cubicBezTo>
                    <a:pt x="10576" y="257"/>
                    <a:pt x="7104" y="0"/>
                    <a:pt x="7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4415;p64">
              <a:extLst>
                <a:ext uri="{FF2B5EF4-FFF2-40B4-BE49-F238E27FC236}">
                  <a16:creationId xmlns:a16="http://schemas.microsoft.com/office/drawing/2014/main" id="{16104B6A-A8DC-CF20-0A07-9D9A0353347B}"/>
                </a:ext>
              </a:extLst>
            </p:cNvPr>
            <p:cNvSpPr/>
            <p:nvPr/>
          </p:nvSpPr>
          <p:spPr>
            <a:xfrm>
              <a:off x="2183475" y="3245900"/>
              <a:ext cx="833350" cy="766800"/>
            </a:xfrm>
            <a:custGeom>
              <a:avLst/>
              <a:gdLst/>
              <a:ahLst/>
              <a:cxnLst/>
              <a:rect l="l" t="t" r="r" b="b"/>
              <a:pathLst>
                <a:path w="33334" h="30672" extrusionOk="0">
                  <a:moveTo>
                    <a:pt x="6678" y="1"/>
                  </a:moveTo>
                  <a:cubicBezTo>
                    <a:pt x="6564" y="1"/>
                    <a:pt x="6458" y="116"/>
                    <a:pt x="6429" y="231"/>
                  </a:cubicBezTo>
                  <a:cubicBezTo>
                    <a:pt x="6429" y="392"/>
                    <a:pt x="6526" y="520"/>
                    <a:pt x="6686" y="520"/>
                  </a:cubicBezTo>
                  <a:lnTo>
                    <a:pt x="6718" y="520"/>
                  </a:lnTo>
                  <a:cubicBezTo>
                    <a:pt x="6879" y="552"/>
                    <a:pt x="7747" y="649"/>
                    <a:pt x="8711" y="1067"/>
                  </a:cubicBezTo>
                  <a:cubicBezTo>
                    <a:pt x="9708" y="1452"/>
                    <a:pt x="10769" y="2160"/>
                    <a:pt x="11412" y="3349"/>
                  </a:cubicBezTo>
                  <a:cubicBezTo>
                    <a:pt x="11765" y="3960"/>
                    <a:pt x="12279" y="5374"/>
                    <a:pt x="12826" y="7110"/>
                  </a:cubicBezTo>
                  <a:cubicBezTo>
                    <a:pt x="13629" y="9681"/>
                    <a:pt x="14562" y="13024"/>
                    <a:pt x="15269" y="15692"/>
                  </a:cubicBezTo>
                  <a:cubicBezTo>
                    <a:pt x="15622" y="17042"/>
                    <a:pt x="15944" y="18232"/>
                    <a:pt x="16137" y="19068"/>
                  </a:cubicBezTo>
                  <a:cubicBezTo>
                    <a:pt x="16362" y="19903"/>
                    <a:pt x="16490" y="20418"/>
                    <a:pt x="16490" y="20418"/>
                  </a:cubicBezTo>
                  <a:cubicBezTo>
                    <a:pt x="16522" y="20514"/>
                    <a:pt x="16587" y="20578"/>
                    <a:pt x="16683" y="20610"/>
                  </a:cubicBezTo>
                  <a:cubicBezTo>
                    <a:pt x="16700" y="20619"/>
                    <a:pt x="16720" y="20623"/>
                    <a:pt x="16741" y="20623"/>
                  </a:cubicBezTo>
                  <a:cubicBezTo>
                    <a:pt x="16799" y="20623"/>
                    <a:pt x="16870" y="20593"/>
                    <a:pt x="16940" y="20546"/>
                  </a:cubicBezTo>
                  <a:lnTo>
                    <a:pt x="30283" y="8379"/>
                  </a:lnTo>
                  <a:lnTo>
                    <a:pt x="30283" y="8379"/>
                  </a:lnTo>
                  <a:cubicBezTo>
                    <a:pt x="30597" y="8607"/>
                    <a:pt x="31190" y="9147"/>
                    <a:pt x="31727" y="9714"/>
                  </a:cubicBezTo>
                  <a:cubicBezTo>
                    <a:pt x="32048" y="10003"/>
                    <a:pt x="32305" y="10324"/>
                    <a:pt x="32498" y="10646"/>
                  </a:cubicBezTo>
                  <a:cubicBezTo>
                    <a:pt x="32691" y="10935"/>
                    <a:pt x="32820" y="11224"/>
                    <a:pt x="32820" y="11385"/>
                  </a:cubicBezTo>
                  <a:cubicBezTo>
                    <a:pt x="32820" y="11481"/>
                    <a:pt x="32788" y="11546"/>
                    <a:pt x="32755" y="11610"/>
                  </a:cubicBezTo>
                  <a:cubicBezTo>
                    <a:pt x="32338" y="12156"/>
                    <a:pt x="28769" y="16817"/>
                    <a:pt x="25041" y="21318"/>
                  </a:cubicBezTo>
                  <a:cubicBezTo>
                    <a:pt x="23176" y="23568"/>
                    <a:pt x="21312" y="25786"/>
                    <a:pt x="19769" y="27457"/>
                  </a:cubicBezTo>
                  <a:cubicBezTo>
                    <a:pt x="18998" y="28293"/>
                    <a:pt x="18323" y="28968"/>
                    <a:pt x="17776" y="29450"/>
                  </a:cubicBezTo>
                  <a:cubicBezTo>
                    <a:pt x="17519" y="29675"/>
                    <a:pt x="17262" y="29868"/>
                    <a:pt x="17101" y="29965"/>
                  </a:cubicBezTo>
                  <a:cubicBezTo>
                    <a:pt x="16908" y="30093"/>
                    <a:pt x="16780" y="30125"/>
                    <a:pt x="16748" y="30125"/>
                  </a:cubicBezTo>
                  <a:cubicBezTo>
                    <a:pt x="16748" y="30125"/>
                    <a:pt x="16587" y="30093"/>
                    <a:pt x="16426" y="29965"/>
                  </a:cubicBezTo>
                  <a:cubicBezTo>
                    <a:pt x="16072" y="29740"/>
                    <a:pt x="15558" y="29290"/>
                    <a:pt x="14947" y="28679"/>
                  </a:cubicBezTo>
                  <a:cubicBezTo>
                    <a:pt x="12826" y="26493"/>
                    <a:pt x="9451" y="22282"/>
                    <a:pt x="6558" y="18360"/>
                  </a:cubicBezTo>
                  <a:cubicBezTo>
                    <a:pt x="5079" y="16367"/>
                    <a:pt x="3729" y="14471"/>
                    <a:pt x="2700" y="12896"/>
                  </a:cubicBezTo>
                  <a:cubicBezTo>
                    <a:pt x="2186" y="12124"/>
                    <a:pt x="1768" y="11417"/>
                    <a:pt x="1447" y="10839"/>
                  </a:cubicBezTo>
                  <a:cubicBezTo>
                    <a:pt x="1093" y="10260"/>
                    <a:pt x="868" y="9810"/>
                    <a:pt x="804" y="9553"/>
                  </a:cubicBezTo>
                  <a:cubicBezTo>
                    <a:pt x="611" y="9006"/>
                    <a:pt x="547" y="8428"/>
                    <a:pt x="547" y="7913"/>
                  </a:cubicBezTo>
                  <a:cubicBezTo>
                    <a:pt x="547" y="6885"/>
                    <a:pt x="836" y="5920"/>
                    <a:pt x="1125" y="5245"/>
                  </a:cubicBezTo>
                  <a:cubicBezTo>
                    <a:pt x="1286" y="4892"/>
                    <a:pt x="1415" y="4635"/>
                    <a:pt x="1511" y="4442"/>
                  </a:cubicBezTo>
                  <a:cubicBezTo>
                    <a:pt x="1575" y="4345"/>
                    <a:pt x="1607" y="4281"/>
                    <a:pt x="1640" y="4217"/>
                  </a:cubicBezTo>
                  <a:lnTo>
                    <a:pt x="1704" y="4185"/>
                  </a:lnTo>
                  <a:lnTo>
                    <a:pt x="1704" y="4153"/>
                  </a:lnTo>
                  <a:cubicBezTo>
                    <a:pt x="1800" y="4056"/>
                    <a:pt x="1768" y="3863"/>
                    <a:pt x="1640" y="3799"/>
                  </a:cubicBezTo>
                  <a:cubicBezTo>
                    <a:pt x="1589" y="3761"/>
                    <a:pt x="1533" y="3743"/>
                    <a:pt x="1478" y="3743"/>
                  </a:cubicBezTo>
                  <a:cubicBezTo>
                    <a:pt x="1394" y="3743"/>
                    <a:pt x="1312" y="3785"/>
                    <a:pt x="1254" y="3863"/>
                  </a:cubicBezTo>
                  <a:cubicBezTo>
                    <a:pt x="1254" y="3863"/>
                    <a:pt x="0" y="5631"/>
                    <a:pt x="0" y="7913"/>
                  </a:cubicBezTo>
                  <a:cubicBezTo>
                    <a:pt x="0" y="8492"/>
                    <a:pt x="97" y="9103"/>
                    <a:pt x="290" y="9714"/>
                  </a:cubicBezTo>
                  <a:cubicBezTo>
                    <a:pt x="418" y="10131"/>
                    <a:pt x="740" y="10742"/>
                    <a:pt x="1190" y="11514"/>
                  </a:cubicBezTo>
                  <a:cubicBezTo>
                    <a:pt x="2829" y="14214"/>
                    <a:pt x="6236" y="18971"/>
                    <a:pt x="9483" y="23053"/>
                  </a:cubicBezTo>
                  <a:cubicBezTo>
                    <a:pt x="11090" y="25111"/>
                    <a:pt x="12665" y="26975"/>
                    <a:pt x="13919" y="28357"/>
                  </a:cubicBezTo>
                  <a:cubicBezTo>
                    <a:pt x="14562" y="29032"/>
                    <a:pt x="15108" y="29611"/>
                    <a:pt x="15590" y="29997"/>
                  </a:cubicBezTo>
                  <a:cubicBezTo>
                    <a:pt x="15815" y="30190"/>
                    <a:pt x="16008" y="30350"/>
                    <a:pt x="16201" y="30479"/>
                  </a:cubicBezTo>
                  <a:cubicBezTo>
                    <a:pt x="16394" y="30575"/>
                    <a:pt x="16555" y="30672"/>
                    <a:pt x="16748" y="30672"/>
                  </a:cubicBezTo>
                  <a:cubicBezTo>
                    <a:pt x="16973" y="30640"/>
                    <a:pt x="17165" y="30575"/>
                    <a:pt x="17390" y="30415"/>
                  </a:cubicBezTo>
                  <a:cubicBezTo>
                    <a:pt x="17776" y="30157"/>
                    <a:pt x="18323" y="29707"/>
                    <a:pt x="18933" y="29097"/>
                  </a:cubicBezTo>
                  <a:cubicBezTo>
                    <a:pt x="21119" y="26943"/>
                    <a:pt x="24494" y="22861"/>
                    <a:pt x="27419" y="19228"/>
                  </a:cubicBezTo>
                  <a:cubicBezTo>
                    <a:pt x="30377" y="15596"/>
                    <a:pt x="32820" y="12382"/>
                    <a:pt x="33173" y="11931"/>
                  </a:cubicBezTo>
                  <a:cubicBezTo>
                    <a:pt x="33302" y="11771"/>
                    <a:pt x="33334" y="11578"/>
                    <a:pt x="33334" y="11385"/>
                  </a:cubicBezTo>
                  <a:cubicBezTo>
                    <a:pt x="33334" y="10999"/>
                    <a:pt x="33141" y="10614"/>
                    <a:pt x="32852" y="10196"/>
                  </a:cubicBezTo>
                  <a:cubicBezTo>
                    <a:pt x="32016" y="9038"/>
                    <a:pt x="30441" y="7817"/>
                    <a:pt x="30441" y="7817"/>
                  </a:cubicBezTo>
                  <a:cubicBezTo>
                    <a:pt x="30397" y="7773"/>
                    <a:pt x="30341" y="7756"/>
                    <a:pt x="30283" y="7756"/>
                  </a:cubicBezTo>
                  <a:cubicBezTo>
                    <a:pt x="30213" y="7756"/>
                    <a:pt x="30140" y="7782"/>
                    <a:pt x="30087" y="7817"/>
                  </a:cubicBezTo>
                  <a:lnTo>
                    <a:pt x="16895" y="19850"/>
                  </a:lnTo>
                  <a:lnTo>
                    <a:pt x="16895" y="19850"/>
                  </a:lnTo>
                  <a:cubicBezTo>
                    <a:pt x="16623" y="18769"/>
                    <a:pt x="15878" y="15837"/>
                    <a:pt x="15012" y="12703"/>
                  </a:cubicBezTo>
                  <a:cubicBezTo>
                    <a:pt x="14465" y="10742"/>
                    <a:pt x="13887" y="8685"/>
                    <a:pt x="13340" y="6917"/>
                  </a:cubicBezTo>
                  <a:cubicBezTo>
                    <a:pt x="12794" y="5181"/>
                    <a:pt x="12279" y="3799"/>
                    <a:pt x="11894" y="3060"/>
                  </a:cubicBezTo>
                  <a:cubicBezTo>
                    <a:pt x="11122" y="1645"/>
                    <a:pt x="9804" y="906"/>
                    <a:pt x="8711" y="488"/>
                  </a:cubicBezTo>
                  <a:cubicBezTo>
                    <a:pt x="7618" y="70"/>
                    <a:pt x="6751" y="6"/>
                    <a:pt x="6718" y="6"/>
                  </a:cubicBezTo>
                  <a:cubicBezTo>
                    <a:pt x="6705" y="2"/>
                    <a:pt x="6691" y="1"/>
                    <a:pt x="6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4416;p64">
              <a:extLst>
                <a:ext uri="{FF2B5EF4-FFF2-40B4-BE49-F238E27FC236}">
                  <a16:creationId xmlns:a16="http://schemas.microsoft.com/office/drawing/2014/main" id="{CFAD1F5C-6E46-09C7-AD04-59D52C72F75F}"/>
                </a:ext>
              </a:extLst>
            </p:cNvPr>
            <p:cNvSpPr/>
            <p:nvPr/>
          </p:nvSpPr>
          <p:spPr>
            <a:xfrm>
              <a:off x="3821225" y="1865575"/>
              <a:ext cx="186475" cy="152025"/>
            </a:xfrm>
            <a:custGeom>
              <a:avLst/>
              <a:gdLst/>
              <a:ahLst/>
              <a:cxnLst/>
              <a:rect l="l" t="t" r="r" b="b"/>
              <a:pathLst>
                <a:path w="7459" h="6081" extrusionOk="0">
                  <a:moveTo>
                    <a:pt x="5146" y="1"/>
                  </a:moveTo>
                  <a:cubicBezTo>
                    <a:pt x="4953" y="1"/>
                    <a:pt x="4749" y="20"/>
                    <a:pt x="4533" y="59"/>
                  </a:cubicBezTo>
                  <a:cubicBezTo>
                    <a:pt x="2604" y="445"/>
                    <a:pt x="740" y="2470"/>
                    <a:pt x="740" y="2470"/>
                  </a:cubicBezTo>
                  <a:cubicBezTo>
                    <a:pt x="740" y="2470"/>
                    <a:pt x="1" y="3113"/>
                    <a:pt x="483" y="4334"/>
                  </a:cubicBezTo>
                  <a:cubicBezTo>
                    <a:pt x="933" y="5523"/>
                    <a:pt x="2604" y="6006"/>
                    <a:pt x="3633" y="6070"/>
                  </a:cubicBezTo>
                  <a:cubicBezTo>
                    <a:pt x="3703" y="6077"/>
                    <a:pt x="3777" y="6080"/>
                    <a:pt x="3855" y="6080"/>
                  </a:cubicBezTo>
                  <a:cubicBezTo>
                    <a:pt x="4873" y="6080"/>
                    <a:pt x="6436" y="5456"/>
                    <a:pt x="6944" y="3306"/>
                  </a:cubicBezTo>
                  <a:cubicBezTo>
                    <a:pt x="7459" y="1246"/>
                    <a:pt x="6701" y="1"/>
                    <a:pt x="5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4417;p64">
              <a:extLst>
                <a:ext uri="{FF2B5EF4-FFF2-40B4-BE49-F238E27FC236}">
                  <a16:creationId xmlns:a16="http://schemas.microsoft.com/office/drawing/2014/main" id="{2A407E6F-60F6-B2FB-517E-4AB69B13312C}"/>
                </a:ext>
              </a:extLst>
            </p:cNvPr>
            <p:cNvSpPr/>
            <p:nvPr/>
          </p:nvSpPr>
          <p:spPr>
            <a:xfrm>
              <a:off x="3822025" y="1859000"/>
              <a:ext cx="183250" cy="165575"/>
            </a:xfrm>
            <a:custGeom>
              <a:avLst/>
              <a:gdLst/>
              <a:ahLst/>
              <a:cxnLst/>
              <a:rect l="l" t="t" r="r" b="b"/>
              <a:pathLst>
                <a:path w="7330" h="6623" extrusionOk="0">
                  <a:moveTo>
                    <a:pt x="5144" y="547"/>
                  </a:moveTo>
                  <a:cubicBezTo>
                    <a:pt x="5690" y="547"/>
                    <a:pt x="6076" y="708"/>
                    <a:pt x="6365" y="997"/>
                  </a:cubicBezTo>
                  <a:cubicBezTo>
                    <a:pt x="6622" y="1318"/>
                    <a:pt x="6815" y="1768"/>
                    <a:pt x="6815" y="2411"/>
                  </a:cubicBezTo>
                  <a:cubicBezTo>
                    <a:pt x="6815" y="2733"/>
                    <a:pt x="6751" y="3086"/>
                    <a:pt x="6655" y="3504"/>
                  </a:cubicBezTo>
                  <a:cubicBezTo>
                    <a:pt x="6397" y="4533"/>
                    <a:pt x="5915" y="5176"/>
                    <a:pt x="5401" y="5561"/>
                  </a:cubicBezTo>
                  <a:cubicBezTo>
                    <a:pt x="4854" y="5947"/>
                    <a:pt x="4276" y="6076"/>
                    <a:pt x="3794" y="6076"/>
                  </a:cubicBezTo>
                  <a:lnTo>
                    <a:pt x="3601" y="6076"/>
                  </a:lnTo>
                  <a:cubicBezTo>
                    <a:pt x="3119" y="6044"/>
                    <a:pt x="2476" y="5915"/>
                    <a:pt x="1929" y="5658"/>
                  </a:cubicBezTo>
                  <a:cubicBezTo>
                    <a:pt x="1351" y="5369"/>
                    <a:pt x="869" y="5015"/>
                    <a:pt x="676" y="4501"/>
                  </a:cubicBezTo>
                  <a:cubicBezTo>
                    <a:pt x="579" y="4244"/>
                    <a:pt x="547" y="4019"/>
                    <a:pt x="547" y="3826"/>
                  </a:cubicBezTo>
                  <a:cubicBezTo>
                    <a:pt x="547" y="3536"/>
                    <a:pt x="644" y="3311"/>
                    <a:pt x="740" y="3151"/>
                  </a:cubicBezTo>
                  <a:cubicBezTo>
                    <a:pt x="772" y="3086"/>
                    <a:pt x="804" y="3022"/>
                    <a:pt x="836" y="2990"/>
                  </a:cubicBezTo>
                  <a:lnTo>
                    <a:pt x="869" y="2958"/>
                  </a:lnTo>
                  <a:lnTo>
                    <a:pt x="901" y="2926"/>
                  </a:lnTo>
                  <a:lnTo>
                    <a:pt x="933" y="2893"/>
                  </a:lnTo>
                  <a:cubicBezTo>
                    <a:pt x="1029" y="2797"/>
                    <a:pt x="1511" y="2283"/>
                    <a:pt x="2186" y="1768"/>
                  </a:cubicBezTo>
                  <a:cubicBezTo>
                    <a:pt x="2862" y="1254"/>
                    <a:pt x="3729" y="740"/>
                    <a:pt x="4565" y="579"/>
                  </a:cubicBezTo>
                  <a:cubicBezTo>
                    <a:pt x="4758" y="547"/>
                    <a:pt x="4951" y="547"/>
                    <a:pt x="5144" y="547"/>
                  </a:cubicBezTo>
                  <a:close/>
                  <a:moveTo>
                    <a:pt x="5144" y="0"/>
                  </a:moveTo>
                  <a:cubicBezTo>
                    <a:pt x="4919" y="0"/>
                    <a:pt x="4694" y="33"/>
                    <a:pt x="4469" y="65"/>
                  </a:cubicBezTo>
                  <a:cubicBezTo>
                    <a:pt x="3408" y="258"/>
                    <a:pt x="2444" y="901"/>
                    <a:pt x="1704" y="1447"/>
                  </a:cubicBezTo>
                  <a:cubicBezTo>
                    <a:pt x="1073" y="1963"/>
                    <a:pt x="621" y="2429"/>
                    <a:pt x="531" y="2545"/>
                  </a:cubicBezTo>
                  <a:lnTo>
                    <a:pt x="531" y="2545"/>
                  </a:lnTo>
                  <a:cubicBezTo>
                    <a:pt x="484" y="2572"/>
                    <a:pt x="371" y="2696"/>
                    <a:pt x="258" y="2893"/>
                  </a:cubicBezTo>
                  <a:cubicBezTo>
                    <a:pt x="129" y="3086"/>
                    <a:pt x="1" y="3408"/>
                    <a:pt x="1" y="3826"/>
                  </a:cubicBezTo>
                  <a:cubicBezTo>
                    <a:pt x="1" y="4083"/>
                    <a:pt x="65" y="4372"/>
                    <a:pt x="194" y="4694"/>
                  </a:cubicBezTo>
                  <a:cubicBezTo>
                    <a:pt x="451" y="5369"/>
                    <a:pt x="1061" y="5819"/>
                    <a:pt x="1704" y="6140"/>
                  </a:cubicBezTo>
                  <a:cubicBezTo>
                    <a:pt x="2315" y="6429"/>
                    <a:pt x="3022" y="6558"/>
                    <a:pt x="3569" y="6622"/>
                  </a:cubicBezTo>
                  <a:lnTo>
                    <a:pt x="3794" y="6622"/>
                  </a:lnTo>
                  <a:cubicBezTo>
                    <a:pt x="4372" y="6622"/>
                    <a:pt x="5079" y="6462"/>
                    <a:pt x="5722" y="5979"/>
                  </a:cubicBezTo>
                  <a:cubicBezTo>
                    <a:pt x="6365" y="5529"/>
                    <a:pt x="6912" y="4758"/>
                    <a:pt x="7169" y="3633"/>
                  </a:cubicBezTo>
                  <a:cubicBezTo>
                    <a:pt x="7297" y="3183"/>
                    <a:pt x="7330" y="2765"/>
                    <a:pt x="7330" y="2411"/>
                  </a:cubicBezTo>
                  <a:cubicBezTo>
                    <a:pt x="7330" y="1672"/>
                    <a:pt x="7137" y="1061"/>
                    <a:pt x="6751" y="643"/>
                  </a:cubicBezTo>
                  <a:cubicBezTo>
                    <a:pt x="6365" y="225"/>
                    <a:pt x="5787" y="0"/>
                    <a:pt x="5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4418;p64">
              <a:extLst>
                <a:ext uri="{FF2B5EF4-FFF2-40B4-BE49-F238E27FC236}">
                  <a16:creationId xmlns:a16="http://schemas.microsoft.com/office/drawing/2014/main" id="{48AE0EFA-3C53-4217-A64A-E5EF5CBDA6F9}"/>
                </a:ext>
              </a:extLst>
            </p:cNvPr>
            <p:cNvSpPr/>
            <p:nvPr/>
          </p:nvSpPr>
          <p:spPr>
            <a:xfrm>
              <a:off x="3668550" y="1913650"/>
              <a:ext cx="247525" cy="173600"/>
            </a:xfrm>
            <a:custGeom>
              <a:avLst/>
              <a:gdLst/>
              <a:ahLst/>
              <a:cxnLst/>
              <a:rect l="l" t="t" r="r" b="b"/>
              <a:pathLst>
                <a:path w="9901" h="6944" extrusionOk="0">
                  <a:moveTo>
                    <a:pt x="7972" y="0"/>
                  </a:moveTo>
                  <a:cubicBezTo>
                    <a:pt x="7972" y="0"/>
                    <a:pt x="3986" y="547"/>
                    <a:pt x="3054" y="1190"/>
                  </a:cubicBezTo>
                  <a:cubicBezTo>
                    <a:pt x="2122" y="1833"/>
                    <a:pt x="0" y="5465"/>
                    <a:pt x="0" y="5915"/>
                  </a:cubicBezTo>
                  <a:cubicBezTo>
                    <a:pt x="0" y="6397"/>
                    <a:pt x="1286" y="6847"/>
                    <a:pt x="1961" y="6847"/>
                  </a:cubicBezTo>
                  <a:cubicBezTo>
                    <a:pt x="2604" y="6847"/>
                    <a:pt x="4275" y="4629"/>
                    <a:pt x="4275" y="4629"/>
                  </a:cubicBezTo>
                  <a:lnTo>
                    <a:pt x="4275" y="4629"/>
                  </a:lnTo>
                  <a:lnTo>
                    <a:pt x="3440" y="6943"/>
                  </a:lnTo>
                  <a:cubicBezTo>
                    <a:pt x="3440" y="6943"/>
                    <a:pt x="4275" y="6847"/>
                    <a:pt x="4340" y="6461"/>
                  </a:cubicBezTo>
                  <a:cubicBezTo>
                    <a:pt x="4436" y="6108"/>
                    <a:pt x="5754" y="3600"/>
                    <a:pt x="5754" y="3600"/>
                  </a:cubicBezTo>
                  <a:cubicBezTo>
                    <a:pt x="5754" y="3600"/>
                    <a:pt x="5806" y="3603"/>
                    <a:pt x="5896" y="3603"/>
                  </a:cubicBezTo>
                  <a:cubicBezTo>
                    <a:pt x="6422" y="3603"/>
                    <a:pt x="8259" y="3532"/>
                    <a:pt x="8808" y="2572"/>
                  </a:cubicBezTo>
                  <a:cubicBezTo>
                    <a:pt x="9451" y="1479"/>
                    <a:pt x="9901" y="740"/>
                    <a:pt x="7972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4419;p64">
              <a:extLst>
                <a:ext uri="{FF2B5EF4-FFF2-40B4-BE49-F238E27FC236}">
                  <a16:creationId xmlns:a16="http://schemas.microsoft.com/office/drawing/2014/main" id="{5ECBC398-A1C2-8EDB-AC07-AD7B135D04B1}"/>
                </a:ext>
              </a:extLst>
            </p:cNvPr>
            <p:cNvSpPr/>
            <p:nvPr/>
          </p:nvSpPr>
          <p:spPr>
            <a:xfrm>
              <a:off x="3662100" y="1907225"/>
              <a:ext cx="247550" cy="186675"/>
            </a:xfrm>
            <a:custGeom>
              <a:avLst/>
              <a:gdLst/>
              <a:ahLst/>
              <a:cxnLst/>
              <a:rect l="l" t="t" r="r" b="b"/>
              <a:pathLst>
                <a:path w="9902" h="7467" extrusionOk="0">
                  <a:moveTo>
                    <a:pt x="8178" y="532"/>
                  </a:moveTo>
                  <a:lnTo>
                    <a:pt x="8178" y="532"/>
                  </a:lnTo>
                  <a:cubicBezTo>
                    <a:pt x="8635" y="717"/>
                    <a:pt x="8943" y="874"/>
                    <a:pt x="9130" y="1061"/>
                  </a:cubicBezTo>
                  <a:cubicBezTo>
                    <a:pt x="9291" y="1222"/>
                    <a:pt x="9355" y="1350"/>
                    <a:pt x="9355" y="1511"/>
                  </a:cubicBezTo>
                  <a:cubicBezTo>
                    <a:pt x="9355" y="1768"/>
                    <a:pt x="9130" y="2186"/>
                    <a:pt x="8841" y="2700"/>
                  </a:cubicBezTo>
                  <a:cubicBezTo>
                    <a:pt x="8616" y="3086"/>
                    <a:pt x="8101" y="3311"/>
                    <a:pt x="7523" y="3440"/>
                  </a:cubicBezTo>
                  <a:cubicBezTo>
                    <a:pt x="6944" y="3568"/>
                    <a:pt x="6366" y="3600"/>
                    <a:pt x="6141" y="3600"/>
                  </a:cubicBezTo>
                  <a:lnTo>
                    <a:pt x="6012" y="3600"/>
                  </a:lnTo>
                  <a:cubicBezTo>
                    <a:pt x="5916" y="3600"/>
                    <a:pt x="5819" y="3632"/>
                    <a:pt x="5755" y="3729"/>
                  </a:cubicBezTo>
                  <a:cubicBezTo>
                    <a:pt x="5755" y="3729"/>
                    <a:pt x="5433" y="4372"/>
                    <a:pt x="5112" y="5047"/>
                  </a:cubicBezTo>
                  <a:cubicBezTo>
                    <a:pt x="4919" y="5368"/>
                    <a:pt x="4758" y="5722"/>
                    <a:pt x="4630" y="6011"/>
                  </a:cubicBezTo>
                  <a:cubicBezTo>
                    <a:pt x="4565" y="6172"/>
                    <a:pt x="4501" y="6300"/>
                    <a:pt x="4437" y="6397"/>
                  </a:cubicBezTo>
                  <a:cubicBezTo>
                    <a:pt x="4405" y="6525"/>
                    <a:pt x="4373" y="6590"/>
                    <a:pt x="4340" y="6654"/>
                  </a:cubicBezTo>
                  <a:lnTo>
                    <a:pt x="4340" y="6686"/>
                  </a:lnTo>
                  <a:cubicBezTo>
                    <a:pt x="4317" y="6732"/>
                    <a:pt x="4211" y="6779"/>
                    <a:pt x="4093" y="6825"/>
                  </a:cubicBezTo>
                  <a:lnTo>
                    <a:pt x="4093" y="6825"/>
                  </a:lnTo>
                  <a:lnTo>
                    <a:pt x="4758" y="4983"/>
                  </a:lnTo>
                  <a:cubicBezTo>
                    <a:pt x="4823" y="4854"/>
                    <a:pt x="4758" y="4725"/>
                    <a:pt x="4662" y="4661"/>
                  </a:cubicBezTo>
                  <a:cubicBezTo>
                    <a:pt x="4616" y="4638"/>
                    <a:pt x="4567" y="4628"/>
                    <a:pt x="4519" y="4628"/>
                  </a:cubicBezTo>
                  <a:cubicBezTo>
                    <a:pt x="4432" y="4628"/>
                    <a:pt x="4350" y="4663"/>
                    <a:pt x="4308" y="4725"/>
                  </a:cubicBezTo>
                  <a:cubicBezTo>
                    <a:pt x="4308" y="4725"/>
                    <a:pt x="4276" y="4758"/>
                    <a:pt x="4244" y="4822"/>
                  </a:cubicBezTo>
                  <a:cubicBezTo>
                    <a:pt x="4083" y="5015"/>
                    <a:pt x="3665" y="5561"/>
                    <a:pt x="3215" y="6011"/>
                  </a:cubicBezTo>
                  <a:cubicBezTo>
                    <a:pt x="2990" y="6236"/>
                    <a:pt x="2765" y="6461"/>
                    <a:pt x="2572" y="6622"/>
                  </a:cubicBezTo>
                  <a:cubicBezTo>
                    <a:pt x="2476" y="6686"/>
                    <a:pt x="2412" y="6750"/>
                    <a:pt x="2315" y="6783"/>
                  </a:cubicBezTo>
                  <a:cubicBezTo>
                    <a:pt x="2251" y="6815"/>
                    <a:pt x="2219" y="6847"/>
                    <a:pt x="2219" y="6847"/>
                  </a:cubicBezTo>
                  <a:cubicBezTo>
                    <a:pt x="1930" y="6847"/>
                    <a:pt x="1480" y="6718"/>
                    <a:pt x="1094" y="6558"/>
                  </a:cubicBezTo>
                  <a:cubicBezTo>
                    <a:pt x="901" y="6493"/>
                    <a:pt x="740" y="6397"/>
                    <a:pt x="644" y="6300"/>
                  </a:cubicBezTo>
                  <a:cubicBezTo>
                    <a:pt x="580" y="6268"/>
                    <a:pt x="547" y="6236"/>
                    <a:pt x="547" y="6204"/>
                  </a:cubicBezTo>
                  <a:lnTo>
                    <a:pt x="515" y="6172"/>
                  </a:lnTo>
                  <a:cubicBezTo>
                    <a:pt x="547" y="6140"/>
                    <a:pt x="580" y="6011"/>
                    <a:pt x="644" y="5883"/>
                  </a:cubicBezTo>
                  <a:cubicBezTo>
                    <a:pt x="869" y="5368"/>
                    <a:pt x="1415" y="4436"/>
                    <a:pt x="1962" y="3568"/>
                  </a:cubicBezTo>
                  <a:cubicBezTo>
                    <a:pt x="2251" y="3118"/>
                    <a:pt x="2540" y="2700"/>
                    <a:pt x="2798" y="2379"/>
                  </a:cubicBezTo>
                  <a:cubicBezTo>
                    <a:pt x="3055" y="2025"/>
                    <a:pt x="3312" y="1768"/>
                    <a:pt x="3473" y="1672"/>
                  </a:cubicBezTo>
                  <a:cubicBezTo>
                    <a:pt x="3633" y="1543"/>
                    <a:pt x="4051" y="1382"/>
                    <a:pt x="4533" y="1254"/>
                  </a:cubicBezTo>
                  <a:cubicBezTo>
                    <a:pt x="5273" y="1029"/>
                    <a:pt x="6205" y="868"/>
                    <a:pt x="6976" y="739"/>
                  </a:cubicBezTo>
                  <a:cubicBezTo>
                    <a:pt x="7330" y="675"/>
                    <a:pt x="7651" y="611"/>
                    <a:pt x="7876" y="579"/>
                  </a:cubicBezTo>
                  <a:cubicBezTo>
                    <a:pt x="8013" y="562"/>
                    <a:pt x="8114" y="545"/>
                    <a:pt x="8178" y="532"/>
                  </a:cubicBezTo>
                  <a:close/>
                  <a:moveTo>
                    <a:pt x="8198" y="0"/>
                  </a:moveTo>
                  <a:cubicBezTo>
                    <a:pt x="8198" y="0"/>
                    <a:pt x="7169" y="129"/>
                    <a:pt x="6076" y="354"/>
                  </a:cubicBezTo>
                  <a:cubicBezTo>
                    <a:pt x="5498" y="450"/>
                    <a:pt x="4919" y="579"/>
                    <a:pt x="4405" y="739"/>
                  </a:cubicBezTo>
                  <a:cubicBezTo>
                    <a:pt x="3890" y="900"/>
                    <a:pt x="3440" y="1029"/>
                    <a:pt x="3151" y="1222"/>
                  </a:cubicBezTo>
                  <a:cubicBezTo>
                    <a:pt x="2894" y="1447"/>
                    <a:pt x="2572" y="1800"/>
                    <a:pt x="2219" y="2250"/>
                  </a:cubicBezTo>
                  <a:cubicBezTo>
                    <a:pt x="1737" y="2925"/>
                    <a:pt x="1190" y="3761"/>
                    <a:pt x="740" y="4533"/>
                  </a:cubicBezTo>
                  <a:cubicBezTo>
                    <a:pt x="547" y="4886"/>
                    <a:pt x="355" y="5240"/>
                    <a:pt x="226" y="5497"/>
                  </a:cubicBezTo>
                  <a:cubicBezTo>
                    <a:pt x="162" y="5658"/>
                    <a:pt x="97" y="5786"/>
                    <a:pt x="65" y="5883"/>
                  </a:cubicBezTo>
                  <a:cubicBezTo>
                    <a:pt x="33" y="5979"/>
                    <a:pt x="1" y="6075"/>
                    <a:pt x="1" y="6172"/>
                  </a:cubicBezTo>
                  <a:cubicBezTo>
                    <a:pt x="1" y="6300"/>
                    <a:pt x="33" y="6397"/>
                    <a:pt x="97" y="6493"/>
                  </a:cubicBezTo>
                  <a:cubicBezTo>
                    <a:pt x="194" y="6654"/>
                    <a:pt x="322" y="6750"/>
                    <a:pt x="483" y="6879"/>
                  </a:cubicBezTo>
                  <a:cubicBezTo>
                    <a:pt x="740" y="7008"/>
                    <a:pt x="1062" y="7136"/>
                    <a:pt x="1351" y="7233"/>
                  </a:cubicBezTo>
                  <a:cubicBezTo>
                    <a:pt x="1640" y="7329"/>
                    <a:pt x="1962" y="7361"/>
                    <a:pt x="2219" y="7361"/>
                  </a:cubicBezTo>
                  <a:cubicBezTo>
                    <a:pt x="2347" y="7361"/>
                    <a:pt x="2476" y="7329"/>
                    <a:pt x="2637" y="7233"/>
                  </a:cubicBezTo>
                  <a:cubicBezTo>
                    <a:pt x="2862" y="7104"/>
                    <a:pt x="3087" y="6911"/>
                    <a:pt x="3312" y="6686"/>
                  </a:cubicBezTo>
                  <a:cubicBezTo>
                    <a:pt x="3462" y="6542"/>
                    <a:pt x="3613" y="6385"/>
                    <a:pt x="3757" y="6228"/>
                  </a:cubicBezTo>
                  <a:lnTo>
                    <a:pt x="3757" y="6228"/>
                  </a:lnTo>
                  <a:lnTo>
                    <a:pt x="3440" y="7104"/>
                  </a:lnTo>
                  <a:cubicBezTo>
                    <a:pt x="3408" y="7200"/>
                    <a:pt x="3408" y="7297"/>
                    <a:pt x="3473" y="7361"/>
                  </a:cubicBezTo>
                  <a:cubicBezTo>
                    <a:pt x="3525" y="7414"/>
                    <a:pt x="3599" y="7466"/>
                    <a:pt x="3677" y="7466"/>
                  </a:cubicBezTo>
                  <a:cubicBezTo>
                    <a:pt x="3694" y="7466"/>
                    <a:pt x="3712" y="7464"/>
                    <a:pt x="3730" y="7458"/>
                  </a:cubicBezTo>
                  <a:cubicBezTo>
                    <a:pt x="3730" y="7458"/>
                    <a:pt x="3955" y="7426"/>
                    <a:pt x="4180" y="7361"/>
                  </a:cubicBezTo>
                  <a:cubicBezTo>
                    <a:pt x="4308" y="7329"/>
                    <a:pt x="4437" y="7265"/>
                    <a:pt x="4565" y="7200"/>
                  </a:cubicBezTo>
                  <a:cubicBezTo>
                    <a:pt x="4694" y="7104"/>
                    <a:pt x="4823" y="6975"/>
                    <a:pt x="4887" y="6815"/>
                  </a:cubicBezTo>
                  <a:cubicBezTo>
                    <a:pt x="4887" y="6783"/>
                    <a:pt x="4887" y="6718"/>
                    <a:pt x="4951" y="6622"/>
                  </a:cubicBezTo>
                  <a:cubicBezTo>
                    <a:pt x="5080" y="6268"/>
                    <a:pt x="5433" y="5593"/>
                    <a:pt x="5690" y="5047"/>
                  </a:cubicBezTo>
                  <a:cubicBezTo>
                    <a:pt x="5879" y="4671"/>
                    <a:pt x="6053" y="4335"/>
                    <a:pt x="6152" y="4147"/>
                  </a:cubicBezTo>
                  <a:lnTo>
                    <a:pt x="6152" y="4147"/>
                  </a:lnTo>
                  <a:cubicBezTo>
                    <a:pt x="6416" y="4146"/>
                    <a:pt x="7018" y="4113"/>
                    <a:pt x="7651" y="3986"/>
                  </a:cubicBezTo>
                  <a:cubicBezTo>
                    <a:pt x="8262" y="3825"/>
                    <a:pt x="8937" y="3568"/>
                    <a:pt x="9291" y="2990"/>
                  </a:cubicBezTo>
                  <a:cubicBezTo>
                    <a:pt x="9580" y="2475"/>
                    <a:pt x="9869" y="2025"/>
                    <a:pt x="9869" y="1511"/>
                  </a:cubicBezTo>
                  <a:cubicBezTo>
                    <a:pt x="9901" y="1189"/>
                    <a:pt x="9741" y="900"/>
                    <a:pt x="9484" y="675"/>
                  </a:cubicBezTo>
                  <a:cubicBezTo>
                    <a:pt x="9226" y="418"/>
                    <a:pt x="8873" y="193"/>
                    <a:pt x="8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4420;p64">
              <a:extLst>
                <a:ext uri="{FF2B5EF4-FFF2-40B4-BE49-F238E27FC236}">
                  <a16:creationId xmlns:a16="http://schemas.microsoft.com/office/drawing/2014/main" id="{AB5BDCB1-227C-138A-A0DF-A4B17D86B828}"/>
                </a:ext>
              </a:extLst>
            </p:cNvPr>
            <p:cNvSpPr/>
            <p:nvPr/>
          </p:nvSpPr>
          <p:spPr>
            <a:xfrm>
              <a:off x="4006850" y="1760950"/>
              <a:ext cx="176825" cy="613200"/>
            </a:xfrm>
            <a:custGeom>
              <a:avLst/>
              <a:gdLst/>
              <a:ahLst/>
              <a:cxnLst/>
              <a:rect l="l" t="t" r="r" b="b"/>
              <a:pathLst>
                <a:path w="7073" h="24528" extrusionOk="0">
                  <a:moveTo>
                    <a:pt x="2412" y="1"/>
                  </a:moveTo>
                  <a:cubicBezTo>
                    <a:pt x="2412" y="1"/>
                    <a:pt x="1319" y="3730"/>
                    <a:pt x="1319" y="6076"/>
                  </a:cubicBezTo>
                  <a:cubicBezTo>
                    <a:pt x="1319" y="8391"/>
                    <a:pt x="2926" y="15880"/>
                    <a:pt x="2926" y="15880"/>
                  </a:cubicBezTo>
                  <a:cubicBezTo>
                    <a:pt x="2926" y="15880"/>
                    <a:pt x="2637" y="17905"/>
                    <a:pt x="1319" y="19320"/>
                  </a:cubicBezTo>
                  <a:cubicBezTo>
                    <a:pt x="1" y="20766"/>
                    <a:pt x="387" y="22663"/>
                    <a:pt x="997" y="23273"/>
                  </a:cubicBezTo>
                  <a:cubicBezTo>
                    <a:pt x="1470" y="23746"/>
                    <a:pt x="2310" y="24528"/>
                    <a:pt x="2858" y="24528"/>
                  </a:cubicBezTo>
                  <a:cubicBezTo>
                    <a:pt x="3018" y="24528"/>
                    <a:pt x="3153" y="24462"/>
                    <a:pt x="3247" y="24302"/>
                  </a:cubicBezTo>
                  <a:cubicBezTo>
                    <a:pt x="3633" y="23595"/>
                    <a:pt x="3344" y="22277"/>
                    <a:pt x="3730" y="21763"/>
                  </a:cubicBezTo>
                  <a:cubicBezTo>
                    <a:pt x="4148" y="21248"/>
                    <a:pt x="5658" y="20445"/>
                    <a:pt x="5883" y="18934"/>
                  </a:cubicBezTo>
                  <a:cubicBezTo>
                    <a:pt x="6076" y="17423"/>
                    <a:pt x="5755" y="12762"/>
                    <a:pt x="5755" y="10223"/>
                  </a:cubicBezTo>
                  <a:cubicBezTo>
                    <a:pt x="5755" y="7683"/>
                    <a:pt x="7073" y="3922"/>
                    <a:pt x="5658" y="1319"/>
                  </a:cubicBezTo>
                  <a:lnTo>
                    <a:pt x="2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4421;p64">
              <a:extLst>
                <a:ext uri="{FF2B5EF4-FFF2-40B4-BE49-F238E27FC236}">
                  <a16:creationId xmlns:a16="http://schemas.microsoft.com/office/drawing/2014/main" id="{9C51A3B6-AA93-E3DC-2075-AAB57DA085FF}"/>
                </a:ext>
              </a:extLst>
            </p:cNvPr>
            <p:cNvSpPr/>
            <p:nvPr/>
          </p:nvSpPr>
          <p:spPr>
            <a:xfrm>
              <a:off x="4010875" y="1754025"/>
              <a:ext cx="160750" cy="626550"/>
            </a:xfrm>
            <a:custGeom>
              <a:avLst/>
              <a:gdLst/>
              <a:ahLst/>
              <a:cxnLst/>
              <a:rect l="l" t="t" r="r" b="b"/>
              <a:pathLst>
                <a:path w="6430" h="25062" extrusionOk="0">
                  <a:moveTo>
                    <a:pt x="2246" y="0"/>
                  </a:moveTo>
                  <a:cubicBezTo>
                    <a:pt x="2133" y="0"/>
                    <a:pt x="2044" y="81"/>
                    <a:pt x="1994" y="181"/>
                  </a:cubicBezTo>
                  <a:cubicBezTo>
                    <a:pt x="1994" y="181"/>
                    <a:pt x="1736" y="1146"/>
                    <a:pt x="1447" y="2367"/>
                  </a:cubicBezTo>
                  <a:cubicBezTo>
                    <a:pt x="1158" y="3621"/>
                    <a:pt x="869" y="5132"/>
                    <a:pt x="869" y="6353"/>
                  </a:cubicBezTo>
                  <a:cubicBezTo>
                    <a:pt x="901" y="7542"/>
                    <a:pt x="1286" y="10018"/>
                    <a:pt x="1704" y="12171"/>
                  </a:cubicBezTo>
                  <a:cubicBezTo>
                    <a:pt x="2062" y="14200"/>
                    <a:pt x="2448" y="15951"/>
                    <a:pt x="2502" y="16193"/>
                  </a:cubicBezTo>
                  <a:lnTo>
                    <a:pt x="2502" y="16193"/>
                  </a:lnTo>
                  <a:cubicBezTo>
                    <a:pt x="2442" y="16514"/>
                    <a:pt x="2070" y="18239"/>
                    <a:pt x="965" y="19436"/>
                  </a:cubicBezTo>
                  <a:cubicBezTo>
                    <a:pt x="258" y="20175"/>
                    <a:pt x="1" y="21043"/>
                    <a:pt x="1" y="21847"/>
                  </a:cubicBezTo>
                  <a:cubicBezTo>
                    <a:pt x="1" y="22650"/>
                    <a:pt x="258" y="23358"/>
                    <a:pt x="643" y="23743"/>
                  </a:cubicBezTo>
                  <a:cubicBezTo>
                    <a:pt x="901" y="24000"/>
                    <a:pt x="1222" y="24322"/>
                    <a:pt x="1576" y="24579"/>
                  </a:cubicBezTo>
                  <a:cubicBezTo>
                    <a:pt x="1769" y="24708"/>
                    <a:pt x="1929" y="24836"/>
                    <a:pt x="2122" y="24901"/>
                  </a:cubicBezTo>
                  <a:cubicBezTo>
                    <a:pt x="2315" y="24997"/>
                    <a:pt x="2476" y="25061"/>
                    <a:pt x="2701" y="25061"/>
                  </a:cubicBezTo>
                  <a:cubicBezTo>
                    <a:pt x="2797" y="25061"/>
                    <a:pt x="2926" y="25061"/>
                    <a:pt x="3054" y="24997"/>
                  </a:cubicBezTo>
                  <a:cubicBezTo>
                    <a:pt x="3151" y="24933"/>
                    <a:pt x="3247" y="24836"/>
                    <a:pt x="3311" y="24708"/>
                  </a:cubicBezTo>
                  <a:cubicBezTo>
                    <a:pt x="3569" y="24258"/>
                    <a:pt x="3569" y="23743"/>
                    <a:pt x="3601" y="23261"/>
                  </a:cubicBezTo>
                  <a:cubicBezTo>
                    <a:pt x="3601" y="23004"/>
                    <a:pt x="3633" y="22779"/>
                    <a:pt x="3665" y="22586"/>
                  </a:cubicBezTo>
                  <a:cubicBezTo>
                    <a:pt x="3697" y="22425"/>
                    <a:pt x="3729" y="22265"/>
                    <a:pt x="3794" y="22200"/>
                  </a:cubicBezTo>
                  <a:cubicBezTo>
                    <a:pt x="3858" y="22104"/>
                    <a:pt x="4019" y="21975"/>
                    <a:pt x="4244" y="21815"/>
                  </a:cubicBezTo>
                  <a:cubicBezTo>
                    <a:pt x="4533" y="21557"/>
                    <a:pt x="4919" y="21236"/>
                    <a:pt x="5272" y="20818"/>
                  </a:cubicBezTo>
                  <a:cubicBezTo>
                    <a:pt x="5594" y="20400"/>
                    <a:pt x="5883" y="19886"/>
                    <a:pt x="5979" y="19243"/>
                  </a:cubicBezTo>
                  <a:cubicBezTo>
                    <a:pt x="6044" y="18825"/>
                    <a:pt x="6044" y="18247"/>
                    <a:pt x="6044" y="17572"/>
                  </a:cubicBezTo>
                  <a:cubicBezTo>
                    <a:pt x="6044" y="15482"/>
                    <a:pt x="5883" y="12396"/>
                    <a:pt x="5883" y="10500"/>
                  </a:cubicBezTo>
                  <a:cubicBezTo>
                    <a:pt x="5883" y="8893"/>
                    <a:pt x="6429" y="6739"/>
                    <a:pt x="6429" y="4649"/>
                  </a:cubicBezTo>
                  <a:cubicBezTo>
                    <a:pt x="6429" y="3524"/>
                    <a:pt x="6269" y="2432"/>
                    <a:pt x="5754" y="1467"/>
                  </a:cubicBezTo>
                  <a:cubicBezTo>
                    <a:pt x="5684" y="1373"/>
                    <a:pt x="5579" y="1313"/>
                    <a:pt x="5477" y="1313"/>
                  </a:cubicBezTo>
                  <a:cubicBezTo>
                    <a:pt x="5440" y="1313"/>
                    <a:pt x="5403" y="1321"/>
                    <a:pt x="5369" y="1339"/>
                  </a:cubicBezTo>
                  <a:cubicBezTo>
                    <a:pt x="5240" y="1403"/>
                    <a:pt x="5208" y="1564"/>
                    <a:pt x="5272" y="1724"/>
                  </a:cubicBezTo>
                  <a:cubicBezTo>
                    <a:pt x="5722" y="2560"/>
                    <a:pt x="5883" y="3589"/>
                    <a:pt x="5883" y="4649"/>
                  </a:cubicBezTo>
                  <a:cubicBezTo>
                    <a:pt x="5883" y="6642"/>
                    <a:pt x="5337" y="8796"/>
                    <a:pt x="5337" y="10500"/>
                  </a:cubicBezTo>
                  <a:cubicBezTo>
                    <a:pt x="5337" y="12396"/>
                    <a:pt x="5497" y="15514"/>
                    <a:pt x="5497" y="17572"/>
                  </a:cubicBezTo>
                  <a:cubicBezTo>
                    <a:pt x="5497" y="18247"/>
                    <a:pt x="5497" y="18825"/>
                    <a:pt x="5433" y="19179"/>
                  </a:cubicBezTo>
                  <a:cubicBezTo>
                    <a:pt x="5369" y="19854"/>
                    <a:pt x="4983" y="20368"/>
                    <a:pt x="4533" y="20818"/>
                  </a:cubicBezTo>
                  <a:cubicBezTo>
                    <a:pt x="4308" y="21043"/>
                    <a:pt x="4083" y="21236"/>
                    <a:pt x="3890" y="21397"/>
                  </a:cubicBezTo>
                  <a:cubicBezTo>
                    <a:pt x="3665" y="21557"/>
                    <a:pt x="3504" y="21718"/>
                    <a:pt x="3376" y="21879"/>
                  </a:cubicBezTo>
                  <a:cubicBezTo>
                    <a:pt x="3215" y="22072"/>
                    <a:pt x="3151" y="22265"/>
                    <a:pt x="3119" y="22522"/>
                  </a:cubicBezTo>
                  <a:cubicBezTo>
                    <a:pt x="3054" y="22843"/>
                    <a:pt x="3054" y="23229"/>
                    <a:pt x="3054" y="23583"/>
                  </a:cubicBezTo>
                  <a:cubicBezTo>
                    <a:pt x="3022" y="23936"/>
                    <a:pt x="2958" y="24258"/>
                    <a:pt x="2829" y="24450"/>
                  </a:cubicBezTo>
                  <a:lnTo>
                    <a:pt x="2765" y="24515"/>
                  </a:lnTo>
                  <a:lnTo>
                    <a:pt x="2701" y="24547"/>
                  </a:lnTo>
                  <a:cubicBezTo>
                    <a:pt x="2604" y="24547"/>
                    <a:pt x="2508" y="24515"/>
                    <a:pt x="2347" y="24450"/>
                  </a:cubicBezTo>
                  <a:cubicBezTo>
                    <a:pt x="1929" y="24225"/>
                    <a:pt x="1383" y="23711"/>
                    <a:pt x="1029" y="23358"/>
                  </a:cubicBezTo>
                  <a:cubicBezTo>
                    <a:pt x="804" y="23133"/>
                    <a:pt x="547" y="22522"/>
                    <a:pt x="547" y="21847"/>
                  </a:cubicBezTo>
                  <a:cubicBezTo>
                    <a:pt x="547" y="21172"/>
                    <a:pt x="772" y="20432"/>
                    <a:pt x="1351" y="19790"/>
                  </a:cubicBezTo>
                  <a:cubicBezTo>
                    <a:pt x="2733" y="18279"/>
                    <a:pt x="3022" y="16222"/>
                    <a:pt x="3022" y="16222"/>
                  </a:cubicBezTo>
                  <a:lnTo>
                    <a:pt x="3022" y="16125"/>
                  </a:lnTo>
                  <a:cubicBezTo>
                    <a:pt x="3022" y="16125"/>
                    <a:pt x="2926" y="15643"/>
                    <a:pt x="2765" y="14904"/>
                  </a:cubicBezTo>
                  <a:cubicBezTo>
                    <a:pt x="2540" y="13811"/>
                    <a:pt x="2219" y="12075"/>
                    <a:pt x="1929" y="10435"/>
                  </a:cubicBezTo>
                  <a:cubicBezTo>
                    <a:pt x="1640" y="8764"/>
                    <a:pt x="1415" y="7189"/>
                    <a:pt x="1415" y="6353"/>
                  </a:cubicBezTo>
                  <a:cubicBezTo>
                    <a:pt x="1415" y="5228"/>
                    <a:pt x="1704" y="3717"/>
                    <a:pt x="1961" y="2496"/>
                  </a:cubicBezTo>
                  <a:cubicBezTo>
                    <a:pt x="2122" y="1885"/>
                    <a:pt x="2251" y="1339"/>
                    <a:pt x="2347" y="953"/>
                  </a:cubicBezTo>
                  <a:cubicBezTo>
                    <a:pt x="2444" y="567"/>
                    <a:pt x="2508" y="342"/>
                    <a:pt x="2508" y="342"/>
                  </a:cubicBezTo>
                  <a:cubicBezTo>
                    <a:pt x="2572" y="214"/>
                    <a:pt x="2476" y="53"/>
                    <a:pt x="2347" y="21"/>
                  </a:cubicBezTo>
                  <a:cubicBezTo>
                    <a:pt x="2312" y="7"/>
                    <a:pt x="2278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4422;p64">
              <a:extLst>
                <a:ext uri="{FF2B5EF4-FFF2-40B4-BE49-F238E27FC236}">
                  <a16:creationId xmlns:a16="http://schemas.microsoft.com/office/drawing/2014/main" id="{B77E8405-B3F8-D5AA-1F8D-F9D12A3430B2}"/>
                </a:ext>
              </a:extLst>
            </p:cNvPr>
            <p:cNvSpPr/>
            <p:nvPr/>
          </p:nvSpPr>
          <p:spPr>
            <a:xfrm>
              <a:off x="4006850" y="2125825"/>
              <a:ext cx="149500" cy="248325"/>
            </a:xfrm>
            <a:custGeom>
              <a:avLst/>
              <a:gdLst/>
              <a:ahLst/>
              <a:cxnLst/>
              <a:rect l="l" t="t" r="r" b="b"/>
              <a:pathLst>
                <a:path w="5980" h="9933" extrusionOk="0">
                  <a:moveTo>
                    <a:pt x="4967" y="1"/>
                  </a:moveTo>
                  <a:cubicBezTo>
                    <a:pt x="3893" y="1"/>
                    <a:pt x="3245" y="446"/>
                    <a:pt x="2862" y="932"/>
                  </a:cubicBezTo>
                  <a:cubicBezTo>
                    <a:pt x="2894" y="1157"/>
                    <a:pt x="2926" y="1285"/>
                    <a:pt x="2926" y="1285"/>
                  </a:cubicBezTo>
                  <a:cubicBezTo>
                    <a:pt x="2926" y="1285"/>
                    <a:pt x="2637" y="3310"/>
                    <a:pt x="1319" y="4725"/>
                  </a:cubicBezTo>
                  <a:cubicBezTo>
                    <a:pt x="1" y="6171"/>
                    <a:pt x="387" y="8068"/>
                    <a:pt x="997" y="8678"/>
                  </a:cubicBezTo>
                  <a:cubicBezTo>
                    <a:pt x="1470" y="9151"/>
                    <a:pt x="2310" y="9933"/>
                    <a:pt x="2858" y="9933"/>
                  </a:cubicBezTo>
                  <a:cubicBezTo>
                    <a:pt x="3018" y="9933"/>
                    <a:pt x="3153" y="9867"/>
                    <a:pt x="3247" y="9707"/>
                  </a:cubicBezTo>
                  <a:cubicBezTo>
                    <a:pt x="3633" y="9000"/>
                    <a:pt x="3344" y="7682"/>
                    <a:pt x="3730" y="7168"/>
                  </a:cubicBezTo>
                  <a:cubicBezTo>
                    <a:pt x="4148" y="6653"/>
                    <a:pt x="5658" y="5850"/>
                    <a:pt x="5883" y="4339"/>
                  </a:cubicBezTo>
                  <a:cubicBezTo>
                    <a:pt x="5980" y="3535"/>
                    <a:pt x="5948" y="1864"/>
                    <a:pt x="5883" y="96"/>
                  </a:cubicBezTo>
                  <a:cubicBezTo>
                    <a:pt x="5548" y="30"/>
                    <a:pt x="5244" y="1"/>
                    <a:pt x="49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4423;p64">
              <a:extLst>
                <a:ext uri="{FF2B5EF4-FFF2-40B4-BE49-F238E27FC236}">
                  <a16:creationId xmlns:a16="http://schemas.microsoft.com/office/drawing/2014/main" id="{07EE9FD2-FEBD-546F-5702-0B866C17CB5C}"/>
                </a:ext>
              </a:extLst>
            </p:cNvPr>
            <p:cNvSpPr/>
            <p:nvPr/>
          </p:nvSpPr>
          <p:spPr>
            <a:xfrm>
              <a:off x="4010875" y="2119375"/>
              <a:ext cx="151100" cy="261200"/>
            </a:xfrm>
            <a:custGeom>
              <a:avLst/>
              <a:gdLst/>
              <a:ahLst/>
              <a:cxnLst/>
              <a:rect l="l" t="t" r="r" b="b"/>
              <a:pathLst>
                <a:path w="6044" h="10448" extrusionOk="0">
                  <a:moveTo>
                    <a:pt x="4822" y="515"/>
                  </a:moveTo>
                  <a:cubicBezTo>
                    <a:pt x="5020" y="515"/>
                    <a:pt x="5237" y="534"/>
                    <a:pt x="5472" y="572"/>
                  </a:cubicBezTo>
                  <a:lnTo>
                    <a:pt x="5472" y="572"/>
                  </a:lnTo>
                  <a:cubicBezTo>
                    <a:pt x="5497" y="1426"/>
                    <a:pt x="5497" y="2246"/>
                    <a:pt x="5497" y="2958"/>
                  </a:cubicBezTo>
                  <a:cubicBezTo>
                    <a:pt x="5497" y="3633"/>
                    <a:pt x="5497" y="4211"/>
                    <a:pt x="5433" y="4565"/>
                  </a:cubicBezTo>
                  <a:cubicBezTo>
                    <a:pt x="5369" y="5240"/>
                    <a:pt x="4983" y="5754"/>
                    <a:pt x="4533" y="6204"/>
                  </a:cubicBezTo>
                  <a:cubicBezTo>
                    <a:pt x="4308" y="6429"/>
                    <a:pt x="4083" y="6622"/>
                    <a:pt x="3890" y="6783"/>
                  </a:cubicBezTo>
                  <a:cubicBezTo>
                    <a:pt x="3665" y="6943"/>
                    <a:pt x="3504" y="7104"/>
                    <a:pt x="3376" y="7265"/>
                  </a:cubicBezTo>
                  <a:cubicBezTo>
                    <a:pt x="3215" y="7458"/>
                    <a:pt x="3151" y="7651"/>
                    <a:pt x="3119" y="7908"/>
                  </a:cubicBezTo>
                  <a:cubicBezTo>
                    <a:pt x="3054" y="8229"/>
                    <a:pt x="3054" y="8615"/>
                    <a:pt x="3054" y="8969"/>
                  </a:cubicBezTo>
                  <a:cubicBezTo>
                    <a:pt x="3022" y="9322"/>
                    <a:pt x="2958" y="9644"/>
                    <a:pt x="2829" y="9836"/>
                  </a:cubicBezTo>
                  <a:lnTo>
                    <a:pt x="2765" y="9901"/>
                  </a:lnTo>
                  <a:lnTo>
                    <a:pt x="2701" y="9933"/>
                  </a:lnTo>
                  <a:cubicBezTo>
                    <a:pt x="2604" y="9933"/>
                    <a:pt x="2508" y="9901"/>
                    <a:pt x="2347" y="9836"/>
                  </a:cubicBezTo>
                  <a:cubicBezTo>
                    <a:pt x="1929" y="9611"/>
                    <a:pt x="1383" y="9097"/>
                    <a:pt x="1029" y="8744"/>
                  </a:cubicBezTo>
                  <a:cubicBezTo>
                    <a:pt x="804" y="8519"/>
                    <a:pt x="547" y="7908"/>
                    <a:pt x="547" y="7233"/>
                  </a:cubicBezTo>
                  <a:cubicBezTo>
                    <a:pt x="547" y="6558"/>
                    <a:pt x="772" y="5818"/>
                    <a:pt x="1351" y="5176"/>
                  </a:cubicBezTo>
                  <a:cubicBezTo>
                    <a:pt x="2733" y="3665"/>
                    <a:pt x="3022" y="1608"/>
                    <a:pt x="3022" y="1608"/>
                  </a:cubicBezTo>
                  <a:lnTo>
                    <a:pt x="3022" y="1511"/>
                  </a:lnTo>
                  <a:cubicBezTo>
                    <a:pt x="3022" y="1511"/>
                    <a:pt x="3002" y="1410"/>
                    <a:pt x="2978" y="1256"/>
                  </a:cubicBezTo>
                  <a:lnTo>
                    <a:pt x="2978" y="1256"/>
                  </a:lnTo>
                  <a:cubicBezTo>
                    <a:pt x="3333" y="876"/>
                    <a:pt x="3872" y="544"/>
                    <a:pt x="4822" y="515"/>
                  </a:cubicBezTo>
                  <a:close/>
                  <a:moveTo>
                    <a:pt x="4822" y="0"/>
                  </a:moveTo>
                  <a:cubicBezTo>
                    <a:pt x="3665" y="0"/>
                    <a:pt x="2894" y="482"/>
                    <a:pt x="2476" y="1029"/>
                  </a:cubicBezTo>
                  <a:cubicBezTo>
                    <a:pt x="2444" y="1093"/>
                    <a:pt x="2411" y="1157"/>
                    <a:pt x="2444" y="1254"/>
                  </a:cubicBezTo>
                  <a:cubicBezTo>
                    <a:pt x="2467" y="1418"/>
                    <a:pt x="2490" y="1531"/>
                    <a:pt x="2501" y="1580"/>
                  </a:cubicBezTo>
                  <a:lnTo>
                    <a:pt x="2501" y="1580"/>
                  </a:lnTo>
                  <a:cubicBezTo>
                    <a:pt x="2442" y="1902"/>
                    <a:pt x="2069" y="3626"/>
                    <a:pt x="965" y="4822"/>
                  </a:cubicBezTo>
                  <a:cubicBezTo>
                    <a:pt x="258" y="5561"/>
                    <a:pt x="1" y="6429"/>
                    <a:pt x="1" y="7233"/>
                  </a:cubicBezTo>
                  <a:cubicBezTo>
                    <a:pt x="1" y="8036"/>
                    <a:pt x="258" y="8744"/>
                    <a:pt x="643" y="9129"/>
                  </a:cubicBezTo>
                  <a:cubicBezTo>
                    <a:pt x="901" y="9386"/>
                    <a:pt x="1222" y="9708"/>
                    <a:pt x="1576" y="9965"/>
                  </a:cubicBezTo>
                  <a:cubicBezTo>
                    <a:pt x="1769" y="10094"/>
                    <a:pt x="1929" y="10222"/>
                    <a:pt x="2122" y="10287"/>
                  </a:cubicBezTo>
                  <a:cubicBezTo>
                    <a:pt x="2315" y="10383"/>
                    <a:pt x="2476" y="10447"/>
                    <a:pt x="2701" y="10447"/>
                  </a:cubicBezTo>
                  <a:cubicBezTo>
                    <a:pt x="2797" y="10447"/>
                    <a:pt x="2926" y="10447"/>
                    <a:pt x="3054" y="10383"/>
                  </a:cubicBezTo>
                  <a:cubicBezTo>
                    <a:pt x="3151" y="10319"/>
                    <a:pt x="3247" y="10222"/>
                    <a:pt x="3311" y="10094"/>
                  </a:cubicBezTo>
                  <a:cubicBezTo>
                    <a:pt x="3569" y="9644"/>
                    <a:pt x="3569" y="9129"/>
                    <a:pt x="3601" y="8647"/>
                  </a:cubicBezTo>
                  <a:cubicBezTo>
                    <a:pt x="3601" y="8390"/>
                    <a:pt x="3633" y="8165"/>
                    <a:pt x="3665" y="7972"/>
                  </a:cubicBezTo>
                  <a:cubicBezTo>
                    <a:pt x="3697" y="7811"/>
                    <a:pt x="3729" y="7651"/>
                    <a:pt x="3794" y="7586"/>
                  </a:cubicBezTo>
                  <a:cubicBezTo>
                    <a:pt x="3858" y="7490"/>
                    <a:pt x="4019" y="7361"/>
                    <a:pt x="4244" y="7201"/>
                  </a:cubicBezTo>
                  <a:cubicBezTo>
                    <a:pt x="4533" y="6943"/>
                    <a:pt x="4919" y="6622"/>
                    <a:pt x="5272" y="6204"/>
                  </a:cubicBezTo>
                  <a:cubicBezTo>
                    <a:pt x="5594" y="5786"/>
                    <a:pt x="5883" y="5272"/>
                    <a:pt x="5979" y="4629"/>
                  </a:cubicBezTo>
                  <a:cubicBezTo>
                    <a:pt x="6044" y="4211"/>
                    <a:pt x="6044" y="3633"/>
                    <a:pt x="6044" y="2958"/>
                  </a:cubicBezTo>
                  <a:cubicBezTo>
                    <a:pt x="6044" y="2186"/>
                    <a:pt x="6012" y="1286"/>
                    <a:pt x="5979" y="354"/>
                  </a:cubicBezTo>
                  <a:cubicBezTo>
                    <a:pt x="5979" y="225"/>
                    <a:pt x="5915" y="129"/>
                    <a:pt x="5787" y="97"/>
                  </a:cubicBezTo>
                  <a:cubicBezTo>
                    <a:pt x="5433" y="32"/>
                    <a:pt x="5112" y="0"/>
                    <a:pt x="4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4424;p64">
              <a:extLst>
                <a:ext uri="{FF2B5EF4-FFF2-40B4-BE49-F238E27FC236}">
                  <a16:creationId xmlns:a16="http://schemas.microsoft.com/office/drawing/2014/main" id="{4DA26F7D-0D45-1625-9E03-B66B7A409D98}"/>
                </a:ext>
              </a:extLst>
            </p:cNvPr>
            <p:cNvSpPr/>
            <p:nvPr/>
          </p:nvSpPr>
          <p:spPr>
            <a:xfrm>
              <a:off x="3981150" y="2125000"/>
              <a:ext cx="481375" cy="450850"/>
            </a:xfrm>
            <a:custGeom>
              <a:avLst/>
              <a:gdLst/>
              <a:ahLst/>
              <a:cxnLst/>
              <a:rect l="l" t="t" r="r" b="b"/>
              <a:pathLst>
                <a:path w="19255" h="18034" extrusionOk="0">
                  <a:moveTo>
                    <a:pt x="9740" y="0"/>
                  </a:moveTo>
                  <a:lnTo>
                    <a:pt x="0" y="11058"/>
                  </a:lnTo>
                  <a:lnTo>
                    <a:pt x="9836" y="18033"/>
                  </a:lnTo>
                  <a:lnTo>
                    <a:pt x="19255" y="6076"/>
                  </a:lnTo>
                  <a:lnTo>
                    <a:pt x="97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4425;p64">
              <a:extLst>
                <a:ext uri="{FF2B5EF4-FFF2-40B4-BE49-F238E27FC236}">
                  <a16:creationId xmlns:a16="http://schemas.microsoft.com/office/drawing/2014/main" id="{CCE23F72-E3DA-CEB5-9BBB-B94B9F2787D7}"/>
                </a:ext>
              </a:extLst>
            </p:cNvPr>
            <p:cNvSpPr/>
            <p:nvPr/>
          </p:nvSpPr>
          <p:spPr>
            <a:xfrm>
              <a:off x="3974725" y="2118525"/>
              <a:ext cx="495050" cy="464350"/>
            </a:xfrm>
            <a:custGeom>
              <a:avLst/>
              <a:gdLst/>
              <a:ahLst/>
              <a:cxnLst/>
              <a:rect l="l" t="t" r="r" b="b"/>
              <a:pathLst>
                <a:path w="19802" h="18574" extrusionOk="0">
                  <a:moveTo>
                    <a:pt x="10044" y="617"/>
                  </a:moveTo>
                  <a:lnTo>
                    <a:pt x="19126" y="6431"/>
                  </a:lnTo>
                  <a:lnTo>
                    <a:pt x="10029" y="17939"/>
                  </a:lnTo>
                  <a:lnTo>
                    <a:pt x="675" y="11253"/>
                  </a:lnTo>
                  <a:lnTo>
                    <a:pt x="10044" y="617"/>
                  </a:lnTo>
                  <a:close/>
                  <a:moveTo>
                    <a:pt x="10006" y="1"/>
                  </a:moveTo>
                  <a:cubicBezTo>
                    <a:pt x="9927" y="1"/>
                    <a:pt x="9846" y="36"/>
                    <a:pt x="9804" y="99"/>
                  </a:cubicBezTo>
                  <a:lnTo>
                    <a:pt x="64" y="11124"/>
                  </a:lnTo>
                  <a:cubicBezTo>
                    <a:pt x="32" y="11188"/>
                    <a:pt x="0" y="11253"/>
                    <a:pt x="0" y="11349"/>
                  </a:cubicBezTo>
                  <a:cubicBezTo>
                    <a:pt x="0" y="11413"/>
                    <a:pt x="64" y="11478"/>
                    <a:pt x="129" y="11542"/>
                  </a:cubicBezTo>
                  <a:lnTo>
                    <a:pt x="9933" y="18517"/>
                  </a:lnTo>
                  <a:cubicBezTo>
                    <a:pt x="9983" y="18555"/>
                    <a:pt x="10039" y="18573"/>
                    <a:pt x="10094" y="18573"/>
                  </a:cubicBezTo>
                  <a:cubicBezTo>
                    <a:pt x="10178" y="18573"/>
                    <a:pt x="10260" y="18531"/>
                    <a:pt x="10318" y="18453"/>
                  </a:cubicBezTo>
                  <a:lnTo>
                    <a:pt x="19737" y="6527"/>
                  </a:lnTo>
                  <a:cubicBezTo>
                    <a:pt x="19769" y="6463"/>
                    <a:pt x="19801" y="6367"/>
                    <a:pt x="19769" y="6302"/>
                  </a:cubicBezTo>
                  <a:cubicBezTo>
                    <a:pt x="19769" y="6238"/>
                    <a:pt x="19705" y="6174"/>
                    <a:pt x="19672" y="6110"/>
                  </a:cubicBezTo>
                  <a:lnTo>
                    <a:pt x="10126" y="34"/>
                  </a:lnTo>
                  <a:cubicBezTo>
                    <a:pt x="10091" y="12"/>
                    <a:pt x="10049" y="1"/>
                    <a:pt x="100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4426;p64">
              <a:extLst>
                <a:ext uri="{FF2B5EF4-FFF2-40B4-BE49-F238E27FC236}">
                  <a16:creationId xmlns:a16="http://schemas.microsoft.com/office/drawing/2014/main" id="{7600564E-5907-D449-E33B-45DB4E693D13}"/>
                </a:ext>
              </a:extLst>
            </p:cNvPr>
            <p:cNvSpPr/>
            <p:nvPr/>
          </p:nvSpPr>
          <p:spPr>
            <a:xfrm>
              <a:off x="4117750" y="2193300"/>
              <a:ext cx="56275" cy="160075"/>
            </a:xfrm>
            <a:custGeom>
              <a:avLst/>
              <a:gdLst/>
              <a:ahLst/>
              <a:cxnLst/>
              <a:rect l="l" t="t" r="r" b="b"/>
              <a:pathLst>
                <a:path w="2251" h="6403" extrusionOk="0">
                  <a:moveTo>
                    <a:pt x="1447" y="1"/>
                  </a:moveTo>
                  <a:lnTo>
                    <a:pt x="1" y="1833"/>
                  </a:lnTo>
                  <a:cubicBezTo>
                    <a:pt x="1" y="1833"/>
                    <a:pt x="129" y="5272"/>
                    <a:pt x="129" y="5787"/>
                  </a:cubicBezTo>
                  <a:cubicBezTo>
                    <a:pt x="129" y="6079"/>
                    <a:pt x="483" y="6403"/>
                    <a:pt x="806" y="6403"/>
                  </a:cubicBezTo>
                  <a:cubicBezTo>
                    <a:pt x="1050" y="6403"/>
                    <a:pt x="1277" y="6217"/>
                    <a:pt x="1319" y="5690"/>
                  </a:cubicBezTo>
                  <a:cubicBezTo>
                    <a:pt x="1447" y="4469"/>
                    <a:pt x="1447" y="3954"/>
                    <a:pt x="1544" y="3665"/>
                  </a:cubicBezTo>
                  <a:cubicBezTo>
                    <a:pt x="1640" y="3344"/>
                    <a:pt x="2251" y="1447"/>
                    <a:pt x="14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4427;p64">
              <a:extLst>
                <a:ext uri="{FF2B5EF4-FFF2-40B4-BE49-F238E27FC236}">
                  <a16:creationId xmlns:a16="http://schemas.microsoft.com/office/drawing/2014/main" id="{C63C7239-4DCB-4E4D-58F5-EE3DDFD99580}"/>
                </a:ext>
              </a:extLst>
            </p:cNvPr>
            <p:cNvSpPr/>
            <p:nvPr/>
          </p:nvSpPr>
          <p:spPr>
            <a:xfrm>
              <a:off x="4111325" y="2186875"/>
              <a:ext cx="59500" cy="172800"/>
            </a:xfrm>
            <a:custGeom>
              <a:avLst/>
              <a:gdLst/>
              <a:ahLst/>
              <a:cxnLst/>
              <a:rect l="l" t="t" r="r" b="b"/>
              <a:pathLst>
                <a:path w="2380" h="6912" extrusionOk="0">
                  <a:moveTo>
                    <a:pt x="1686" y="0"/>
                  </a:moveTo>
                  <a:cubicBezTo>
                    <a:pt x="1636" y="0"/>
                    <a:pt x="1586" y="11"/>
                    <a:pt x="1544" y="33"/>
                  </a:cubicBezTo>
                  <a:cubicBezTo>
                    <a:pt x="1415" y="97"/>
                    <a:pt x="1383" y="290"/>
                    <a:pt x="1447" y="418"/>
                  </a:cubicBezTo>
                  <a:cubicBezTo>
                    <a:pt x="1736" y="900"/>
                    <a:pt x="1833" y="1479"/>
                    <a:pt x="1833" y="2026"/>
                  </a:cubicBezTo>
                  <a:cubicBezTo>
                    <a:pt x="1833" y="2893"/>
                    <a:pt x="1608" y="3665"/>
                    <a:pt x="1544" y="3826"/>
                  </a:cubicBezTo>
                  <a:cubicBezTo>
                    <a:pt x="1415" y="4211"/>
                    <a:pt x="1415" y="4694"/>
                    <a:pt x="1319" y="5915"/>
                  </a:cubicBezTo>
                  <a:cubicBezTo>
                    <a:pt x="1319" y="6140"/>
                    <a:pt x="1254" y="6269"/>
                    <a:pt x="1190" y="6333"/>
                  </a:cubicBezTo>
                  <a:cubicBezTo>
                    <a:pt x="1158" y="6365"/>
                    <a:pt x="1126" y="6397"/>
                    <a:pt x="1061" y="6397"/>
                  </a:cubicBezTo>
                  <a:cubicBezTo>
                    <a:pt x="997" y="6397"/>
                    <a:pt x="869" y="6333"/>
                    <a:pt x="772" y="6269"/>
                  </a:cubicBezTo>
                  <a:cubicBezTo>
                    <a:pt x="676" y="6172"/>
                    <a:pt x="644" y="6076"/>
                    <a:pt x="644" y="6044"/>
                  </a:cubicBezTo>
                  <a:cubicBezTo>
                    <a:pt x="644" y="5529"/>
                    <a:pt x="547" y="2090"/>
                    <a:pt x="547" y="2090"/>
                  </a:cubicBezTo>
                  <a:cubicBezTo>
                    <a:pt x="547" y="1929"/>
                    <a:pt x="419" y="1833"/>
                    <a:pt x="258" y="1833"/>
                  </a:cubicBezTo>
                  <a:cubicBezTo>
                    <a:pt x="129" y="1833"/>
                    <a:pt x="1" y="1961"/>
                    <a:pt x="1" y="2090"/>
                  </a:cubicBezTo>
                  <a:cubicBezTo>
                    <a:pt x="1" y="2090"/>
                    <a:pt x="33" y="2958"/>
                    <a:pt x="65" y="3890"/>
                  </a:cubicBezTo>
                  <a:cubicBezTo>
                    <a:pt x="97" y="4822"/>
                    <a:pt x="97" y="5786"/>
                    <a:pt x="97" y="6044"/>
                  </a:cubicBezTo>
                  <a:cubicBezTo>
                    <a:pt x="97" y="6301"/>
                    <a:pt x="258" y="6494"/>
                    <a:pt x="419" y="6654"/>
                  </a:cubicBezTo>
                  <a:cubicBezTo>
                    <a:pt x="579" y="6815"/>
                    <a:pt x="804" y="6911"/>
                    <a:pt x="1061" y="6911"/>
                  </a:cubicBezTo>
                  <a:cubicBezTo>
                    <a:pt x="1254" y="6911"/>
                    <a:pt x="1479" y="6847"/>
                    <a:pt x="1608" y="6654"/>
                  </a:cubicBezTo>
                  <a:cubicBezTo>
                    <a:pt x="1769" y="6494"/>
                    <a:pt x="1833" y="6269"/>
                    <a:pt x="1865" y="5979"/>
                  </a:cubicBezTo>
                  <a:cubicBezTo>
                    <a:pt x="1961" y="4758"/>
                    <a:pt x="1961" y="4211"/>
                    <a:pt x="2058" y="4018"/>
                  </a:cubicBezTo>
                  <a:cubicBezTo>
                    <a:pt x="2122" y="3793"/>
                    <a:pt x="2379" y="2990"/>
                    <a:pt x="2379" y="2026"/>
                  </a:cubicBezTo>
                  <a:cubicBezTo>
                    <a:pt x="2379" y="1415"/>
                    <a:pt x="2283" y="740"/>
                    <a:pt x="1929" y="129"/>
                  </a:cubicBezTo>
                  <a:cubicBezTo>
                    <a:pt x="1886" y="43"/>
                    <a:pt x="1786" y="0"/>
                    <a:pt x="1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4428;p64">
              <a:extLst>
                <a:ext uri="{FF2B5EF4-FFF2-40B4-BE49-F238E27FC236}">
                  <a16:creationId xmlns:a16="http://schemas.microsoft.com/office/drawing/2014/main" id="{66C98C6B-ABF3-DFDC-C5FE-1AB750CEA46D}"/>
                </a:ext>
              </a:extLst>
            </p:cNvPr>
            <p:cNvSpPr/>
            <p:nvPr/>
          </p:nvSpPr>
          <p:spPr>
            <a:xfrm>
              <a:off x="4286825" y="1530325"/>
              <a:ext cx="624125" cy="906500"/>
            </a:xfrm>
            <a:custGeom>
              <a:avLst/>
              <a:gdLst/>
              <a:ahLst/>
              <a:cxnLst/>
              <a:rect l="l" t="t" r="r" b="b"/>
              <a:pathLst>
                <a:path w="24965" h="36260" extrusionOk="0">
                  <a:moveTo>
                    <a:pt x="23839" y="0"/>
                  </a:moveTo>
                  <a:lnTo>
                    <a:pt x="20593" y="1511"/>
                  </a:lnTo>
                  <a:cubicBezTo>
                    <a:pt x="20593" y="1511"/>
                    <a:pt x="17860" y="4565"/>
                    <a:pt x="16542" y="7394"/>
                  </a:cubicBezTo>
                  <a:cubicBezTo>
                    <a:pt x="15225" y="10222"/>
                    <a:pt x="14228" y="17519"/>
                    <a:pt x="14228" y="17519"/>
                  </a:cubicBezTo>
                  <a:cubicBezTo>
                    <a:pt x="14228" y="17519"/>
                    <a:pt x="8956" y="26134"/>
                    <a:pt x="8249" y="26841"/>
                  </a:cubicBezTo>
                  <a:cubicBezTo>
                    <a:pt x="7542" y="27548"/>
                    <a:pt x="7928" y="27452"/>
                    <a:pt x="6224" y="28255"/>
                  </a:cubicBezTo>
                  <a:cubicBezTo>
                    <a:pt x="4488" y="29059"/>
                    <a:pt x="2270" y="29477"/>
                    <a:pt x="1949" y="29991"/>
                  </a:cubicBezTo>
                  <a:cubicBezTo>
                    <a:pt x="1660" y="30473"/>
                    <a:pt x="535" y="32916"/>
                    <a:pt x="245" y="33206"/>
                  </a:cubicBezTo>
                  <a:cubicBezTo>
                    <a:pt x="1" y="33450"/>
                    <a:pt x="369" y="33861"/>
                    <a:pt x="730" y="33861"/>
                  </a:cubicBezTo>
                  <a:cubicBezTo>
                    <a:pt x="843" y="33861"/>
                    <a:pt x="956" y="33820"/>
                    <a:pt x="1049" y="33720"/>
                  </a:cubicBezTo>
                  <a:cubicBezTo>
                    <a:pt x="1467" y="33334"/>
                    <a:pt x="2881" y="31695"/>
                    <a:pt x="2881" y="31695"/>
                  </a:cubicBezTo>
                  <a:lnTo>
                    <a:pt x="2881" y="31695"/>
                  </a:lnTo>
                  <a:lnTo>
                    <a:pt x="1145" y="35745"/>
                  </a:lnTo>
                  <a:cubicBezTo>
                    <a:pt x="1145" y="35745"/>
                    <a:pt x="1145" y="36259"/>
                    <a:pt x="1756" y="36259"/>
                  </a:cubicBezTo>
                  <a:cubicBezTo>
                    <a:pt x="2367" y="36259"/>
                    <a:pt x="3878" y="35552"/>
                    <a:pt x="3878" y="35552"/>
                  </a:cubicBezTo>
                  <a:cubicBezTo>
                    <a:pt x="3878" y="35552"/>
                    <a:pt x="5613" y="35134"/>
                    <a:pt x="6224" y="34331"/>
                  </a:cubicBezTo>
                  <a:cubicBezTo>
                    <a:pt x="6835" y="33527"/>
                    <a:pt x="9053" y="29155"/>
                    <a:pt x="9053" y="29155"/>
                  </a:cubicBezTo>
                  <a:cubicBezTo>
                    <a:pt x="9053" y="29155"/>
                    <a:pt x="14935" y="25427"/>
                    <a:pt x="17057" y="22887"/>
                  </a:cubicBezTo>
                  <a:cubicBezTo>
                    <a:pt x="19178" y="20348"/>
                    <a:pt x="20593" y="17230"/>
                    <a:pt x="20914" y="16201"/>
                  </a:cubicBezTo>
                  <a:cubicBezTo>
                    <a:pt x="21203" y="15205"/>
                    <a:pt x="24964" y="3954"/>
                    <a:pt x="24868" y="2122"/>
                  </a:cubicBezTo>
                  <a:cubicBezTo>
                    <a:pt x="24771" y="290"/>
                    <a:pt x="23839" y="0"/>
                    <a:pt x="238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4429;p64">
              <a:extLst>
                <a:ext uri="{FF2B5EF4-FFF2-40B4-BE49-F238E27FC236}">
                  <a16:creationId xmlns:a16="http://schemas.microsoft.com/office/drawing/2014/main" id="{76F78E73-7117-1424-EE8A-14F352F6EF94}"/>
                </a:ext>
              </a:extLst>
            </p:cNvPr>
            <p:cNvSpPr/>
            <p:nvPr/>
          </p:nvSpPr>
          <p:spPr>
            <a:xfrm>
              <a:off x="4284100" y="1523375"/>
              <a:ext cx="630875" cy="919875"/>
            </a:xfrm>
            <a:custGeom>
              <a:avLst/>
              <a:gdLst/>
              <a:ahLst/>
              <a:cxnLst/>
              <a:rect l="l" t="t" r="r" b="b"/>
              <a:pathLst>
                <a:path w="25235" h="36795" extrusionOk="0">
                  <a:moveTo>
                    <a:pt x="23944" y="1"/>
                  </a:moveTo>
                  <a:cubicBezTo>
                    <a:pt x="23831" y="1"/>
                    <a:pt x="23741" y="82"/>
                    <a:pt x="23691" y="182"/>
                  </a:cubicBezTo>
                  <a:cubicBezTo>
                    <a:pt x="23661" y="334"/>
                    <a:pt x="23716" y="457"/>
                    <a:pt x="23858" y="524"/>
                  </a:cubicBezTo>
                  <a:lnTo>
                    <a:pt x="23858" y="524"/>
                  </a:lnTo>
                  <a:lnTo>
                    <a:pt x="23852" y="536"/>
                  </a:lnTo>
                  <a:cubicBezTo>
                    <a:pt x="23884" y="536"/>
                    <a:pt x="24045" y="600"/>
                    <a:pt x="24238" y="857"/>
                  </a:cubicBezTo>
                  <a:cubicBezTo>
                    <a:pt x="24430" y="1146"/>
                    <a:pt x="24655" y="1596"/>
                    <a:pt x="24688" y="2400"/>
                  </a:cubicBezTo>
                  <a:lnTo>
                    <a:pt x="24688" y="2464"/>
                  </a:lnTo>
                  <a:cubicBezTo>
                    <a:pt x="24688" y="2689"/>
                    <a:pt x="24655" y="3075"/>
                    <a:pt x="24559" y="3557"/>
                  </a:cubicBezTo>
                  <a:cubicBezTo>
                    <a:pt x="24205" y="5293"/>
                    <a:pt x="23305" y="8282"/>
                    <a:pt x="22502" y="10950"/>
                  </a:cubicBezTo>
                  <a:cubicBezTo>
                    <a:pt x="21666" y="13618"/>
                    <a:pt x="20895" y="15965"/>
                    <a:pt x="20766" y="16415"/>
                  </a:cubicBezTo>
                  <a:cubicBezTo>
                    <a:pt x="20605" y="16865"/>
                    <a:pt x="20187" y="17926"/>
                    <a:pt x="19544" y="19115"/>
                  </a:cubicBezTo>
                  <a:cubicBezTo>
                    <a:pt x="18902" y="20337"/>
                    <a:pt x="18002" y="21751"/>
                    <a:pt x="16973" y="23005"/>
                  </a:cubicBezTo>
                  <a:cubicBezTo>
                    <a:pt x="15944" y="24226"/>
                    <a:pt x="13951" y="25801"/>
                    <a:pt x="12216" y="27023"/>
                  </a:cubicBezTo>
                  <a:cubicBezTo>
                    <a:pt x="11348" y="27665"/>
                    <a:pt x="10544" y="28212"/>
                    <a:pt x="9965" y="28598"/>
                  </a:cubicBezTo>
                  <a:cubicBezTo>
                    <a:pt x="9676" y="28791"/>
                    <a:pt x="9451" y="28951"/>
                    <a:pt x="9258" y="29048"/>
                  </a:cubicBezTo>
                  <a:cubicBezTo>
                    <a:pt x="9098" y="29176"/>
                    <a:pt x="9033" y="29208"/>
                    <a:pt x="9033" y="29208"/>
                  </a:cubicBezTo>
                  <a:lnTo>
                    <a:pt x="8937" y="29337"/>
                  </a:lnTo>
                  <a:cubicBezTo>
                    <a:pt x="8937" y="29337"/>
                    <a:pt x="8776" y="29594"/>
                    <a:pt x="8583" y="30012"/>
                  </a:cubicBezTo>
                  <a:cubicBezTo>
                    <a:pt x="8230" y="30655"/>
                    <a:pt x="7747" y="31619"/>
                    <a:pt x="7265" y="32487"/>
                  </a:cubicBezTo>
                  <a:cubicBezTo>
                    <a:pt x="7008" y="32937"/>
                    <a:pt x="6783" y="33355"/>
                    <a:pt x="6590" y="33709"/>
                  </a:cubicBezTo>
                  <a:cubicBezTo>
                    <a:pt x="6397" y="34030"/>
                    <a:pt x="6205" y="34319"/>
                    <a:pt x="6108" y="34448"/>
                  </a:cubicBezTo>
                  <a:cubicBezTo>
                    <a:pt x="5883" y="34769"/>
                    <a:pt x="5337" y="35091"/>
                    <a:pt x="4822" y="35284"/>
                  </a:cubicBezTo>
                  <a:cubicBezTo>
                    <a:pt x="4597" y="35380"/>
                    <a:pt x="4372" y="35444"/>
                    <a:pt x="4212" y="35509"/>
                  </a:cubicBezTo>
                  <a:cubicBezTo>
                    <a:pt x="4115" y="35509"/>
                    <a:pt x="4051" y="35541"/>
                    <a:pt x="4019" y="35541"/>
                  </a:cubicBezTo>
                  <a:lnTo>
                    <a:pt x="3922" y="35573"/>
                  </a:lnTo>
                  <a:lnTo>
                    <a:pt x="3890" y="35573"/>
                  </a:lnTo>
                  <a:cubicBezTo>
                    <a:pt x="3890" y="35573"/>
                    <a:pt x="3794" y="35637"/>
                    <a:pt x="3633" y="35702"/>
                  </a:cubicBezTo>
                  <a:cubicBezTo>
                    <a:pt x="3408" y="35798"/>
                    <a:pt x="3054" y="35927"/>
                    <a:pt x="2733" y="36055"/>
                  </a:cubicBezTo>
                  <a:cubicBezTo>
                    <a:pt x="2379" y="36184"/>
                    <a:pt x="2026" y="36280"/>
                    <a:pt x="1865" y="36280"/>
                  </a:cubicBezTo>
                  <a:cubicBezTo>
                    <a:pt x="1769" y="36280"/>
                    <a:pt x="1704" y="36248"/>
                    <a:pt x="1640" y="36216"/>
                  </a:cubicBezTo>
                  <a:cubicBezTo>
                    <a:pt x="1576" y="36184"/>
                    <a:pt x="1576" y="36152"/>
                    <a:pt x="1544" y="36087"/>
                  </a:cubicBezTo>
                  <a:lnTo>
                    <a:pt x="1544" y="36055"/>
                  </a:lnTo>
                  <a:lnTo>
                    <a:pt x="1544" y="36044"/>
                  </a:lnTo>
                  <a:lnTo>
                    <a:pt x="3247" y="32069"/>
                  </a:lnTo>
                  <a:cubicBezTo>
                    <a:pt x="3279" y="31973"/>
                    <a:pt x="3247" y="31812"/>
                    <a:pt x="3119" y="31748"/>
                  </a:cubicBezTo>
                  <a:cubicBezTo>
                    <a:pt x="3085" y="31725"/>
                    <a:pt x="3042" y="31714"/>
                    <a:pt x="2999" y="31714"/>
                  </a:cubicBezTo>
                  <a:cubicBezTo>
                    <a:pt x="2920" y="31714"/>
                    <a:pt x="2839" y="31750"/>
                    <a:pt x="2797" y="31812"/>
                  </a:cubicBezTo>
                  <a:cubicBezTo>
                    <a:pt x="2797" y="31812"/>
                    <a:pt x="2776" y="31836"/>
                    <a:pt x="2737" y="31878"/>
                  </a:cubicBezTo>
                  <a:lnTo>
                    <a:pt x="2737" y="31878"/>
                  </a:lnTo>
                  <a:lnTo>
                    <a:pt x="2733" y="31876"/>
                  </a:lnTo>
                  <a:lnTo>
                    <a:pt x="2729" y="31887"/>
                  </a:lnTo>
                  <a:lnTo>
                    <a:pt x="2729" y="31887"/>
                  </a:lnTo>
                  <a:cubicBezTo>
                    <a:pt x="2606" y="32020"/>
                    <a:pt x="2333" y="32317"/>
                    <a:pt x="2026" y="32648"/>
                  </a:cubicBezTo>
                  <a:cubicBezTo>
                    <a:pt x="1608" y="33130"/>
                    <a:pt x="1158" y="33612"/>
                    <a:pt x="965" y="33805"/>
                  </a:cubicBezTo>
                  <a:cubicBezTo>
                    <a:pt x="933" y="33869"/>
                    <a:pt x="901" y="33869"/>
                    <a:pt x="836" y="33869"/>
                  </a:cubicBezTo>
                  <a:cubicBezTo>
                    <a:pt x="772" y="33869"/>
                    <a:pt x="676" y="33837"/>
                    <a:pt x="611" y="33773"/>
                  </a:cubicBezTo>
                  <a:lnTo>
                    <a:pt x="547" y="33709"/>
                  </a:lnTo>
                  <a:lnTo>
                    <a:pt x="547" y="33676"/>
                  </a:lnTo>
                  <a:cubicBezTo>
                    <a:pt x="611" y="33612"/>
                    <a:pt x="676" y="33548"/>
                    <a:pt x="740" y="33419"/>
                  </a:cubicBezTo>
                  <a:cubicBezTo>
                    <a:pt x="965" y="33066"/>
                    <a:pt x="1286" y="32423"/>
                    <a:pt x="1576" y="31812"/>
                  </a:cubicBezTo>
                  <a:cubicBezTo>
                    <a:pt x="1897" y="31201"/>
                    <a:pt x="2187" y="30591"/>
                    <a:pt x="2315" y="30398"/>
                  </a:cubicBezTo>
                  <a:cubicBezTo>
                    <a:pt x="2315" y="30398"/>
                    <a:pt x="2347" y="30333"/>
                    <a:pt x="2412" y="30301"/>
                  </a:cubicBezTo>
                  <a:cubicBezTo>
                    <a:pt x="2540" y="30205"/>
                    <a:pt x="2765" y="30108"/>
                    <a:pt x="3054" y="30012"/>
                  </a:cubicBezTo>
                  <a:cubicBezTo>
                    <a:pt x="3922" y="29691"/>
                    <a:pt x="5272" y="29337"/>
                    <a:pt x="6430" y="28791"/>
                  </a:cubicBezTo>
                  <a:cubicBezTo>
                    <a:pt x="7297" y="28373"/>
                    <a:pt x="7651" y="28180"/>
                    <a:pt x="7876" y="27987"/>
                  </a:cubicBezTo>
                  <a:cubicBezTo>
                    <a:pt x="8005" y="27890"/>
                    <a:pt x="8101" y="27794"/>
                    <a:pt x="8198" y="27698"/>
                  </a:cubicBezTo>
                  <a:cubicBezTo>
                    <a:pt x="8262" y="27601"/>
                    <a:pt x="8358" y="27473"/>
                    <a:pt x="8551" y="27312"/>
                  </a:cubicBezTo>
                  <a:cubicBezTo>
                    <a:pt x="8648" y="27183"/>
                    <a:pt x="8808" y="26990"/>
                    <a:pt x="9033" y="26669"/>
                  </a:cubicBezTo>
                  <a:cubicBezTo>
                    <a:pt x="10544" y="24515"/>
                    <a:pt x="14562" y="17926"/>
                    <a:pt x="14562" y="17926"/>
                  </a:cubicBezTo>
                  <a:lnTo>
                    <a:pt x="14594" y="17829"/>
                  </a:lnTo>
                  <a:cubicBezTo>
                    <a:pt x="14594" y="17829"/>
                    <a:pt x="14659" y="17379"/>
                    <a:pt x="14787" y="16640"/>
                  </a:cubicBezTo>
                  <a:cubicBezTo>
                    <a:pt x="14948" y="15579"/>
                    <a:pt x="15237" y="13875"/>
                    <a:pt x="15591" y="12172"/>
                  </a:cubicBezTo>
                  <a:cubicBezTo>
                    <a:pt x="15976" y="10500"/>
                    <a:pt x="16426" y="8797"/>
                    <a:pt x="16909" y="7768"/>
                  </a:cubicBezTo>
                  <a:cubicBezTo>
                    <a:pt x="17552" y="6386"/>
                    <a:pt x="18548" y="4939"/>
                    <a:pt x="19384" y="3814"/>
                  </a:cubicBezTo>
                  <a:cubicBezTo>
                    <a:pt x="19802" y="3268"/>
                    <a:pt x="20187" y="2818"/>
                    <a:pt x="20477" y="2496"/>
                  </a:cubicBezTo>
                  <a:cubicBezTo>
                    <a:pt x="20605" y="2336"/>
                    <a:pt x="20702" y="2207"/>
                    <a:pt x="20798" y="2111"/>
                  </a:cubicBezTo>
                  <a:cubicBezTo>
                    <a:pt x="20862" y="2014"/>
                    <a:pt x="20895" y="1982"/>
                    <a:pt x="20895" y="1982"/>
                  </a:cubicBezTo>
                  <a:cubicBezTo>
                    <a:pt x="21023" y="1853"/>
                    <a:pt x="20991" y="1693"/>
                    <a:pt x="20895" y="1596"/>
                  </a:cubicBezTo>
                  <a:cubicBezTo>
                    <a:pt x="20835" y="1552"/>
                    <a:pt x="20768" y="1528"/>
                    <a:pt x="20704" y="1528"/>
                  </a:cubicBezTo>
                  <a:cubicBezTo>
                    <a:pt x="20631" y="1528"/>
                    <a:pt x="20560" y="1560"/>
                    <a:pt x="20509" y="1628"/>
                  </a:cubicBezTo>
                  <a:cubicBezTo>
                    <a:pt x="20509" y="1628"/>
                    <a:pt x="17777" y="4650"/>
                    <a:pt x="16426" y="7543"/>
                  </a:cubicBezTo>
                  <a:cubicBezTo>
                    <a:pt x="15751" y="9022"/>
                    <a:pt x="15173" y="11561"/>
                    <a:pt x="14723" y="13747"/>
                  </a:cubicBezTo>
                  <a:cubicBezTo>
                    <a:pt x="14349" y="15701"/>
                    <a:pt x="14130" y="17372"/>
                    <a:pt x="14088" y="17705"/>
                  </a:cubicBezTo>
                  <a:lnTo>
                    <a:pt x="14088" y="17705"/>
                  </a:lnTo>
                  <a:cubicBezTo>
                    <a:pt x="14000" y="17835"/>
                    <a:pt x="13684" y="18312"/>
                    <a:pt x="13276" y="19019"/>
                  </a:cubicBezTo>
                  <a:cubicBezTo>
                    <a:pt x="12505" y="20240"/>
                    <a:pt x="11348" y="22104"/>
                    <a:pt x="10319" y="23712"/>
                  </a:cubicBezTo>
                  <a:cubicBezTo>
                    <a:pt x="9805" y="24515"/>
                    <a:pt x="9323" y="25255"/>
                    <a:pt x="8937" y="25833"/>
                  </a:cubicBezTo>
                  <a:cubicBezTo>
                    <a:pt x="8744" y="26123"/>
                    <a:pt x="8583" y="26380"/>
                    <a:pt x="8455" y="26573"/>
                  </a:cubicBezTo>
                  <a:cubicBezTo>
                    <a:pt x="8326" y="26765"/>
                    <a:pt x="8198" y="26894"/>
                    <a:pt x="8165" y="26926"/>
                  </a:cubicBezTo>
                  <a:cubicBezTo>
                    <a:pt x="7972" y="27119"/>
                    <a:pt x="7876" y="27248"/>
                    <a:pt x="7780" y="27344"/>
                  </a:cubicBezTo>
                  <a:cubicBezTo>
                    <a:pt x="7651" y="27505"/>
                    <a:pt x="7587" y="27569"/>
                    <a:pt x="7394" y="27698"/>
                  </a:cubicBezTo>
                  <a:cubicBezTo>
                    <a:pt x="7201" y="27826"/>
                    <a:pt x="6847" y="27987"/>
                    <a:pt x="6205" y="28276"/>
                  </a:cubicBezTo>
                  <a:cubicBezTo>
                    <a:pt x="5369" y="28694"/>
                    <a:pt x="4404" y="28983"/>
                    <a:pt x="3601" y="29241"/>
                  </a:cubicBezTo>
                  <a:cubicBezTo>
                    <a:pt x="3183" y="29401"/>
                    <a:pt x="2797" y="29498"/>
                    <a:pt x="2508" y="29626"/>
                  </a:cubicBezTo>
                  <a:cubicBezTo>
                    <a:pt x="2379" y="29691"/>
                    <a:pt x="2251" y="29787"/>
                    <a:pt x="2122" y="29851"/>
                  </a:cubicBezTo>
                  <a:cubicBezTo>
                    <a:pt x="2026" y="29916"/>
                    <a:pt x="1929" y="30012"/>
                    <a:pt x="1833" y="30108"/>
                  </a:cubicBezTo>
                  <a:cubicBezTo>
                    <a:pt x="1769" y="30269"/>
                    <a:pt x="1640" y="30494"/>
                    <a:pt x="1479" y="30816"/>
                  </a:cubicBezTo>
                  <a:cubicBezTo>
                    <a:pt x="1254" y="31266"/>
                    <a:pt x="965" y="31844"/>
                    <a:pt x="708" y="32359"/>
                  </a:cubicBezTo>
                  <a:cubicBezTo>
                    <a:pt x="579" y="32584"/>
                    <a:pt x="451" y="32809"/>
                    <a:pt x="354" y="33001"/>
                  </a:cubicBezTo>
                  <a:cubicBezTo>
                    <a:pt x="322" y="33098"/>
                    <a:pt x="258" y="33162"/>
                    <a:pt x="226" y="33226"/>
                  </a:cubicBezTo>
                  <a:cubicBezTo>
                    <a:pt x="194" y="33259"/>
                    <a:pt x="161" y="33291"/>
                    <a:pt x="161" y="33323"/>
                  </a:cubicBezTo>
                  <a:cubicBezTo>
                    <a:pt x="65" y="33387"/>
                    <a:pt x="1" y="33548"/>
                    <a:pt x="1" y="33676"/>
                  </a:cubicBezTo>
                  <a:cubicBezTo>
                    <a:pt x="1" y="33902"/>
                    <a:pt x="129" y="34062"/>
                    <a:pt x="290" y="34191"/>
                  </a:cubicBezTo>
                  <a:cubicBezTo>
                    <a:pt x="419" y="34319"/>
                    <a:pt x="611" y="34416"/>
                    <a:pt x="836" y="34416"/>
                  </a:cubicBezTo>
                  <a:cubicBezTo>
                    <a:pt x="1029" y="34416"/>
                    <a:pt x="1190" y="34352"/>
                    <a:pt x="1351" y="34191"/>
                  </a:cubicBezTo>
                  <a:cubicBezTo>
                    <a:pt x="1518" y="34024"/>
                    <a:pt x="1808" y="33716"/>
                    <a:pt x="2104" y="33371"/>
                  </a:cubicBezTo>
                  <a:lnTo>
                    <a:pt x="2104" y="33371"/>
                  </a:lnTo>
                  <a:lnTo>
                    <a:pt x="1029" y="35927"/>
                  </a:lnTo>
                  <a:lnTo>
                    <a:pt x="997" y="36023"/>
                  </a:lnTo>
                  <a:cubicBezTo>
                    <a:pt x="997" y="36055"/>
                    <a:pt x="997" y="36216"/>
                    <a:pt x="1094" y="36409"/>
                  </a:cubicBezTo>
                  <a:cubicBezTo>
                    <a:pt x="1158" y="36505"/>
                    <a:pt x="1254" y="36634"/>
                    <a:pt x="1383" y="36698"/>
                  </a:cubicBezTo>
                  <a:cubicBezTo>
                    <a:pt x="1511" y="36762"/>
                    <a:pt x="1672" y="36795"/>
                    <a:pt x="1865" y="36795"/>
                  </a:cubicBezTo>
                  <a:cubicBezTo>
                    <a:pt x="2058" y="36795"/>
                    <a:pt x="2283" y="36762"/>
                    <a:pt x="2540" y="36698"/>
                  </a:cubicBezTo>
                  <a:cubicBezTo>
                    <a:pt x="3157" y="36502"/>
                    <a:pt x="3895" y="36184"/>
                    <a:pt x="4075" y="36084"/>
                  </a:cubicBezTo>
                  <a:lnTo>
                    <a:pt x="4075" y="36084"/>
                  </a:lnTo>
                  <a:cubicBezTo>
                    <a:pt x="4175" y="36065"/>
                    <a:pt x="4560" y="35967"/>
                    <a:pt x="5047" y="35766"/>
                  </a:cubicBezTo>
                  <a:cubicBezTo>
                    <a:pt x="5562" y="35573"/>
                    <a:pt x="6172" y="35252"/>
                    <a:pt x="6526" y="34769"/>
                  </a:cubicBezTo>
                  <a:cubicBezTo>
                    <a:pt x="6719" y="34544"/>
                    <a:pt x="6976" y="34127"/>
                    <a:pt x="7265" y="33580"/>
                  </a:cubicBezTo>
                  <a:cubicBezTo>
                    <a:pt x="8039" y="32176"/>
                    <a:pt x="9119" y="30082"/>
                    <a:pt x="9345" y="29644"/>
                  </a:cubicBezTo>
                  <a:lnTo>
                    <a:pt x="9345" y="29644"/>
                  </a:lnTo>
                  <a:cubicBezTo>
                    <a:pt x="9532" y="29523"/>
                    <a:pt x="10896" y="28636"/>
                    <a:pt x="12537" y="27473"/>
                  </a:cubicBezTo>
                  <a:cubicBezTo>
                    <a:pt x="14273" y="26219"/>
                    <a:pt x="16266" y="24644"/>
                    <a:pt x="17359" y="23326"/>
                  </a:cubicBezTo>
                  <a:cubicBezTo>
                    <a:pt x="18452" y="22040"/>
                    <a:pt x="19352" y="20626"/>
                    <a:pt x="19994" y="19372"/>
                  </a:cubicBezTo>
                  <a:cubicBezTo>
                    <a:pt x="20670" y="18151"/>
                    <a:pt x="21120" y="17090"/>
                    <a:pt x="21280" y="16543"/>
                  </a:cubicBezTo>
                  <a:cubicBezTo>
                    <a:pt x="21409" y="16061"/>
                    <a:pt x="22405" y="13072"/>
                    <a:pt x="23370" y="9954"/>
                  </a:cubicBezTo>
                  <a:cubicBezTo>
                    <a:pt x="23820" y="8379"/>
                    <a:pt x="24302" y="6804"/>
                    <a:pt x="24655" y="5454"/>
                  </a:cubicBezTo>
                  <a:cubicBezTo>
                    <a:pt x="24816" y="4779"/>
                    <a:pt x="24977" y="4168"/>
                    <a:pt x="25073" y="3686"/>
                  </a:cubicBezTo>
                  <a:cubicBezTo>
                    <a:pt x="25170" y="3171"/>
                    <a:pt x="25234" y="2786"/>
                    <a:pt x="25234" y="2464"/>
                  </a:cubicBezTo>
                  <a:lnTo>
                    <a:pt x="25234" y="2400"/>
                  </a:lnTo>
                  <a:cubicBezTo>
                    <a:pt x="25170" y="1436"/>
                    <a:pt x="24913" y="825"/>
                    <a:pt x="24623" y="471"/>
                  </a:cubicBezTo>
                  <a:cubicBezTo>
                    <a:pt x="24366" y="150"/>
                    <a:pt x="24077" y="21"/>
                    <a:pt x="24045" y="21"/>
                  </a:cubicBezTo>
                  <a:cubicBezTo>
                    <a:pt x="24009" y="7"/>
                    <a:pt x="23976" y="1"/>
                    <a:pt x="23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4430;p64">
              <a:extLst>
                <a:ext uri="{FF2B5EF4-FFF2-40B4-BE49-F238E27FC236}">
                  <a16:creationId xmlns:a16="http://schemas.microsoft.com/office/drawing/2014/main" id="{BB826A8C-546B-FBAA-757D-6667434F09CE}"/>
                </a:ext>
              </a:extLst>
            </p:cNvPr>
            <p:cNvSpPr/>
            <p:nvPr/>
          </p:nvSpPr>
          <p:spPr>
            <a:xfrm>
              <a:off x="4286825" y="2209375"/>
              <a:ext cx="250450" cy="227450"/>
            </a:xfrm>
            <a:custGeom>
              <a:avLst/>
              <a:gdLst/>
              <a:ahLst/>
              <a:cxnLst/>
              <a:rect l="l" t="t" r="r" b="b"/>
              <a:pathLst>
                <a:path w="10018" h="9098" extrusionOk="0">
                  <a:moveTo>
                    <a:pt x="7928" y="0"/>
                  </a:moveTo>
                  <a:cubicBezTo>
                    <a:pt x="7606" y="386"/>
                    <a:pt x="7606" y="450"/>
                    <a:pt x="6224" y="1093"/>
                  </a:cubicBezTo>
                  <a:cubicBezTo>
                    <a:pt x="4488" y="1897"/>
                    <a:pt x="2270" y="2315"/>
                    <a:pt x="1949" y="2829"/>
                  </a:cubicBezTo>
                  <a:cubicBezTo>
                    <a:pt x="1660" y="3311"/>
                    <a:pt x="535" y="5754"/>
                    <a:pt x="245" y="6044"/>
                  </a:cubicBezTo>
                  <a:cubicBezTo>
                    <a:pt x="1" y="6288"/>
                    <a:pt x="369" y="6699"/>
                    <a:pt x="730" y="6699"/>
                  </a:cubicBezTo>
                  <a:cubicBezTo>
                    <a:pt x="843" y="6699"/>
                    <a:pt x="956" y="6658"/>
                    <a:pt x="1049" y="6558"/>
                  </a:cubicBezTo>
                  <a:cubicBezTo>
                    <a:pt x="1467" y="6172"/>
                    <a:pt x="2881" y="4533"/>
                    <a:pt x="2881" y="4533"/>
                  </a:cubicBezTo>
                  <a:lnTo>
                    <a:pt x="2881" y="4533"/>
                  </a:lnTo>
                  <a:lnTo>
                    <a:pt x="1145" y="8583"/>
                  </a:lnTo>
                  <a:cubicBezTo>
                    <a:pt x="1145" y="8583"/>
                    <a:pt x="1145" y="9097"/>
                    <a:pt x="1756" y="9097"/>
                  </a:cubicBezTo>
                  <a:cubicBezTo>
                    <a:pt x="2367" y="9097"/>
                    <a:pt x="3878" y="8390"/>
                    <a:pt x="3878" y="8390"/>
                  </a:cubicBezTo>
                  <a:cubicBezTo>
                    <a:pt x="3878" y="8390"/>
                    <a:pt x="5613" y="7972"/>
                    <a:pt x="6224" y="7169"/>
                  </a:cubicBezTo>
                  <a:cubicBezTo>
                    <a:pt x="6835" y="6365"/>
                    <a:pt x="9053" y="1993"/>
                    <a:pt x="9053" y="1993"/>
                  </a:cubicBezTo>
                  <a:cubicBezTo>
                    <a:pt x="9053" y="1993"/>
                    <a:pt x="9439" y="1768"/>
                    <a:pt x="10017" y="1383"/>
                  </a:cubicBezTo>
                  <a:cubicBezTo>
                    <a:pt x="9406" y="611"/>
                    <a:pt x="8603" y="193"/>
                    <a:pt x="79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4431;p64">
              <a:extLst>
                <a:ext uri="{FF2B5EF4-FFF2-40B4-BE49-F238E27FC236}">
                  <a16:creationId xmlns:a16="http://schemas.microsoft.com/office/drawing/2014/main" id="{587DC9E3-AE18-8591-CB84-3EBCB2CACE36}"/>
                </a:ext>
              </a:extLst>
            </p:cNvPr>
            <p:cNvSpPr/>
            <p:nvPr/>
          </p:nvSpPr>
          <p:spPr>
            <a:xfrm>
              <a:off x="4284100" y="2202625"/>
              <a:ext cx="259600" cy="240625"/>
            </a:xfrm>
            <a:custGeom>
              <a:avLst/>
              <a:gdLst/>
              <a:ahLst/>
              <a:cxnLst/>
              <a:rect l="l" t="t" r="r" b="b"/>
              <a:pathLst>
                <a:path w="10384" h="9625" extrusionOk="0">
                  <a:moveTo>
                    <a:pt x="8130" y="581"/>
                  </a:moveTo>
                  <a:cubicBezTo>
                    <a:pt x="8643" y="763"/>
                    <a:pt x="9240" y="1079"/>
                    <a:pt x="9717" y="1596"/>
                  </a:cubicBezTo>
                  <a:lnTo>
                    <a:pt x="9717" y="1596"/>
                  </a:lnTo>
                  <a:cubicBezTo>
                    <a:pt x="9544" y="1713"/>
                    <a:pt x="9402" y="1811"/>
                    <a:pt x="9290" y="1878"/>
                  </a:cubicBezTo>
                  <a:cubicBezTo>
                    <a:pt x="9098" y="2006"/>
                    <a:pt x="9033" y="2038"/>
                    <a:pt x="9033" y="2038"/>
                  </a:cubicBezTo>
                  <a:lnTo>
                    <a:pt x="8937" y="2167"/>
                  </a:lnTo>
                  <a:cubicBezTo>
                    <a:pt x="8937" y="2167"/>
                    <a:pt x="8776" y="2424"/>
                    <a:pt x="8583" y="2842"/>
                  </a:cubicBezTo>
                  <a:cubicBezTo>
                    <a:pt x="8230" y="3485"/>
                    <a:pt x="7747" y="4449"/>
                    <a:pt x="7265" y="5317"/>
                  </a:cubicBezTo>
                  <a:cubicBezTo>
                    <a:pt x="7008" y="5767"/>
                    <a:pt x="6783" y="6185"/>
                    <a:pt x="6590" y="6539"/>
                  </a:cubicBezTo>
                  <a:cubicBezTo>
                    <a:pt x="6397" y="6860"/>
                    <a:pt x="6205" y="7149"/>
                    <a:pt x="6108" y="7278"/>
                  </a:cubicBezTo>
                  <a:cubicBezTo>
                    <a:pt x="5883" y="7599"/>
                    <a:pt x="5337" y="7921"/>
                    <a:pt x="4822" y="8114"/>
                  </a:cubicBezTo>
                  <a:cubicBezTo>
                    <a:pt x="4597" y="8210"/>
                    <a:pt x="4372" y="8274"/>
                    <a:pt x="4212" y="8339"/>
                  </a:cubicBezTo>
                  <a:cubicBezTo>
                    <a:pt x="4115" y="8339"/>
                    <a:pt x="4051" y="8371"/>
                    <a:pt x="4019" y="8371"/>
                  </a:cubicBezTo>
                  <a:lnTo>
                    <a:pt x="3922" y="8403"/>
                  </a:lnTo>
                  <a:lnTo>
                    <a:pt x="3890" y="8403"/>
                  </a:lnTo>
                  <a:cubicBezTo>
                    <a:pt x="3890" y="8403"/>
                    <a:pt x="3794" y="8467"/>
                    <a:pt x="3633" y="8532"/>
                  </a:cubicBezTo>
                  <a:cubicBezTo>
                    <a:pt x="3408" y="8628"/>
                    <a:pt x="3054" y="8757"/>
                    <a:pt x="2733" y="8885"/>
                  </a:cubicBezTo>
                  <a:cubicBezTo>
                    <a:pt x="2379" y="9014"/>
                    <a:pt x="2026" y="9110"/>
                    <a:pt x="1865" y="9110"/>
                  </a:cubicBezTo>
                  <a:cubicBezTo>
                    <a:pt x="1769" y="9110"/>
                    <a:pt x="1704" y="9078"/>
                    <a:pt x="1640" y="9046"/>
                  </a:cubicBezTo>
                  <a:cubicBezTo>
                    <a:pt x="1576" y="9014"/>
                    <a:pt x="1576" y="8982"/>
                    <a:pt x="1544" y="8917"/>
                  </a:cubicBezTo>
                  <a:lnTo>
                    <a:pt x="1544" y="8885"/>
                  </a:lnTo>
                  <a:lnTo>
                    <a:pt x="1544" y="8874"/>
                  </a:lnTo>
                  <a:lnTo>
                    <a:pt x="3247" y="4899"/>
                  </a:lnTo>
                  <a:cubicBezTo>
                    <a:pt x="3279" y="4803"/>
                    <a:pt x="3247" y="4642"/>
                    <a:pt x="3119" y="4578"/>
                  </a:cubicBezTo>
                  <a:cubicBezTo>
                    <a:pt x="3085" y="4555"/>
                    <a:pt x="3042" y="4544"/>
                    <a:pt x="2999" y="4544"/>
                  </a:cubicBezTo>
                  <a:cubicBezTo>
                    <a:pt x="2920" y="4544"/>
                    <a:pt x="2839" y="4580"/>
                    <a:pt x="2797" y="4642"/>
                  </a:cubicBezTo>
                  <a:cubicBezTo>
                    <a:pt x="2797" y="4642"/>
                    <a:pt x="2776" y="4666"/>
                    <a:pt x="2737" y="4708"/>
                  </a:cubicBezTo>
                  <a:lnTo>
                    <a:pt x="2737" y="4708"/>
                  </a:lnTo>
                  <a:lnTo>
                    <a:pt x="2733" y="4706"/>
                  </a:lnTo>
                  <a:lnTo>
                    <a:pt x="2729" y="4717"/>
                  </a:lnTo>
                  <a:lnTo>
                    <a:pt x="2729" y="4717"/>
                  </a:lnTo>
                  <a:cubicBezTo>
                    <a:pt x="2606" y="4850"/>
                    <a:pt x="2333" y="5147"/>
                    <a:pt x="2026" y="5478"/>
                  </a:cubicBezTo>
                  <a:cubicBezTo>
                    <a:pt x="1608" y="5960"/>
                    <a:pt x="1158" y="6442"/>
                    <a:pt x="965" y="6635"/>
                  </a:cubicBezTo>
                  <a:cubicBezTo>
                    <a:pt x="933" y="6699"/>
                    <a:pt x="901" y="6699"/>
                    <a:pt x="836" y="6699"/>
                  </a:cubicBezTo>
                  <a:cubicBezTo>
                    <a:pt x="772" y="6699"/>
                    <a:pt x="676" y="6667"/>
                    <a:pt x="611" y="6603"/>
                  </a:cubicBezTo>
                  <a:lnTo>
                    <a:pt x="547" y="6539"/>
                  </a:lnTo>
                  <a:lnTo>
                    <a:pt x="547" y="6506"/>
                  </a:lnTo>
                  <a:cubicBezTo>
                    <a:pt x="611" y="6442"/>
                    <a:pt x="676" y="6378"/>
                    <a:pt x="740" y="6249"/>
                  </a:cubicBezTo>
                  <a:cubicBezTo>
                    <a:pt x="965" y="5896"/>
                    <a:pt x="1286" y="5253"/>
                    <a:pt x="1576" y="4642"/>
                  </a:cubicBezTo>
                  <a:cubicBezTo>
                    <a:pt x="1897" y="4031"/>
                    <a:pt x="2187" y="3421"/>
                    <a:pt x="2315" y="3228"/>
                  </a:cubicBezTo>
                  <a:cubicBezTo>
                    <a:pt x="2315" y="3228"/>
                    <a:pt x="2347" y="3163"/>
                    <a:pt x="2412" y="3131"/>
                  </a:cubicBezTo>
                  <a:cubicBezTo>
                    <a:pt x="2540" y="3035"/>
                    <a:pt x="2765" y="2938"/>
                    <a:pt x="3054" y="2842"/>
                  </a:cubicBezTo>
                  <a:cubicBezTo>
                    <a:pt x="3922" y="2521"/>
                    <a:pt x="5272" y="2167"/>
                    <a:pt x="6430" y="1621"/>
                  </a:cubicBezTo>
                  <a:cubicBezTo>
                    <a:pt x="7137" y="1267"/>
                    <a:pt x="7490" y="1106"/>
                    <a:pt x="7747" y="945"/>
                  </a:cubicBezTo>
                  <a:cubicBezTo>
                    <a:pt x="7876" y="849"/>
                    <a:pt x="7940" y="785"/>
                    <a:pt x="8037" y="688"/>
                  </a:cubicBezTo>
                  <a:cubicBezTo>
                    <a:pt x="8067" y="658"/>
                    <a:pt x="8097" y="621"/>
                    <a:pt x="8130" y="581"/>
                  </a:cubicBezTo>
                  <a:close/>
                  <a:moveTo>
                    <a:pt x="8051" y="1"/>
                  </a:moveTo>
                  <a:cubicBezTo>
                    <a:pt x="7972" y="1"/>
                    <a:pt x="7891" y="31"/>
                    <a:pt x="7844" y="78"/>
                  </a:cubicBezTo>
                  <a:cubicBezTo>
                    <a:pt x="7780" y="206"/>
                    <a:pt x="7715" y="270"/>
                    <a:pt x="7651" y="335"/>
                  </a:cubicBezTo>
                  <a:cubicBezTo>
                    <a:pt x="7555" y="399"/>
                    <a:pt x="7490" y="463"/>
                    <a:pt x="7265" y="592"/>
                  </a:cubicBezTo>
                  <a:cubicBezTo>
                    <a:pt x="7072" y="720"/>
                    <a:pt x="6751" y="881"/>
                    <a:pt x="6205" y="1106"/>
                  </a:cubicBezTo>
                  <a:cubicBezTo>
                    <a:pt x="5369" y="1524"/>
                    <a:pt x="4404" y="1813"/>
                    <a:pt x="3601" y="2071"/>
                  </a:cubicBezTo>
                  <a:cubicBezTo>
                    <a:pt x="3183" y="2231"/>
                    <a:pt x="2797" y="2328"/>
                    <a:pt x="2508" y="2456"/>
                  </a:cubicBezTo>
                  <a:cubicBezTo>
                    <a:pt x="2379" y="2521"/>
                    <a:pt x="2251" y="2617"/>
                    <a:pt x="2122" y="2681"/>
                  </a:cubicBezTo>
                  <a:cubicBezTo>
                    <a:pt x="2026" y="2746"/>
                    <a:pt x="1929" y="2842"/>
                    <a:pt x="1833" y="2938"/>
                  </a:cubicBezTo>
                  <a:cubicBezTo>
                    <a:pt x="1769" y="3099"/>
                    <a:pt x="1640" y="3324"/>
                    <a:pt x="1479" y="3646"/>
                  </a:cubicBezTo>
                  <a:cubicBezTo>
                    <a:pt x="1254" y="4096"/>
                    <a:pt x="965" y="4674"/>
                    <a:pt x="708" y="5189"/>
                  </a:cubicBezTo>
                  <a:cubicBezTo>
                    <a:pt x="579" y="5414"/>
                    <a:pt x="451" y="5639"/>
                    <a:pt x="354" y="5831"/>
                  </a:cubicBezTo>
                  <a:cubicBezTo>
                    <a:pt x="322" y="5928"/>
                    <a:pt x="258" y="5992"/>
                    <a:pt x="226" y="6056"/>
                  </a:cubicBezTo>
                  <a:cubicBezTo>
                    <a:pt x="194" y="6089"/>
                    <a:pt x="161" y="6121"/>
                    <a:pt x="161" y="6153"/>
                  </a:cubicBezTo>
                  <a:cubicBezTo>
                    <a:pt x="65" y="6217"/>
                    <a:pt x="1" y="6378"/>
                    <a:pt x="1" y="6506"/>
                  </a:cubicBezTo>
                  <a:cubicBezTo>
                    <a:pt x="1" y="6732"/>
                    <a:pt x="129" y="6892"/>
                    <a:pt x="290" y="7021"/>
                  </a:cubicBezTo>
                  <a:cubicBezTo>
                    <a:pt x="419" y="7149"/>
                    <a:pt x="611" y="7246"/>
                    <a:pt x="836" y="7246"/>
                  </a:cubicBezTo>
                  <a:cubicBezTo>
                    <a:pt x="1029" y="7246"/>
                    <a:pt x="1190" y="7182"/>
                    <a:pt x="1351" y="7021"/>
                  </a:cubicBezTo>
                  <a:cubicBezTo>
                    <a:pt x="1518" y="6854"/>
                    <a:pt x="1808" y="6546"/>
                    <a:pt x="2104" y="6201"/>
                  </a:cubicBezTo>
                  <a:lnTo>
                    <a:pt x="2104" y="6201"/>
                  </a:lnTo>
                  <a:lnTo>
                    <a:pt x="1029" y="8757"/>
                  </a:lnTo>
                  <a:lnTo>
                    <a:pt x="997" y="8853"/>
                  </a:lnTo>
                  <a:cubicBezTo>
                    <a:pt x="997" y="8885"/>
                    <a:pt x="997" y="9046"/>
                    <a:pt x="1126" y="9239"/>
                  </a:cubicBezTo>
                  <a:cubicBezTo>
                    <a:pt x="1158" y="9335"/>
                    <a:pt x="1254" y="9464"/>
                    <a:pt x="1383" y="9528"/>
                  </a:cubicBezTo>
                  <a:cubicBezTo>
                    <a:pt x="1511" y="9592"/>
                    <a:pt x="1672" y="9625"/>
                    <a:pt x="1865" y="9625"/>
                  </a:cubicBezTo>
                  <a:cubicBezTo>
                    <a:pt x="2058" y="9625"/>
                    <a:pt x="2283" y="9592"/>
                    <a:pt x="2540" y="9528"/>
                  </a:cubicBezTo>
                  <a:cubicBezTo>
                    <a:pt x="3157" y="9332"/>
                    <a:pt x="3895" y="9014"/>
                    <a:pt x="4075" y="8914"/>
                  </a:cubicBezTo>
                  <a:lnTo>
                    <a:pt x="4075" y="8914"/>
                  </a:lnTo>
                  <a:cubicBezTo>
                    <a:pt x="4175" y="8895"/>
                    <a:pt x="4560" y="8797"/>
                    <a:pt x="5047" y="8596"/>
                  </a:cubicBezTo>
                  <a:cubicBezTo>
                    <a:pt x="5562" y="8403"/>
                    <a:pt x="6172" y="8082"/>
                    <a:pt x="6526" y="7599"/>
                  </a:cubicBezTo>
                  <a:cubicBezTo>
                    <a:pt x="6719" y="7374"/>
                    <a:pt x="6976" y="6957"/>
                    <a:pt x="7265" y="6410"/>
                  </a:cubicBezTo>
                  <a:cubicBezTo>
                    <a:pt x="8039" y="5006"/>
                    <a:pt x="9119" y="2913"/>
                    <a:pt x="9344" y="2474"/>
                  </a:cubicBezTo>
                  <a:lnTo>
                    <a:pt x="9344" y="2474"/>
                  </a:lnTo>
                  <a:cubicBezTo>
                    <a:pt x="9430" y="2420"/>
                    <a:pt x="9760" y="2207"/>
                    <a:pt x="10255" y="1878"/>
                  </a:cubicBezTo>
                  <a:cubicBezTo>
                    <a:pt x="10319" y="1846"/>
                    <a:pt x="10383" y="1781"/>
                    <a:pt x="10383" y="1685"/>
                  </a:cubicBezTo>
                  <a:cubicBezTo>
                    <a:pt x="10383" y="1621"/>
                    <a:pt x="10383" y="1556"/>
                    <a:pt x="10319" y="1492"/>
                  </a:cubicBezTo>
                  <a:cubicBezTo>
                    <a:pt x="9708" y="656"/>
                    <a:pt x="8808" y="238"/>
                    <a:pt x="8133" y="13"/>
                  </a:cubicBezTo>
                  <a:cubicBezTo>
                    <a:pt x="8107" y="5"/>
                    <a:pt x="8079" y="1"/>
                    <a:pt x="8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4432;p64">
              <a:extLst>
                <a:ext uri="{FF2B5EF4-FFF2-40B4-BE49-F238E27FC236}">
                  <a16:creationId xmlns:a16="http://schemas.microsoft.com/office/drawing/2014/main" id="{5AB033B8-A487-2E99-780A-D451D0174075}"/>
                </a:ext>
              </a:extLst>
            </p:cNvPr>
            <p:cNvSpPr/>
            <p:nvPr/>
          </p:nvSpPr>
          <p:spPr>
            <a:xfrm>
              <a:off x="4783150" y="2218225"/>
              <a:ext cx="904075" cy="420950"/>
            </a:xfrm>
            <a:custGeom>
              <a:avLst/>
              <a:gdLst/>
              <a:ahLst/>
              <a:cxnLst/>
              <a:rect l="l" t="t" r="r" b="b"/>
              <a:pathLst>
                <a:path w="36163" h="16838" extrusionOk="0">
                  <a:moveTo>
                    <a:pt x="34427" y="0"/>
                  </a:moveTo>
                  <a:lnTo>
                    <a:pt x="28287" y="2829"/>
                  </a:lnTo>
                  <a:cubicBezTo>
                    <a:pt x="28287" y="2829"/>
                    <a:pt x="26037" y="7072"/>
                    <a:pt x="25619" y="8711"/>
                  </a:cubicBezTo>
                  <a:cubicBezTo>
                    <a:pt x="25202" y="10383"/>
                    <a:pt x="24559" y="12183"/>
                    <a:pt x="24559" y="12183"/>
                  </a:cubicBezTo>
                  <a:cubicBezTo>
                    <a:pt x="24559" y="12183"/>
                    <a:pt x="20412" y="11540"/>
                    <a:pt x="16844" y="11122"/>
                  </a:cubicBezTo>
                  <a:cubicBezTo>
                    <a:pt x="13276" y="10704"/>
                    <a:pt x="8229" y="9804"/>
                    <a:pt x="6976" y="9547"/>
                  </a:cubicBezTo>
                  <a:cubicBezTo>
                    <a:pt x="5999" y="9347"/>
                    <a:pt x="4379" y="8912"/>
                    <a:pt x="3468" y="8912"/>
                  </a:cubicBezTo>
                  <a:cubicBezTo>
                    <a:pt x="3209" y="8912"/>
                    <a:pt x="3007" y="8947"/>
                    <a:pt x="2893" y="9033"/>
                  </a:cubicBezTo>
                  <a:cubicBezTo>
                    <a:pt x="2411" y="9451"/>
                    <a:pt x="2733" y="9386"/>
                    <a:pt x="3311" y="9611"/>
                  </a:cubicBezTo>
                  <a:cubicBezTo>
                    <a:pt x="3568" y="9726"/>
                    <a:pt x="3895" y="9757"/>
                    <a:pt x="4179" y="9757"/>
                  </a:cubicBezTo>
                  <a:cubicBezTo>
                    <a:pt x="4534" y="9757"/>
                    <a:pt x="4822" y="9708"/>
                    <a:pt x="4822" y="9708"/>
                  </a:cubicBezTo>
                  <a:lnTo>
                    <a:pt x="4822" y="9708"/>
                  </a:lnTo>
                  <a:cubicBezTo>
                    <a:pt x="4822" y="9708"/>
                    <a:pt x="3986" y="9965"/>
                    <a:pt x="3086" y="10286"/>
                  </a:cubicBezTo>
                  <a:cubicBezTo>
                    <a:pt x="2154" y="10608"/>
                    <a:pt x="515" y="11186"/>
                    <a:pt x="258" y="11540"/>
                  </a:cubicBezTo>
                  <a:cubicBezTo>
                    <a:pt x="0" y="11861"/>
                    <a:pt x="579" y="13019"/>
                    <a:pt x="1511" y="13019"/>
                  </a:cubicBezTo>
                  <a:cubicBezTo>
                    <a:pt x="2111" y="13019"/>
                    <a:pt x="2611" y="12990"/>
                    <a:pt x="3021" y="12990"/>
                  </a:cubicBezTo>
                  <a:cubicBezTo>
                    <a:pt x="3226" y="12990"/>
                    <a:pt x="3408" y="12997"/>
                    <a:pt x="3568" y="13019"/>
                  </a:cubicBezTo>
                  <a:cubicBezTo>
                    <a:pt x="4083" y="13115"/>
                    <a:pt x="4308" y="13597"/>
                    <a:pt x="5979" y="13597"/>
                  </a:cubicBezTo>
                  <a:cubicBezTo>
                    <a:pt x="7619" y="13597"/>
                    <a:pt x="9965" y="12279"/>
                    <a:pt x="9965" y="12279"/>
                  </a:cubicBezTo>
                  <a:cubicBezTo>
                    <a:pt x="9965" y="12279"/>
                    <a:pt x="17744" y="15847"/>
                    <a:pt x="22148" y="16587"/>
                  </a:cubicBezTo>
                  <a:cubicBezTo>
                    <a:pt x="23180" y="16760"/>
                    <a:pt x="24005" y="16838"/>
                    <a:pt x="24688" y="16838"/>
                  </a:cubicBezTo>
                  <a:cubicBezTo>
                    <a:pt x="26918" y="16838"/>
                    <a:pt x="27624" y="16006"/>
                    <a:pt x="29027" y="14947"/>
                  </a:cubicBezTo>
                  <a:cubicBezTo>
                    <a:pt x="30859" y="13533"/>
                    <a:pt x="36163" y="4822"/>
                    <a:pt x="35745" y="3086"/>
                  </a:cubicBezTo>
                  <a:cubicBezTo>
                    <a:pt x="35327" y="1350"/>
                    <a:pt x="34427" y="0"/>
                    <a:pt x="34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4433;p64">
              <a:extLst>
                <a:ext uri="{FF2B5EF4-FFF2-40B4-BE49-F238E27FC236}">
                  <a16:creationId xmlns:a16="http://schemas.microsoft.com/office/drawing/2014/main" id="{3D4DA0F1-7A88-8102-72ED-AAC03A5BDD05}"/>
                </a:ext>
              </a:extLst>
            </p:cNvPr>
            <p:cNvSpPr/>
            <p:nvPr/>
          </p:nvSpPr>
          <p:spPr>
            <a:xfrm>
              <a:off x="4781550" y="2211775"/>
              <a:ext cx="902475" cy="433975"/>
            </a:xfrm>
            <a:custGeom>
              <a:avLst/>
              <a:gdLst/>
              <a:ahLst/>
              <a:cxnLst/>
              <a:rect l="l" t="t" r="r" b="b"/>
              <a:pathLst>
                <a:path w="36099" h="17359" extrusionOk="0">
                  <a:moveTo>
                    <a:pt x="34465" y="1"/>
                  </a:moveTo>
                  <a:cubicBezTo>
                    <a:pt x="34420" y="1"/>
                    <a:pt x="34373" y="12"/>
                    <a:pt x="34330" y="33"/>
                  </a:cubicBezTo>
                  <a:cubicBezTo>
                    <a:pt x="34202" y="129"/>
                    <a:pt x="34170" y="290"/>
                    <a:pt x="34266" y="419"/>
                  </a:cubicBezTo>
                  <a:lnTo>
                    <a:pt x="34298" y="483"/>
                  </a:lnTo>
                  <a:cubicBezTo>
                    <a:pt x="34459" y="740"/>
                    <a:pt x="35198" y="1930"/>
                    <a:pt x="35552" y="3408"/>
                  </a:cubicBezTo>
                  <a:cubicBezTo>
                    <a:pt x="35552" y="3440"/>
                    <a:pt x="35552" y="3505"/>
                    <a:pt x="35552" y="3569"/>
                  </a:cubicBezTo>
                  <a:cubicBezTo>
                    <a:pt x="35552" y="3794"/>
                    <a:pt x="35487" y="4115"/>
                    <a:pt x="35359" y="4533"/>
                  </a:cubicBezTo>
                  <a:cubicBezTo>
                    <a:pt x="34877" y="6012"/>
                    <a:pt x="33623" y="8358"/>
                    <a:pt x="32337" y="10448"/>
                  </a:cubicBezTo>
                  <a:cubicBezTo>
                    <a:pt x="31662" y="11509"/>
                    <a:pt x="30987" y="12505"/>
                    <a:pt x="30409" y="13309"/>
                  </a:cubicBezTo>
                  <a:cubicBezTo>
                    <a:pt x="29798" y="14112"/>
                    <a:pt x="29251" y="14723"/>
                    <a:pt x="28930" y="14980"/>
                  </a:cubicBezTo>
                  <a:cubicBezTo>
                    <a:pt x="28223" y="15527"/>
                    <a:pt x="27709" y="16009"/>
                    <a:pt x="27098" y="16330"/>
                  </a:cubicBezTo>
                  <a:cubicBezTo>
                    <a:pt x="26519" y="16652"/>
                    <a:pt x="25844" y="16845"/>
                    <a:pt x="24751" y="16845"/>
                  </a:cubicBezTo>
                  <a:cubicBezTo>
                    <a:pt x="24076" y="16845"/>
                    <a:pt x="23273" y="16748"/>
                    <a:pt x="22244" y="16587"/>
                  </a:cubicBezTo>
                  <a:cubicBezTo>
                    <a:pt x="20090" y="16234"/>
                    <a:pt x="17037" y="15141"/>
                    <a:pt x="14561" y="14177"/>
                  </a:cubicBezTo>
                  <a:cubicBezTo>
                    <a:pt x="13308" y="13662"/>
                    <a:pt x="12215" y="13212"/>
                    <a:pt x="11411" y="12859"/>
                  </a:cubicBezTo>
                  <a:cubicBezTo>
                    <a:pt x="11026" y="12698"/>
                    <a:pt x="10704" y="12537"/>
                    <a:pt x="10479" y="12441"/>
                  </a:cubicBezTo>
                  <a:cubicBezTo>
                    <a:pt x="10254" y="12344"/>
                    <a:pt x="10126" y="12280"/>
                    <a:pt x="10126" y="12280"/>
                  </a:cubicBezTo>
                  <a:cubicBezTo>
                    <a:pt x="10099" y="12267"/>
                    <a:pt x="10067" y="12259"/>
                    <a:pt x="10034" y="12259"/>
                  </a:cubicBezTo>
                  <a:cubicBezTo>
                    <a:pt x="9987" y="12259"/>
                    <a:pt x="9938" y="12275"/>
                    <a:pt x="9901" y="12312"/>
                  </a:cubicBezTo>
                  <a:cubicBezTo>
                    <a:pt x="9901" y="12312"/>
                    <a:pt x="9868" y="12312"/>
                    <a:pt x="9804" y="12344"/>
                  </a:cubicBezTo>
                  <a:cubicBezTo>
                    <a:pt x="9547" y="12473"/>
                    <a:pt x="8968" y="12794"/>
                    <a:pt x="8261" y="13084"/>
                  </a:cubicBezTo>
                  <a:cubicBezTo>
                    <a:pt x="7522" y="13341"/>
                    <a:pt x="6718" y="13598"/>
                    <a:pt x="6043" y="13598"/>
                  </a:cubicBezTo>
                  <a:cubicBezTo>
                    <a:pt x="5240" y="13598"/>
                    <a:pt x="4790" y="13469"/>
                    <a:pt x="4500" y="13341"/>
                  </a:cubicBezTo>
                  <a:cubicBezTo>
                    <a:pt x="4340" y="13309"/>
                    <a:pt x="4243" y="13244"/>
                    <a:pt x="4115" y="13180"/>
                  </a:cubicBezTo>
                  <a:cubicBezTo>
                    <a:pt x="3986" y="13116"/>
                    <a:pt x="3857" y="13052"/>
                    <a:pt x="3665" y="13019"/>
                  </a:cubicBezTo>
                  <a:cubicBezTo>
                    <a:pt x="3504" y="12987"/>
                    <a:pt x="3279" y="12987"/>
                    <a:pt x="3086" y="12987"/>
                  </a:cubicBezTo>
                  <a:cubicBezTo>
                    <a:pt x="2668" y="12987"/>
                    <a:pt x="2154" y="13019"/>
                    <a:pt x="1575" y="13019"/>
                  </a:cubicBezTo>
                  <a:cubicBezTo>
                    <a:pt x="1286" y="13019"/>
                    <a:pt x="1029" y="12859"/>
                    <a:pt x="836" y="12634"/>
                  </a:cubicBezTo>
                  <a:cubicBezTo>
                    <a:pt x="643" y="12409"/>
                    <a:pt x="514" y="12119"/>
                    <a:pt x="514" y="11991"/>
                  </a:cubicBezTo>
                  <a:lnTo>
                    <a:pt x="547" y="11959"/>
                  </a:lnTo>
                  <a:cubicBezTo>
                    <a:pt x="547" y="11959"/>
                    <a:pt x="579" y="11927"/>
                    <a:pt x="611" y="11862"/>
                  </a:cubicBezTo>
                  <a:cubicBezTo>
                    <a:pt x="836" y="11734"/>
                    <a:pt x="1286" y="11541"/>
                    <a:pt x="1800" y="11348"/>
                  </a:cubicBezTo>
                  <a:cubicBezTo>
                    <a:pt x="2282" y="11123"/>
                    <a:pt x="2829" y="10930"/>
                    <a:pt x="3215" y="10801"/>
                  </a:cubicBezTo>
                  <a:cubicBezTo>
                    <a:pt x="3697" y="10641"/>
                    <a:pt x="4115" y="10480"/>
                    <a:pt x="4436" y="10384"/>
                  </a:cubicBezTo>
                  <a:cubicBezTo>
                    <a:pt x="4757" y="10287"/>
                    <a:pt x="4950" y="10223"/>
                    <a:pt x="4950" y="10223"/>
                  </a:cubicBezTo>
                  <a:cubicBezTo>
                    <a:pt x="5079" y="10191"/>
                    <a:pt x="5175" y="10030"/>
                    <a:pt x="5143" y="9901"/>
                  </a:cubicBezTo>
                  <a:cubicBezTo>
                    <a:pt x="5115" y="9790"/>
                    <a:pt x="5015" y="9702"/>
                    <a:pt x="4883" y="9702"/>
                  </a:cubicBezTo>
                  <a:cubicBezTo>
                    <a:pt x="4863" y="9702"/>
                    <a:pt x="4843" y="9704"/>
                    <a:pt x="4822" y="9709"/>
                  </a:cubicBezTo>
                  <a:lnTo>
                    <a:pt x="4790" y="9709"/>
                  </a:lnTo>
                  <a:cubicBezTo>
                    <a:pt x="4790" y="9709"/>
                    <a:pt x="4786" y="9710"/>
                    <a:pt x="4780" y="9712"/>
                  </a:cubicBezTo>
                  <a:lnTo>
                    <a:pt x="4780" y="9712"/>
                  </a:lnTo>
                  <a:cubicBezTo>
                    <a:pt x="4678" y="9741"/>
                    <a:pt x="4460" y="9741"/>
                    <a:pt x="4211" y="9741"/>
                  </a:cubicBezTo>
                  <a:cubicBezTo>
                    <a:pt x="3954" y="9741"/>
                    <a:pt x="3697" y="9709"/>
                    <a:pt x="3504" y="9644"/>
                  </a:cubicBezTo>
                  <a:cubicBezTo>
                    <a:pt x="3369" y="9587"/>
                    <a:pt x="3258" y="9541"/>
                    <a:pt x="3163" y="9506"/>
                  </a:cubicBezTo>
                  <a:lnTo>
                    <a:pt x="3163" y="9506"/>
                  </a:lnTo>
                  <a:cubicBezTo>
                    <a:pt x="3179" y="9494"/>
                    <a:pt x="3215" y="9473"/>
                    <a:pt x="3279" y="9451"/>
                  </a:cubicBezTo>
                  <a:lnTo>
                    <a:pt x="3568" y="9451"/>
                  </a:lnTo>
                  <a:cubicBezTo>
                    <a:pt x="3986" y="9451"/>
                    <a:pt x="4597" y="9548"/>
                    <a:pt x="5240" y="9676"/>
                  </a:cubicBezTo>
                  <a:cubicBezTo>
                    <a:pt x="5850" y="9805"/>
                    <a:pt x="6493" y="9966"/>
                    <a:pt x="6975" y="10062"/>
                  </a:cubicBezTo>
                  <a:cubicBezTo>
                    <a:pt x="8229" y="10319"/>
                    <a:pt x="13276" y="11219"/>
                    <a:pt x="16876" y="11637"/>
                  </a:cubicBezTo>
                  <a:cubicBezTo>
                    <a:pt x="18644" y="11862"/>
                    <a:pt x="20572" y="12119"/>
                    <a:pt x="22051" y="12344"/>
                  </a:cubicBezTo>
                  <a:cubicBezTo>
                    <a:pt x="22790" y="12441"/>
                    <a:pt x="23433" y="12537"/>
                    <a:pt x="23851" y="12602"/>
                  </a:cubicBezTo>
                  <a:cubicBezTo>
                    <a:pt x="24301" y="12666"/>
                    <a:pt x="24558" y="12730"/>
                    <a:pt x="24558" y="12730"/>
                  </a:cubicBezTo>
                  <a:cubicBezTo>
                    <a:pt x="24687" y="12730"/>
                    <a:pt x="24816" y="12666"/>
                    <a:pt x="24848" y="12537"/>
                  </a:cubicBezTo>
                  <a:cubicBezTo>
                    <a:pt x="24848" y="12537"/>
                    <a:pt x="25523" y="10705"/>
                    <a:pt x="25941" y="9034"/>
                  </a:cubicBezTo>
                  <a:cubicBezTo>
                    <a:pt x="26133" y="8262"/>
                    <a:pt x="26808" y="6783"/>
                    <a:pt x="27419" y="5530"/>
                  </a:cubicBezTo>
                  <a:cubicBezTo>
                    <a:pt x="27709" y="4887"/>
                    <a:pt x="27998" y="4308"/>
                    <a:pt x="28223" y="3890"/>
                  </a:cubicBezTo>
                  <a:cubicBezTo>
                    <a:pt x="28448" y="3473"/>
                    <a:pt x="28576" y="3215"/>
                    <a:pt x="28576" y="3215"/>
                  </a:cubicBezTo>
                  <a:cubicBezTo>
                    <a:pt x="28641" y="3087"/>
                    <a:pt x="28609" y="2926"/>
                    <a:pt x="28480" y="2862"/>
                  </a:cubicBezTo>
                  <a:cubicBezTo>
                    <a:pt x="28437" y="2830"/>
                    <a:pt x="28387" y="2815"/>
                    <a:pt x="28337" y="2815"/>
                  </a:cubicBezTo>
                  <a:cubicBezTo>
                    <a:pt x="28237" y="2815"/>
                    <a:pt x="28137" y="2872"/>
                    <a:pt x="28094" y="2958"/>
                  </a:cubicBezTo>
                  <a:cubicBezTo>
                    <a:pt x="28094" y="2958"/>
                    <a:pt x="27548" y="4019"/>
                    <a:pt x="26937" y="5305"/>
                  </a:cubicBezTo>
                  <a:cubicBezTo>
                    <a:pt x="26326" y="6558"/>
                    <a:pt x="25651" y="8037"/>
                    <a:pt x="25426" y="8905"/>
                  </a:cubicBezTo>
                  <a:cubicBezTo>
                    <a:pt x="25233" y="9741"/>
                    <a:pt x="24944" y="10609"/>
                    <a:pt x="24751" y="11251"/>
                  </a:cubicBezTo>
                  <a:cubicBezTo>
                    <a:pt x="24623" y="11573"/>
                    <a:pt x="24526" y="11862"/>
                    <a:pt x="24462" y="12055"/>
                  </a:cubicBezTo>
                  <a:cubicBezTo>
                    <a:pt x="24451" y="12089"/>
                    <a:pt x="24441" y="12120"/>
                    <a:pt x="24431" y="12149"/>
                  </a:cubicBezTo>
                  <a:lnTo>
                    <a:pt x="24431" y="12149"/>
                  </a:lnTo>
                  <a:cubicBezTo>
                    <a:pt x="23524" y="12011"/>
                    <a:pt x="20017" y="11483"/>
                    <a:pt x="16940" y="11123"/>
                  </a:cubicBezTo>
                  <a:cubicBezTo>
                    <a:pt x="13372" y="10705"/>
                    <a:pt x="8325" y="9773"/>
                    <a:pt x="7072" y="9548"/>
                  </a:cubicBezTo>
                  <a:cubicBezTo>
                    <a:pt x="6622" y="9451"/>
                    <a:pt x="5979" y="9291"/>
                    <a:pt x="5336" y="9162"/>
                  </a:cubicBezTo>
                  <a:cubicBezTo>
                    <a:pt x="4693" y="9034"/>
                    <a:pt x="4050" y="8905"/>
                    <a:pt x="3568" y="8905"/>
                  </a:cubicBezTo>
                  <a:cubicBezTo>
                    <a:pt x="3407" y="8905"/>
                    <a:pt x="3279" y="8905"/>
                    <a:pt x="3150" y="8937"/>
                  </a:cubicBezTo>
                  <a:cubicBezTo>
                    <a:pt x="3022" y="8969"/>
                    <a:pt x="2893" y="9001"/>
                    <a:pt x="2797" y="9098"/>
                  </a:cubicBezTo>
                  <a:cubicBezTo>
                    <a:pt x="2700" y="9162"/>
                    <a:pt x="2636" y="9226"/>
                    <a:pt x="2572" y="9291"/>
                  </a:cubicBezTo>
                  <a:cubicBezTo>
                    <a:pt x="2539" y="9355"/>
                    <a:pt x="2475" y="9451"/>
                    <a:pt x="2475" y="9580"/>
                  </a:cubicBezTo>
                  <a:cubicBezTo>
                    <a:pt x="2475" y="9644"/>
                    <a:pt x="2475" y="9741"/>
                    <a:pt x="2539" y="9773"/>
                  </a:cubicBezTo>
                  <a:cubicBezTo>
                    <a:pt x="2604" y="9869"/>
                    <a:pt x="2668" y="9901"/>
                    <a:pt x="2700" y="9934"/>
                  </a:cubicBezTo>
                  <a:cubicBezTo>
                    <a:pt x="2797" y="9966"/>
                    <a:pt x="2861" y="9998"/>
                    <a:pt x="2957" y="10030"/>
                  </a:cubicBezTo>
                  <a:cubicBezTo>
                    <a:pt x="3054" y="10062"/>
                    <a:pt x="3182" y="10094"/>
                    <a:pt x="3279" y="10126"/>
                  </a:cubicBezTo>
                  <a:cubicBezTo>
                    <a:pt x="3317" y="10142"/>
                    <a:pt x="3355" y="10155"/>
                    <a:pt x="3393" y="10168"/>
                  </a:cubicBezTo>
                  <a:lnTo>
                    <a:pt x="3393" y="10168"/>
                  </a:lnTo>
                  <a:cubicBezTo>
                    <a:pt x="3282" y="10206"/>
                    <a:pt x="3168" y="10246"/>
                    <a:pt x="3054" y="10287"/>
                  </a:cubicBezTo>
                  <a:cubicBezTo>
                    <a:pt x="2604" y="10448"/>
                    <a:pt x="1961" y="10705"/>
                    <a:pt x="1382" y="10930"/>
                  </a:cubicBezTo>
                  <a:cubicBezTo>
                    <a:pt x="1093" y="11026"/>
                    <a:pt x="836" y="11155"/>
                    <a:pt x="611" y="11251"/>
                  </a:cubicBezTo>
                  <a:cubicBezTo>
                    <a:pt x="514" y="11316"/>
                    <a:pt x="418" y="11380"/>
                    <a:pt x="322" y="11444"/>
                  </a:cubicBezTo>
                  <a:cubicBezTo>
                    <a:pt x="225" y="11509"/>
                    <a:pt x="161" y="11541"/>
                    <a:pt x="96" y="11637"/>
                  </a:cubicBezTo>
                  <a:cubicBezTo>
                    <a:pt x="32" y="11734"/>
                    <a:pt x="0" y="11894"/>
                    <a:pt x="0" y="11991"/>
                  </a:cubicBezTo>
                  <a:cubicBezTo>
                    <a:pt x="0" y="12344"/>
                    <a:pt x="161" y="12666"/>
                    <a:pt x="418" y="12987"/>
                  </a:cubicBezTo>
                  <a:cubicBezTo>
                    <a:pt x="675" y="13309"/>
                    <a:pt x="1093" y="13566"/>
                    <a:pt x="1575" y="13566"/>
                  </a:cubicBezTo>
                  <a:cubicBezTo>
                    <a:pt x="2186" y="13566"/>
                    <a:pt x="2668" y="13502"/>
                    <a:pt x="3086" y="13502"/>
                  </a:cubicBezTo>
                  <a:cubicBezTo>
                    <a:pt x="3279" y="13502"/>
                    <a:pt x="3440" y="13534"/>
                    <a:pt x="3600" y="13534"/>
                  </a:cubicBezTo>
                  <a:cubicBezTo>
                    <a:pt x="3665" y="13566"/>
                    <a:pt x="3761" y="13598"/>
                    <a:pt x="3857" y="13662"/>
                  </a:cubicBezTo>
                  <a:cubicBezTo>
                    <a:pt x="4050" y="13727"/>
                    <a:pt x="4275" y="13855"/>
                    <a:pt x="4597" y="13952"/>
                  </a:cubicBezTo>
                  <a:cubicBezTo>
                    <a:pt x="4950" y="14048"/>
                    <a:pt x="5400" y="14144"/>
                    <a:pt x="6043" y="14144"/>
                  </a:cubicBezTo>
                  <a:cubicBezTo>
                    <a:pt x="6943" y="14144"/>
                    <a:pt x="7940" y="13791"/>
                    <a:pt x="8743" y="13437"/>
                  </a:cubicBezTo>
                  <a:cubicBezTo>
                    <a:pt x="9312" y="13210"/>
                    <a:pt x="9784" y="12966"/>
                    <a:pt x="10012" y="12843"/>
                  </a:cubicBezTo>
                  <a:lnTo>
                    <a:pt x="10012" y="12843"/>
                  </a:lnTo>
                  <a:cubicBezTo>
                    <a:pt x="10459" y="13040"/>
                    <a:pt x="12212" y="13802"/>
                    <a:pt x="14369" y="14659"/>
                  </a:cubicBezTo>
                  <a:cubicBezTo>
                    <a:pt x="16876" y="15655"/>
                    <a:pt x="19930" y="16716"/>
                    <a:pt x="22148" y="17102"/>
                  </a:cubicBezTo>
                  <a:cubicBezTo>
                    <a:pt x="23208" y="17295"/>
                    <a:pt x="24044" y="17359"/>
                    <a:pt x="24751" y="17359"/>
                  </a:cubicBezTo>
                  <a:cubicBezTo>
                    <a:pt x="25908" y="17359"/>
                    <a:pt x="26680" y="17166"/>
                    <a:pt x="27355" y="16780"/>
                  </a:cubicBezTo>
                  <a:cubicBezTo>
                    <a:pt x="28030" y="16427"/>
                    <a:pt x="28576" y="15945"/>
                    <a:pt x="29251" y="15398"/>
                  </a:cubicBezTo>
                  <a:cubicBezTo>
                    <a:pt x="29734" y="15012"/>
                    <a:pt x="30377" y="14241"/>
                    <a:pt x="31084" y="13277"/>
                  </a:cubicBezTo>
                  <a:cubicBezTo>
                    <a:pt x="32177" y="11766"/>
                    <a:pt x="33430" y="9773"/>
                    <a:pt x="34395" y="7941"/>
                  </a:cubicBezTo>
                  <a:cubicBezTo>
                    <a:pt x="34877" y="7041"/>
                    <a:pt x="35295" y="6173"/>
                    <a:pt x="35616" y="5401"/>
                  </a:cubicBezTo>
                  <a:cubicBezTo>
                    <a:pt x="35905" y="4662"/>
                    <a:pt x="36098" y="4051"/>
                    <a:pt x="36098" y="3569"/>
                  </a:cubicBezTo>
                  <a:cubicBezTo>
                    <a:pt x="36098" y="3473"/>
                    <a:pt x="36098" y="3376"/>
                    <a:pt x="36066" y="3280"/>
                  </a:cubicBezTo>
                  <a:cubicBezTo>
                    <a:pt x="35648" y="1480"/>
                    <a:pt x="34716" y="129"/>
                    <a:pt x="34684" y="129"/>
                  </a:cubicBezTo>
                  <a:cubicBezTo>
                    <a:pt x="34641" y="44"/>
                    <a:pt x="34555" y="1"/>
                    <a:pt x="34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4434;p64">
              <a:extLst>
                <a:ext uri="{FF2B5EF4-FFF2-40B4-BE49-F238E27FC236}">
                  <a16:creationId xmlns:a16="http://schemas.microsoft.com/office/drawing/2014/main" id="{EAF50761-49B2-C225-7AEC-32A2724DB4C7}"/>
                </a:ext>
              </a:extLst>
            </p:cNvPr>
            <p:cNvSpPr/>
            <p:nvPr/>
          </p:nvSpPr>
          <p:spPr>
            <a:xfrm>
              <a:off x="4783150" y="2441025"/>
              <a:ext cx="293350" cy="117150"/>
            </a:xfrm>
            <a:custGeom>
              <a:avLst/>
              <a:gdLst/>
              <a:ahLst/>
              <a:cxnLst/>
              <a:rect l="l" t="t" r="r" b="b"/>
              <a:pathLst>
                <a:path w="11734" h="4686" extrusionOk="0">
                  <a:moveTo>
                    <a:pt x="3468" y="0"/>
                  </a:moveTo>
                  <a:cubicBezTo>
                    <a:pt x="3209" y="0"/>
                    <a:pt x="3007" y="35"/>
                    <a:pt x="2893" y="121"/>
                  </a:cubicBezTo>
                  <a:cubicBezTo>
                    <a:pt x="2411" y="539"/>
                    <a:pt x="2733" y="474"/>
                    <a:pt x="3311" y="699"/>
                  </a:cubicBezTo>
                  <a:cubicBezTo>
                    <a:pt x="3568" y="814"/>
                    <a:pt x="3895" y="845"/>
                    <a:pt x="4179" y="845"/>
                  </a:cubicBezTo>
                  <a:cubicBezTo>
                    <a:pt x="4534" y="845"/>
                    <a:pt x="4822" y="796"/>
                    <a:pt x="4822" y="796"/>
                  </a:cubicBezTo>
                  <a:lnTo>
                    <a:pt x="4822" y="796"/>
                  </a:lnTo>
                  <a:cubicBezTo>
                    <a:pt x="4822" y="796"/>
                    <a:pt x="3986" y="1053"/>
                    <a:pt x="3086" y="1374"/>
                  </a:cubicBezTo>
                  <a:cubicBezTo>
                    <a:pt x="2154" y="1696"/>
                    <a:pt x="515" y="2274"/>
                    <a:pt x="258" y="2628"/>
                  </a:cubicBezTo>
                  <a:cubicBezTo>
                    <a:pt x="0" y="2949"/>
                    <a:pt x="579" y="4107"/>
                    <a:pt x="1511" y="4107"/>
                  </a:cubicBezTo>
                  <a:cubicBezTo>
                    <a:pt x="2111" y="4107"/>
                    <a:pt x="2611" y="4078"/>
                    <a:pt x="3021" y="4078"/>
                  </a:cubicBezTo>
                  <a:cubicBezTo>
                    <a:pt x="3226" y="4078"/>
                    <a:pt x="3408" y="4085"/>
                    <a:pt x="3568" y="4107"/>
                  </a:cubicBezTo>
                  <a:cubicBezTo>
                    <a:pt x="4083" y="4203"/>
                    <a:pt x="4308" y="4685"/>
                    <a:pt x="5979" y="4685"/>
                  </a:cubicBezTo>
                  <a:cubicBezTo>
                    <a:pt x="7619" y="4685"/>
                    <a:pt x="9965" y="3367"/>
                    <a:pt x="9965" y="3367"/>
                  </a:cubicBezTo>
                  <a:cubicBezTo>
                    <a:pt x="9965" y="3367"/>
                    <a:pt x="10576" y="3657"/>
                    <a:pt x="11540" y="4074"/>
                  </a:cubicBezTo>
                  <a:lnTo>
                    <a:pt x="11733" y="1471"/>
                  </a:lnTo>
                  <a:cubicBezTo>
                    <a:pt x="9579" y="1117"/>
                    <a:pt x="7683" y="764"/>
                    <a:pt x="6976" y="635"/>
                  </a:cubicBezTo>
                  <a:cubicBezTo>
                    <a:pt x="5999" y="435"/>
                    <a:pt x="4379" y="0"/>
                    <a:pt x="34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4435;p64">
              <a:extLst>
                <a:ext uri="{FF2B5EF4-FFF2-40B4-BE49-F238E27FC236}">
                  <a16:creationId xmlns:a16="http://schemas.microsoft.com/office/drawing/2014/main" id="{CBFD8643-8B4F-D6E6-5A30-CA377FC4A9C6}"/>
                </a:ext>
              </a:extLst>
            </p:cNvPr>
            <p:cNvSpPr/>
            <p:nvPr/>
          </p:nvSpPr>
          <p:spPr>
            <a:xfrm>
              <a:off x="4781550" y="2434375"/>
              <a:ext cx="302175" cy="131025"/>
            </a:xfrm>
            <a:custGeom>
              <a:avLst/>
              <a:gdLst/>
              <a:ahLst/>
              <a:cxnLst/>
              <a:rect l="l" t="t" r="r" b="b"/>
              <a:pathLst>
                <a:path w="12087" h="5241" extrusionOk="0">
                  <a:moveTo>
                    <a:pt x="3568" y="547"/>
                  </a:moveTo>
                  <a:cubicBezTo>
                    <a:pt x="3986" y="547"/>
                    <a:pt x="4597" y="644"/>
                    <a:pt x="5240" y="772"/>
                  </a:cubicBezTo>
                  <a:cubicBezTo>
                    <a:pt x="5850" y="901"/>
                    <a:pt x="6493" y="1062"/>
                    <a:pt x="6975" y="1158"/>
                  </a:cubicBezTo>
                  <a:cubicBezTo>
                    <a:pt x="7656" y="1282"/>
                    <a:pt x="9439" y="1614"/>
                    <a:pt x="11521" y="1954"/>
                  </a:cubicBezTo>
                  <a:lnTo>
                    <a:pt x="11521" y="1954"/>
                  </a:lnTo>
                  <a:lnTo>
                    <a:pt x="11374" y="3947"/>
                  </a:lnTo>
                  <a:lnTo>
                    <a:pt x="11374" y="3947"/>
                  </a:lnTo>
                  <a:cubicBezTo>
                    <a:pt x="11041" y="3803"/>
                    <a:pt x="10764" y="3667"/>
                    <a:pt x="10543" y="3569"/>
                  </a:cubicBezTo>
                  <a:cubicBezTo>
                    <a:pt x="10286" y="3473"/>
                    <a:pt x="10126" y="3376"/>
                    <a:pt x="10126" y="3376"/>
                  </a:cubicBezTo>
                  <a:cubicBezTo>
                    <a:pt x="10099" y="3363"/>
                    <a:pt x="10067" y="3355"/>
                    <a:pt x="10034" y="3355"/>
                  </a:cubicBezTo>
                  <a:cubicBezTo>
                    <a:pt x="9987" y="3355"/>
                    <a:pt x="9938" y="3371"/>
                    <a:pt x="9901" y="3408"/>
                  </a:cubicBezTo>
                  <a:cubicBezTo>
                    <a:pt x="9901" y="3408"/>
                    <a:pt x="9868" y="3408"/>
                    <a:pt x="9804" y="3440"/>
                  </a:cubicBezTo>
                  <a:cubicBezTo>
                    <a:pt x="9547" y="3569"/>
                    <a:pt x="8968" y="3890"/>
                    <a:pt x="8261" y="4180"/>
                  </a:cubicBezTo>
                  <a:cubicBezTo>
                    <a:pt x="7522" y="4437"/>
                    <a:pt x="6718" y="4694"/>
                    <a:pt x="6043" y="4694"/>
                  </a:cubicBezTo>
                  <a:cubicBezTo>
                    <a:pt x="5240" y="4694"/>
                    <a:pt x="4790" y="4565"/>
                    <a:pt x="4500" y="4437"/>
                  </a:cubicBezTo>
                  <a:cubicBezTo>
                    <a:pt x="4340" y="4405"/>
                    <a:pt x="4243" y="4340"/>
                    <a:pt x="4115" y="4276"/>
                  </a:cubicBezTo>
                  <a:cubicBezTo>
                    <a:pt x="3986" y="4212"/>
                    <a:pt x="3857" y="4148"/>
                    <a:pt x="3665" y="4115"/>
                  </a:cubicBezTo>
                  <a:cubicBezTo>
                    <a:pt x="3504" y="4083"/>
                    <a:pt x="3279" y="4083"/>
                    <a:pt x="3086" y="4083"/>
                  </a:cubicBezTo>
                  <a:cubicBezTo>
                    <a:pt x="2668" y="4083"/>
                    <a:pt x="2154" y="4115"/>
                    <a:pt x="1575" y="4115"/>
                  </a:cubicBezTo>
                  <a:cubicBezTo>
                    <a:pt x="1286" y="4115"/>
                    <a:pt x="1029" y="3955"/>
                    <a:pt x="836" y="3730"/>
                  </a:cubicBezTo>
                  <a:cubicBezTo>
                    <a:pt x="643" y="3505"/>
                    <a:pt x="514" y="3215"/>
                    <a:pt x="514" y="3087"/>
                  </a:cubicBezTo>
                  <a:lnTo>
                    <a:pt x="547" y="3055"/>
                  </a:lnTo>
                  <a:cubicBezTo>
                    <a:pt x="547" y="3055"/>
                    <a:pt x="579" y="3023"/>
                    <a:pt x="611" y="2958"/>
                  </a:cubicBezTo>
                  <a:cubicBezTo>
                    <a:pt x="836" y="2830"/>
                    <a:pt x="1286" y="2637"/>
                    <a:pt x="1800" y="2444"/>
                  </a:cubicBezTo>
                  <a:cubicBezTo>
                    <a:pt x="2282" y="2219"/>
                    <a:pt x="2829" y="2026"/>
                    <a:pt x="3215" y="1897"/>
                  </a:cubicBezTo>
                  <a:cubicBezTo>
                    <a:pt x="3697" y="1737"/>
                    <a:pt x="4115" y="1576"/>
                    <a:pt x="4436" y="1480"/>
                  </a:cubicBezTo>
                  <a:cubicBezTo>
                    <a:pt x="4757" y="1383"/>
                    <a:pt x="4950" y="1319"/>
                    <a:pt x="4950" y="1319"/>
                  </a:cubicBezTo>
                  <a:cubicBezTo>
                    <a:pt x="5079" y="1287"/>
                    <a:pt x="5175" y="1126"/>
                    <a:pt x="5143" y="997"/>
                  </a:cubicBezTo>
                  <a:cubicBezTo>
                    <a:pt x="5115" y="886"/>
                    <a:pt x="5015" y="798"/>
                    <a:pt x="4883" y="798"/>
                  </a:cubicBezTo>
                  <a:cubicBezTo>
                    <a:pt x="4863" y="798"/>
                    <a:pt x="4843" y="800"/>
                    <a:pt x="4822" y="805"/>
                  </a:cubicBezTo>
                  <a:lnTo>
                    <a:pt x="4790" y="805"/>
                  </a:lnTo>
                  <a:cubicBezTo>
                    <a:pt x="4790" y="805"/>
                    <a:pt x="4786" y="806"/>
                    <a:pt x="4780" y="808"/>
                  </a:cubicBezTo>
                  <a:lnTo>
                    <a:pt x="4780" y="808"/>
                  </a:lnTo>
                  <a:cubicBezTo>
                    <a:pt x="4678" y="837"/>
                    <a:pt x="4460" y="837"/>
                    <a:pt x="4211" y="837"/>
                  </a:cubicBezTo>
                  <a:cubicBezTo>
                    <a:pt x="3954" y="837"/>
                    <a:pt x="3697" y="805"/>
                    <a:pt x="3504" y="740"/>
                  </a:cubicBezTo>
                  <a:cubicBezTo>
                    <a:pt x="3369" y="683"/>
                    <a:pt x="3258" y="637"/>
                    <a:pt x="3163" y="602"/>
                  </a:cubicBezTo>
                  <a:lnTo>
                    <a:pt x="3163" y="602"/>
                  </a:lnTo>
                  <a:cubicBezTo>
                    <a:pt x="3179" y="590"/>
                    <a:pt x="3215" y="569"/>
                    <a:pt x="3279" y="547"/>
                  </a:cubicBezTo>
                  <a:close/>
                  <a:moveTo>
                    <a:pt x="3568" y="1"/>
                  </a:moveTo>
                  <a:cubicBezTo>
                    <a:pt x="3407" y="1"/>
                    <a:pt x="3279" y="1"/>
                    <a:pt x="3150" y="33"/>
                  </a:cubicBezTo>
                  <a:cubicBezTo>
                    <a:pt x="3022" y="65"/>
                    <a:pt x="2893" y="97"/>
                    <a:pt x="2797" y="194"/>
                  </a:cubicBezTo>
                  <a:cubicBezTo>
                    <a:pt x="2700" y="258"/>
                    <a:pt x="2636" y="322"/>
                    <a:pt x="2572" y="387"/>
                  </a:cubicBezTo>
                  <a:cubicBezTo>
                    <a:pt x="2539" y="451"/>
                    <a:pt x="2475" y="547"/>
                    <a:pt x="2475" y="676"/>
                  </a:cubicBezTo>
                  <a:cubicBezTo>
                    <a:pt x="2475" y="740"/>
                    <a:pt x="2475" y="837"/>
                    <a:pt x="2539" y="869"/>
                  </a:cubicBezTo>
                  <a:cubicBezTo>
                    <a:pt x="2604" y="965"/>
                    <a:pt x="2668" y="997"/>
                    <a:pt x="2700" y="1030"/>
                  </a:cubicBezTo>
                  <a:cubicBezTo>
                    <a:pt x="2797" y="1062"/>
                    <a:pt x="2861" y="1094"/>
                    <a:pt x="2957" y="1126"/>
                  </a:cubicBezTo>
                  <a:cubicBezTo>
                    <a:pt x="3054" y="1158"/>
                    <a:pt x="3182" y="1190"/>
                    <a:pt x="3279" y="1222"/>
                  </a:cubicBezTo>
                  <a:cubicBezTo>
                    <a:pt x="3317" y="1238"/>
                    <a:pt x="3355" y="1251"/>
                    <a:pt x="3393" y="1264"/>
                  </a:cubicBezTo>
                  <a:lnTo>
                    <a:pt x="3393" y="1264"/>
                  </a:lnTo>
                  <a:cubicBezTo>
                    <a:pt x="3282" y="1302"/>
                    <a:pt x="3168" y="1342"/>
                    <a:pt x="3054" y="1383"/>
                  </a:cubicBezTo>
                  <a:cubicBezTo>
                    <a:pt x="2604" y="1544"/>
                    <a:pt x="1961" y="1801"/>
                    <a:pt x="1382" y="2026"/>
                  </a:cubicBezTo>
                  <a:cubicBezTo>
                    <a:pt x="1093" y="2122"/>
                    <a:pt x="836" y="2251"/>
                    <a:pt x="611" y="2347"/>
                  </a:cubicBezTo>
                  <a:cubicBezTo>
                    <a:pt x="514" y="2412"/>
                    <a:pt x="418" y="2476"/>
                    <a:pt x="322" y="2540"/>
                  </a:cubicBezTo>
                  <a:cubicBezTo>
                    <a:pt x="225" y="2605"/>
                    <a:pt x="161" y="2637"/>
                    <a:pt x="96" y="2733"/>
                  </a:cubicBezTo>
                  <a:cubicBezTo>
                    <a:pt x="32" y="2830"/>
                    <a:pt x="0" y="2990"/>
                    <a:pt x="0" y="3087"/>
                  </a:cubicBezTo>
                  <a:cubicBezTo>
                    <a:pt x="0" y="3440"/>
                    <a:pt x="161" y="3762"/>
                    <a:pt x="418" y="4083"/>
                  </a:cubicBezTo>
                  <a:cubicBezTo>
                    <a:pt x="675" y="4405"/>
                    <a:pt x="1093" y="4662"/>
                    <a:pt x="1575" y="4662"/>
                  </a:cubicBezTo>
                  <a:cubicBezTo>
                    <a:pt x="2186" y="4662"/>
                    <a:pt x="2668" y="4598"/>
                    <a:pt x="3086" y="4598"/>
                  </a:cubicBezTo>
                  <a:cubicBezTo>
                    <a:pt x="3279" y="4598"/>
                    <a:pt x="3440" y="4630"/>
                    <a:pt x="3600" y="4630"/>
                  </a:cubicBezTo>
                  <a:cubicBezTo>
                    <a:pt x="3665" y="4662"/>
                    <a:pt x="3761" y="4694"/>
                    <a:pt x="3857" y="4758"/>
                  </a:cubicBezTo>
                  <a:cubicBezTo>
                    <a:pt x="4050" y="4823"/>
                    <a:pt x="4275" y="4951"/>
                    <a:pt x="4597" y="5048"/>
                  </a:cubicBezTo>
                  <a:cubicBezTo>
                    <a:pt x="4950" y="5144"/>
                    <a:pt x="5400" y="5240"/>
                    <a:pt x="6043" y="5240"/>
                  </a:cubicBezTo>
                  <a:cubicBezTo>
                    <a:pt x="6943" y="5240"/>
                    <a:pt x="7940" y="4887"/>
                    <a:pt x="8743" y="4533"/>
                  </a:cubicBezTo>
                  <a:cubicBezTo>
                    <a:pt x="9314" y="4305"/>
                    <a:pt x="9787" y="4061"/>
                    <a:pt x="10014" y="3938"/>
                  </a:cubicBezTo>
                  <a:lnTo>
                    <a:pt x="10014" y="3938"/>
                  </a:lnTo>
                  <a:cubicBezTo>
                    <a:pt x="10234" y="4031"/>
                    <a:pt x="10763" y="4253"/>
                    <a:pt x="11508" y="4565"/>
                  </a:cubicBezTo>
                  <a:cubicBezTo>
                    <a:pt x="11540" y="4582"/>
                    <a:pt x="11580" y="4590"/>
                    <a:pt x="11620" y="4590"/>
                  </a:cubicBezTo>
                  <a:cubicBezTo>
                    <a:pt x="11660" y="4590"/>
                    <a:pt x="11701" y="4582"/>
                    <a:pt x="11733" y="4565"/>
                  </a:cubicBezTo>
                  <a:cubicBezTo>
                    <a:pt x="11797" y="4501"/>
                    <a:pt x="11861" y="4437"/>
                    <a:pt x="11861" y="4340"/>
                  </a:cubicBezTo>
                  <a:lnTo>
                    <a:pt x="12086" y="1769"/>
                  </a:lnTo>
                  <a:cubicBezTo>
                    <a:pt x="12086" y="1608"/>
                    <a:pt x="11990" y="1512"/>
                    <a:pt x="11861" y="1480"/>
                  </a:cubicBezTo>
                  <a:cubicBezTo>
                    <a:pt x="9676" y="1126"/>
                    <a:pt x="7779" y="772"/>
                    <a:pt x="7104" y="644"/>
                  </a:cubicBezTo>
                  <a:cubicBezTo>
                    <a:pt x="6622" y="547"/>
                    <a:pt x="5979" y="387"/>
                    <a:pt x="5336" y="258"/>
                  </a:cubicBezTo>
                  <a:cubicBezTo>
                    <a:pt x="4693" y="130"/>
                    <a:pt x="4050" y="1"/>
                    <a:pt x="3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4436;p64">
              <a:extLst>
                <a:ext uri="{FF2B5EF4-FFF2-40B4-BE49-F238E27FC236}">
                  <a16:creationId xmlns:a16="http://schemas.microsoft.com/office/drawing/2014/main" id="{6BAA9513-9BB0-6CA4-54F3-4CBBEB0C4E3E}"/>
                </a:ext>
              </a:extLst>
            </p:cNvPr>
            <p:cNvSpPr/>
            <p:nvPr/>
          </p:nvSpPr>
          <p:spPr>
            <a:xfrm>
              <a:off x="4674150" y="1969900"/>
              <a:ext cx="309925" cy="357350"/>
            </a:xfrm>
            <a:custGeom>
              <a:avLst/>
              <a:gdLst/>
              <a:ahLst/>
              <a:cxnLst/>
              <a:rect l="l" t="t" r="r" b="b"/>
              <a:pathLst>
                <a:path w="12397" h="14294" extrusionOk="0">
                  <a:moveTo>
                    <a:pt x="10757" y="0"/>
                  </a:moveTo>
                  <a:cubicBezTo>
                    <a:pt x="10757" y="0"/>
                    <a:pt x="6868" y="1897"/>
                    <a:pt x="5357" y="3215"/>
                  </a:cubicBezTo>
                  <a:cubicBezTo>
                    <a:pt x="3878" y="4565"/>
                    <a:pt x="149" y="12922"/>
                    <a:pt x="53" y="13501"/>
                  </a:cubicBezTo>
                  <a:cubicBezTo>
                    <a:pt x="1" y="13972"/>
                    <a:pt x="1904" y="14293"/>
                    <a:pt x="2790" y="14293"/>
                  </a:cubicBezTo>
                  <a:cubicBezTo>
                    <a:pt x="2993" y="14293"/>
                    <a:pt x="3143" y="14276"/>
                    <a:pt x="3203" y="14240"/>
                  </a:cubicBezTo>
                  <a:cubicBezTo>
                    <a:pt x="3525" y="14080"/>
                    <a:pt x="9439" y="7297"/>
                    <a:pt x="10918" y="6140"/>
                  </a:cubicBezTo>
                  <a:cubicBezTo>
                    <a:pt x="12396" y="4983"/>
                    <a:pt x="11754" y="3568"/>
                    <a:pt x="11754" y="3568"/>
                  </a:cubicBezTo>
                  <a:lnTo>
                    <a:pt x="107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4437;p64">
              <a:extLst>
                <a:ext uri="{FF2B5EF4-FFF2-40B4-BE49-F238E27FC236}">
                  <a16:creationId xmlns:a16="http://schemas.microsoft.com/office/drawing/2014/main" id="{53B26FFD-0961-565E-05F0-E1DA6B80C05F}"/>
                </a:ext>
              </a:extLst>
            </p:cNvPr>
            <p:cNvSpPr/>
            <p:nvPr/>
          </p:nvSpPr>
          <p:spPr>
            <a:xfrm>
              <a:off x="4669025" y="1962850"/>
              <a:ext cx="309425" cy="371100"/>
            </a:xfrm>
            <a:custGeom>
              <a:avLst/>
              <a:gdLst/>
              <a:ahLst/>
              <a:cxnLst/>
              <a:rect l="l" t="t" r="r" b="b"/>
              <a:pathLst>
                <a:path w="12377" h="14844" extrusionOk="0">
                  <a:moveTo>
                    <a:pt x="10941" y="0"/>
                  </a:moveTo>
                  <a:cubicBezTo>
                    <a:pt x="10905" y="0"/>
                    <a:pt x="10868" y="8"/>
                    <a:pt x="10834" y="25"/>
                  </a:cubicBezTo>
                  <a:cubicBezTo>
                    <a:pt x="10834" y="25"/>
                    <a:pt x="9869" y="507"/>
                    <a:pt x="8680" y="1150"/>
                  </a:cubicBezTo>
                  <a:cubicBezTo>
                    <a:pt x="7523" y="1825"/>
                    <a:pt x="6173" y="2629"/>
                    <a:pt x="5401" y="3304"/>
                  </a:cubicBezTo>
                  <a:cubicBezTo>
                    <a:pt x="5176" y="3497"/>
                    <a:pt x="4951" y="3786"/>
                    <a:pt x="4694" y="4172"/>
                  </a:cubicBezTo>
                  <a:cubicBezTo>
                    <a:pt x="3826" y="5426"/>
                    <a:pt x="2669" y="7676"/>
                    <a:pt x="1737" y="9669"/>
                  </a:cubicBezTo>
                  <a:cubicBezTo>
                    <a:pt x="1254" y="10697"/>
                    <a:pt x="837" y="11629"/>
                    <a:pt x="547" y="12337"/>
                  </a:cubicBezTo>
                  <a:cubicBezTo>
                    <a:pt x="387" y="12690"/>
                    <a:pt x="258" y="13012"/>
                    <a:pt x="162" y="13237"/>
                  </a:cubicBezTo>
                  <a:cubicBezTo>
                    <a:pt x="129" y="13365"/>
                    <a:pt x="65" y="13462"/>
                    <a:pt x="65" y="13558"/>
                  </a:cubicBezTo>
                  <a:cubicBezTo>
                    <a:pt x="33" y="13622"/>
                    <a:pt x="1" y="13687"/>
                    <a:pt x="1" y="13751"/>
                  </a:cubicBezTo>
                  <a:lnTo>
                    <a:pt x="1" y="13815"/>
                  </a:lnTo>
                  <a:cubicBezTo>
                    <a:pt x="1" y="13976"/>
                    <a:pt x="65" y="14105"/>
                    <a:pt x="162" y="14169"/>
                  </a:cubicBezTo>
                  <a:cubicBezTo>
                    <a:pt x="322" y="14330"/>
                    <a:pt x="515" y="14394"/>
                    <a:pt x="740" y="14490"/>
                  </a:cubicBezTo>
                  <a:cubicBezTo>
                    <a:pt x="1415" y="14715"/>
                    <a:pt x="2444" y="14844"/>
                    <a:pt x="3022" y="14844"/>
                  </a:cubicBezTo>
                  <a:lnTo>
                    <a:pt x="3312" y="14844"/>
                  </a:lnTo>
                  <a:cubicBezTo>
                    <a:pt x="3376" y="14812"/>
                    <a:pt x="3440" y="14812"/>
                    <a:pt x="3537" y="14780"/>
                  </a:cubicBezTo>
                  <a:cubicBezTo>
                    <a:pt x="3569" y="14747"/>
                    <a:pt x="3601" y="14715"/>
                    <a:pt x="3633" y="14715"/>
                  </a:cubicBezTo>
                  <a:cubicBezTo>
                    <a:pt x="3730" y="14619"/>
                    <a:pt x="3890" y="14458"/>
                    <a:pt x="4115" y="14233"/>
                  </a:cubicBezTo>
                  <a:cubicBezTo>
                    <a:pt x="4887" y="13430"/>
                    <a:pt x="6365" y="11758"/>
                    <a:pt x="7812" y="10183"/>
                  </a:cubicBezTo>
                  <a:cubicBezTo>
                    <a:pt x="8551" y="9379"/>
                    <a:pt x="9258" y="8608"/>
                    <a:pt x="9869" y="7965"/>
                  </a:cubicBezTo>
                  <a:cubicBezTo>
                    <a:pt x="10480" y="7354"/>
                    <a:pt x="10994" y="6840"/>
                    <a:pt x="11284" y="6615"/>
                  </a:cubicBezTo>
                  <a:cubicBezTo>
                    <a:pt x="12151" y="5972"/>
                    <a:pt x="12376" y="5168"/>
                    <a:pt x="12376" y="4590"/>
                  </a:cubicBezTo>
                  <a:cubicBezTo>
                    <a:pt x="12376" y="4108"/>
                    <a:pt x="12216" y="3754"/>
                    <a:pt x="12184" y="3722"/>
                  </a:cubicBezTo>
                  <a:cubicBezTo>
                    <a:pt x="12137" y="3628"/>
                    <a:pt x="12038" y="3568"/>
                    <a:pt x="11938" y="3568"/>
                  </a:cubicBezTo>
                  <a:cubicBezTo>
                    <a:pt x="11901" y="3568"/>
                    <a:pt x="11864" y="3576"/>
                    <a:pt x="11830" y="3593"/>
                  </a:cubicBezTo>
                  <a:cubicBezTo>
                    <a:pt x="11701" y="3658"/>
                    <a:pt x="11637" y="3818"/>
                    <a:pt x="11701" y="3947"/>
                  </a:cubicBezTo>
                  <a:cubicBezTo>
                    <a:pt x="11701" y="3979"/>
                    <a:pt x="11830" y="4236"/>
                    <a:pt x="11830" y="4590"/>
                  </a:cubicBezTo>
                  <a:cubicBezTo>
                    <a:pt x="11830" y="5040"/>
                    <a:pt x="11669" y="5618"/>
                    <a:pt x="10962" y="6197"/>
                  </a:cubicBezTo>
                  <a:cubicBezTo>
                    <a:pt x="10544" y="6518"/>
                    <a:pt x="9901" y="7161"/>
                    <a:pt x="9130" y="7965"/>
                  </a:cubicBezTo>
                  <a:cubicBezTo>
                    <a:pt x="7973" y="9186"/>
                    <a:pt x="6558" y="10729"/>
                    <a:pt x="5401" y="12015"/>
                  </a:cubicBezTo>
                  <a:cubicBezTo>
                    <a:pt x="4823" y="12658"/>
                    <a:pt x="4308" y="13237"/>
                    <a:pt x="3922" y="13655"/>
                  </a:cubicBezTo>
                  <a:cubicBezTo>
                    <a:pt x="3730" y="13847"/>
                    <a:pt x="3569" y="14008"/>
                    <a:pt x="3440" y="14137"/>
                  </a:cubicBezTo>
                  <a:cubicBezTo>
                    <a:pt x="3408" y="14201"/>
                    <a:pt x="3344" y="14233"/>
                    <a:pt x="3312" y="14265"/>
                  </a:cubicBezTo>
                  <a:lnTo>
                    <a:pt x="3280" y="14297"/>
                  </a:lnTo>
                  <a:lnTo>
                    <a:pt x="3022" y="14297"/>
                  </a:lnTo>
                  <a:cubicBezTo>
                    <a:pt x="2637" y="14297"/>
                    <a:pt x="1930" y="14233"/>
                    <a:pt x="1383" y="14105"/>
                  </a:cubicBezTo>
                  <a:cubicBezTo>
                    <a:pt x="1094" y="14040"/>
                    <a:pt x="837" y="13976"/>
                    <a:pt x="676" y="13880"/>
                  </a:cubicBezTo>
                  <a:cubicBezTo>
                    <a:pt x="618" y="13850"/>
                    <a:pt x="560" y="13821"/>
                    <a:pt x="525" y="13792"/>
                  </a:cubicBezTo>
                  <a:lnTo>
                    <a:pt x="525" y="13792"/>
                  </a:lnTo>
                  <a:cubicBezTo>
                    <a:pt x="560" y="13707"/>
                    <a:pt x="624" y="13498"/>
                    <a:pt x="740" y="13237"/>
                  </a:cubicBezTo>
                  <a:cubicBezTo>
                    <a:pt x="1158" y="12176"/>
                    <a:pt x="2090" y="10086"/>
                    <a:pt x="3119" y="8094"/>
                  </a:cubicBezTo>
                  <a:cubicBezTo>
                    <a:pt x="3601" y="7097"/>
                    <a:pt x="4115" y="6133"/>
                    <a:pt x="4565" y="5329"/>
                  </a:cubicBezTo>
                  <a:cubicBezTo>
                    <a:pt x="5048" y="4558"/>
                    <a:pt x="5465" y="3947"/>
                    <a:pt x="5755" y="3722"/>
                  </a:cubicBezTo>
                  <a:cubicBezTo>
                    <a:pt x="6462" y="3079"/>
                    <a:pt x="7812" y="2275"/>
                    <a:pt x="8937" y="1632"/>
                  </a:cubicBezTo>
                  <a:cubicBezTo>
                    <a:pt x="9516" y="1311"/>
                    <a:pt x="10062" y="1022"/>
                    <a:pt x="10448" y="829"/>
                  </a:cubicBezTo>
                  <a:cubicBezTo>
                    <a:pt x="10834" y="636"/>
                    <a:pt x="11059" y="507"/>
                    <a:pt x="11059" y="507"/>
                  </a:cubicBezTo>
                  <a:cubicBezTo>
                    <a:pt x="11219" y="443"/>
                    <a:pt x="11251" y="282"/>
                    <a:pt x="11187" y="154"/>
                  </a:cubicBezTo>
                  <a:cubicBezTo>
                    <a:pt x="11140" y="60"/>
                    <a:pt x="11041" y="0"/>
                    <a:pt x="10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4438;p64">
              <a:extLst>
                <a:ext uri="{FF2B5EF4-FFF2-40B4-BE49-F238E27FC236}">
                  <a16:creationId xmlns:a16="http://schemas.microsoft.com/office/drawing/2014/main" id="{E5669C24-DD93-8791-358D-FD8906400FA0}"/>
                </a:ext>
              </a:extLst>
            </p:cNvPr>
            <p:cNvSpPr/>
            <p:nvPr/>
          </p:nvSpPr>
          <p:spPr>
            <a:xfrm>
              <a:off x="4536450" y="2239600"/>
              <a:ext cx="249125" cy="205200"/>
            </a:xfrm>
            <a:custGeom>
              <a:avLst/>
              <a:gdLst/>
              <a:ahLst/>
              <a:cxnLst/>
              <a:rect l="l" t="t" r="r" b="b"/>
              <a:pathLst>
                <a:path w="9965" h="8208" extrusionOk="0">
                  <a:moveTo>
                    <a:pt x="8969" y="1"/>
                  </a:moveTo>
                  <a:cubicBezTo>
                    <a:pt x="8187" y="1"/>
                    <a:pt x="6975" y="977"/>
                    <a:pt x="6975" y="977"/>
                  </a:cubicBezTo>
                  <a:cubicBezTo>
                    <a:pt x="6975" y="977"/>
                    <a:pt x="4307" y="1556"/>
                    <a:pt x="3311" y="1974"/>
                  </a:cubicBezTo>
                  <a:cubicBezTo>
                    <a:pt x="2347" y="2392"/>
                    <a:pt x="0" y="5381"/>
                    <a:pt x="579" y="5542"/>
                  </a:cubicBezTo>
                  <a:cubicBezTo>
                    <a:pt x="602" y="5548"/>
                    <a:pt x="627" y="5551"/>
                    <a:pt x="654" y="5551"/>
                  </a:cubicBezTo>
                  <a:cubicBezTo>
                    <a:pt x="1283" y="5551"/>
                    <a:pt x="2732" y="3807"/>
                    <a:pt x="2732" y="3806"/>
                  </a:cubicBezTo>
                  <a:lnTo>
                    <a:pt x="2732" y="3806"/>
                  </a:lnTo>
                  <a:cubicBezTo>
                    <a:pt x="2732" y="3807"/>
                    <a:pt x="1511" y="5606"/>
                    <a:pt x="1350" y="6281"/>
                  </a:cubicBezTo>
                  <a:cubicBezTo>
                    <a:pt x="1172" y="6903"/>
                    <a:pt x="1022" y="8207"/>
                    <a:pt x="1527" y="8207"/>
                  </a:cubicBezTo>
                  <a:cubicBezTo>
                    <a:pt x="1571" y="8207"/>
                    <a:pt x="1618" y="8198"/>
                    <a:pt x="1672" y="8178"/>
                  </a:cubicBezTo>
                  <a:cubicBezTo>
                    <a:pt x="2347" y="7953"/>
                    <a:pt x="3664" y="6120"/>
                    <a:pt x="3664" y="6120"/>
                  </a:cubicBezTo>
                  <a:cubicBezTo>
                    <a:pt x="3664" y="6120"/>
                    <a:pt x="5304" y="5124"/>
                    <a:pt x="6654" y="5124"/>
                  </a:cubicBezTo>
                  <a:cubicBezTo>
                    <a:pt x="7972" y="5124"/>
                    <a:pt x="8872" y="2649"/>
                    <a:pt x="8872" y="2649"/>
                  </a:cubicBezTo>
                  <a:cubicBezTo>
                    <a:pt x="8872" y="2649"/>
                    <a:pt x="9965" y="1556"/>
                    <a:pt x="9547" y="399"/>
                  </a:cubicBezTo>
                  <a:cubicBezTo>
                    <a:pt x="9442" y="109"/>
                    <a:pt x="9229" y="1"/>
                    <a:pt x="8969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4439;p64">
              <a:extLst>
                <a:ext uri="{FF2B5EF4-FFF2-40B4-BE49-F238E27FC236}">
                  <a16:creationId xmlns:a16="http://schemas.microsoft.com/office/drawing/2014/main" id="{73E39256-CD2B-5C0A-C39C-800D38B80F97}"/>
                </a:ext>
              </a:extLst>
            </p:cNvPr>
            <p:cNvSpPr/>
            <p:nvPr/>
          </p:nvSpPr>
          <p:spPr>
            <a:xfrm>
              <a:off x="4542075" y="2232675"/>
              <a:ext cx="241900" cy="219425"/>
            </a:xfrm>
            <a:custGeom>
              <a:avLst/>
              <a:gdLst/>
              <a:ahLst/>
              <a:cxnLst/>
              <a:rect l="l" t="t" r="r" b="b"/>
              <a:pathLst>
                <a:path w="9676" h="8777" extrusionOk="0">
                  <a:moveTo>
                    <a:pt x="8743" y="547"/>
                  </a:moveTo>
                  <a:cubicBezTo>
                    <a:pt x="8840" y="547"/>
                    <a:pt x="8904" y="579"/>
                    <a:pt x="8936" y="579"/>
                  </a:cubicBezTo>
                  <a:cubicBezTo>
                    <a:pt x="9000" y="611"/>
                    <a:pt x="9033" y="676"/>
                    <a:pt x="9065" y="772"/>
                  </a:cubicBezTo>
                  <a:cubicBezTo>
                    <a:pt x="9129" y="933"/>
                    <a:pt x="9129" y="1061"/>
                    <a:pt x="9129" y="1222"/>
                  </a:cubicBezTo>
                  <a:cubicBezTo>
                    <a:pt x="9161" y="1608"/>
                    <a:pt x="8968" y="1994"/>
                    <a:pt x="8808" y="2283"/>
                  </a:cubicBezTo>
                  <a:cubicBezTo>
                    <a:pt x="8711" y="2411"/>
                    <a:pt x="8647" y="2540"/>
                    <a:pt x="8583" y="2604"/>
                  </a:cubicBezTo>
                  <a:lnTo>
                    <a:pt x="8486" y="2701"/>
                  </a:lnTo>
                  <a:lnTo>
                    <a:pt x="8486" y="2733"/>
                  </a:lnTo>
                  <a:lnTo>
                    <a:pt x="8454" y="2733"/>
                  </a:lnTo>
                  <a:lnTo>
                    <a:pt x="8390" y="2829"/>
                  </a:lnTo>
                  <a:lnTo>
                    <a:pt x="8390" y="2862"/>
                  </a:lnTo>
                  <a:cubicBezTo>
                    <a:pt x="8358" y="2958"/>
                    <a:pt x="8100" y="3569"/>
                    <a:pt x="7747" y="4115"/>
                  </a:cubicBezTo>
                  <a:cubicBezTo>
                    <a:pt x="7554" y="4404"/>
                    <a:pt x="7329" y="4662"/>
                    <a:pt x="7104" y="4854"/>
                  </a:cubicBezTo>
                  <a:cubicBezTo>
                    <a:pt x="6879" y="5047"/>
                    <a:pt x="6654" y="5144"/>
                    <a:pt x="6429" y="5144"/>
                  </a:cubicBezTo>
                  <a:cubicBezTo>
                    <a:pt x="5690" y="5144"/>
                    <a:pt x="4918" y="5401"/>
                    <a:pt x="4307" y="5658"/>
                  </a:cubicBezTo>
                  <a:cubicBezTo>
                    <a:pt x="3729" y="5915"/>
                    <a:pt x="3311" y="6172"/>
                    <a:pt x="3311" y="6172"/>
                  </a:cubicBezTo>
                  <a:lnTo>
                    <a:pt x="3214" y="6237"/>
                  </a:lnTo>
                  <a:cubicBezTo>
                    <a:pt x="3214" y="6237"/>
                    <a:pt x="3150" y="6333"/>
                    <a:pt x="2989" y="6526"/>
                  </a:cubicBezTo>
                  <a:cubicBezTo>
                    <a:pt x="2797" y="6783"/>
                    <a:pt x="2475" y="7169"/>
                    <a:pt x="2154" y="7522"/>
                  </a:cubicBezTo>
                  <a:cubicBezTo>
                    <a:pt x="1993" y="7683"/>
                    <a:pt x="1832" y="7844"/>
                    <a:pt x="1704" y="7972"/>
                  </a:cubicBezTo>
                  <a:cubicBezTo>
                    <a:pt x="1543" y="8101"/>
                    <a:pt x="1414" y="8198"/>
                    <a:pt x="1350" y="8230"/>
                  </a:cubicBezTo>
                  <a:lnTo>
                    <a:pt x="1318" y="8230"/>
                  </a:lnTo>
                  <a:lnTo>
                    <a:pt x="1286" y="8198"/>
                  </a:lnTo>
                  <a:cubicBezTo>
                    <a:pt x="1254" y="8133"/>
                    <a:pt x="1222" y="7940"/>
                    <a:pt x="1222" y="7715"/>
                  </a:cubicBezTo>
                  <a:cubicBezTo>
                    <a:pt x="1222" y="7362"/>
                    <a:pt x="1286" y="6912"/>
                    <a:pt x="1382" y="6622"/>
                  </a:cubicBezTo>
                  <a:cubicBezTo>
                    <a:pt x="1414" y="6494"/>
                    <a:pt x="1511" y="6269"/>
                    <a:pt x="1639" y="6012"/>
                  </a:cubicBezTo>
                  <a:cubicBezTo>
                    <a:pt x="1832" y="5626"/>
                    <a:pt x="2122" y="5176"/>
                    <a:pt x="2347" y="4822"/>
                  </a:cubicBezTo>
                  <a:cubicBezTo>
                    <a:pt x="2443" y="4662"/>
                    <a:pt x="2572" y="4501"/>
                    <a:pt x="2636" y="4404"/>
                  </a:cubicBezTo>
                  <a:cubicBezTo>
                    <a:pt x="2659" y="4359"/>
                    <a:pt x="2677" y="4321"/>
                    <a:pt x="2692" y="4292"/>
                  </a:cubicBezTo>
                  <a:lnTo>
                    <a:pt x="2692" y="4292"/>
                  </a:lnTo>
                  <a:cubicBezTo>
                    <a:pt x="2718" y="4261"/>
                    <a:pt x="2732" y="4244"/>
                    <a:pt x="2732" y="4244"/>
                  </a:cubicBezTo>
                  <a:lnTo>
                    <a:pt x="2720" y="4235"/>
                  </a:lnTo>
                  <a:lnTo>
                    <a:pt x="2720" y="4235"/>
                  </a:lnTo>
                  <a:cubicBezTo>
                    <a:pt x="2728" y="4219"/>
                    <a:pt x="2732" y="4212"/>
                    <a:pt x="2732" y="4212"/>
                  </a:cubicBezTo>
                  <a:cubicBezTo>
                    <a:pt x="2829" y="4115"/>
                    <a:pt x="2797" y="3954"/>
                    <a:pt x="2668" y="3858"/>
                  </a:cubicBezTo>
                  <a:cubicBezTo>
                    <a:pt x="2628" y="3818"/>
                    <a:pt x="2576" y="3800"/>
                    <a:pt x="2522" y="3800"/>
                  </a:cubicBezTo>
                  <a:cubicBezTo>
                    <a:pt x="2448" y="3800"/>
                    <a:pt x="2370" y="3834"/>
                    <a:pt x="2314" y="3890"/>
                  </a:cubicBezTo>
                  <a:lnTo>
                    <a:pt x="2250" y="3987"/>
                  </a:lnTo>
                  <a:cubicBezTo>
                    <a:pt x="2122" y="4147"/>
                    <a:pt x="1768" y="4565"/>
                    <a:pt x="1350" y="4919"/>
                  </a:cubicBezTo>
                  <a:cubicBezTo>
                    <a:pt x="1157" y="5112"/>
                    <a:pt x="964" y="5272"/>
                    <a:pt x="804" y="5401"/>
                  </a:cubicBezTo>
                  <a:cubicBezTo>
                    <a:pt x="725" y="5448"/>
                    <a:pt x="646" y="5488"/>
                    <a:pt x="582" y="5516"/>
                  </a:cubicBezTo>
                  <a:lnTo>
                    <a:pt x="582" y="5516"/>
                  </a:lnTo>
                  <a:cubicBezTo>
                    <a:pt x="590" y="5499"/>
                    <a:pt x="599" y="5482"/>
                    <a:pt x="611" y="5465"/>
                  </a:cubicBezTo>
                  <a:cubicBezTo>
                    <a:pt x="772" y="5079"/>
                    <a:pt x="1254" y="4372"/>
                    <a:pt x="1800" y="3762"/>
                  </a:cubicBezTo>
                  <a:cubicBezTo>
                    <a:pt x="2057" y="3472"/>
                    <a:pt x="2314" y="3183"/>
                    <a:pt x="2572" y="2958"/>
                  </a:cubicBezTo>
                  <a:cubicBezTo>
                    <a:pt x="2829" y="2733"/>
                    <a:pt x="3054" y="2540"/>
                    <a:pt x="3214" y="2508"/>
                  </a:cubicBezTo>
                  <a:cubicBezTo>
                    <a:pt x="3664" y="2315"/>
                    <a:pt x="4597" y="2058"/>
                    <a:pt x="5368" y="1865"/>
                  </a:cubicBezTo>
                  <a:cubicBezTo>
                    <a:pt x="5754" y="1769"/>
                    <a:pt x="6107" y="1672"/>
                    <a:pt x="6365" y="1608"/>
                  </a:cubicBezTo>
                  <a:cubicBezTo>
                    <a:pt x="6654" y="1544"/>
                    <a:pt x="6815" y="1511"/>
                    <a:pt x="6815" y="1511"/>
                  </a:cubicBezTo>
                  <a:lnTo>
                    <a:pt x="6911" y="1479"/>
                  </a:lnTo>
                  <a:lnTo>
                    <a:pt x="6975" y="1415"/>
                  </a:lnTo>
                  <a:cubicBezTo>
                    <a:pt x="7072" y="1351"/>
                    <a:pt x="7393" y="1094"/>
                    <a:pt x="7747" y="901"/>
                  </a:cubicBezTo>
                  <a:cubicBezTo>
                    <a:pt x="8100" y="708"/>
                    <a:pt x="8486" y="547"/>
                    <a:pt x="8743" y="547"/>
                  </a:cubicBezTo>
                  <a:close/>
                  <a:moveTo>
                    <a:pt x="8743" y="1"/>
                  </a:moveTo>
                  <a:cubicBezTo>
                    <a:pt x="8486" y="1"/>
                    <a:pt x="8229" y="97"/>
                    <a:pt x="8004" y="194"/>
                  </a:cubicBezTo>
                  <a:cubicBezTo>
                    <a:pt x="7389" y="434"/>
                    <a:pt x="6818" y="853"/>
                    <a:pt x="6644" y="1005"/>
                  </a:cubicBezTo>
                  <a:lnTo>
                    <a:pt x="6644" y="1005"/>
                  </a:lnTo>
                  <a:cubicBezTo>
                    <a:pt x="6485" y="1037"/>
                    <a:pt x="5897" y="1159"/>
                    <a:pt x="5240" y="1351"/>
                  </a:cubicBezTo>
                  <a:cubicBezTo>
                    <a:pt x="4436" y="1544"/>
                    <a:pt x="3536" y="1769"/>
                    <a:pt x="2989" y="1994"/>
                  </a:cubicBezTo>
                  <a:cubicBezTo>
                    <a:pt x="2732" y="2122"/>
                    <a:pt x="2411" y="2347"/>
                    <a:pt x="2089" y="2669"/>
                  </a:cubicBezTo>
                  <a:cubicBezTo>
                    <a:pt x="1639" y="3119"/>
                    <a:pt x="1125" y="3697"/>
                    <a:pt x="707" y="4244"/>
                  </a:cubicBezTo>
                  <a:cubicBezTo>
                    <a:pt x="514" y="4533"/>
                    <a:pt x="354" y="4790"/>
                    <a:pt x="225" y="5015"/>
                  </a:cubicBezTo>
                  <a:cubicBezTo>
                    <a:pt x="161" y="5144"/>
                    <a:pt x="96" y="5240"/>
                    <a:pt x="64" y="5369"/>
                  </a:cubicBezTo>
                  <a:cubicBezTo>
                    <a:pt x="32" y="5465"/>
                    <a:pt x="0" y="5562"/>
                    <a:pt x="0" y="5658"/>
                  </a:cubicBezTo>
                  <a:cubicBezTo>
                    <a:pt x="0" y="5755"/>
                    <a:pt x="32" y="5819"/>
                    <a:pt x="64" y="5915"/>
                  </a:cubicBezTo>
                  <a:cubicBezTo>
                    <a:pt x="129" y="5980"/>
                    <a:pt x="193" y="6044"/>
                    <a:pt x="289" y="6076"/>
                  </a:cubicBezTo>
                  <a:cubicBezTo>
                    <a:pt x="354" y="6076"/>
                    <a:pt x="386" y="6108"/>
                    <a:pt x="450" y="6108"/>
                  </a:cubicBezTo>
                  <a:cubicBezTo>
                    <a:pt x="579" y="6108"/>
                    <a:pt x="707" y="6044"/>
                    <a:pt x="836" y="5980"/>
                  </a:cubicBezTo>
                  <a:cubicBezTo>
                    <a:pt x="933" y="5935"/>
                    <a:pt x="1033" y="5877"/>
                    <a:pt x="1132" y="5811"/>
                  </a:cubicBezTo>
                  <a:lnTo>
                    <a:pt x="1132" y="5811"/>
                  </a:lnTo>
                  <a:cubicBezTo>
                    <a:pt x="1012" y="6077"/>
                    <a:pt x="896" y="6314"/>
                    <a:pt x="836" y="6494"/>
                  </a:cubicBezTo>
                  <a:cubicBezTo>
                    <a:pt x="772" y="6815"/>
                    <a:pt x="707" y="7297"/>
                    <a:pt x="707" y="7715"/>
                  </a:cubicBezTo>
                  <a:cubicBezTo>
                    <a:pt x="707" y="7940"/>
                    <a:pt x="707" y="8165"/>
                    <a:pt x="772" y="8358"/>
                  </a:cubicBezTo>
                  <a:cubicBezTo>
                    <a:pt x="836" y="8455"/>
                    <a:pt x="868" y="8551"/>
                    <a:pt x="964" y="8648"/>
                  </a:cubicBezTo>
                  <a:cubicBezTo>
                    <a:pt x="1061" y="8712"/>
                    <a:pt x="1189" y="8776"/>
                    <a:pt x="1318" y="8776"/>
                  </a:cubicBezTo>
                  <a:cubicBezTo>
                    <a:pt x="1382" y="8776"/>
                    <a:pt x="1447" y="8744"/>
                    <a:pt x="1543" y="8712"/>
                  </a:cubicBezTo>
                  <a:cubicBezTo>
                    <a:pt x="1768" y="8615"/>
                    <a:pt x="1993" y="8455"/>
                    <a:pt x="2218" y="8230"/>
                  </a:cubicBezTo>
                  <a:cubicBezTo>
                    <a:pt x="2822" y="7654"/>
                    <a:pt x="3478" y="6770"/>
                    <a:pt x="3632" y="6591"/>
                  </a:cubicBezTo>
                  <a:lnTo>
                    <a:pt x="3632" y="6591"/>
                  </a:lnTo>
                  <a:lnTo>
                    <a:pt x="3632" y="6590"/>
                  </a:lnTo>
                  <a:cubicBezTo>
                    <a:pt x="3793" y="6494"/>
                    <a:pt x="4243" y="6269"/>
                    <a:pt x="4757" y="6044"/>
                  </a:cubicBezTo>
                  <a:cubicBezTo>
                    <a:pt x="5272" y="5851"/>
                    <a:pt x="5882" y="5658"/>
                    <a:pt x="6429" y="5658"/>
                  </a:cubicBezTo>
                  <a:cubicBezTo>
                    <a:pt x="6847" y="5658"/>
                    <a:pt x="7200" y="5465"/>
                    <a:pt x="7490" y="5208"/>
                  </a:cubicBezTo>
                  <a:cubicBezTo>
                    <a:pt x="7940" y="4822"/>
                    <a:pt x="8293" y="4276"/>
                    <a:pt x="8518" y="3826"/>
                  </a:cubicBezTo>
                  <a:cubicBezTo>
                    <a:pt x="8718" y="3476"/>
                    <a:pt x="8840" y="3185"/>
                    <a:pt x="8885" y="3057"/>
                  </a:cubicBezTo>
                  <a:lnTo>
                    <a:pt x="8885" y="3057"/>
                  </a:lnTo>
                  <a:cubicBezTo>
                    <a:pt x="8960" y="2972"/>
                    <a:pt x="9117" y="2806"/>
                    <a:pt x="9258" y="2572"/>
                  </a:cubicBezTo>
                  <a:cubicBezTo>
                    <a:pt x="9450" y="2219"/>
                    <a:pt x="9675" y="1769"/>
                    <a:pt x="9675" y="1222"/>
                  </a:cubicBezTo>
                  <a:cubicBezTo>
                    <a:pt x="9675" y="1029"/>
                    <a:pt x="9643" y="804"/>
                    <a:pt x="9579" y="579"/>
                  </a:cubicBezTo>
                  <a:cubicBezTo>
                    <a:pt x="9515" y="386"/>
                    <a:pt x="9386" y="226"/>
                    <a:pt x="9225" y="129"/>
                  </a:cubicBezTo>
                  <a:cubicBezTo>
                    <a:pt x="9065" y="33"/>
                    <a:pt x="8904" y="1"/>
                    <a:pt x="8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4440;p64">
              <a:extLst>
                <a:ext uri="{FF2B5EF4-FFF2-40B4-BE49-F238E27FC236}">
                  <a16:creationId xmlns:a16="http://schemas.microsoft.com/office/drawing/2014/main" id="{2B968156-E658-1112-D9CD-D07C5621D5A0}"/>
                </a:ext>
              </a:extLst>
            </p:cNvPr>
            <p:cNvSpPr/>
            <p:nvPr/>
          </p:nvSpPr>
          <p:spPr>
            <a:xfrm>
              <a:off x="4681900" y="2220000"/>
              <a:ext cx="85200" cy="103700"/>
            </a:xfrm>
            <a:custGeom>
              <a:avLst/>
              <a:gdLst/>
              <a:ahLst/>
              <a:cxnLst/>
              <a:rect l="l" t="t" r="r" b="b"/>
              <a:pathLst>
                <a:path w="3408" h="4148" extrusionOk="0">
                  <a:moveTo>
                    <a:pt x="1137" y="1"/>
                  </a:moveTo>
                  <a:cubicBezTo>
                    <a:pt x="788" y="1"/>
                    <a:pt x="579" y="592"/>
                    <a:pt x="579" y="1183"/>
                  </a:cubicBezTo>
                  <a:cubicBezTo>
                    <a:pt x="579" y="2018"/>
                    <a:pt x="1415" y="2276"/>
                    <a:pt x="1415" y="2276"/>
                  </a:cubicBezTo>
                  <a:cubicBezTo>
                    <a:pt x="1415" y="2276"/>
                    <a:pt x="0" y="3594"/>
                    <a:pt x="836" y="4011"/>
                  </a:cubicBezTo>
                  <a:cubicBezTo>
                    <a:pt x="1026" y="4110"/>
                    <a:pt x="1218" y="4148"/>
                    <a:pt x="1400" y="4148"/>
                  </a:cubicBezTo>
                  <a:cubicBezTo>
                    <a:pt x="1988" y="4148"/>
                    <a:pt x="2475" y="3754"/>
                    <a:pt x="2475" y="3754"/>
                  </a:cubicBezTo>
                  <a:lnTo>
                    <a:pt x="3407" y="1086"/>
                  </a:lnTo>
                  <a:lnTo>
                    <a:pt x="3407" y="1086"/>
                  </a:lnTo>
                  <a:cubicBezTo>
                    <a:pt x="3407" y="1086"/>
                    <a:pt x="3369" y="1090"/>
                    <a:pt x="3302" y="1090"/>
                  </a:cubicBezTo>
                  <a:cubicBezTo>
                    <a:pt x="3012" y="1090"/>
                    <a:pt x="2188" y="1026"/>
                    <a:pt x="1640" y="347"/>
                  </a:cubicBezTo>
                  <a:cubicBezTo>
                    <a:pt x="1451" y="102"/>
                    <a:pt x="1282" y="1"/>
                    <a:pt x="11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4441;p64">
              <a:extLst>
                <a:ext uri="{FF2B5EF4-FFF2-40B4-BE49-F238E27FC236}">
                  <a16:creationId xmlns:a16="http://schemas.microsoft.com/office/drawing/2014/main" id="{50BEB2E6-7CBC-8744-EA66-073146A81CD7}"/>
                </a:ext>
              </a:extLst>
            </p:cNvPr>
            <p:cNvSpPr/>
            <p:nvPr/>
          </p:nvSpPr>
          <p:spPr>
            <a:xfrm>
              <a:off x="4689125" y="2213400"/>
              <a:ext cx="84400" cy="116550"/>
            </a:xfrm>
            <a:custGeom>
              <a:avLst/>
              <a:gdLst/>
              <a:ahLst/>
              <a:cxnLst/>
              <a:rect l="l" t="t" r="r" b="b"/>
              <a:pathLst>
                <a:path w="3376" h="4662" extrusionOk="0">
                  <a:moveTo>
                    <a:pt x="836" y="0"/>
                  </a:moveTo>
                  <a:cubicBezTo>
                    <a:pt x="675" y="0"/>
                    <a:pt x="547" y="64"/>
                    <a:pt x="418" y="193"/>
                  </a:cubicBezTo>
                  <a:cubicBezTo>
                    <a:pt x="258" y="322"/>
                    <a:pt x="193" y="514"/>
                    <a:pt x="129" y="740"/>
                  </a:cubicBezTo>
                  <a:cubicBezTo>
                    <a:pt x="65" y="965"/>
                    <a:pt x="33" y="1190"/>
                    <a:pt x="33" y="1447"/>
                  </a:cubicBezTo>
                  <a:cubicBezTo>
                    <a:pt x="0" y="1961"/>
                    <a:pt x="290" y="2315"/>
                    <a:pt x="547" y="2507"/>
                  </a:cubicBezTo>
                  <a:cubicBezTo>
                    <a:pt x="589" y="2543"/>
                    <a:pt x="632" y="2575"/>
                    <a:pt x="674" y="2602"/>
                  </a:cubicBezTo>
                  <a:lnTo>
                    <a:pt x="674" y="2602"/>
                  </a:lnTo>
                  <a:cubicBezTo>
                    <a:pt x="614" y="2669"/>
                    <a:pt x="548" y="2745"/>
                    <a:pt x="483" y="2829"/>
                  </a:cubicBezTo>
                  <a:cubicBezTo>
                    <a:pt x="386" y="2957"/>
                    <a:pt x="258" y="3118"/>
                    <a:pt x="161" y="3311"/>
                  </a:cubicBezTo>
                  <a:cubicBezTo>
                    <a:pt x="65" y="3472"/>
                    <a:pt x="0" y="3665"/>
                    <a:pt x="0" y="3858"/>
                  </a:cubicBezTo>
                  <a:cubicBezTo>
                    <a:pt x="0" y="3986"/>
                    <a:pt x="33" y="4115"/>
                    <a:pt x="97" y="4243"/>
                  </a:cubicBezTo>
                  <a:cubicBezTo>
                    <a:pt x="161" y="4340"/>
                    <a:pt x="290" y="4436"/>
                    <a:pt x="418" y="4500"/>
                  </a:cubicBezTo>
                  <a:cubicBezTo>
                    <a:pt x="643" y="4629"/>
                    <a:pt x="901" y="4661"/>
                    <a:pt x="1126" y="4661"/>
                  </a:cubicBezTo>
                  <a:cubicBezTo>
                    <a:pt x="1833" y="4661"/>
                    <a:pt x="2347" y="4243"/>
                    <a:pt x="2347" y="4211"/>
                  </a:cubicBezTo>
                  <a:cubicBezTo>
                    <a:pt x="2476" y="4147"/>
                    <a:pt x="2508" y="3954"/>
                    <a:pt x="2411" y="3858"/>
                  </a:cubicBezTo>
                  <a:cubicBezTo>
                    <a:pt x="2355" y="3782"/>
                    <a:pt x="2276" y="3751"/>
                    <a:pt x="2195" y="3751"/>
                  </a:cubicBezTo>
                  <a:cubicBezTo>
                    <a:pt x="2138" y="3751"/>
                    <a:pt x="2079" y="3767"/>
                    <a:pt x="2026" y="3793"/>
                  </a:cubicBezTo>
                  <a:cubicBezTo>
                    <a:pt x="1993" y="3825"/>
                    <a:pt x="1576" y="4147"/>
                    <a:pt x="1126" y="4147"/>
                  </a:cubicBezTo>
                  <a:cubicBezTo>
                    <a:pt x="965" y="4147"/>
                    <a:pt x="804" y="4115"/>
                    <a:pt x="643" y="4018"/>
                  </a:cubicBezTo>
                  <a:cubicBezTo>
                    <a:pt x="579" y="3986"/>
                    <a:pt x="579" y="3954"/>
                    <a:pt x="547" y="3954"/>
                  </a:cubicBezTo>
                  <a:lnTo>
                    <a:pt x="547" y="3858"/>
                  </a:lnTo>
                  <a:cubicBezTo>
                    <a:pt x="547" y="3793"/>
                    <a:pt x="579" y="3665"/>
                    <a:pt x="643" y="3536"/>
                  </a:cubicBezTo>
                  <a:cubicBezTo>
                    <a:pt x="740" y="3343"/>
                    <a:pt x="901" y="3150"/>
                    <a:pt x="1061" y="2990"/>
                  </a:cubicBezTo>
                  <a:cubicBezTo>
                    <a:pt x="1126" y="2893"/>
                    <a:pt x="1190" y="2829"/>
                    <a:pt x="1222" y="2797"/>
                  </a:cubicBezTo>
                  <a:lnTo>
                    <a:pt x="1286" y="2732"/>
                  </a:lnTo>
                  <a:cubicBezTo>
                    <a:pt x="1383" y="2668"/>
                    <a:pt x="1383" y="2572"/>
                    <a:pt x="1383" y="2475"/>
                  </a:cubicBezTo>
                  <a:cubicBezTo>
                    <a:pt x="1351" y="2379"/>
                    <a:pt x="1286" y="2282"/>
                    <a:pt x="1190" y="2282"/>
                  </a:cubicBezTo>
                  <a:cubicBezTo>
                    <a:pt x="1190" y="2282"/>
                    <a:pt x="997" y="2218"/>
                    <a:pt x="868" y="2090"/>
                  </a:cubicBezTo>
                  <a:cubicBezTo>
                    <a:pt x="708" y="1929"/>
                    <a:pt x="547" y="1768"/>
                    <a:pt x="547" y="1447"/>
                  </a:cubicBezTo>
                  <a:cubicBezTo>
                    <a:pt x="547" y="1190"/>
                    <a:pt x="611" y="932"/>
                    <a:pt x="675" y="740"/>
                  </a:cubicBezTo>
                  <a:cubicBezTo>
                    <a:pt x="708" y="675"/>
                    <a:pt x="772" y="611"/>
                    <a:pt x="804" y="579"/>
                  </a:cubicBezTo>
                  <a:lnTo>
                    <a:pt x="836" y="547"/>
                  </a:lnTo>
                  <a:cubicBezTo>
                    <a:pt x="868" y="547"/>
                    <a:pt x="901" y="547"/>
                    <a:pt x="933" y="579"/>
                  </a:cubicBezTo>
                  <a:cubicBezTo>
                    <a:pt x="997" y="611"/>
                    <a:pt x="1061" y="675"/>
                    <a:pt x="1158" y="772"/>
                  </a:cubicBezTo>
                  <a:cubicBezTo>
                    <a:pt x="1479" y="1190"/>
                    <a:pt x="1865" y="1382"/>
                    <a:pt x="2218" y="1511"/>
                  </a:cubicBezTo>
                  <a:cubicBezTo>
                    <a:pt x="2572" y="1607"/>
                    <a:pt x="2861" y="1640"/>
                    <a:pt x="3022" y="1640"/>
                  </a:cubicBezTo>
                  <a:lnTo>
                    <a:pt x="3118" y="1640"/>
                  </a:lnTo>
                  <a:cubicBezTo>
                    <a:pt x="3279" y="1607"/>
                    <a:pt x="3376" y="1479"/>
                    <a:pt x="3376" y="1350"/>
                  </a:cubicBezTo>
                  <a:cubicBezTo>
                    <a:pt x="3376" y="1190"/>
                    <a:pt x="3247" y="1093"/>
                    <a:pt x="3086" y="1093"/>
                  </a:cubicBezTo>
                  <a:lnTo>
                    <a:pt x="3022" y="1093"/>
                  </a:lnTo>
                  <a:cubicBezTo>
                    <a:pt x="2893" y="1093"/>
                    <a:pt x="2668" y="1093"/>
                    <a:pt x="2379" y="997"/>
                  </a:cubicBezTo>
                  <a:cubicBezTo>
                    <a:pt x="2122" y="900"/>
                    <a:pt x="1801" y="740"/>
                    <a:pt x="1576" y="450"/>
                  </a:cubicBezTo>
                  <a:cubicBezTo>
                    <a:pt x="1447" y="322"/>
                    <a:pt x="1351" y="193"/>
                    <a:pt x="1222" y="129"/>
                  </a:cubicBezTo>
                  <a:cubicBezTo>
                    <a:pt x="1126" y="64"/>
                    <a:pt x="997" y="0"/>
                    <a:pt x="8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4442;p64">
              <a:extLst>
                <a:ext uri="{FF2B5EF4-FFF2-40B4-BE49-F238E27FC236}">
                  <a16:creationId xmlns:a16="http://schemas.microsoft.com/office/drawing/2014/main" id="{BA3E56FE-AA45-5C6E-6155-69E751443A8A}"/>
                </a:ext>
              </a:extLst>
            </p:cNvPr>
            <p:cNvSpPr/>
            <p:nvPr/>
          </p:nvSpPr>
          <p:spPr>
            <a:xfrm>
              <a:off x="5131100" y="2759925"/>
              <a:ext cx="513550" cy="155050"/>
            </a:xfrm>
            <a:custGeom>
              <a:avLst/>
              <a:gdLst/>
              <a:ahLst/>
              <a:cxnLst/>
              <a:rect l="l" t="t" r="r" b="b"/>
              <a:pathLst>
                <a:path w="20542" h="6202" extrusionOk="0">
                  <a:moveTo>
                    <a:pt x="8655" y="1"/>
                  </a:moveTo>
                  <a:cubicBezTo>
                    <a:pt x="6886" y="1"/>
                    <a:pt x="2639" y="1734"/>
                    <a:pt x="1351" y="2183"/>
                  </a:cubicBezTo>
                  <a:cubicBezTo>
                    <a:pt x="1" y="2665"/>
                    <a:pt x="1351" y="3051"/>
                    <a:pt x="2830" y="3340"/>
                  </a:cubicBezTo>
                  <a:cubicBezTo>
                    <a:pt x="3125" y="3398"/>
                    <a:pt x="3479" y="3421"/>
                    <a:pt x="3855" y="3421"/>
                  </a:cubicBezTo>
                  <a:cubicBezTo>
                    <a:pt x="5361" y="3421"/>
                    <a:pt x="7233" y="3051"/>
                    <a:pt x="7233" y="3051"/>
                  </a:cubicBezTo>
                  <a:lnTo>
                    <a:pt x="7233" y="3051"/>
                  </a:lnTo>
                  <a:cubicBezTo>
                    <a:pt x="7233" y="3051"/>
                    <a:pt x="4019" y="4433"/>
                    <a:pt x="4790" y="4626"/>
                  </a:cubicBezTo>
                  <a:cubicBezTo>
                    <a:pt x="4941" y="4664"/>
                    <a:pt x="5122" y="4680"/>
                    <a:pt x="5327" y="4680"/>
                  </a:cubicBezTo>
                  <a:cubicBezTo>
                    <a:pt x="6170" y="4680"/>
                    <a:pt x="7407" y="4415"/>
                    <a:pt x="8519" y="4337"/>
                  </a:cubicBezTo>
                  <a:cubicBezTo>
                    <a:pt x="9869" y="4241"/>
                    <a:pt x="11251" y="2955"/>
                    <a:pt x="11251" y="2955"/>
                  </a:cubicBezTo>
                  <a:cubicBezTo>
                    <a:pt x="11251" y="2955"/>
                    <a:pt x="17809" y="6201"/>
                    <a:pt x="18580" y="6201"/>
                  </a:cubicBezTo>
                  <a:cubicBezTo>
                    <a:pt x="19352" y="6201"/>
                    <a:pt x="20541" y="3855"/>
                    <a:pt x="18870" y="2858"/>
                  </a:cubicBezTo>
                  <a:cubicBezTo>
                    <a:pt x="17198" y="1894"/>
                    <a:pt x="14562" y="1090"/>
                    <a:pt x="14562" y="1090"/>
                  </a:cubicBezTo>
                  <a:cubicBezTo>
                    <a:pt x="14562" y="1090"/>
                    <a:pt x="10448" y="319"/>
                    <a:pt x="9001" y="30"/>
                  </a:cubicBezTo>
                  <a:cubicBezTo>
                    <a:pt x="8901" y="10"/>
                    <a:pt x="8784" y="1"/>
                    <a:pt x="8655" y="1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4443;p64">
              <a:extLst>
                <a:ext uri="{FF2B5EF4-FFF2-40B4-BE49-F238E27FC236}">
                  <a16:creationId xmlns:a16="http://schemas.microsoft.com/office/drawing/2014/main" id="{56EE8F50-852B-095C-9A05-57CEF2F1F5AF}"/>
                </a:ext>
              </a:extLst>
            </p:cNvPr>
            <p:cNvSpPr/>
            <p:nvPr/>
          </p:nvSpPr>
          <p:spPr>
            <a:xfrm>
              <a:off x="5143975" y="2753425"/>
              <a:ext cx="487000" cy="167975"/>
            </a:xfrm>
            <a:custGeom>
              <a:avLst/>
              <a:gdLst/>
              <a:ahLst/>
              <a:cxnLst/>
              <a:rect l="l" t="t" r="r" b="b"/>
              <a:pathLst>
                <a:path w="19480" h="6719" extrusionOk="0">
                  <a:moveTo>
                    <a:pt x="8133" y="515"/>
                  </a:moveTo>
                  <a:cubicBezTo>
                    <a:pt x="8261" y="515"/>
                    <a:pt x="8358" y="547"/>
                    <a:pt x="8422" y="547"/>
                  </a:cubicBezTo>
                  <a:cubicBezTo>
                    <a:pt x="9901" y="836"/>
                    <a:pt x="14015" y="1640"/>
                    <a:pt x="14015" y="1640"/>
                  </a:cubicBezTo>
                  <a:lnTo>
                    <a:pt x="14017" y="1621"/>
                  </a:lnTo>
                  <a:lnTo>
                    <a:pt x="14017" y="1621"/>
                  </a:lnTo>
                  <a:cubicBezTo>
                    <a:pt x="14077" y="1645"/>
                    <a:pt x="14213" y="1698"/>
                    <a:pt x="14401" y="1768"/>
                  </a:cubicBezTo>
                  <a:cubicBezTo>
                    <a:pt x="15237" y="2025"/>
                    <a:pt x="17005" y="2636"/>
                    <a:pt x="18226" y="3343"/>
                  </a:cubicBezTo>
                  <a:cubicBezTo>
                    <a:pt x="18772" y="3665"/>
                    <a:pt x="18933" y="4115"/>
                    <a:pt x="18933" y="4597"/>
                  </a:cubicBezTo>
                  <a:cubicBezTo>
                    <a:pt x="18933" y="4983"/>
                    <a:pt x="18805" y="5433"/>
                    <a:pt x="18580" y="5722"/>
                  </a:cubicBezTo>
                  <a:cubicBezTo>
                    <a:pt x="18483" y="5883"/>
                    <a:pt x="18387" y="6011"/>
                    <a:pt x="18290" y="6076"/>
                  </a:cubicBezTo>
                  <a:cubicBezTo>
                    <a:pt x="18194" y="6172"/>
                    <a:pt x="18097" y="6172"/>
                    <a:pt x="18065" y="6172"/>
                  </a:cubicBezTo>
                  <a:cubicBezTo>
                    <a:pt x="18065" y="6172"/>
                    <a:pt x="18001" y="6172"/>
                    <a:pt x="17937" y="6140"/>
                  </a:cubicBezTo>
                  <a:cubicBezTo>
                    <a:pt x="17615" y="6076"/>
                    <a:pt x="17005" y="5818"/>
                    <a:pt x="16265" y="5529"/>
                  </a:cubicBezTo>
                  <a:cubicBezTo>
                    <a:pt x="15172" y="5047"/>
                    <a:pt x="13822" y="4404"/>
                    <a:pt x="12729" y="3890"/>
                  </a:cubicBezTo>
                  <a:cubicBezTo>
                    <a:pt x="12183" y="3633"/>
                    <a:pt x="11733" y="3408"/>
                    <a:pt x="11379" y="3247"/>
                  </a:cubicBezTo>
                  <a:cubicBezTo>
                    <a:pt x="11058" y="3086"/>
                    <a:pt x="10865" y="2990"/>
                    <a:pt x="10833" y="2990"/>
                  </a:cubicBezTo>
                  <a:cubicBezTo>
                    <a:pt x="10796" y="2965"/>
                    <a:pt x="10759" y="2955"/>
                    <a:pt x="10722" y="2955"/>
                  </a:cubicBezTo>
                  <a:cubicBezTo>
                    <a:pt x="10663" y="2955"/>
                    <a:pt x="10603" y="2982"/>
                    <a:pt x="10544" y="3022"/>
                  </a:cubicBezTo>
                  <a:cubicBezTo>
                    <a:pt x="10479" y="3086"/>
                    <a:pt x="10126" y="3408"/>
                    <a:pt x="9643" y="3697"/>
                  </a:cubicBezTo>
                  <a:cubicBezTo>
                    <a:pt x="9161" y="3986"/>
                    <a:pt x="8551" y="4276"/>
                    <a:pt x="7972" y="4308"/>
                  </a:cubicBezTo>
                  <a:cubicBezTo>
                    <a:pt x="6847" y="4404"/>
                    <a:pt x="5593" y="4661"/>
                    <a:pt x="4822" y="4661"/>
                  </a:cubicBezTo>
                  <a:cubicBezTo>
                    <a:pt x="4752" y="4661"/>
                    <a:pt x="4687" y="4661"/>
                    <a:pt x="4626" y="4660"/>
                  </a:cubicBezTo>
                  <a:lnTo>
                    <a:pt x="4626" y="4660"/>
                  </a:lnTo>
                  <a:cubicBezTo>
                    <a:pt x="4918" y="4465"/>
                    <a:pt x="5452" y="4187"/>
                    <a:pt x="5883" y="3986"/>
                  </a:cubicBezTo>
                  <a:cubicBezTo>
                    <a:pt x="6140" y="3858"/>
                    <a:pt x="6365" y="3761"/>
                    <a:pt x="6558" y="3697"/>
                  </a:cubicBezTo>
                  <a:cubicBezTo>
                    <a:pt x="6718" y="3600"/>
                    <a:pt x="6815" y="3568"/>
                    <a:pt x="6815" y="3568"/>
                  </a:cubicBezTo>
                  <a:cubicBezTo>
                    <a:pt x="6943" y="3504"/>
                    <a:pt x="7008" y="3375"/>
                    <a:pt x="6976" y="3247"/>
                  </a:cubicBezTo>
                  <a:cubicBezTo>
                    <a:pt x="6948" y="3135"/>
                    <a:pt x="6847" y="3048"/>
                    <a:pt x="6716" y="3048"/>
                  </a:cubicBezTo>
                  <a:cubicBezTo>
                    <a:pt x="6696" y="3048"/>
                    <a:pt x="6675" y="3050"/>
                    <a:pt x="6654" y="3054"/>
                  </a:cubicBezTo>
                  <a:cubicBezTo>
                    <a:pt x="6654" y="3054"/>
                    <a:pt x="6558" y="3086"/>
                    <a:pt x="6365" y="3118"/>
                  </a:cubicBezTo>
                  <a:cubicBezTo>
                    <a:pt x="5754" y="3215"/>
                    <a:pt x="4436" y="3440"/>
                    <a:pt x="3343" y="3440"/>
                  </a:cubicBezTo>
                  <a:cubicBezTo>
                    <a:pt x="2957" y="3440"/>
                    <a:pt x="2636" y="3408"/>
                    <a:pt x="2379" y="3343"/>
                  </a:cubicBezTo>
                  <a:cubicBezTo>
                    <a:pt x="1865" y="3247"/>
                    <a:pt x="1350" y="3118"/>
                    <a:pt x="997" y="3022"/>
                  </a:cubicBezTo>
                  <a:cubicBezTo>
                    <a:pt x="804" y="2958"/>
                    <a:pt x="676" y="2894"/>
                    <a:pt x="611" y="2829"/>
                  </a:cubicBezTo>
                  <a:lnTo>
                    <a:pt x="611" y="2829"/>
                  </a:lnTo>
                  <a:cubicBezTo>
                    <a:pt x="684" y="2795"/>
                    <a:pt x="791" y="2748"/>
                    <a:pt x="932" y="2700"/>
                  </a:cubicBezTo>
                  <a:cubicBezTo>
                    <a:pt x="1575" y="2443"/>
                    <a:pt x="2957" y="1929"/>
                    <a:pt x="4404" y="1415"/>
                  </a:cubicBezTo>
                  <a:cubicBezTo>
                    <a:pt x="5111" y="1190"/>
                    <a:pt x="5850" y="965"/>
                    <a:pt x="6493" y="804"/>
                  </a:cubicBezTo>
                  <a:cubicBezTo>
                    <a:pt x="7136" y="611"/>
                    <a:pt x="7715" y="515"/>
                    <a:pt x="8133" y="515"/>
                  </a:cubicBezTo>
                  <a:close/>
                  <a:moveTo>
                    <a:pt x="8133" y="0"/>
                  </a:moveTo>
                  <a:cubicBezTo>
                    <a:pt x="7651" y="0"/>
                    <a:pt x="7040" y="97"/>
                    <a:pt x="6365" y="257"/>
                  </a:cubicBezTo>
                  <a:cubicBezTo>
                    <a:pt x="4340" y="772"/>
                    <a:pt x="1704" y="1833"/>
                    <a:pt x="772" y="2186"/>
                  </a:cubicBezTo>
                  <a:cubicBezTo>
                    <a:pt x="547" y="2250"/>
                    <a:pt x="386" y="2347"/>
                    <a:pt x="257" y="2443"/>
                  </a:cubicBezTo>
                  <a:cubicBezTo>
                    <a:pt x="193" y="2475"/>
                    <a:pt x="129" y="2540"/>
                    <a:pt x="97" y="2604"/>
                  </a:cubicBezTo>
                  <a:cubicBezTo>
                    <a:pt x="32" y="2668"/>
                    <a:pt x="0" y="2733"/>
                    <a:pt x="0" y="2829"/>
                  </a:cubicBezTo>
                  <a:cubicBezTo>
                    <a:pt x="0" y="2958"/>
                    <a:pt x="64" y="3054"/>
                    <a:pt x="129" y="3118"/>
                  </a:cubicBezTo>
                  <a:cubicBezTo>
                    <a:pt x="225" y="3247"/>
                    <a:pt x="354" y="3311"/>
                    <a:pt x="482" y="3375"/>
                  </a:cubicBezTo>
                  <a:cubicBezTo>
                    <a:pt x="900" y="3568"/>
                    <a:pt x="1575" y="3729"/>
                    <a:pt x="2250" y="3890"/>
                  </a:cubicBezTo>
                  <a:cubicBezTo>
                    <a:pt x="2572" y="3954"/>
                    <a:pt x="2957" y="3954"/>
                    <a:pt x="3343" y="3954"/>
                  </a:cubicBezTo>
                  <a:cubicBezTo>
                    <a:pt x="3873" y="3954"/>
                    <a:pt x="4440" y="3909"/>
                    <a:pt x="4958" y="3849"/>
                  </a:cubicBezTo>
                  <a:lnTo>
                    <a:pt x="4958" y="3849"/>
                  </a:lnTo>
                  <a:cubicBezTo>
                    <a:pt x="4758" y="3961"/>
                    <a:pt x="4568" y="4077"/>
                    <a:pt x="4404" y="4179"/>
                  </a:cubicBezTo>
                  <a:cubicBezTo>
                    <a:pt x="4275" y="4243"/>
                    <a:pt x="4179" y="4340"/>
                    <a:pt x="4083" y="4404"/>
                  </a:cubicBezTo>
                  <a:cubicBezTo>
                    <a:pt x="4018" y="4468"/>
                    <a:pt x="3986" y="4501"/>
                    <a:pt x="3954" y="4565"/>
                  </a:cubicBezTo>
                  <a:cubicBezTo>
                    <a:pt x="3922" y="4597"/>
                    <a:pt x="3890" y="4693"/>
                    <a:pt x="3890" y="4790"/>
                  </a:cubicBezTo>
                  <a:cubicBezTo>
                    <a:pt x="3890" y="4886"/>
                    <a:pt x="3922" y="4983"/>
                    <a:pt x="4018" y="5047"/>
                  </a:cubicBezTo>
                  <a:cubicBezTo>
                    <a:pt x="4083" y="5111"/>
                    <a:pt x="4147" y="5111"/>
                    <a:pt x="4211" y="5143"/>
                  </a:cubicBezTo>
                  <a:cubicBezTo>
                    <a:pt x="4404" y="5176"/>
                    <a:pt x="4597" y="5208"/>
                    <a:pt x="4822" y="5208"/>
                  </a:cubicBezTo>
                  <a:cubicBezTo>
                    <a:pt x="5722" y="5208"/>
                    <a:pt x="6943" y="4918"/>
                    <a:pt x="8004" y="4854"/>
                  </a:cubicBezTo>
                  <a:cubicBezTo>
                    <a:pt x="8776" y="4790"/>
                    <a:pt x="9483" y="4436"/>
                    <a:pt x="10029" y="4083"/>
                  </a:cubicBezTo>
                  <a:cubicBezTo>
                    <a:pt x="10353" y="3880"/>
                    <a:pt x="10614" y="3677"/>
                    <a:pt x="10762" y="3547"/>
                  </a:cubicBezTo>
                  <a:lnTo>
                    <a:pt x="10762" y="3547"/>
                  </a:lnTo>
                  <a:cubicBezTo>
                    <a:pt x="11209" y="3765"/>
                    <a:pt x="12564" y="4422"/>
                    <a:pt x="13983" y="5079"/>
                  </a:cubicBezTo>
                  <a:cubicBezTo>
                    <a:pt x="14851" y="5497"/>
                    <a:pt x="15751" y="5883"/>
                    <a:pt x="16490" y="6204"/>
                  </a:cubicBezTo>
                  <a:cubicBezTo>
                    <a:pt x="16844" y="6333"/>
                    <a:pt x="17165" y="6461"/>
                    <a:pt x="17455" y="6558"/>
                  </a:cubicBezTo>
                  <a:cubicBezTo>
                    <a:pt x="17583" y="6622"/>
                    <a:pt x="17680" y="6654"/>
                    <a:pt x="17776" y="6686"/>
                  </a:cubicBezTo>
                  <a:cubicBezTo>
                    <a:pt x="17905" y="6686"/>
                    <a:pt x="17969" y="6718"/>
                    <a:pt x="18065" y="6718"/>
                  </a:cubicBezTo>
                  <a:cubicBezTo>
                    <a:pt x="18290" y="6718"/>
                    <a:pt x="18451" y="6622"/>
                    <a:pt x="18612" y="6493"/>
                  </a:cubicBezTo>
                  <a:cubicBezTo>
                    <a:pt x="18869" y="6301"/>
                    <a:pt x="19062" y="6043"/>
                    <a:pt x="19223" y="5690"/>
                  </a:cubicBezTo>
                  <a:cubicBezTo>
                    <a:pt x="19383" y="5368"/>
                    <a:pt x="19480" y="4983"/>
                    <a:pt x="19480" y="4597"/>
                  </a:cubicBezTo>
                  <a:cubicBezTo>
                    <a:pt x="19480" y="3954"/>
                    <a:pt x="19190" y="3311"/>
                    <a:pt x="18483" y="2893"/>
                  </a:cubicBezTo>
                  <a:cubicBezTo>
                    <a:pt x="16780" y="1897"/>
                    <a:pt x="14144" y="1125"/>
                    <a:pt x="14144" y="1093"/>
                  </a:cubicBezTo>
                  <a:lnTo>
                    <a:pt x="14112" y="1093"/>
                  </a:lnTo>
                  <a:cubicBezTo>
                    <a:pt x="14112" y="1093"/>
                    <a:pt x="13083" y="900"/>
                    <a:pt x="11861" y="675"/>
                  </a:cubicBezTo>
                  <a:cubicBezTo>
                    <a:pt x="10672" y="450"/>
                    <a:pt x="9258" y="161"/>
                    <a:pt x="8518" y="32"/>
                  </a:cubicBezTo>
                  <a:cubicBezTo>
                    <a:pt x="8422" y="0"/>
                    <a:pt x="8261" y="0"/>
                    <a:pt x="8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4444;p64">
              <a:extLst>
                <a:ext uri="{FF2B5EF4-FFF2-40B4-BE49-F238E27FC236}">
                  <a16:creationId xmlns:a16="http://schemas.microsoft.com/office/drawing/2014/main" id="{5637AEBE-474B-D3EB-1845-8ED6B7FF5A3D}"/>
                </a:ext>
              </a:extLst>
            </p:cNvPr>
            <p:cNvSpPr/>
            <p:nvPr/>
          </p:nvSpPr>
          <p:spPr>
            <a:xfrm>
              <a:off x="5279775" y="2826825"/>
              <a:ext cx="540850" cy="800375"/>
            </a:xfrm>
            <a:custGeom>
              <a:avLst/>
              <a:gdLst/>
              <a:ahLst/>
              <a:cxnLst/>
              <a:rect l="l" t="t" r="r" b="b"/>
              <a:pathLst>
                <a:path w="21634" h="32015" extrusionOk="0">
                  <a:moveTo>
                    <a:pt x="13743" y="0"/>
                  </a:moveTo>
                  <a:cubicBezTo>
                    <a:pt x="11830" y="0"/>
                    <a:pt x="10094" y="2047"/>
                    <a:pt x="10094" y="2047"/>
                  </a:cubicBezTo>
                  <a:cubicBezTo>
                    <a:pt x="10094" y="2047"/>
                    <a:pt x="6172" y="4875"/>
                    <a:pt x="3344" y="8893"/>
                  </a:cubicBezTo>
                  <a:cubicBezTo>
                    <a:pt x="515" y="12912"/>
                    <a:pt x="1" y="21012"/>
                    <a:pt x="611" y="23358"/>
                  </a:cubicBezTo>
                  <a:cubicBezTo>
                    <a:pt x="1190" y="25705"/>
                    <a:pt x="1576" y="28469"/>
                    <a:pt x="4404" y="30302"/>
                  </a:cubicBezTo>
                  <a:cubicBezTo>
                    <a:pt x="5959" y="31315"/>
                    <a:pt x="7276" y="32015"/>
                    <a:pt x="8938" y="32015"/>
                  </a:cubicBezTo>
                  <a:cubicBezTo>
                    <a:pt x="10336" y="32015"/>
                    <a:pt x="11977" y="31520"/>
                    <a:pt x="14208" y="30302"/>
                  </a:cubicBezTo>
                  <a:cubicBezTo>
                    <a:pt x="19094" y="27666"/>
                    <a:pt x="21634" y="18858"/>
                    <a:pt x="21152" y="12108"/>
                  </a:cubicBezTo>
                  <a:cubicBezTo>
                    <a:pt x="20669" y="5358"/>
                    <a:pt x="16555" y="664"/>
                    <a:pt x="14401" y="86"/>
                  </a:cubicBezTo>
                  <a:cubicBezTo>
                    <a:pt x="14181" y="27"/>
                    <a:pt x="13961" y="0"/>
                    <a:pt x="137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4445;p64">
              <a:extLst>
                <a:ext uri="{FF2B5EF4-FFF2-40B4-BE49-F238E27FC236}">
                  <a16:creationId xmlns:a16="http://schemas.microsoft.com/office/drawing/2014/main" id="{355C8D82-2C29-ED80-CC00-43F337B194EF}"/>
                </a:ext>
              </a:extLst>
            </p:cNvPr>
            <p:cNvSpPr/>
            <p:nvPr/>
          </p:nvSpPr>
          <p:spPr>
            <a:xfrm>
              <a:off x="5283000" y="2820125"/>
              <a:ext cx="533625" cy="814075"/>
            </a:xfrm>
            <a:custGeom>
              <a:avLst/>
              <a:gdLst/>
              <a:ahLst/>
              <a:cxnLst/>
              <a:rect l="l" t="t" r="r" b="b"/>
              <a:pathLst>
                <a:path w="21345" h="32563" extrusionOk="0">
                  <a:moveTo>
                    <a:pt x="9810" y="2098"/>
                  </a:moveTo>
                  <a:cubicBezTo>
                    <a:pt x="9810" y="2098"/>
                    <a:pt x="9810" y="2098"/>
                    <a:pt x="9810" y="2098"/>
                  </a:cubicBezTo>
                  <a:lnTo>
                    <a:pt x="9810" y="2098"/>
                  </a:lnTo>
                  <a:lnTo>
                    <a:pt x="9810" y="2098"/>
                  </a:lnTo>
                  <a:close/>
                  <a:moveTo>
                    <a:pt x="13597" y="547"/>
                  </a:moveTo>
                  <a:cubicBezTo>
                    <a:pt x="13790" y="547"/>
                    <a:pt x="13983" y="547"/>
                    <a:pt x="14208" y="611"/>
                  </a:cubicBezTo>
                  <a:cubicBezTo>
                    <a:pt x="14658" y="740"/>
                    <a:pt x="15301" y="1125"/>
                    <a:pt x="15976" y="1736"/>
                  </a:cubicBezTo>
                  <a:cubicBezTo>
                    <a:pt x="18001" y="3568"/>
                    <a:pt x="20380" y="7426"/>
                    <a:pt x="20765" y="12408"/>
                  </a:cubicBezTo>
                  <a:cubicBezTo>
                    <a:pt x="20798" y="12955"/>
                    <a:pt x="20798" y="13501"/>
                    <a:pt x="20798" y="14080"/>
                  </a:cubicBezTo>
                  <a:cubicBezTo>
                    <a:pt x="20798" y="17262"/>
                    <a:pt x="20187" y="20766"/>
                    <a:pt x="18997" y="23755"/>
                  </a:cubicBezTo>
                  <a:cubicBezTo>
                    <a:pt x="17840" y="26712"/>
                    <a:pt x="16104" y="29187"/>
                    <a:pt x="13951" y="30345"/>
                  </a:cubicBezTo>
                  <a:cubicBezTo>
                    <a:pt x="11733" y="31534"/>
                    <a:pt x="10126" y="32016"/>
                    <a:pt x="8808" y="32016"/>
                  </a:cubicBezTo>
                  <a:cubicBezTo>
                    <a:pt x="7233" y="32016"/>
                    <a:pt x="5979" y="31373"/>
                    <a:pt x="4436" y="30377"/>
                  </a:cubicBezTo>
                  <a:cubicBezTo>
                    <a:pt x="3054" y="29477"/>
                    <a:pt x="2282" y="28352"/>
                    <a:pt x="1768" y="27195"/>
                  </a:cubicBezTo>
                  <a:cubicBezTo>
                    <a:pt x="1286" y="26005"/>
                    <a:pt x="1029" y="24752"/>
                    <a:pt x="739" y="23562"/>
                  </a:cubicBezTo>
                  <a:cubicBezTo>
                    <a:pt x="611" y="23048"/>
                    <a:pt x="514" y="22180"/>
                    <a:pt x="514" y="21087"/>
                  </a:cubicBezTo>
                  <a:cubicBezTo>
                    <a:pt x="514" y="19383"/>
                    <a:pt x="707" y="17198"/>
                    <a:pt x="1189" y="15044"/>
                  </a:cubicBezTo>
                  <a:cubicBezTo>
                    <a:pt x="1640" y="12890"/>
                    <a:pt x="2379" y="10801"/>
                    <a:pt x="3440" y="9322"/>
                  </a:cubicBezTo>
                  <a:cubicBezTo>
                    <a:pt x="4822" y="7329"/>
                    <a:pt x="6493" y="5626"/>
                    <a:pt x="7843" y="4436"/>
                  </a:cubicBezTo>
                  <a:cubicBezTo>
                    <a:pt x="8486" y="3825"/>
                    <a:pt x="9065" y="3343"/>
                    <a:pt x="9483" y="3022"/>
                  </a:cubicBezTo>
                  <a:cubicBezTo>
                    <a:pt x="9676" y="2861"/>
                    <a:pt x="9836" y="2733"/>
                    <a:pt x="9965" y="2668"/>
                  </a:cubicBezTo>
                  <a:cubicBezTo>
                    <a:pt x="10061" y="2572"/>
                    <a:pt x="10126" y="2540"/>
                    <a:pt x="10126" y="2540"/>
                  </a:cubicBezTo>
                  <a:lnTo>
                    <a:pt x="10158" y="2475"/>
                  </a:lnTo>
                  <a:lnTo>
                    <a:pt x="10190" y="2475"/>
                  </a:lnTo>
                  <a:cubicBezTo>
                    <a:pt x="10286" y="2379"/>
                    <a:pt x="10704" y="1865"/>
                    <a:pt x="11347" y="1415"/>
                  </a:cubicBezTo>
                  <a:cubicBezTo>
                    <a:pt x="11990" y="965"/>
                    <a:pt x="12794" y="547"/>
                    <a:pt x="13597" y="547"/>
                  </a:cubicBezTo>
                  <a:close/>
                  <a:moveTo>
                    <a:pt x="13597" y="0"/>
                  </a:moveTo>
                  <a:cubicBezTo>
                    <a:pt x="12536" y="0"/>
                    <a:pt x="11604" y="547"/>
                    <a:pt x="10897" y="1093"/>
                  </a:cubicBezTo>
                  <a:cubicBezTo>
                    <a:pt x="10337" y="1520"/>
                    <a:pt x="9932" y="1947"/>
                    <a:pt x="9810" y="2098"/>
                  </a:cubicBezTo>
                  <a:lnTo>
                    <a:pt x="9810" y="2098"/>
                  </a:lnTo>
                  <a:lnTo>
                    <a:pt x="9804" y="2090"/>
                  </a:lnTo>
                  <a:cubicBezTo>
                    <a:pt x="9804" y="2122"/>
                    <a:pt x="5850" y="4951"/>
                    <a:pt x="2990" y="9001"/>
                  </a:cubicBezTo>
                  <a:cubicBezTo>
                    <a:pt x="1897" y="10576"/>
                    <a:pt x="1125" y="12730"/>
                    <a:pt x="675" y="14915"/>
                  </a:cubicBezTo>
                  <a:cubicBezTo>
                    <a:pt x="193" y="17101"/>
                    <a:pt x="0" y="19351"/>
                    <a:pt x="0" y="21087"/>
                  </a:cubicBezTo>
                  <a:cubicBezTo>
                    <a:pt x="0" y="22212"/>
                    <a:pt x="64" y="23112"/>
                    <a:pt x="225" y="23691"/>
                  </a:cubicBezTo>
                  <a:cubicBezTo>
                    <a:pt x="514" y="24880"/>
                    <a:pt x="739" y="26166"/>
                    <a:pt x="1286" y="27387"/>
                  </a:cubicBezTo>
                  <a:cubicBezTo>
                    <a:pt x="1832" y="28641"/>
                    <a:pt x="2668" y="29863"/>
                    <a:pt x="4147" y="30795"/>
                  </a:cubicBezTo>
                  <a:cubicBezTo>
                    <a:pt x="5690" y="31823"/>
                    <a:pt x="7040" y="32563"/>
                    <a:pt x="8808" y="32563"/>
                  </a:cubicBezTo>
                  <a:cubicBezTo>
                    <a:pt x="10254" y="32563"/>
                    <a:pt x="11926" y="32048"/>
                    <a:pt x="14208" y="30827"/>
                  </a:cubicBezTo>
                  <a:cubicBezTo>
                    <a:pt x="16522" y="29573"/>
                    <a:pt x="18290" y="27002"/>
                    <a:pt x="19512" y="23948"/>
                  </a:cubicBezTo>
                  <a:cubicBezTo>
                    <a:pt x="20701" y="20894"/>
                    <a:pt x="21344" y="17326"/>
                    <a:pt x="21344" y="14080"/>
                  </a:cubicBezTo>
                  <a:cubicBezTo>
                    <a:pt x="21344" y="13501"/>
                    <a:pt x="21312" y="12922"/>
                    <a:pt x="21280" y="12376"/>
                  </a:cubicBezTo>
                  <a:cubicBezTo>
                    <a:pt x="21023" y="8936"/>
                    <a:pt x="19865" y="6043"/>
                    <a:pt x="18483" y="3922"/>
                  </a:cubicBezTo>
                  <a:cubicBezTo>
                    <a:pt x="17808" y="2861"/>
                    <a:pt x="17069" y="1993"/>
                    <a:pt x="16330" y="1350"/>
                  </a:cubicBezTo>
                  <a:cubicBezTo>
                    <a:pt x="15622" y="675"/>
                    <a:pt x="14947" y="257"/>
                    <a:pt x="14337" y="97"/>
                  </a:cubicBezTo>
                  <a:cubicBezTo>
                    <a:pt x="14079" y="32"/>
                    <a:pt x="13854" y="0"/>
                    <a:pt x="13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4446;p64">
              <a:extLst>
                <a:ext uri="{FF2B5EF4-FFF2-40B4-BE49-F238E27FC236}">
                  <a16:creationId xmlns:a16="http://schemas.microsoft.com/office/drawing/2014/main" id="{ED38BF4B-CF2E-392C-AB03-BE67621DA911}"/>
                </a:ext>
              </a:extLst>
            </p:cNvPr>
            <p:cNvSpPr/>
            <p:nvPr/>
          </p:nvSpPr>
          <p:spPr>
            <a:xfrm>
              <a:off x="5438900" y="2899100"/>
              <a:ext cx="237875" cy="221725"/>
            </a:xfrm>
            <a:custGeom>
              <a:avLst/>
              <a:gdLst/>
              <a:ahLst/>
              <a:cxnLst/>
              <a:rect l="l" t="t" r="r" b="b"/>
              <a:pathLst>
                <a:path w="9515" h="8869" extrusionOk="0">
                  <a:moveTo>
                    <a:pt x="6904" y="0"/>
                  </a:moveTo>
                  <a:cubicBezTo>
                    <a:pt x="5656" y="0"/>
                    <a:pt x="4018" y="441"/>
                    <a:pt x="4018" y="441"/>
                  </a:cubicBezTo>
                  <a:cubicBezTo>
                    <a:pt x="4018" y="441"/>
                    <a:pt x="2250" y="634"/>
                    <a:pt x="1382" y="1792"/>
                  </a:cubicBezTo>
                  <a:cubicBezTo>
                    <a:pt x="514" y="2981"/>
                    <a:pt x="804" y="3367"/>
                    <a:pt x="1382" y="3656"/>
                  </a:cubicBezTo>
                  <a:cubicBezTo>
                    <a:pt x="1961" y="3945"/>
                    <a:pt x="2057" y="4717"/>
                    <a:pt x="2057" y="4717"/>
                  </a:cubicBezTo>
                  <a:cubicBezTo>
                    <a:pt x="2057" y="4717"/>
                    <a:pt x="0" y="8060"/>
                    <a:pt x="1093" y="8735"/>
                  </a:cubicBezTo>
                  <a:cubicBezTo>
                    <a:pt x="1231" y="8826"/>
                    <a:pt x="1431" y="8868"/>
                    <a:pt x="1678" y="8868"/>
                  </a:cubicBezTo>
                  <a:cubicBezTo>
                    <a:pt x="3336" y="8868"/>
                    <a:pt x="7110" y="6975"/>
                    <a:pt x="8229" y="5520"/>
                  </a:cubicBezTo>
                  <a:cubicBezTo>
                    <a:pt x="9515" y="3849"/>
                    <a:pt x="8904" y="1117"/>
                    <a:pt x="8133" y="313"/>
                  </a:cubicBezTo>
                  <a:cubicBezTo>
                    <a:pt x="7901" y="81"/>
                    <a:pt x="7438" y="0"/>
                    <a:pt x="6904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4447;p64">
              <a:extLst>
                <a:ext uri="{FF2B5EF4-FFF2-40B4-BE49-F238E27FC236}">
                  <a16:creationId xmlns:a16="http://schemas.microsoft.com/office/drawing/2014/main" id="{66CE78E3-44E2-228B-8D2A-9DC66164EF01}"/>
                </a:ext>
              </a:extLst>
            </p:cNvPr>
            <p:cNvSpPr/>
            <p:nvPr/>
          </p:nvSpPr>
          <p:spPr>
            <a:xfrm>
              <a:off x="5451750" y="2892450"/>
              <a:ext cx="217800" cy="234675"/>
            </a:xfrm>
            <a:custGeom>
              <a:avLst/>
              <a:gdLst/>
              <a:ahLst/>
              <a:cxnLst/>
              <a:rect l="l" t="t" r="r" b="b"/>
              <a:pathLst>
                <a:path w="8712" h="9387" extrusionOk="0">
                  <a:moveTo>
                    <a:pt x="6333" y="547"/>
                  </a:moveTo>
                  <a:cubicBezTo>
                    <a:pt x="6590" y="547"/>
                    <a:pt x="6847" y="547"/>
                    <a:pt x="7040" y="611"/>
                  </a:cubicBezTo>
                  <a:cubicBezTo>
                    <a:pt x="7233" y="643"/>
                    <a:pt x="7362" y="707"/>
                    <a:pt x="7426" y="772"/>
                  </a:cubicBezTo>
                  <a:cubicBezTo>
                    <a:pt x="7619" y="965"/>
                    <a:pt x="7812" y="1318"/>
                    <a:pt x="7940" y="1768"/>
                  </a:cubicBezTo>
                  <a:cubicBezTo>
                    <a:pt x="8101" y="2218"/>
                    <a:pt x="8197" y="2765"/>
                    <a:pt x="8197" y="3343"/>
                  </a:cubicBezTo>
                  <a:cubicBezTo>
                    <a:pt x="8197" y="4147"/>
                    <a:pt x="8004" y="4983"/>
                    <a:pt x="7490" y="5626"/>
                  </a:cubicBezTo>
                  <a:cubicBezTo>
                    <a:pt x="7008" y="6268"/>
                    <a:pt x="5786" y="7104"/>
                    <a:pt x="4501" y="7747"/>
                  </a:cubicBezTo>
                  <a:cubicBezTo>
                    <a:pt x="3890" y="8101"/>
                    <a:pt x="3215" y="8358"/>
                    <a:pt x="2636" y="8551"/>
                  </a:cubicBezTo>
                  <a:cubicBezTo>
                    <a:pt x="2026" y="8744"/>
                    <a:pt x="1511" y="8872"/>
                    <a:pt x="1158" y="8872"/>
                  </a:cubicBezTo>
                  <a:cubicBezTo>
                    <a:pt x="933" y="8872"/>
                    <a:pt x="772" y="8840"/>
                    <a:pt x="708" y="8776"/>
                  </a:cubicBezTo>
                  <a:cubicBezTo>
                    <a:pt x="643" y="8744"/>
                    <a:pt x="611" y="8679"/>
                    <a:pt x="579" y="8615"/>
                  </a:cubicBezTo>
                  <a:cubicBezTo>
                    <a:pt x="547" y="8551"/>
                    <a:pt x="515" y="8422"/>
                    <a:pt x="515" y="8294"/>
                  </a:cubicBezTo>
                  <a:cubicBezTo>
                    <a:pt x="515" y="7779"/>
                    <a:pt x="836" y="6976"/>
                    <a:pt x="1158" y="6301"/>
                  </a:cubicBezTo>
                  <a:cubicBezTo>
                    <a:pt x="1318" y="5979"/>
                    <a:pt x="1447" y="5690"/>
                    <a:pt x="1576" y="5465"/>
                  </a:cubicBezTo>
                  <a:cubicBezTo>
                    <a:pt x="1640" y="5368"/>
                    <a:pt x="1704" y="5272"/>
                    <a:pt x="1736" y="5240"/>
                  </a:cubicBezTo>
                  <a:cubicBezTo>
                    <a:pt x="1768" y="5176"/>
                    <a:pt x="1768" y="5143"/>
                    <a:pt x="1768" y="5143"/>
                  </a:cubicBezTo>
                  <a:cubicBezTo>
                    <a:pt x="1801" y="5079"/>
                    <a:pt x="1833" y="5015"/>
                    <a:pt x="1801" y="4951"/>
                  </a:cubicBezTo>
                  <a:cubicBezTo>
                    <a:pt x="1801" y="4951"/>
                    <a:pt x="1801" y="4726"/>
                    <a:pt x="1672" y="4468"/>
                  </a:cubicBezTo>
                  <a:cubicBezTo>
                    <a:pt x="1576" y="4211"/>
                    <a:pt x="1351" y="3858"/>
                    <a:pt x="997" y="3697"/>
                  </a:cubicBezTo>
                  <a:cubicBezTo>
                    <a:pt x="836" y="3600"/>
                    <a:pt x="740" y="3536"/>
                    <a:pt x="676" y="3472"/>
                  </a:cubicBezTo>
                  <a:cubicBezTo>
                    <a:pt x="611" y="3408"/>
                    <a:pt x="579" y="3343"/>
                    <a:pt x="579" y="3247"/>
                  </a:cubicBezTo>
                  <a:cubicBezTo>
                    <a:pt x="579" y="3054"/>
                    <a:pt x="708" y="2733"/>
                    <a:pt x="1093" y="2218"/>
                  </a:cubicBezTo>
                  <a:cubicBezTo>
                    <a:pt x="1479" y="1704"/>
                    <a:pt x="2090" y="1383"/>
                    <a:pt x="2604" y="1190"/>
                  </a:cubicBezTo>
                  <a:cubicBezTo>
                    <a:pt x="2861" y="1093"/>
                    <a:pt x="3086" y="1029"/>
                    <a:pt x="3279" y="997"/>
                  </a:cubicBezTo>
                  <a:cubicBezTo>
                    <a:pt x="3343" y="997"/>
                    <a:pt x="3408" y="965"/>
                    <a:pt x="3472" y="965"/>
                  </a:cubicBezTo>
                  <a:lnTo>
                    <a:pt x="3569" y="965"/>
                  </a:lnTo>
                  <a:cubicBezTo>
                    <a:pt x="3569" y="965"/>
                    <a:pt x="3665" y="932"/>
                    <a:pt x="3826" y="900"/>
                  </a:cubicBezTo>
                  <a:cubicBezTo>
                    <a:pt x="4340" y="772"/>
                    <a:pt x="5465" y="547"/>
                    <a:pt x="6333" y="547"/>
                  </a:cubicBezTo>
                  <a:close/>
                  <a:moveTo>
                    <a:pt x="6333" y="0"/>
                  </a:moveTo>
                  <a:cubicBezTo>
                    <a:pt x="5047" y="0"/>
                    <a:pt x="3440" y="418"/>
                    <a:pt x="3440" y="418"/>
                  </a:cubicBezTo>
                  <a:lnTo>
                    <a:pt x="3441" y="423"/>
                  </a:lnTo>
                  <a:lnTo>
                    <a:pt x="3441" y="423"/>
                  </a:lnTo>
                  <a:cubicBezTo>
                    <a:pt x="3326" y="440"/>
                    <a:pt x="2903" y="511"/>
                    <a:pt x="2411" y="675"/>
                  </a:cubicBezTo>
                  <a:cubicBezTo>
                    <a:pt x="1833" y="900"/>
                    <a:pt x="1126" y="1254"/>
                    <a:pt x="643" y="1897"/>
                  </a:cubicBezTo>
                  <a:cubicBezTo>
                    <a:pt x="225" y="2443"/>
                    <a:pt x="33" y="2861"/>
                    <a:pt x="33" y="3247"/>
                  </a:cubicBezTo>
                  <a:cubicBezTo>
                    <a:pt x="33" y="3472"/>
                    <a:pt x="129" y="3665"/>
                    <a:pt x="258" y="3825"/>
                  </a:cubicBezTo>
                  <a:cubicBezTo>
                    <a:pt x="386" y="3986"/>
                    <a:pt x="579" y="4083"/>
                    <a:pt x="740" y="4147"/>
                  </a:cubicBezTo>
                  <a:cubicBezTo>
                    <a:pt x="965" y="4276"/>
                    <a:pt x="1093" y="4468"/>
                    <a:pt x="1190" y="4661"/>
                  </a:cubicBezTo>
                  <a:cubicBezTo>
                    <a:pt x="1222" y="4758"/>
                    <a:pt x="1254" y="4854"/>
                    <a:pt x="1254" y="4918"/>
                  </a:cubicBezTo>
                  <a:lnTo>
                    <a:pt x="1264" y="4948"/>
                  </a:lnTo>
                  <a:lnTo>
                    <a:pt x="1264" y="4948"/>
                  </a:lnTo>
                  <a:cubicBezTo>
                    <a:pt x="1159" y="5133"/>
                    <a:pt x="917" y="5568"/>
                    <a:pt x="676" y="6076"/>
                  </a:cubicBezTo>
                  <a:cubicBezTo>
                    <a:pt x="322" y="6783"/>
                    <a:pt x="0" y="7586"/>
                    <a:pt x="0" y="8294"/>
                  </a:cubicBezTo>
                  <a:cubicBezTo>
                    <a:pt x="0" y="8486"/>
                    <a:pt x="0" y="8647"/>
                    <a:pt x="97" y="8808"/>
                  </a:cubicBezTo>
                  <a:cubicBezTo>
                    <a:pt x="161" y="8969"/>
                    <a:pt x="258" y="9129"/>
                    <a:pt x="418" y="9226"/>
                  </a:cubicBezTo>
                  <a:cubicBezTo>
                    <a:pt x="643" y="9354"/>
                    <a:pt x="868" y="9386"/>
                    <a:pt x="1158" y="9386"/>
                  </a:cubicBezTo>
                  <a:cubicBezTo>
                    <a:pt x="1608" y="9386"/>
                    <a:pt x="2186" y="9258"/>
                    <a:pt x="2797" y="9065"/>
                  </a:cubicBezTo>
                  <a:cubicBezTo>
                    <a:pt x="3729" y="8744"/>
                    <a:pt x="4790" y="8261"/>
                    <a:pt x="5722" y="7715"/>
                  </a:cubicBezTo>
                  <a:cubicBezTo>
                    <a:pt x="6654" y="7136"/>
                    <a:pt x="7458" y="6526"/>
                    <a:pt x="7940" y="5947"/>
                  </a:cubicBezTo>
                  <a:cubicBezTo>
                    <a:pt x="8519" y="5176"/>
                    <a:pt x="8712" y="4211"/>
                    <a:pt x="8712" y="3343"/>
                  </a:cubicBezTo>
                  <a:cubicBezTo>
                    <a:pt x="8712" y="2700"/>
                    <a:pt x="8615" y="2122"/>
                    <a:pt x="8454" y="1608"/>
                  </a:cubicBezTo>
                  <a:cubicBezTo>
                    <a:pt x="8294" y="1093"/>
                    <a:pt x="8069" y="675"/>
                    <a:pt x="7812" y="418"/>
                  </a:cubicBezTo>
                  <a:cubicBezTo>
                    <a:pt x="7619" y="225"/>
                    <a:pt x="7394" y="129"/>
                    <a:pt x="7169" y="97"/>
                  </a:cubicBezTo>
                  <a:cubicBezTo>
                    <a:pt x="6912" y="32"/>
                    <a:pt x="6622" y="0"/>
                    <a:pt x="6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4448;p64">
              <a:extLst>
                <a:ext uri="{FF2B5EF4-FFF2-40B4-BE49-F238E27FC236}">
                  <a16:creationId xmlns:a16="http://schemas.microsoft.com/office/drawing/2014/main" id="{85BE89F6-379F-CE92-A135-E9A47D7A9A4A}"/>
                </a:ext>
              </a:extLst>
            </p:cNvPr>
            <p:cNvSpPr/>
            <p:nvPr/>
          </p:nvSpPr>
          <p:spPr>
            <a:xfrm>
              <a:off x="5417200" y="2584950"/>
              <a:ext cx="305400" cy="460675"/>
            </a:xfrm>
            <a:custGeom>
              <a:avLst/>
              <a:gdLst/>
              <a:ahLst/>
              <a:cxnLst/>
              <a:rect l="l" t="t" r="r" b="b"/>
              <a:pathLst>
                <a:path w="12216" h="18427" extrusionOk="0">
                  <a:moveTo>
                    <a:pt x="5587" y="0"/>
                  </a:moveTo>
                  <a:cubicBezTo>
                    <a:pt x="4508" y="0"/>
                    <a:pt x="3729" y="278"/>
                    <a:pt x="3729" y="278"/>
                  </a:cubicBezTo>
                  <a:cubicBezTo>
                    <a:pt x="3729" y="278"/>
                    <a:pt x="2540" y="1628"/>
                    <a:pt x="1768" y="2046"/>
                  </a:cubicBezTo>
                  <a:cubicBezTo>
                    <a:pt x="965" y="2432"/>
                    <a:pt x="0" y="2818"/>
                    <a:pt x="772" y="3396"/>
                  </a:cubicBezTo>
                  <a:cubicBezTo>
                    <a:pt x="1575" y="4007"/>
                    <a:pt x="2058" y="4489"/>
                    <a:pt x="2058" y="4489"/>
                  </a:cubicBezTo>
                  <a:cubicBezTo>
                    <a:pt x="2058" y="4489"/>
                    <a:pt x="1061" y="7704"/>
                    <a:pt x="1479" y="9568"/>
                  </a:cubicBezTo>
                  <a:cubicBezTo>
                    <a:pt x="1733" y="10797"/>
                    <a:pt x="2588" y="11006"/>
                    <a:pt x="3141" y="11006"/>
                  </a:cubicBezTo>
                  <a:cubicBezTo>
                    <a:pt x="3427" y="11006"/>
                    <a:pt x="3633" y="10950"/>
                    <a:pt x="3633" y="10950"/>
                  </a:cubicBezTo>
                  <a:lnTo>
                    <a:pt x="3633" y="10950"/>
                  </a:lnTo>
                  <a:cubicBezTo>
                    <a:pt x="3633" y="10950"/>
                    <a:pt x="3311" y="15836"/>
                    <a:pt x="2925" y="17283"/>
                  </a:cubicBezTo>
                  <a:cubicBezTo>
                    <a:pt x="2715" y="18089"/>
                    <a:pt x="3174" y="18427"/>
                    <a:pt x="3869" y="18427"/>
                  </a:cubicBezTo>
                  <a:cubicBezTo>
                    <a:pt x="4448" y="18427"/>
                    <a:pt x="5193" y="18192"/>
                    <a:pt x="5851" y="17797"/>
                  </a:cubicBezTo>
                  <a:cubicBezTo>
                    <a:pt x="7329" y="16897"/>
                    <a:pt x="7522" y="13297"/>
                    <a:pt x="8101" y="10629"/>
                  </a:cubicBezTo>
                  <a:cubicBezTo>
                    <a:pt x="8711" y="7993"/>
                    <a:pt x="12215" y="4875"/>
                    <a:pt x="9772" y="1950"/>
                  </a:cubicBezTo>
                  <a:cubicBezTo>
                    <a:pt x="8465" y="368"/>
                    <a:pt x="6828" y="0"/>
                    <a:pt x="5587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4449;p64">
              <a:extLst>
                <a:ext uri="{FF2B5EF4-FFF2-40B4-BE49-F238E27FC236}">
                  <a16:creationId xmlns:a16="http://schemas.microsoft.com/office/drawing/2014/main" id="{C883A2F6-4B81-3A4F-69FF-2D0685879359}"/>
                </a:ext>
              </a:extLst>
            </p:cNvPr>
            <p:cNvSpPr/>
            <p:nvPr/>
          </p:nvSpPr>
          <p:spPr>
            <a:xfrm>
              <a:off x="5422825" y="2578225"/>
              <a:ext cx="266825" cy="474175"/>
            </a:xfrm>
            <a:custGeom>
              <a:avLst/>
              <a:gdLst/>
              <a:ahLst/>
              <a:cxnLst/>
              <a:rect l="l" t="t" r="r" b="b"/>
              <a:pathLst>
                <a:path w="10673" h="18967" extrusionOk="0">
                  <a:moveTo>
                    <a:pt x="5336" y="547"/>
                  </a:moveTo>
                  <a:cubicBezTo>
                    <a:pt x="6558" y="547"/>
                    <a:pt x="8101" y="869"/>
                    <a:pt x="9354" y="2379"/>
                  </a:cubicBezTo>
                  <a:cubicBezTo>
                    <a:pt x="9933" y="3087"/>
                    <a:pt x="10126" y="3762"/>
                    <a:pt x="10126" y="4469"/>
                  </a:cubicBezTo>
                  <a:cubicBezTo>
                    <a:pt x="10158" y="5497"/>
                    <a:pt x="9644" y="6590"/>
                    <a:pt x="9065" y="7651"/>
                  </a:cubicBezTo>
                  <a:cubicBezTo>
                    <a:pt x="8519" y="8744"/>
                    <a:pt x="7876" y="9805"/>
                    <a:pt x="7618" y="10866"/>
                  </a:cubicBezTo>
                  <a:cubicBezTo>
                    <a:pt x="7329" y="12184"/>
                    <a:pt x="7136" y="13759"/>
                    <a:pt x="6847" y="15077"/>
                  </a:cubicBezTo>
                  <a:cubicBezTo>
                    <a:pt x="6686" y="15752"/>
                    <a:pt x="6493" y="16362"/>
                    <a:pt x="6301" y="16812"/>
                  </a:cubicBezTo>
                  <a:cubicBezTo>
                    <a:pt x="6076" y="17295"/>
                    <a:pt x="5786" y="17648"/>
                    <a:pt x="5497" y="17809"/>
                  </a:cubicBezTo>
                  <a:cubicBezTo>
                    <a:pt x="4854" y="18195"/>
                    <a:pt x="4147" y="18420"/>
                    <a:pt x="3633" y="18420"/>
                  </a:cubicBezTo>
                  <a:cubicBezTo>
                    <a:pt x="3375" y="18420"/>
                    <a:pt x="3183" y="18387"/>
                    <a:pt x="3086" y="18291"/>
                  </a:cubicBezTo>
                  <a:cubicBezTo>
                    <a:pt x="2990" y="18227"/>
                    <a:pt x="2925" y="18130"/>
                    <a:pt x="2925" y="17937"/>
                  </a:cubicBezTo>
                  <a:cubicBezTo>
                    <a:pt x="2925" y="17841"/>
                    <a:pt x="2925" y="17745"/>
                    <a:pt x="2958" y="17648"/>
                  </a:cubicBezTo>
                  <a:cubicBezTo>
                    <a:pt x="3054" y="17230"/>
                    <a:pt x="3150" y="16652"/>
                    <a:pt x="3247" y="15977"/>
                  </a:cubicBezTo>
                  <a:cubicBezTo>
                    <a:pt x="3504" y="13984"/>
                    <a:pt x="3665" y="11219"/>
                    <a:pt x="3665" y="11219"/>
                  </a:cubicBezTo>
                  <a:cubicBezTo>
                    <a:pt x="3665" y="11123"/>
                    <a:pt x="3633" y="11058"/>
                    <a:pt x="3568" y="10994"/>
                  </a:cubicBezTo>
                  <a:cubicBezTo>
                    <a:pt x="3531" y="10957"/>
                    <a:pt x="3482" y="10941"/>
                    <a:pt x="3429" y="10941"/>
                  </a:cubicBezTo>
                  <a:cubicBezTo>
                    <a:pt x="3391" y="10941"/>
                    <a:pt x="3351" y="10949"/>
                    <a:pt x="3311" y="10962"/>
                  </a:cubicBezTo>
                  <a:cubicBezTo>
                    <a:pt x="3279" y="10962"/>
                    <a:pt x="3118" y="10994"/>
                    <a:pt x="2893" y="10994"/>
                  </a:cubicBezTo>
                  <a:cubicBezTo>
                    <a:pt x="2636" y="10994"/>
                    <a:pt x="2347" y="10962"/>
                    <a:pt x="2090" y="10769"/>
                  </a:cubicBezTo>
                  <a:cubicBezTo>
                    <a:pt x="1865" y="10608"/>
                    <a:pt x="1607" y="10351"/>
                    <a:pt x="1511" y="9773"/>
                  </a:cubicBezTo>
                  <a:cubicBezTo>
                    <a:pt x="1447" y="9483"/>
                    <a:pt x="1415" y="9162"/>
                    <a:pt x="1415" y="8808"/>
                  </a:cubicBezTo>
                  <a:cubicBezTo>
                    <a:pt x="1415" y="7940"/>
                    <a:pt x="1575" y="6944"/>
                    <a:pt x="1736" y="6140"/>
                  </a:cubicBezTo>
                  <a:cubicBezTo>
                    <a:pt x="1833" y="5755"/>
                    <a:pt x="1929" y="5433"/>
                    <a:pt x="1993" y="5208"/>
                  </a:cubicBezTo>
                  <a:cubicBezTo>
                    <a:pt x="2025" y="5080"/>
                    <a:pt x="2025" y="4983"/>
                    <a:pt x="2058" y="4919"/>
                  </a:cubicBezTo>
                  <a:cubicBezTo>
                    <a:pt x="2058" y="4855"/>
                    <a:pt x="2090" y="4822"/>
                    <a:pt x="2090" y="4822"/>
                  </a:cubicBezTo>
                  <a:cubicBezTo>
                    <a:pt x="2122" y="4726"/>
                    <a:pt x="2090" y="4630"/>
                    <a:pt x="2025" y="4565"/>
                  </a:cubicBezTo>
                  <a:cubicBezTo>
                    <a:pt x="1993" y="4565"/>
                    <a:pt x="1511" y="4051"/>
                    <a:pt x="707" y="3472"/>
                  </a:cubicBezTo>
                  <a:cubicBezTo>
                    <a:pt x="643" y="3408"/>
                    <a:pt x="579" y="3344"/>
                    <a:pt x="547" y="3312"/>
                  </a:cubicBezTo>
                  <a:lnTo>
                    <a:pt x="547" y="3247"/>
                  </a:lnTo>
                  <a:cubicBezTo>
                    <a:pt x="547" y="3247"/>
                    <a:pt x="547" y="3215"/>
                    <a:pt x="579" y="3151"/>
                  </a:cubicBezTo>
                  <a:cubicBezTo>
                    <a:pt x="643" y="3087"/>
                    <a:pt x="804" y="2990"/>
                    <a:pt x="997" y="2862"/>
                  </a:cubicBezTo>
                  <a:cubicBezTo>
                    <a:pt x="1190" y="2765"/>
                    <a:pt x="1447" y="2669"/>
                    <a:pt x="1640" y="2540"/>
                  </a:cubicBezTo>
                  <a:cubicBezTo>
                    <a:pt x="2090" y="2315"/>
                    <a:pt x="2604" y="1865"/>
                    <a:pt x="2990" y="1479"/>
                  </a:cubicBezTo>
                  <a:cubicBezTo>
                    <a:pt x="3311" y="1158"/>
                    <a:pt x="3557" y="874"/>
                    <a:pt x="3653" y="761"/>
                  </a:cubicBezTo>
                  <a:lnTo>
                    <a:pt x="3653" y="761"/>
                  </a:lnTo>
                  <a:cubicBezTo>
                    <a:pt x="3878" y="709"/>
                    <a:pt x="4513" y="547"/>
                    <a:pt x="5336" y="547"/>
                  </a:cubicBezTo>
                  <a:close/>
                  <a:moveTo>
                    <a:pt x="5336" y="1"/>
                  </a:moveTo>
                  <a:cubicBezTo>
                    <a:pt x="4211" y="1"/>
                    <a:pt x="3408" y="290"/>
                    <a:pt x="3408" y="290"/>
                  </a:cubicBezTo>
                  <a:lnTo>
                    <a:pt x="3279" y="354"/>
                  </a:lnTo>
                  <a:cubicBezTo>
                    <a:pt x="3279" y="354"/>
                    <a:pt x="3215" y="451"/>
                    <a:pt x="3086" y="579"/>
                  </a:cubicBezTo>
                  <a:cubicBezTo>
                    <a:pt x="2925" y="772"/>
                    <a:pt x="2636" y="1094"/>
                    <a:pt x="2315" y="1383"/>
                  </a:cubicBezTo>
                  <a:cubicBezTo>
                    <a:pt x="1993" y="1672"/>
                    <a:pt x="1672" y="1929"/>
                    <a:pt x="1415" y="2058"/>
                  </a:cubicBezTo>
                  <a:cubicBezTo>
                    <a:pt x="1125" y="2219"/>
                    <a:pt x="804" y="2347"/>
                    <a:pt x="547" y="2508"/>
                  </a:cubicBezTo>
                  <a:cubicBezTo>
                    <a:pt x="418" y="2604"/>
                    <a:pt x="290" y="2701"/>
                    <a:pt x="193" y="2797"/>
                  </a:cubicBezTo>
                  <a:cubicBezTo>
                    <a:pt x="97" y="2926"/>
                    <a:pt x="0" y="3087"/>
                    <a:pt x="0" y="3247"/>
                  </a:cubicBezTo>
                  <a:cubicBezTo>
                    <a:pt x="0" y="3376"/>
                    <a:pt x="32" y="3505"/>
                    <a:pt x="97" y="3601"/>
                  </a:cubicBezTo>
                  <a:cubicBezTo>
                    <a:pt x="193" y="3697"/>
                    <a:pt x="290" y="3794"/>
                    <a:pt x="386" y="3890"/>
                  </a:cubicBezTo>
                  <a:cubicBezTo>
                    <a:pt x="772" y="4180"/>
                    <a:pt x="1093" y="4437"/>
                    <a:pt x="1318" y="4630"/>
                  </a:cubicBezTo>
                  <a:cubicBezTo>
                    <a:pt x="1403" y="4714"/>
                    <a:pt x="1487" y="4774"/>
                    <a:pt x="1529" y="4831"/>
                  </a:cubicBezTo>
                  <a:lnTo>
                    <a:pt x="1529" y="4831"/>
                  </a:lnTo>
                  <a:cubicBezTo>
                    <a:pt x="1371" y="5391"/>
                    <a:pt x="868" y="7237"/>
                    <a:pt x="868" y="8808"/>
                  </a:cubicBezTo>
                  <a:cubicBezTo>
                    <a:pt x="868" y="9194"/>
                    <a:pt x="900" y="9548"/>
                    <a:pt x="965" y="9901"/>
                  </a:cubicBezTo>
                  <a:cubicBezTo>
                    <a:pt x="1125" y="10544"/>
                    <a:pt x="1447" y="10994"/>
                    <a:pt x="1800" y="11219"/>
                  </a:cubicBezTo>
                  <a:cubicBezTo>
                    <a:pt x="2186" y="11476"/>
                    <a:pt x="2572" y="11541"/>
                    <a:pt x="2893" y="11541"/>
                  </a:cubicBezTo>
                  <a:cubicBezTo>
                    <a:pt x="2972" y="11541"/>
                    <a:pt x="3045" y="11537"/>
                    <a:pt x="3110" y="11531"/>
                  </a:cubicBezTo>
                  <a:lnTo>
                    <a:pt x="3110" y="11531"/>
                  </a:lnTo>
                  <a:cubicBezTo>
                    <a:pt x="3105" y="11657"/>
                    <a:pt x="3098" y="11813"/>
                    <a:pt x="3086" y="11991"/>
                  </a:cubicBezTo>
                  <a:cubicBezTo>
                    <a:pt x="3022" y="12698"/>
                    <a:pt x="2925" y="13823"/>
                    <a:pt x="2829" y="14884"/>
                  </a:cubicBezTo>
                  <a:cubicBezTo>
                    <a:pt x="2733" y="15944"/>
                    <a:pt x="2572" y="16973"/>
                    <a:pt x="2443" y="17487"/>
                  </a:cubicBezTo>
                  <a:cubicBezTo>
                    <a:pt x="2411" y="17648"/>
                    <a:pt x="2379" y="17809"/>
                    <a:pt x="2379" y="17937"/>
                  </a:cubicBezTo>
                  <a:cubicBezTo>
                    <a:pt x="2379" y="18259"/>
                    <a:pt x="2540" y="18548"/>
                    <a:pt x="2765" y="18741"/>
                  </a:cubicBezTo>
                  <a:cubicBezTo>
                    <a:pt x="3022" y="18902"/>
                    <a:pt x="3311" y="18966"/>
                    <a:pt x="3633" y="18966"/>
                  </a:cubicBezTo>
                  <a:cubicBezTo>
                    <a:pt x="4275" y="18966"/>
                    <a:pt x="5079" y="18709"/>
                    <a:pt x="5786" y="18291"/>
                  </a:cubicBezTo>
                  <a:cubicBezTo>
                    <a:pt x="6204" y="18034"/>
                    <a:pt x="6526" y="17584"/>
                    <a:pt x="6783" y="17037"/>
                  </a:cubicBezTo>
                  <a:cubicBezTo>
                    <a:pt x="7136" y="16266"/>
                    <a:pt x="7361" y="15237"/>
                    <a:pt x="7586" y="14144"/>
                  </a:cubicBezTo>
                  <a:cubicBezTo>
                    <a:pt x="7779" y="13084"/>
                    <a:pt x="7940" y="11959"/>
                    <a:pt x="8165" y="10962"/>
                  </a:cubicBezTo>
                  <a:cubicBezTo>
                    <a:pt x="8358" y="10062"/>
                    <a:pt x="8969" y="9001"/>
                    <a:pt x="9547" y="7908"/>
                  </a:cubicBezTo>
                  <a:cubicBezTo>
                    <a:pt x="10126" y="6815"/>
                    <a:pt x="10672" y="5658"/>
                    <a:pt x="10672" y="4469"/>
                  </a:cubicBezTo>
                  <a:cubicBezTo>
                    <a:pt x="10672" y="3633"/>
                    <a:pt x="10415" y="2830"/>
                    <a:pt x="9772" y="2026"/>
                  </a:cubicBezTo>
                  <a:cubicBezTo>
                    <a:pt x="8390" y="387"/>
                    <a:pt x="6654" y="1"/>
                    <a:pt x="5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4450;p64">
              <a:extLst>
                <a:ext uri="{FF2B5EF4-FFF2-40B4-BE49-F238E27FC236}">
                  <a16:creationId xmlns:a16="http://schemas.microsoft.com/office/drawing/2014/main" id="{767FE7BA-6FCB-9FF1-9E99-F039CA8965A8}"/>
                </a:ext>
              </a:extLst>
            </p:cNvPr>
            <p:cNvSpPr/>
            <p:nvPr/>
          </p:nvSpPr>
          <p:spPr>
            <a:xfrm>
              <a:off x="5456575" y="2429500"/>
              <a:ext cx="532825" cy="629075"/>
            </a:xfrm>
            <a:custGeom>
              <a:avLst/>
              <a:gdLst/>
              <a:ahLst/>
              <a:cxnLst/>
              <a:rect l="l" t="t" r="r" b="b"/>
              <a:pathLst>
                <a:path w="21313" h="25163" extrusionOk="0">
                  <a:moveTo>
                    <a:pt x="0" y="22215"/>
                  </a:moveTo>
                  <a:cubicBezTo>
                    <a:pt x="1" y="22215"/>
                    <a:pt x="1" y="22215"/>
                    <a:pt x="1" y="22215"/>
                  </a:cubicBezTo>
                  <a:lnTo>
                    <a:pt x="1" y="22215"/>
                  </a:lnTo>
                  <a:cubicBezTo>
                    <a:pt x="1" y="22215"/>
                    <a:pt x="0" y="22215"/>
                    <a:pt x="0" y="22215"/>
                  </a:cubicBezTo>
                  <a:close/>
                  <a:moveTo>
                    <a:pt x="4328" y="0"/>
                  </a:moveTo>
                  <a:cubicBezTo>
                    <a:pt x="3989" y="0"/>
                    <a:pt x="3665" y="20"/>
                    <a:pt x="3376" y="67"/>
                  </a:cubicBezTo>
                  <a:cubicBezTo>
                    <a:pt x="1640" y="357"/>
                    <a:pt x="965" y="5403"/>
                    <a:pt x="2058" y="8264"/>
                  </a:cubicBezTo>
                  <a:cubicBezTo>
                    <a:pt x="2508" y="9454"/>
                    <a:pt x="3311" y="10193"/>
                    <a:pt x="4083" y="10643"/>
                  </a:cubicBezTo>
                  <a:cubicBezTo>
                    <a:pt x="3922" y="10482"/>
                    <a:pt x="2861" y="9486"/>
                    <a:pt x="3890" y="8714"/>
                  </a:cubicBezTo>
                  <a:cubicBezTo>
                    <a:pt x="4983" y="7879"/>
                    <a:pt x="5947" y="7750"/>
                    <a:pt x="5947" y="7750"/>
                  </a:cubicBezTo>
                  <a:lnTo>
                    <a:pt x="5947" y="7750"/>
                  </a:lnTo>
                  <a:cubicBezTo>
                    <a:pt x="5947" y="7750"/>
                    <a:pt x="5079" y="10546"/>
                    <a:pt x="5465" y="11029"/>
                  </a:cubicBezTo>
                  <a:cubicBezTo>
                    <a:pt x="6931" y="13005"/>
                    <a:pt x="371" y="22217"/>
                    <a:pt x="8" y="22217"/>
                  </a:cubicBezTo>
                  <a:cubicBezTo>
                    <a:pt x="6" y="22217"/>
                    <a:pt x="3" y="22216"/>
                    <a:pt x="1" y="22215"/>
                  </a:cubicBezTo>
                  <a:lnTo>
                    <a:pt x="1" y="22215"/>
                  </a:lnTo>
                  <a:cubicBezTo>
                    <a:pt x="49" y="22242"/>
                    <a:pt x="1960" y="23323"/>
                    <a:pt x="4404" y="24497"/>
                  </a:cubicBezTo>
                  <a:cubicBezTo>
                    <a:pt x="5359" y="24958"/>
                    <a:pt x="6344" y="25163"/>
                    <a:pt x="7330" y="25163"/>
                  </a:cubicBezTo>
                  <a:cubicBezTo>
                    <a:pt x="11919" y="25163"/>
                    <a:pt x="16527" y="20716"/>
                    <a:pt x="18194" y="16879"/>
                  </a:cubicBezTo>
                  <a:cubicBezTo>
                    <a:pt x="19769" y="13182"/>
                    <a:pt x="21312" y="6496"/>
                    <a:pt x="18098" y="3153"/>
                  </a:cubicBezTo>
                  <a:cubicBezTo>
                    <a:pt x="15773" y="787"/>
                    <a:pt x="12697" y="291"/>
                    <a:pt x="10574" y="291"/>
                  </a:cubicBezTo>
                  <a:cubicBezTo>
                    <a:pt x="9379" y="291"/>
                    <a:pt x="8486" y="448"/>
                    <a:pt x="8197" y="517"/>
                  </a:cubicBezTo>
                  <a:cubicBezTo>
                    <a:pt x="8197" y="517"/>
                    <a:pt x="6061" y="0"/>
                    <a:pt x="43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4451;p64">
              <a:extLst>
                <a:ext uri="{FF2B5EF4-FFF2-40B4-BE49-F238E27FC236}">
                  <a16:creationId xmlns:a16="http://schemas.microsoft.com/office/drawing/2014/main" id="{7A5241F1-B907-5A53-CE47-31C5973CF992}"/>
                </a:ext>
              </a:extLst>
            </p:cNvPr>
            <p:cNvSpPr/>
            <p:nvPr/>
          </p:nvSpPr>
          <p:spPr>
            <a:xfrm>
              <a:off x="5449350" y="2423125"/>
              <a:ext cx="513525" cy="642125"/>
            </a:xfrm>
            <a:custGeom>
              <a:avLst/>
              <a:gdLst/>
              <a:ahLst/>
              <a:cxnLst/>
              <a:rect l="l" t="t" r="r" b="b"/>
              <a:pathLst>
                <a:path w="20541" h="25685" extrusionOk="0">
                  <a:moveTo>
                    <a:pt x="4629" y="547"/>
                  </a:moveTo>
                  <a:cubicBezTo>
                    <a:pt x="5465" y="547"/>
                    <a:pt x="6429" y="644"/>
                    <a:pt x="7168" y="772"/>
                  </a:cubicBezTo>
                  <a:cubicBezTo>
                    <a:pt x="7522" y="837"/>
                    <a:pt x="7843" y="901"/>
                    <a:pt x="8068" y="965"/>
                  </a:cubicBezTo>
                  <a:cubicBezTo>
                    <a:pt x="8293" y="997"/>
                    <a:pt x="8422" y="1030"/>
                    <a:pt x="8422" y="1030"/>
                  </a:cubicBezTo>
                  <a:lnTo>
                    <a:pt x="8550" y="1030"/>
                  </a:lnTo>
                  <a:cubicBezTo>
                    <a:pt x="8808" y="965"/>
                    <a:pt x="9708" y="805"/>
                    <a:pt x="10865" y="805"/>
                  </a:cubicBezTo>
                  <a:cubicBezTo>
                    <a:pt x="12954" y="805"/>
                    <a:pt x="15944" y="1319"/>
                    <a:pt x="18194" y="3601"/>
                  </a:cubicBezTo>
                  <a:cubicBezTo>
                    <a:pt x="19512" y="4951"/>
                    <a:pt x="19994" y="6944"/>
                    <a:pt x="19994" y="9066"/>
                  </a:cubicBezTo>
                  <a:cubicBezTo>
                    <a:pt x="19994" y="11894"/>
                    <a:pt x="19126" y="14948"/>
                    <a:pt x="18226" y="17005"/>
                  </a:cubicBezTo>
                  <a:cubicBezTo>
                    <a:pt x="17422" y="18902"/>
                    <a:pt x="15879" y="20927"/>
                    <a:pt x="13983" y="22502"/>
                  </a:cubicBezTo>
                  <a:cubicBezTo>
                    <a:pt x="12054" y="24077"/>
                    <a:pt x="9804" y="25138"/>
                    <a:pt x="7618" y="25138"/>
                  </a:cubicBezTo>
                  <a:cubicBezTo>
                    <a:pt x="6654" y="25138"/>
                    <a:pt x="5722" y="24945"/>
                    <a:pt x="4790" y="24495"/>
                  </a:cubicBezTo>
                  <a:cubicBezTo>
                    <a:pt x="3568" y="23916"/>
                    <a:pt x="2475" y="23338"/>
                    <a:pt x="1672" y="22920"/>
                  </a:cubicBezTo>
                  <a:cubicBezTo>
                    <a:pt x="1286" y="22727"/>
                    <a:pt x="964" y="22534"/>
                    <a:pt x="739" y="22438"/>
                  </a:cubicBezTo>
                  <a:cubicBezTo>
                    <a:pt x="736" y="22435"/>
                    <a:pt x="732" y="22433"/>
                    <a:pt x="728" y="22430"/>
                  </a:cubicBezTo>
                  <a:lnTo>
                    <a:pt x="728" y="22430"/>
                  </a:lnTo>
                  <a:cubicBezTo>
                    <a:pt x="811" y="22336"/>
                    <a:pt x="911" y="22219"/>
                    <a:pt x="1029" y="22084"/>
                  </a:cubicBezTo>
                  <a:cubicBezTo>
                    <a:pt x="1736" y="21184"/>
                    <a:pt x="3022" y="19320"/>
                    <a:pt x="4147" y="17391"/>
                  </a:cubicBezTo>
                  <a:cubicBezTo>
                    <a:pt x="4725" y="16395"/>
                    <a:pt x="5240" y="15430"/>
                    <a:pt x="5593" y="14498"/>
                  </a:cubicBezTo>
                  <a:cubicBezTo>
                    <a:pt x="5979" y="13598"/>
                    <a:pt x="6236" y="12762"/>
                    <a:pt x="6236" y="12087"/>
                  </a:cubicBezTo>
                  <a:cubicBezTo>
                    <a:pt x="6236" y="11734"/>
                    <a:pt x="6172" y="11380"/>
                    <a:pt x="5979" y="11123"/>
                  </a:cubicBezTo>
                  <a:lnTo>
                    <a:pt x="5947" y="11123"/>
                  </a:lnTo>
                  <a:cubicBezTo>
                    <a:pt x="5947" y="11123"/>
                    <a:pt x="5915" y="10994"/>
                    <a:pt x="5915" y="10834"/>
                  </a:cubicBezTo>
                  <a:cubicBezTo>
                    <a:pt x="5915" y="10416"/>
                    <a:pt x="6075" y="9709"/>
                    <a:pt x="6204" y="9130"/>
                  </a:cubicBezTo>
                  <a:cubicBezTo>
                    <a:pt x="6268" y="8841"/>
                    <a:pt x="6332" y="8583"/>
                    <a:pt x="6397" y="8391"/>
                  </a:cubicBezTo>
                  <a:cubicBezTo>
                    <a:pt x="6461" y="8198"/>
                    <a:pt x="6493" y="8069"/>
                    <a:pt x="6493" y="8069"/>
                  </a:cubicBezTo>
                  <a:cubicBezTo>
                    <a:pt x="6525" y="8005"/>
                    <a:pt x="6493" y="7908"/>
                    <a:pt x="6429" y="7812"/>
                  </a:cubicBezTo>
                  <a:cubicBezTo>
                    <a:pt x="6382" y="7765"/>
                    <a:pt x="6335" y="7735"/>
                    <a:pt x="6275" y="7735"/>
                  </a:cubicBezTo>
                  <a:cubicBezTo>
                    <a:pt x="6253" y="7735"/>
                    <a:pt x="6230" y="7739"/>
                    <a:pt x="6204" y="7748"/>
                  </a:cubicBezTo>
                  <a:cubicBezTo>
                    <a:pt x="6172" y="7748"/>
                    <a:pt x="5143" y="7876"/>
                    <a:pt x="3986" y="8776"/>
                  </a:cubicBezTo>
                  <a:lnTo>
                    <a:pt x="3986" y="8744"/>
                  </a:lnTo>
                  <a:cubicBezTo>
                    <a:pt x="3632" y="9034"/>
                    <a:pt x="3472" y="9419"/>
                    <a:pt x="3472" y="9741"/>
                  </a:cubicBezTo>
                  <a:cubicBezTo>
                    <a:pt x="3472" y="9777"/>
                    <a:pt x="3473" y="9813"/>
                    <a:pt x="3477" y="9849"/>
                  </a:cubicBezTo>
                  <a:lnTo>
                    <a:pt x="3477" y="9849"/>
                  </a:lnTo>
                  <a:cubicBezTo>
                    <a:pt x="3120" y="9475"/>
                    <a:pt x="2807" y="9010"/>
                    <a:pt x="2572" y="8423"/>
                  </a:cubicBezTo>
                  <a:cubicBezTo>
                    <a:pt x="2250" y="7523"/>
                    <a:pt x="2089" y="6366"/>
                    <a:pt x="2089" y="5240"/>
                  </a:cubicBezTo>
                  <a:cubicBezTo>
                    <a:pt x="2089" y="4083"/>
                    <a:pt x="2250" y="2926"/>
                    <a:pt x="2539" y="2058"/>
                  </a:cubicBezTo>
                  <a:cubicBezTo>
                    <a:pt x="2700" y="1640"/>
                    <a:pt x="2893" y="1255"/>
                    <a:pt x="3086" y="1030"/>
                  </a:cubicBezTo>
                  <a:cubicBezTo>
                    <a:pt x="3311" y="772"/>
                    <a:pt x="3504" y="644"/>
                    <a:pt x="3729" y="612"/>
                  </a:cubicBezTo>
                  <a:cubicBezTo>
                    <a:pt x="3986" y="547"/>
                    <a:pt x="4307" y="547"/>
                    <a:pt x="4629" y="547"/>
                  </a:cubicBezTo>
                  <a:close/>
                  <a:moveTo>
                    <a:pt x="4629" y="1"/>
                  </a:moveTo>
                  <a:cubicBezTo>
                    <a:pt x="4275" y="1"/>
                    <a:pt x="3954" y="1"/>
                    <a:pt x="3632" y="65"/>
                  </a:cubicBezTo>
                  <a:cubicBezTo>
                    <a:pt x="3247" y="129"/>
                    <a:pt x="2925" y="354"/>
                    <a:pt x="2668" y="676"/>
                  </a:cubicBezTo>
                  <a:cubicBezTo>
                    <a:pt x="2282" y="1158"/>
                    <a:pt x="2025" y="1833"/>
                    <a:pt x="1832" y="2637"/>
                  </a:cubicBezTo>
                  <a:cubicBezTo>
                    <a:pt x="1639" y="3408"/>
                    <a:pt x="1543" y="4340"/>
                    <a:pt x="1543" y="5240"/>
                  </a:cubicBezTo>
                  <a:cubicBezTo>
                    <a:pt x="1543" y="6430"/>
                    <a:pt x="1704" y="7619"/>
                    <a:pt x="2089" y="8616"/>
                  </a:cubicBezTo>
                  <a:cubicBezTo>
                    <a:pt x="2539" y="9869"/>
                    <a:pt x="3407" y="10641"/>
                    <a:pt x="4243" y="11123"/>
                  </a:cubicBezTo>
                  <a:cubicBezTo>
                    <a:pt x="4289" y="11146"/>
                    <a:pt x="4338" y="11156"/>
                    <a:pt x="4386" y="11156"/>
                  </a:cubicBezTo>
                  <a:cubicBezTo>
                    <a:pt x="4473" y="11156"/>
                    <a:pt x="4555" y="11121"/>
                    <a:pt x="4597" y="11059"/>
                  </a:cubicBezTo>
                  <a:cubicBezTo>
                    <a:pt x="4693" y="10930"/>
                    <a:pt x="4661" y="10769"/>
                    <a:pt x="4565" y="10705"/>
                  </a:cubicBezTo>
                  <a:cubicBezTo>
                    <a:pt x="4500" y="10641"/>
                    <a:pt x="4372" y="10512"/>
                    <a:pt x="4243" y="10319"/>
                  </a:cubicBezTo>
                  <a:cubicBezTo>
                    <a:pt x="4115" y="10159"/>
                    <a:pt x="3986" y="9934"/>
                    <a:pt x="3986" y="9741"/>
                  </a:cubicBezTo>
                  <a:cubicBezTo>
                    <a:pt x="4018" y="9580"/>
                    <a:pt x="4050" y="9387"/>
                    <a:pt x="4340" y="9194"/>
                  </a:cubicBezTo>
                  <a:cubicBezTo>
                    <a:pt x="4854" y="8776"/>
                    <a:pt x="5336" y="8551"/>
                    <a:pt x="5690" y="8423"/>
                  </a:cubicBezTo>
                  <a:cubicBezTo>
                    <a:pt x="5745" y="8404"/>
                    <a:pt x="5795" y="8389"/>
                    <a:pt x="5841" y="8375"/>
                  </a:cubicBezTo>
                  <a:lnTo>
                    <a:pt x="5841" y="8375"/>
                  </a:lnTo>
                  <a:cubicBezTo>
                    <a:pt x="5793" y="8551"/>
                    <a:pt x="5739" y="8767"/>
                    <a:pt x="5690" y="9001"/>
                  </a:cubicBezTo>
                  <a:cubicBezTo>
                    <a:pt x="5529" y="9612"/>
                    <a:pt x="5400" y="10319"/>
                    <a:pt x="5400" y="10834"/>
                  </a:cubicBezTo>
                  <a:cubicBezTo>
                    <a:pt x="5400" y="11059"/>
                    <a:pt x="5400" y="11251"/>
                    <a:pt x="5529" y="11444"/>
                  </a:cubicBezTo>
                  <a:cubicBezTo>
                    <a:pt x="5625" y="11573"/>
                    <a:pt x="5690" y="11798"/>
                    <a:pt x="5690" y="12087"/>
                  </a:cubicBezTo>
                  <a:cubicBezTo>
                    <a:pt x="5690" y="12730"/>
                    <a:pt x="5368" y="13727"/>
                    <a:pt x="4886" y="14820"/>
                  </a:cubicBezTo>
                  <a:cubicBezTo>
                    <a:pt x="4115" y="16491"/>
                    <a:pt x="2989" y="18355"/>
                    <a:pt x="1993" y="19802"/>
                  </a:cubicBezTo>
                  <a:cubicBezTo>
                    <a:pt x="1511" y="20541"/>
                    <a:pt x="1061" y="21152"/>
                    <a:pt x="707" y="21602"/>
                  </a:cubicBezTo>
                  <a:cubicBezTo>
                    <a:pt x="546" y="21827"/>
                    <a:pt x="386" y="21988"/>
                    <a:pt x="289" y="22116"/>
                  </a:cubicBezTo>
                  <a:cubicBezTo>
                    <a:pt x="257" y="22148"/>
                    <a:pt x="193" y="22213"/>
                    <a:pt x="193" y="22213"/>
                  </a:cubicBezTo>
                  <a:lnTo>
                    <a:pt x="182" y="22223"/>
                  </a:lnTo>
                  <a:lnTo>
                    <a:pt x="182" y="22223"/>
                  </a:lnTo>
                  <a:cubicBezTo>
                    <a:pt x="120" y="22247"/>
                    <a:pt x="67" y="22289"/>
                    <a:pt x="32" y="22341"/>
                  </a:cubicBezTo>
                  <a:cubicBezTo>
                    <a:pt x="0" y="22438"/>
                    <a:pt x="0" y="22566"/>
                    <a:pt x="96" y="22663"/>
                  </a:cubicBezTo>
                  <a:cubicBezTo>
                    <a:pt x="114" y="22697"/>
                    <a:pt x="140" y="22713"/>
                    <a:pt x="161" y="22721"/>
                  </a:cubicBezTo>
                  <a:lnTo>
                    <a:pt x="161" y="22721"/>
                  </a:lnTo>
                  <a:lnTo>
                    <a:pt x="161" y="22727"/>
                  </a:lnTo>
                  <a:lnTo>
                    <a:pt x="212" y="22727"/>
                  </a:lnTo>
                  <a:cubicBezTo>
                    <a:pt x="534" y="22919"/>
                    <a:pt x="2335" y="23921"/>
                    <a:pt x="4565" y="24977"/>
                  </a:cubicBezTo>
                  <a:cubicBezTo>
                    <a:pt x="5561" y="25459"/>
                    <a:pt x="6590" y="25684"/>
                    <a:pt x="7618" y="25684"/>
                  </a:cubicBezTo>
                  <a:cubicBezTo>
                    <a:pt x="9997" y="25684"/>
                    <a:pt x="12343" y="24527"/>
                    <a:pt x="14304" y="22920"/>
                  </a:cubicBezTo>
                  <a:cubicBezTo>
                    <a:pt x="16265" y="21281"/>
                    <a:pt x="17872" y="19191"/>
                    <a:pt x="18708" y="17230"/>
                  </a:cubicBezTo>
                  <a:cubicBezTo>
                    <a:pt x="19640" y="15077"/>
                    <a:pt x="20540" y="11991"/>
                    <a:pt x="20540" y="9066"/>
                  </a:cubicBezTo>
                  <a:cubicBezTo>
                    <a:pt x="20540" y="6848"/>
                    <a:pt x="20026" y="4726"/>
                    <a:pt x="18579" y="3247"/>
                  </a:cubicBezTo>
                  <a:cubicBezTo>
                    <a:pt x="16169" y="772"/>
                    <a:pt x="13019" y="290"/>
                    <a:pt x="10865" y="290"/>
                  </a:cubicBezTo>
                  <a:cubicBezTo>
                    <a:pt x="9723" y="290"/>
                    <a:pt x="8862" y="431"/>
                    <a:pt x="8492" y="501"/>
                  </a:cubicBezTo>
                  <a:lnTo>
                    <a:pt x="8492" y="501"/>
                  </a:lnTo>
                  <a:cubicBezTo>
                    <a:pt x="8139" y="420"/>
                    <a:pt x="6253" y="1"/>
                    <a:pt x="4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4452;p64">
              <a:extLst>
                <a:ext uri="{FF2B5EF4-FFF2-40B4-BE49-F238E27FC236}">
                  <a16:creationId xmlns:a16="http://schemas.microsoft.com/office/drawing/2014/main" id="{94F1AE42-890C-35D2-BD7C-35B94E656DCA}"/>
                </a:ext>
              </a:extLst>
            </p:cNvPr>
            <p:cNvSpPr/>
            <p:nvPr/>
          </p:nvSpPr>
          <p:spPr>
            <a:xfrm>
              <a:off x="4468125" y="2857075"/>
              <a:ext cx="348000" cy="631675"/>
            </a:xfrm>
            <a:custGeom>
              <a:avLst/>
              <a:gdLst/>
              <a:ahLst/>
              <a:cxnLst/>
              <a:rect l="l" t="t" r="r" b="b"/>
              <a:pathLst>
                <a:path w="13920" h="25267" extrusionOk="0">
                  <a:moveTo>
                    <a:pt x="4951" y="1"/>
                  </a:moveTo>
                  <a:lnTo>
                    <a:pt x="1" y="20670"/>
                  </a:lnTo>
                  <a:lnTo>
                    <a:pt x="10126" y="25267"/>
                  </a:lnTo>
                  <a:lnTo>
                    <a:pt x="13919" y="5851"/>
                  </a:lnTo>
                  <a:lnTo>
                    <a:pt x="4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4453;p64">
              <a:extLst>
                <a:ext uri="{FF2B5EF4-FFF2-40B4-BE49-F238E27FC236}">
                  <a16:creationId xmlns:a16="http://schemas.microsoft.com/office/drawing/2014/main" id="{8A61E376-1C10-53A9-6909-2F67BB5F74E3}"/>
                </a:ext>
              </a:extLst>
            </p:cNvPr>
            <p:cNvSpPr/>
            <p:nvPr/>
          </p:nvSpPr>
          <p:spPr>
            <a:xfrm>
              <a:off x="4460900" y="2850325"/>
              <a:ext cx="362450" cy="645450"/>
            </a:xfrm>
            <a:custGeom>
              <a:avLst/>
              <a:gdLst/>
              <a:ahLst/>
              <a:cxnLst/>
              <a:rect l="l" t="t" r="r" b="b"/>
              <a:pathLst>
                <a:path w="14498" h="25818" extrusionOk="0">
                  <a:moveTo>
                    <a:pt x="5408" y="710"/>
                  </a:moveTo>
                  <a:lnTo>
                    <a:pt x="13919" y="6250"/>
                  </a:lnTo>
                  <a:lnTo>
                    <a:pt x="10222" y="25151"/>
                  </a:lnTo>
                  <a:lnTo>
                    <a:pt x="611" y="20779"/>
                  </a:lnTo>
                  <a:lnTo>
                    <a:pt x="5408" y="710"/>
                  </a:lnTo>
                  <a:close/>
                  <a:moveTo>
                    <a:pt x="5208" y="0"/>
                  </a:moveTo>
                  <a:cubicBezTo>
                    <a:pt x="5184" y="0"/>
                    <a:pt x="5162" y="4"/>
                    <a:pt x="5144" y="14"/>
                  </a:cubicBezTo>
                  <a:cubicBezTo>
                    <a:pt x="5047" y="46"/>
                    <a:pt x="5015" y="142"/>
                    <a:pt x="4983" y="207"/>
                  </a:cubicBezTo>
                  <a:lnTo>
                    <a:pt x="33" y="20876"/>
                  </a:lnTo>
                  <a:cubicBezTo>
                    <a:pt x="0" y="21004"/>
                    <a:pt x="65" y="21133"/>
                    <a:pt x="193" y="21165"/>
                  </a:cubicBezTo>
                  <a:lnTo>
                    <a:pt x="10287" y="25794"/>
                  </a:lnTo>
                  <a:cubicBezTo>
                    <a:pt x="10335" y="25810"/>
                    <a:pt x="10375" y="25818"/>
                    <a:pt x="10415" y="25818"/>
                  </a:cubicBezTo>
                  <a:cubicBezTo>
                    <a:pt x="10455" y="25818"/>
                    <a:pt x="10496" y="25810"/>
                    <a:pt x="10544" y="25794"/>
                  </a:cubicBezTo>
                  <a:cubicBezTo>
                    <a:pt x="10608" y="25729"/>
                    <a:pt x="10640" y="25665"/>
                    <a:pt x="10672" y="25601"/>
                  </a:cubicBezTo>
                  <a:lnTo>
                    <a:pt x="14498" y="6153"/>
                  </a:lnTo>
                  <a:cubicBezTo>
                    <a:pt x="14498" y="6057"/>
                    <a:pt x="14465" y="5961"/>
                    <a:pt x="14369" y="5896"/>
                  </a:cubicBezTo>
                  <a:lnTo>
                    <a:pt x="5401" y="46"/>
                  </a:lnTo>
                  <a:cubicBezTo>
                    <a:pt x="5333" y="23"/>
                    <a:pt x="5264" y="0"/>
                    <a:pt x="5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4454;p64">
              <a:extLst>
                <a:ext uri="{FF2B5EF4-FFF2-40B4-BE49-F238E27FC236}">
                  <a16:creationId xmlns:a16="http://schemas.microsoft.com/office/drawing/2014/main" id="{67F13949-DF41-8F17-4C51-2A3F934E8C9C}"/>
                </a:ext>
              </a:extLst>
            </p:cNvPr>
            <p:cNvSpPr/>
            <p:nvPr/>
          </p:nvSpPr>
          <p:spPr>
            <a:xfrm>
              <a:off x="4497875" y="2910925"/>
              <a:ext cx="289325" cy="524775"/>
            </a:xfrm>
            <a:custGeom>
              <a:avLst/>
              <a:gdLst/>
              <a:ahLst/>
              <a:cxnLst/>
              <a:rect l="l" t="t" r="r" b="b"/>
              <a:pathLst>
                <a:path w="11573" h="20991" extrusionOk="0">
                  <a:moveTo>
                    <a:pt x="4115" y="1"/>
                  </a:moveTo>
                  <a:lnTo>
                    <a:pt x="0" y="17166"/>
                  </a:lnTo>
                  <a:lnTo>
                    <a:pt x="8390" y="20991"/>
                  </a:lnTo>
                  <a:lnTo>
                    <a:pt x="11572" y="4854"/>
                  </a:lnTo>
                  <a:lnTo>
                    <a:pt x="41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4455;p64">
              <a:extLst>
                <a:ext uri="{FF2B5EF4-FFF2-40B4-BE49-F238E27FC236}">
                  <a16:creationId xmlns:a16="http://schemas.microsoft.com/office/drawing/2014/main" id="{12623125-6A81-C29E-349A-097BFD5EC1D7}"/>
                </a:ext>
              </a:extLst>
            </p:cNvPr>
            <p:cNvSpPr/>
            <p:nvPr/>
          </p:nvSpPr>
          <p:spPr>
            <a:xfrm>
              <a:off x="4490625" y="2903975"/>
              <a:ext cx="303800" cy="537975"/>
            </a:xfrm>
            <a:custGeom>
              <a:avLst/>
              <a:gdLst/>
              <a:ahLst/>
              <a:cxnLst/>
              <a:rect l="l" t="t" r="r" b="b"/>
              <a:pathLst>
                <a:path w="12152" h="21519" extrusionOk="0">
                  <a:moveTo>
                    <a:pt x="4566" y="711"/>
                  </a:moveTo>
                  <a:lnTo>
                    <a:pt x="11573" y="5229"/>
                  </a:lnTo>
                  <a:lnTo>
                    <a:pt x="8487" y="20883"/>
                  </a:lnTo>
                  <a:lnTo>
                    <a:pt x="612" y="17283"/>
                  </a:lnTo>
                  <a:lnTo>
                    <a:pt x="4566" y="711"/>
                  </a:lnTo>
                  <a:close/>
                  <a:moveTo>
                    <a:pt x="4400" y="0"/>
                  </a:moveTo>
                  <a:cubicBezTo>
                    <a:pt x="4367" y="0"/>
                    <a:pt x="4335" y="8"/>
                    <a:pt x="4308" y="21"/>
                  </a:cubicBezTo>
                  <a:cubicBezTo>
                    <a:pt x="4212" y="54"/>
                    <a:pt x="4147" y="118"/>
                    <a:pt x="4147" y="214"/>
                  </a:cubicBezTo>
                  <a:lnTo>
                    <a:pt x="33" y="17379"/>
                  </a:lnTo>
                  <a:cubicBezTo>
                    <a:pt x="1" y="17508"/>
                    <a:pt x="65" y="17637"/>
                    <a:pt x="162" y="17669"/>
                  </a:cubicBezTo>
                  <a:lnTo>
                    <a:pt x="8583" y="21494"/>
                  </a:lnTo>
                  <a:cubicBezTo>
                    <a:pt x="8615" y="21510"/>
                    <a:pt x="8656" y="21518"/>
                    <a:pt x="8696" y="21518"/>
                  </a:cubicBezTo>
                  <a:cubicBezTo>
                    <a:pt x="8736" y="21518"/>
                    <a:pt x="8776" y="21510"/>
                    <a:pt x="8808" y="21494"/>
                  </a:cubicBezTo>
                  <a:cubicBezTo>
                    <a:pt x="8873" y="21462"/>
                    <a:pt x="8937" y="21398"/>
                    <a:pt x="8937" y="21301"/>
                  </a:cubicBezTo>
                  <a:lnTo>
                    <a:pt x="12119" y="5165"/>
                  </a:lnTo>
                  <a:cubicBezTo>
                    <a:pt x="12151" y="5068"/>
                    <a:pt x="12087" y="4940"/>
                    <a:pt x="11991" y="4907"/>
                  </a:cubicBezTo>
                  <a:lnTo>
                    <a:pt x="4533" y="54"/>
                  </a:lnTo>
                  <a:cubicBezTo>
                    <a:pt x="4495" y="16"/>
                    <a:pt x="4447" y="0"/>
                    <a:pt x="4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4456;p64">
              <a:extLst>
                <a:ext uri="{FF2B5EF4-FFF2-40B4-BE49-F238E27FC236}">
                  <a16:creationId xmlns:a16="http://schemas.microsoft.com/office/drawing/2014/main" id="{76F60C90-1864-C353-70D3-E800E9929632}"/>
                </a:ext>
              </a:extLst>
            </p:cNvPr>
            <p:cNvSpPr/>
            <p:nvPr/>
          </p:nvSpPr>
          <p:spPr>
            <a:xfrm>
              <a:off x="4721275" y="3003350"/>
              <a:ext cx="440400" cy="513525"/>
            </a:xfrm>
            <a:custGeom>
              <a:avLst/>
              <a:gdLst/>
              <a:ahLst/>
              <a:cxnLst/>
              <a:rect l="l" t="t" r="r" b="b"/>
              <a:pathLst>
                <a:path w="17616" h="20541" extrusionOk="0">
                  <a:moveTo>
                    <a:pt x="3793" y="0"/>
                  </a:moveTo>
                  <a:lnTo>
                    <a:pt x="0" y="19416"/>
                  </a:lnTo>
                  <a:lnTo>
                    <a:pt x="14915" y="20541"/>
                  </a:lnTo>
                  <a:lnTo>
                    <a:pt x="17615" y="675"/>
                  </a:lnTo>
                  <a:lnTo>
                    <a:pt x="37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4457;p64">
              <a:extLst>
                <a:ext uri="{FF2B5EF4-FFF2-40B4-BE49-F238E27FC236}">
                  <a16:creationId xmlns:a16="http://schemas.microsoft.com/office/drawing/2014/main" id="{26875E10-47E8-70E5-F86A-70B4E93FCF11}"/>
                </a:ext>
              </a:extLst>
            </p:cNvPr>
            <p:cNvSpPr/>
            <p:nvPr/>
          </p:nvSpPr>
          <p:spPr>
            <a:xfrm>
              <a:off x="4714025" y="2996100"/>
              <a:ext cx="454875" cy="527350"/>
            </a:xfrm>
            <a:custGeom>
              <a:avLst/>
              <a:gdLst/>
              <a:ahLst/>
              <a:cxnLst/>
              <a:rect l="l" t="t" r="r" b="b"/>
              <a:pathLst>
                <a:path w="18195" h="21094" extrusionOk="0">
                  <a:moveTo>
                    <a:pt x="4326" y="559"/>
                  </a:moveTo>
                  <a:lnTo>
                    <a:pt x="17616" y="1222"/>
                  </a:lnTo>
                  <a:lnTo>
                    <a:pt x="14980" y="20541"/>
                  </a:lnTo>
                  <a:lnTo>
                    <a:pt x="612" y="19481"/>
                  </a:lnTo>
                  <a:lnTo>
                    <a:pt x="4326" y="559"/>
                  </a:lnTo>
                  <a:close/>
                  <a:moveTo>
                    <a:pt x="4115" y="1"/>
                  </a:moveTo>
                  <a:cubicBezTo>
                    <a:pt x="3987" y="1"/>
                    <a:pt x="3858" y="97"/>
                    <a:pt x="3826" y="226"/>
                  </a:cubicBezTo>
                  <a:lnTo>
                    <a:pt x="33" y="19673"/>
                  </a:lnTo>
                  <a:cubicBezTo>
                    <a:pt x="1" y="19738"/>
                    <a:pt x="33" y="19802"/>
                    <a:pt x="65" y="19866"/>
                  </a:cubicBezTo>
                  <a:cubicBezTo>
                    <a:pt x="130" y="19931"/>
                    <a:pt x="194" y="19963"/>
                    <a:pt x="258" y="19963"/>
                  </a:cubicBezTo>
                  <a:lnTo>
                    <a:pt x="15205" y="21088"/>
                  </a:lnTo>
                  <a:cubicBezTo>
                    <a:pt x="15222" y="21092"/>
                    <a:pt x="15238" y="21094"/>
                    <a:pt x="15255" y="21094"/>
                  </a:cubicBezTo>
                  <a:cubicBezTo>
                    <a:pt x="15365" y="21094"/>
                    <a:pt x="15467" y="21003"/>
                    <a:pt x="15495" y="20863"/>
                  </a:cubicBezTo>
                  <a:lnTo>
                    <a:pt x="18163" y="997"/>
                  </a:lnTo>
                  <a:cubicBezTo>
                    <a:pt x="18195" y="933"/>
                    <a:pt x="18163" y="837"/>
                    <a:pt x="18130" y="772"/>
                  </a:cubicBezTo>
                  <a:cubicBezTo>
                    <a:pt x="18066" y="740"/>
                    <a:pt x="18002" y="708"/>
                    <a:pt x="17937" y="676"/>
                  </a:cubicBezTo>
                  <a:lnTo>
                    <a:pt x="41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4458;p64">
              <a:extLst>
                <a:ext uri="{FF2B5EF4-FFF2-40B4-BE49-F238E27FC236}">
                  <a16:creationId xmlns:a16="http://schemas.microsoft.com/office/drawing/2014/main" id="{36E90477-1EC1-F9CF-7A28-8AC12757853F}"/>
                </a:ext>
              </a:extLst>
            </p:cNvPr>
            <p:cNvSpPr/>
            <p:nvPr/>
          </p:nvSpPr>
          <p:spPr>
            <a:xfrm>
              <a:off x="4918150" y="3207450"/>
              <a:ext cx="27350" cy="17725"/>
            </a:xfrm>
            <a:custGeom>
              <a:avLst/>
              <a:gdLst/>
              <a:ahLst/>
              <a:cxnLst/>
              <a:rect l="l" t="t" r="r" b="b"/>
              <a:pathLst>
                <a:path w="1094" h="709" extrusionOk="0">
                  <a:moveTo>
                    <a:pt x="129" y="1"/>
                  </a:moveTo>
                  <a:lnTo>
                    <a:pt x="1" y="644"/>
                  </a:lnTo>
                  <a:lnTo>
                    <a:pt x="997" y="708"/>
                  </a:lnTo>
                  <a:lnTo>
                    <a:pt x="1094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4459;p64">
              <a:extLst>
                <a:ext uri="{FF2B5EF4-FFF2-40B4-BE49-F238E27FC236}">
                  <a16:creationId xmlns:a16="http://schemas.microsoft.com/office/drawing/2014/main" id="{FCE2B9C9-213F-0F67-C1B7-32DA05F0CDD2}"/>
                </a:ext>
              </a:extLst>
            </p:cNvPr>
            <p:cNvSpPr/>
            <p:nvPr/>
          </p:nvSpPr>
          <p:spPr>
            <a:xfrm>
              <a:off x="4941450" y="3310325"/>
              <a:ext cx="38600" cy="26550"/>
            </a:xfrm>
            <a:custGeom>
              <a:avLst/>
              <a:gdLst/>
              <a:ahLst/>
              <a:cxnLst/>
              <a:rect l="l" t="t" r="r" b="b"/>
              <a:pathLst>
                <a:path w="1544" h="1062" extrusionOk="0">
                  <a:moveTo>
                    <a:pt x="162" y="0"/>
                  </a:moveTo>
                  <a:lnTo>
                    <a:pt x="1" y="965"/>
                  </a:lnTo>
                  <a:lnTo>
                    <a:pt x="1383" y="1061"/>
                  </a:lnTo>
                  <a:lnTo>
                    <a:pt x="1544" y="65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4460;p64">
              <a:extLst>
                <a:ext uri="{FF2B5EF4-FFF2-40B4-BE49-F238E27FC236}">
                  <a16:creationId xmlns:a16="http://schemas.microsoft.com/office/drawing/2014/main" id="{31FC2CCB-98F7-38CB-59DD-2FBAF16FE219}"/>
                </a:ext>
              </a:extLst>
            </p:cNvPr>
            <p:cNvSpPr/>
            <p:nvPr/>
          </p:nvSpPr>
          <p:spPr>
            <a:xfrm>
              <a:off x="4882800" y="3134325"/>
              <a:ext cx="34575" cy="19325"/>
            </a:xfrm>
            <a:custGeom>
              <a:avLst/>
              <a:gdLst/>
              <a:ahLst/>
              <a:cxnLst/>
              <a:rect l="l" t="t" r="r" b="b"/>
              <a:pathLst>
                <a:path w="1383" h="773" extrusionOk="0">
                  <a:moveTo>
                    <a:pt x="129" y="1"/>
                  </a:moveTo>
                  <a:lnTo>
                    <a:pt x="0" y="708"/>
                  </a:lnTo>
                  <a:lnTo>
                    <a:pt x="1286" y="772"/>
                  </a:lnTo>
                  <a:lnTo>
                    <a:pt x="1382" y="97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4461;p64">
              <a:extLst>
                <a:ext uri="{FF2B5EF4-FFF2-40B4-BE49-F238E27FC236}">
                  <a16:creationId xmlns:a16="http://schemas.microsoft.com/office/drawing/2014/main" id="{CE5EBB45-E07C-9056-0270-ADFA86BCDBD5}"/>
                </a:ext>
              </a:extLst>
            </p:cNvPr>
            <p:cNvSpPr/>
            <p:nvPr/>
          </p:nvSpPr>
          <p:spPr>
            <a:xfrm>
              <a:off x="4930200" y="3137550"/>
              <a:ext cx="26550" cy="17700"/>
            </a:xfrm>
            <a:custGeom>
              <a:avLst/>
              <a:gdLst/>
              <a:ahLst/>
              <a:cxnLst/>
              <a:rect l="l" t="t" r="r" b="b"/>
              <a:pathLst>
                <a:path w="1062" h="708" extrusionOk="0">
                  <a:moveTo>
                    <a:pt x="129" y="0"/>
                  </a:moveTo>
                  <a:lnTo>
                    <a:pt x="1" y="675"/>
                  </a:lnTo>
                  <a:lnTo>
                    <a:pt x="965" y="708"/>
                  </a:lnTo>
                  <a:lnTo>
                    <a:pt x="1062" y="65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4462;p64">
              <a:extLst>
                <a:ext uri="{FF2B5EF4-FFF2-40B4-BE49-F238E27FC236}">
                  <a16:creationId xmlns:a16="http://schemas.microsoft.com/office/drawing/2014/main" id="{91E49831-3010-DB5B-C57F-05960762B633}"/>
                </a:ext>
              </a:extLst>
            </p:cNvPr>
            <p:cNvSpPr/>
            <p:nvPr/>
          </p:nvSpPr>
          <p:spPr>
            <a:xfrm>
              <a:off x="4911725" y="3238800"/>
              <a:ext cx="28950" cy="24950"/>
            </a:xfrm>
            <a:custGeom>
              <a:avLst/>
              <a:gdLst/>
              <a:ahLst/>
              <a:cxnLst/>
              <a:rect l="l" t="t" r="r" b="b"/>
              <a:pathLst>
                <a:path w="1158" h="998" extrusionOk="0">
                  <a:moveTo>
                    <a:pt x="161" y="1"/>
                  </a:moveTo>
                  <a:lnTo>
                    <a:pt x="0" y="901"/>
                  </a:lnTo>
                  <a:lnTo>
                    <a:pt x="1029" y="997"/>
                  </a:lnTo>
                  <a:lnTo>
                    <a:pt x="1158" y="65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4463;p64">
              <a:extLst>
                <a:ext uri="{FF2B5EF4-FFF2-40B4-BE49-F238E27FC236}">
                  <a16:creationId xmlns:a16="http://schemas.microsoft.com/office/drawing/2014/main" id="{BE5C347F-AA71-47B5-FF6E-9C02E8CD9524}"/>
                </a:ext>
              </a:extLst>
            </p:cNvPr>
            <p:cNvSpPr/>
            <p:nvPr/>
          </p:nvSpPr>
          <p:spPr>
            <a:xfrm>
              <a:off x="4963150" y="3171300"/>
              <a:ext cx="40200" cy="25750"/>
            </a:xfrm>
            <a:custGeom>
              <a:avLst/>
              <a:gdLst/>
              <a:ahLst/>
              <a:cxnLst/>
              <a:rect l="l" t="t" r="r" b="b"/>
              <a:pathLst>
                <a:path w="1608" h="1030" extrusionOk="0">
                  <a:moveTo>
                    <a:pt x="161" y="0"/>
                  </a:moveTo>
                  <a:lnTo>
                    <a:pt x="1" y="933"/>
                  </a:lnTo>
                  <a:lnTo>
                    <a:pt x="1447" y="1029"/>
                  </a:lnTo>
                  <a:lnTo>
                    <a:pt x="1608" y="65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4464;p64">
              <a:extLst>
                <a:ext uri="{FF2B5EF4-FFF2-40B4-BE49-F238E27FC236}">
                  <a16:creationId xmlns:a16="http://schemas.microsoft.com/office/drawing/2014/main" id="{B5F6AC68-68A5-0BB0-D681-1A141270A24F}"/>
                </a:ext>
              </a:extLst>
            </p:cNvPr>
            <p:cNvSpPr/>
            <p:nvPr/>
          </p:nvSpPr>
          <p:spPr>
            <a:xfrm>
              <a:off x="4895650" y="3055575"/>
              <a:ext cx="35375" cy="28950"/>
            </a:xfrm>
            <a:custGeom>
              <a:avLst/>
              <a:gdLst/>
              <a:ahLst/>
              <a:cxnLst/>
              <a:rect l="l" t="t" r="r" b="b"/>
              <a:pathLst>
                <a:path w="1415" h="1158" extrusionOk="0">
                  <a:moveTo>
                    <a:pt x="193" y="1"/>
                  </a:moveTo>
                  <a:lnTo>
                    <a:pt x="1" y="1094"/>
                  </a:lnTo>
                  <a:lnTo>
                    <a:pt x="1254" y="1158"/>
                  </a:lnTo>
                  <a:lnTo>
                    <a:pt x="1415" y="65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4465;p64">
              <a:extLst>
                <a:ext uri="{FF2B5EF4-FFF2-40B4-BE49-F238E27FC236}">
                  <a16:creationId xmlns:a16="http://schemas.microsoft.com/office/drawing/2014/main" id="{51D2C7DD-B1C3-AEEB-83A7-239E6A5AB6B6}"/>
                </a:ext>
              </a:extLst>
            </p:cNvPr>
            <p:cNvSpPr/>
            <p:nvPr/>
          </p:nvSpPr>
          <p:spPr>
            <a:xfrm>
              <a:off x="4942250" y="3058000"/>
              <a:ext cx="26550" cy="28150"/>
            </a:xfrm>
            <a:custGeom>
              <a:avLst/>
              <a:gdLst/>
              <a:ahLst/>
              <a:cxnLst/>
              <a:rect l="l" t="t" r="r" b="b"/>
              <a:pathLst>
                <a:path w="1062" h="1126" extrusionOk="0">
                  <a:moveTo>
                    <a:pt x="194" y="0"/>
                  </a:moveTo>
                  <a:lnTo>
                    <a:pt x="1" y="1061"/>
                  </a:lnTo>
                  <a:lnTo>
                    <a:pt x="901" y="1125"/>
                  </a:lnTo>
                  <a:lnTo>
                    <a:pt x="1062" y="64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4466;p64">
              <a:extLst>
                <a:ext uri="{FF2B5EF4-FFF2-40B4-BE49-F238E27FC236}">
                  <a16:creationId xmlns:a16="http://schemas.microsoft.com/office/drawing/2014/main" id="{E0A3D379-027C-B0B4-E618-DB88B00F2818}"/>
                </a:ext>
              </a:extLst>
            </p:cNvPr>
            <p:cNvSpPr/>
            <p:nvPr/>
          </p:nvSpPr>
          <p:spPr>
            <a:xfrm>
              <a:off x="4889225" y="3098175"/>
              <a:ext cx="34575" cy="23325"/>
            </a:xfrm>
            <a:custGeom>
              <a:avLst/>
              <a:gdLst/>
              <a:ahLst/>
              <a:cxnLst/>
              <a:rect l="l" t="t" r="r" b="b"/>
              <a:pathLst>
                <a:path w="1383" h="933" extrusionOk="0">
                  <a:moveTo>
                    <a:pt x="129" y="0"/>
                  </a:moveTo>
                  <a:lnTo>
                    <a:pt x="0" y="836"/>
                  </a:lnTo>
                  <a:lnTo>
                    <a:pt x="1254" y="932"/>
                  </a:lnTo>
                  <a:lnTo>
                    <a:pt x="1383" y="65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4467;p64">
              <a:extLst>
                <a:ext uri="{FF2B5EF4-FFF2-40B4-BE49-F238E27FC236}">
                  <a16:creationId xmlns:a16="http://schemas.microsoft.com/office/drawing/2014/main" id="{755A259F-D3A8-3328-93E4-6F00E0D548DC}"/>
                </a:ext>
              </a:extLst>
            </p:cNvPr>
            <p:cNvSpPr/>
            <p:nvPr/>
          </p:nvSpPr>
          <p:spPr>
            <a:xfrm>
              <a:off x="4923775" y="3169700"/>
              <a:ext cx="28150" cy="24125"/>
            </a:xfrm>
            <a:custGeom>
              <a:avLst/>
              <a:gdLst/>
              <a:ahLst/>
              <a:cxnLst/>
              <a:rect l="l" t="t" r="r" b="b"/>
              <a:pathLst>
                <a:path w="1126" h="965" extrusionOk="0">
                  <a:moveTo>
                    <a:pt x="161" y="0"/>
                  </a:moveTo>
                  <a:lnTo>
                    <a:pt x="1" y="900"/>
                  </a:lnTo>
                  <a:lnTo>
                    <a:pt x="965" y="964"/>
                  </a:lnTo>
                  <a:lnTo>
                    <a:pt x="1126" y="3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4468;p64">
              <a:extLst>
                <a:ext uri="{FF2B5EF4-FFF2-40B4-BE49-F238E27FC236}">
                  <a16:creationId xmlns:a16="http://schemas.microsoft.com/office/drawing/2014/main" id="{613689C1-A380-1C3F-151F-C209859D9351}"/>
                </a:ext>
              </a:extLst>
            </p:cNvPr>
            <p:cNvSpPr/>
            <p:nvPr/>
          </p:nvSpPr>
          <p:spPr>
            <a:xfrm>
              <a:off x="4935825" y="3099775"/>
              <a:ext cx="26550" cy="24125"/>
            </a:xfrm>
            <a:custGeom>
              <a:avLst/>
              <a:gdLst/>
              <a:ahLst/>
              <a:cxnLst/>
              <a:rect l="l" t="t" r="r" b="b"/>
              <a:pathLst>
                <a:path w="1062" h="965" extrusionOk="0">
                  <a:moveTo>
                    <a:pt x="162" y="1"/>
                  </a:moveTo>
                  <a:lnTo>
                    <a:pt x="1" y="901"/>
                  </a:lnTo>
                  <a:lnTo>
                    <a:pt x="933" y="965"/>
                  </a:lnTo>
                  <a:lnTo>
                    <a:pt x="1062" y="65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4469;p64">
              <a:extLst>
                <a:ext uri="{FF2B5EF4-FFF2-40B4-BE49-F238E27FC236}">
                  <a16:creationId xmlns:a16="http://schemas.microsoft.com/office/drawing/2014/main" id="{334057C0-6DDB-89D4-04DF-962A854281F8}"/>
                </a:ext>
              </a:extLst>
            </p:cNvPr>
            <p:cNvSpPr/>
            <p:nvPr/>
          </p:nvSpPr>
          <p:spPr>
            <a:xfrm>
              <a:off x="4952700" y="3241225"/>
              <a:ext cx="39400" cy="25725"/>
            </a:xfrm>
            <a:custGeom>
              <a:avLst/>
              <a:gdLst/>
              <a:ahLst/>
              <a:cxnLst/>
              <a:rect l="l" t="t" r="r" b="b"/>
              <a:pathLst>
                <a:path w="1576" h="1029" extrusionOk="0">
                  <a:moveTo>
                    <a:pt x="129" y="0"/>
                  </a:moveTo>
                  <a:lnTo>
                    <a:pt x="1" y="932"/>
                  </a:lnTo>
                  <a:lnTo>
                    <a:pt x="1415" y="1029"/>
                  </a:lnTo>
                  <a:lnTo>
                    <a:pt x="1576" y="64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4470;p64">
              <a:extLst>
                <a:ext uri="{FF2B5EF4-FFF2-40B4-BE49-F238E27FC236}">
                  <a16:creationId xmlns:a16="http://schemas.microsoft.com/office/drawing/2014/main" id="{B3CEDC4D-545B-7F12-E1B5-2CF30B999248}"/>
                </a:ext>
              </a:extLst>
            </p:cNvPr>
            <p:cNvSpPr/>
            <p:nvPr/>
          </p:nvSpPr>
          <p:spPr>
            <a:xfrm>
              <a:off x="4817700" y="3270950"/>
              <a:ext cx="28150" cy="19300"/>
            </a:xfrm>
            <a:custGeom>
              <a:avLst/>
              <a:gdLst/>
              <a:ahLst/>
              <a:cxnLst/>
              <a:rect l="l" t="t" r="r" b="b"/>
              <a:pathLst>
                <a:path w="1126" h="772" extrusionOk="0">
                  <a:moveTo>
                    <a:pt x="129" y="0"/>
                  </a:moveTo>
                  <a:lnTo>
                    <a:pt x="1" y="740"/>
                  </a:lnTo>
                  <a:lnTo>
                    <a:pt x="997" y="772"/>
                  </a:lnTo>
                  <a:lnTo>
                    <a:pt x="1126" y="65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4471;p64">
              <a:extLst>
                <a:ext uri="{FF2B5EF4-FFF2-40B4-BE49-F238E27FC236}">
                  <a16:creationId xmlns:a16="http://schemas.microsoft.com/office/drawing/2014/main" id="{CA8FE22A-60C0-49D0-2D9C-513EE63A6F70}"/>
                </a:ext>
              </a:extLst>
            </p:cNvPr>
            <p:cNvSpPr/>
            <p:nvPr/>
          </p:nvSpPr>
          <p:spPr>
            <a:xfrm>
              <a:off x="4811275" y="3304700"/>
              <a:ext cx="28950" cy="22525"/>
            </a:xfrm>
            <a:custGeom>
              <a:avLst/>
              <a:gdLst/>
              <a:ahLst/>
              <a:cxnLst/>
              <a:rect l="l" t="t" r="r" b="b"/>
              <a:pathLst>
                <a:path w="1158" h="901" extrusionOk="0">
                  <a:moveTo>
                    <a:pt x="129" y="0"/>
                  </a:moveTo>
                  <a:lnTo>
                    <a:pt x="0" y="804"/>
                  </a:lnTo>
                  <a:lnTo>
                    <a:pt x="997" y="900"/>
                  </a:lnTo>
                  <a:lnTo>
                    <a:pt x="1158" y="3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4472;p64">
              <a:extLst>
                <a:ext uri="{FF2B5EF4-FFF2-40B4-BE49-F238E27FC236}">
                  <a16:creationId xmlns:a16="http://schemas.microsoft.com/office/drawing/2014/main" id="{E57C59DC-B3B7-FC27-A303-1C84C18E6D83}"/>
                </a:ext>
              </a:extLst>
            </p:cNvPr>
            <p:cNvSpPr/>
            <p:nvPr/>
          </p:nvSpPr>
          <p:spPr>
            <a:xfrm>
              <a:off x="4804850" y="3340050"/>
              <a:ext cx="28950" cy="20125"/>
            </a:xfrm>
            <a:custGeom>
              <a:avLst/>
              <a:gdLst/>
              <a:ahLst/>
              <a:cxnLst/>
              <a:rect l="l" t="t" r="r" b="b"/>
              <a:pathLst>
                <a:path w="1158" h="805" extrusionOk="0">
                  <a:moveTo>
                    <a:pt x="129" y="1"/>
                  </a:moveTo>
                  <a:lnTo>
                    <a:pt x="0" y="740"/>
                  </a:lnTo>
                  <a:lnTo>
                    <a:pt x="1029" y="804"/>
                  </a:lnTo>
                  <a:lnTo>
                    <a:pt x="1157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4473;p64">
              <a:extLst>
                <a:ext uri="{FF2B5EF4-FFF2-40B4-BE49-F238E27FC236}">
                  <a16:creationId xmlns:a16="http://schemas.microsoft.com/office/drawing/2014/main" id="{12F590A4-EE9D-56B7-5B48-6564E0BE03B8}"/>
                </a:ext>
              </a:extLst>
            </p:cNvPr>
            <p:cNvSpPr/>
            <p:nvPr/>
          </p:nvSpPr>
          <p:spPr>
            <a:xfrm>
              <a:off x="4799225" y="3373800"/>
              <a:ext cx="28950" cy="22525"/>
            </a:xfrm>
            <a:custGeom>
              <a:avLst/>
              <a:gdLst/>
              <a:ahLst/>
              <a:cxnLst/>
              <a:rect l="l" t="t" r="r" b="b"/>
              <a:pathLst>
                <a:path w="1158" h="901" extrusionOk="0">
                  <a:moveTo>
                    <a:pt x="129" y="1"/>
                  </a:moveTo>
                  <a:lnTo>
                    <a:pt x="0" y="837"/>
                  </a:lnTo>
                  <a:lnTo>
                    <a:pt x="997" y="901"/>
                  </a:lnTo>
                  <a:lnTo>
                    <a:pt x="1157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4474;p64">
              <a:extLst>
                <a:ext uri="{FF2B5EF4-FFF2-40B4-BE49-F238E27FC236}">
                  <a16:creationId xmlns:a16="http://schemas.microsoft.com/office/drawing/2014/main" id="{83BC8B8E-A210-F97C-FB37-CA2A7A6CE115}"/>
                </a:ext>
              </a:extLst>
            </p:cNvPr>
            <p:cNvSpPr/>
            <p:nvPr/>
          </p:nvSpPr>
          <p:spPr>
            <a:xfrm>
              <a:off x="4823325" y="3234775"/>
              <a:ext cx="28950" cy="22525"/>
            </a:xfrm>
            <a:custGeom>
              <a:avLst/>
              <a:gdLst/>
              <a:ahLst/>
              <a:cxnLst/>
              <a:rect l="l" t="t" r="r" b="b"/>
              <a:pathLst>
                <a:path w="1158" h="901" extrusionOk="0">
                  <a:moveTo>
                    <a:pt x="129" y="1"/>
                  </a:moveTo>
                  <a:lnTo>
                    <a:pt x="1" y="837"/>
                  </a:lnTo>
                  <a:lnTo>
                    <a:pt x="1029" y="901"/>
                  </a:lnTo>
                  <a:lnTo>
                    <a:pt x="1158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4475;p64">
              <a:extLst>
                <a:ext uri="{FF2B5EF4-FFF2-40B4-BE49-F238E27FC236}">
                  <a16:creationId xmlns:a16="http://schemas.microsoft.com/office/drawing/2014/main" id="{3C1F1D6B-FB2E-4CFB-AFC9-9A45C9D98B5D}"/>
                </a:ext>
              </a:extLst>
            </p:cNvPr>
            <p:cNvSpPr/>
            <p:nvPr/>
          </p:nvSpPr>
          <p:spPr>
            <a:xfrm>
              <a:off x="4835375" y="3165675"/>
              <a:ext cx="29775" cy="21725"/>
            </a:xfrm>
            <a:custGeom>
              <a:avLst/>
              <a:gdLst/>
              <a:ahLst/>
              <a:cxnLst/>
              <a:rect l="l" t="t" r="r" b="b"/>
              <a:pathLst>
                <a:path w="1191" h="869" extrusionOk="0">
                  <a:moveTo>
                    <a:pt x="129" y="0"/>
                  </a:moveTo>
                  <a:lnTo>
                    <a:pt x="1" y="804"/>
                  </a:lnTo>
                  <a:lnTo>
                    <a:pt x="1029" y="868"/>
                  </a:lnTo>
                  <a:lnTo>
                    <a:pt x="1190" y="3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4476;p64">
              <a:extLst>
                <a:ext uri="{FF2B5EF4-FFF2-40B4-BE49-F238E27FC236}">
                  <a16:creationId xmlns:a16="http://schemas.microsoft.com/office/drawing/2014/main" id="{A16B22CA-08DD-FE0F-7175-182C21A90E47}"/>
                </a:ext>
              </a:extLst>
            </p:cNvPr>
            <p:cNvSpPr/>
            <p:nvPr/>
          </p:nvSpPr>
          <p:spPr>
            <a:xfrm>
              <a:off x="4847425" y="3095750"/>
              <a:ext cx="29775" cy="22525"/>
            </a:xfrm>
            <a:custGeom>
              <a:avLst/>
              <a:gdLst/>
              <a:ahLst/>
              <a:cxnLst/>
              <a:rect l="l" t="t" r="r" b="b"/>
              <a:pathLst>
                <a:path w="1191" h="901" extrusionOk="0">
                  <a:moveTo>
                    <a:pt x="162" y="1"/>
                  </a:moveTo>
                  <a:lnTo>
                    <a:pt x="1" y="804"/>
                  </a:lnTo>
                  <a:lnTo>
                    <a:pt x="1062" y="901"/>
                  </a:lnTo>
                  <a:lnTo>
                    <a:pt x="1190" y="65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4477;p64">
              <a:extLst>
                <a:ext uri="{FF2B5EF4-FFF2-40B4-BE49-F238E27FC236}">
                  <a16:creationId xmlns:a16="http://schemas.microsoft.com/office/drawing/2014/main" id="{16281973-6CF2-BC23-41B0-3FB97B877D1E}"/>
                </a:ext>
              </a:extLst>
            </p:cNvPr>
            <p:cNvSpPr/>
            <p:nvPr/>
          </p:nvSpPr>
          <p:spPr>
            <a:xfrm>
              <a:off x="4829750" y="3201025"/>
              <a:ext cx="28950" cy="20125"/>
            </a:xfrm>
            <a:custGeom>
              <a:avLst/>
              <a:gdLst/>
              <a:ahLst/>
              <a:cxnLst/>
              <a:rect l="l" t="t" r="r" b="b"/>
              <a:pathLst>
                <a:path w="1158" h="805" extrusionOk="0">
                  <a:moveTo>
                    <a:pt x="129" y="1"/>
                  </a:moveTo>
                  <a:lnTo>
                    <a:pt x="1" y="740"/>
                  </a:lnTo>
                  <a:lnTo>
                    <a:pt x="1029" y="804"/>
                  </a:lnTo>
                  <a:lnTo>
                    <a:pt x="1158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4478;p64">
              <a:extLst>
                <a:ext uri="{FF2B5EF4-FFF2-40B4-BE49-F238E27FC236}">
                  <a16:creationId xmlns:a16="http://schemas.microsoft.com/office/drawing/2014/main" id="{5DFE7BB5-44E9-8FB8-F246-6343BC2E6F4F}"/>
                </a:ext>
              </a:extLst>
            </p:cNvPr>
            <p:cNvSpPr/>
            <p:nvPr/>
          </p:nvSpPr>
          <p:spPr>
            <a:xfrm>
              <a:off x="4841800" y="3131125"/>
              <a:ext cx="28975" cy="20100"/>
            </a:xfrm>
            <a:custGeom>
              <a:avLst/>
              <a:gdLst/>
              <a:ahLst/>
              <a:cxnLst/>
              <a:rect l="l" t="t" r="r" b="b"/>
              <a:pathLst>
                <a:path w="1159" h="804" extrusionOk="0">
                  <a:moveTo>
                    <a:pt x="129" y="0"/>
                  </a:moveTo>
                  <a:lnTo>
                    <a:pt x="1" y="772"/>
                  </a:lnTo>
                  <a:lnTo>
                    <a:pt x="1030" y="804"/>
                  </a:lnTo>
                  <a:lnTo>
                    <a:pt x="1158" y="64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4479;p64">
              <a:extLst>
                <a:ext uri="{FF2B5EF4-FFF2-40B4-BE49-F238E27FC236}">
                  <a16:creationId xmlns:a16="http://schemas.microsoft.com/office/drawing/2014/main" id="{01EAC635-AD2C-D913-B058-49F1D49FE148}"/>
                </a:ext>
              </a:extLst>
            </p:cNvPr>
            <p:cNvSpPr/>
            <p:nvPr/>
          </p:nvSpPr>
          <p:spPr>
            <a:xfrm>
              <a:off x="4974400" y="3102200"/>
              <a:ext cx="40200" cy="24925"/>
            </a:xfrm>
            <a:custGeom>
              <a:avLst/>
              <a:gdLst/>
              <a:ahLst/>
              <a:cxnLst/>
              <a:rect l="l" t="t" r="r" b="b"/>
              <a:pathLst>
                <a:path w="1608" h="997" extrusionOk="0">
                  <a:moveTo>
                    <a:pt x="129" y="0"/>
                  </a:moveTo>
                  <a:lnTo>
                    <a:pt x="1" y="900"/>
                  </a:lnTo>
                  <a:lnTo>
                    <a:pt x="1447" y="996"/>
                  </a:lnTo>
                  <a:lnTo>
                    <a:pt x="1608" y="64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4480;p64">
              <a:extLst>
                <a:ext uri="{FF2B5EF4-FFF2-40B4-BE49-F238E27FC236}">
                  <a16:creationId xmlns:a16="http://schemas.microsoft.com/office/drawing/2014/main" id="{F3D240B6-B5E6-77DF-9B9A-0FA7C58FE458}"/>
                </a:ext>
              </a:extLst>
            </p:cNvPr>
            <p:cNvSpPr/>
            <p:nvPr/>
          </p:nvSpPr>
          <p:spPr>
            <a:xfrm>
              <a:off x="4791175" y="3409975"/>
              <a:ext cx="30575" cy="30550"/>
            </a:xfrm>
            <a:custGeom>
              <a:avLst/>
              <a:gdLst/>
              <a:ahLst/>
              <a:cxnLst/>
              <a:rect l="l" t="t" r="r" b="b"/>
              <a:pathLst>
                <a:path w="1223" h="1222" extrusionOk="0">
                  <a:moveTo>
                    <a:pt x="194" y="0"/>
                  </a:moveTo>
                  <a:lnTo>
                    <a:pt x="1" y="1125"/>
                  </a:lnTo>
                  <a:lnTo>
                    <a:pt x="997" y="1222"/>
                  </a:lnTo>
                  <a:lnTo>
                    <a:pt x="1222" y="65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4481;p64">
              <a:extLst>
                <a:ext uri="{FF2B5EF4-FFF2-40B4-BE49-F238E27FC236}">
                  <a16:creationId xmlns:a16="http://schemas.microsoft.com/office/drawing/2014/main" id="{AD57DC40-BEEE-BB39-F9FC-022F779F8D16}"/>
                </a:ext>
              </a:extLst>
            </p:cNvPr>
            <p:cNvSpPr/>
            <p:nvPr/>
          </p:nvSpPr>
          <p:spPr>
            <a:xfrm>
              <a:off x="4958325" y="3209875"/>
              <a:ext cx="38600" cy="17700"/>
            </a:xfrm>
            <a:custGeom>
              <a:avLst/>
              <a:gdLst/>
              <a:ahLst/>
              <a:cxnLst/>
              <a:rect l="l" t="t" r="r" b="b"/>
              <a:pathLst>
                <a:path w="1544" h="708" extrusionOk="0">
                  <a:moveTo>
                    <a:pt x="97" y="0"/>
                  </a:moveTo>
                  <a:lnTo>
                    <a:pt x="1" y="643"/>
                  </a:lnTo>
                  <a:lnTo>
                    <a:pt x="1447" y="708"/>
                  </a:lnTo>
                  <a:lnTo>
                    <a:pt x="1544" y="97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4482;p64">
              <a:extLst>
                <a:ext uri="{FF2B5EF4-FFF2-40B4-BE49-F238E27FC236}">
                  <a16:creationId xmlns:a16="http://schemas.microsoft.com/office/drawing/2014/main" id="{8B5AD115-6B61-4A8E-6929-2139237E5FA4}"/>
                </a:ext>
              </a:extLst>
            </p:cNvPr>
            <p:cNvSpPr/>
            <p:nvPr/>
          </p:nvSpPr>
          <p:spPr>
            <a:xfrm>
              <a:off x="4936625" y="3349700"/>
              <a:ext cx="37000" cy="16900"/>
            </a:xfrm>
            <a:custGeom>
              <a:avLst/>
              <a:gdLst/>
              <a:ahLst/>
              <a:cxnLst/>
              <a:rect l="l" t="t" r="r" b="b"/>
              <a:pathLst>
                <a:path w="1480" h="676" extrusionOk="0">
                  <a:moveTo>
                    <a:pt x="97" y="1"/>
                  </a:moveTo>
                  <a:lnTo>
                    <a:pt x="1" y="611"/>
                  </a:lnTo>
                  <a:lnTo>
                    <a:pt x="1383" y="676"/>
                  </a:lnTo>
                  <a:lnTo>
                    <a:pt x="1480" y="97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4483;p64">
              <a:extLst>
                <a:ext uri="{FF2B5EF4-FFF2-40B4-BE49-F238E27FC236}">
                  <a16:creationId xmlns:a16="http://schemas.microsoft.com/office/drawing/2014/main" id="{912A9B81-3518-C03E-43C6-1486DED672CF}"/>
                </a:ext>
              </a:extLst>
            </p:cNvPr>
            <p:cNvSpPr/>
            <p:nvPr/>
          </p:nvSpPr>
          <p:spPr>
            <a:xfrm>
              <a:off x="4947875" y="3279775"/>
              <a:ext cx="37000" cy="16900"/>
            </a:xfrm>
            <a:custGeom>
              <a:avLst/>
              <a:gdLst/>
              <a:ahLst/>
              <a:cxnLst/>
              <a:rect l="l" t="t" r="r" b="b"/>
              <a:pathLst>
                <a:path w="1480" h="676" extrusionOk="0">
                  <a:moveTo>
                    <a:pt x="97" y="1"/>
                  </a:moveTo>
                  <a:lnTo>
                    <a:pt x="1" y="612"/>
                  </a:lnTo>
                  <a:lnTo>
                    <a:pt x="1383" y="676"/>
                  </a:lnTo>
                  <a:lnTo>
                    <a:pt x="1480" y="97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4484;p64">
              <a:extLst>
                <a:ext uri="{FF2B5EF4-FFF2-40B4-BE49-F238E27FC236}">
                  <a16:creationId xmlns:a16="http://schemas.microsoft.com/office/drawing/2014/main" id="{D48B73E7-8F9C-269B-36A4-C362A7A47BE7}"/>
                </a:ext>
              </a:extLst>
            </p:cNvPr>
            <p:cNvSpPr/>
            <p:nvPr/>
          </p:nvSpPr>
          <p:spPr>
            <a:xfrm>
              <a:off x="4906100" y="3276575"/>
              <a:ext cx="28950" cy="17700"/>
            </a:xfrm>
            <a:custGeom>
              <a:avLst/>
              <a:gdLst/>
              <a:ahLst/>
              <a:cxnLst/>
              <a:rect l="l" t="t" r="r" b="b"/>
              <a:pathLst>
                <a:path w="1158" h="708" extrusionOk="0">
                  <a:moveTo>
                    <a:pt x="129" y="0"/>
                  </a:moveTo>
                  <a:lnTo>
                    <a:pt x="0" y="675"/>
                  </a:lnTo>
                  <a:lnTo>
                    <a:pt x="1061" y="708"/>
                  </a:lnTo>
                  <a:lnTo>
                    <a:pt x="1158" y="97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4485;p64">
              <a:extLst>
                <a:ext uri="{FF2B5EF4-FFF2-40B4-BE49-F238E27FC236}">
                  <a16:creationId xmlns:a16="http://schemas.microsoft.com/office/drawing/2014/main" id="{AF3019FE-4DB0-A577-8F67-588A850ED1C4}"/>
                </a:ext>
              </a:extLst>
            </p:cNvPr>
            <p:cNvSpPr/>
            <p:nvPr/>
          </p:nvSpPr>
          <p:spPr>
            <a:xfrm>
              <a:off x="4931000" y="3380250"/>
              <a:ext cx="37800" cy="25725"/>
            </a:xfrm>
            <a:custGeom>
              <a:avLst/>
              <a:gdLst/>
              <a:ahLst/>
              <a:cxnLst/>
              <a:rect l="l" t="t" r="r" b="b"/>
              <a:pathLst>
                <a:path w="1512" h="1029" extrusionOk="0">
                  <a:moveTo>
                    <a:pt x="129" y="0"/>
                  </a:moveTo>
                  <a:lnTo>
                    <a:pt x="1" y="964"/>
                  </a:lnTo>
                  <a:lnTo>
                    <a:pt x="1351" y="1029"/>
                  </a:lnTo>
                  <a:lnTo>
                    <a:pt x="1512" y="64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4486;p64">
              <a:extLst>
                <a:ext uri="{FF2B5EF4-FFF2-40B4-BE49-F238E27FC236}">
                  <a16:creationId xmlns:a16="http://schemas.microsoft.com/office/drawing/2014/main" id="{AABD73C6-6ECF-D80C-7ABD-A6000DF6F79D}"/>
                </a:ext>
              </a:extLst>
            </p:cNvPr>
            <p:cNvSpPr/>
            <p:nvPr/>
          </p:nvSpPr>
          <p:spPr>
            <a:xfrm>
              <a:off x="4923775" y="3418800"/>
              <a:ext cx="38600" cy="36200"/>
            </a:xfrm>
            <a:custGeom>
              <a:avLst/>
              <a:gdLst/>
              <a:ahLst/>
              <a:cxnLst/>
              <a:rect l="l" t="t" r="r" b="b"/>
              <a:pathLst>
                <a:path w="1544" h="1448" extrusionOk="0">
                  <a:moveTo>
                    <a:pt x="193" y="1"/>
                  </a:moveTo>
                  <a:lnTo>
                    <a:pt x="1" y="1319"/>
                  </a:lnTo>
                  <a:lnTo>
                    <a:pt x="1319" y="1447"/>
                  </a:lnTo>
                  <a:lnTo>
                    <a:pt x="1544" y="97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4487;p64">
              <a:extLst>
                <a:ext uri="{FF2B5EF4-FFF2-40B4-BE49-F238E27FC236}">
                  <a16:creationId xmlns:a16="http://schemas.microsoft.com/office/drawing/2014/main" id="{FF070EA0-3139-6594-3698-C3B485EE03A3}"/>
                </a:ext>
              </a:extLst>
            </p:cNvPr>
            <p:cNvSpPr/>
            <p:nvPr/>
          </p:nvSpPr>
          <p:spPr>
            <a:xfrm>
              <a:off x="4876375" y="3167275"/>
              <a:ext cx="35375" cy="23325"/>
            </a:xfrm>
            <a:custGeom>
              <a:avLst/>
              <a:gdLst/>
              <a:ahLst/>
              <a:cxnLst/>
              <a:rect l="l" t="t" r="r" b="b"/>
              <a:pathLst>
                <a:path w="1415" h="933" extrusionOk="0">
                  <a:moveTo>
                    <a:pt x="161" y="1"/>
                  </a:moveTo>
                  <a:lnTo>
                    <a:pt x="0" y="869"/>
                  </a:lnTo>
                  <a:lnTo>
                    <a:pt x="1286" y="933"/>
                  </a:lnTo>
                  <a:lnTo>
                    <a:pt x="1414" y="65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4488;p64">
              <a:extLst>
                <a:ext uri="{FF2B5EF4-FFF2-40B4-BE49-F238E27FC236}">
                  <a16:creationId xmlns:a16="http://schemas.microsoft.com/office/drawing/2014/main" id="{97A8E359-9E27-AF19-7D12-1CE2FF838BC3}"/>
                </a:ext>
              </a:extLst>
            </p:cNvPr>
            <p:cNvSpPr/>
            <p:nvPr/>
          </p:nvSpPr>
          <p:spPr>
            <a:xfrm>
              <a:off x="4853875" y="3053975"/>
              <a:ext cx="31350" cy="28150"/>
            </a:xfrm>
            <a:custGeom>
              <a:avLst/>
              <a:gdLst/>
              <a:ahLst/>
              <a:cxnLst/>
              <a:rect l="l" t="t" r="r" b="b"/>
              <a:pathLst>
                <a:path w="1254" h="1126" extrusionOk="0">
                  <a:moveTo>
                    <a:pt x="193" y="0"/>
                  </a:moveTo>
                  <a:lnTo>
                    <a:pt x="0" y="1061"/>
                  </a:lnTo>
                  <a:lnTo>
                    <a:pt x="1061" y="1125"/>
                  </a:lnTo>
                  <a:lnTo>
                    <a:pt x="1254" y="32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4489;p64">
              <a:extLst>
                <a:ext uri="{FF2B5EF4-FFF2-40B4-BE49-F238E27FC236}">
                  <a16:creationId xmlns:a16="http://schemas.microsoft.com/office/drawing/2014/main" id="{26757ED0-28C5-0C62-8C20-A35BDA1AE445}"/>
                </a:ext>
              </a:extLst>
            </p:cNvPr>
            <p:cNvSpPr/>
            <p:nvPr/>
          </p:nvSpPr>
          <p:spPr>
            <a:xfrm>
              <a:off x="4969575" y="3139950"/>
              <a:ext cx="38600" cy="17700"/>
            </a:xfrm>
            <a:custGeom>
              <a:avLst/>
              <a:gdLst/>
              <a:ahLst/>
              <a:cxnLst/>
              <a:rect l="l" t="t" r="r" b="b"/>
              <a:pathLst>
                <a:path w="1544" h="708" extrusionOk="0">
                  <a:moveTo>
                    <a:pt x="97" y="1"/>
                  </a:moveTo>
                  <a:lnTo>
                    <a:pt x="1" y="644"/>
                  </a:lnTo>
                  <a:lnTo>
                    <a:pt x="1447" y="708"/>
                  </a:lnTo>
                  <a:lnTo>
                    <a:pt x="1544" y="97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4490;p64">
              <a:extLst>
                <a:ext uri="{FF2B5EF4-FFF2-40B4-BE49-F238E27FC236}">
                  <a16:creationId xmlns:a16="http://schemas.microsoft.com/office/drawing/2014/main" id="{EFF29447-7B97-2CF4-D2E2-D74DF9B95F3D}"/>
                </a:ext>
              </a:extLst>
            </p:cNvPr>
            <p:cNvSpPr/>
            <p:nvPr/>
          </p:nvSpPr>
          <p:spPr>
            <a:xfrm>
              <a:off x="4980025" y="3060400"/>
              <a:ext cx="41025" cy="28150"/>
            </a:xfrm>
            <a:custGeom>
              <a:avLst/>
              <a:gdLst/>
              <a:ahLst/>
              <a:cxnLst/>
              <a:rect l="l" t="t" r="r" b="b"/>
              <a:pathLst>
                <a:path w="1641" h="1126" extrusionOk="0">
                  <a:moveTo>
                    <a:pt x="194" y="0"/>
                  </a:moveTo>
                  <a:lnTo>
                    <a:pt x="1" y="1061"/>
                  </a:lnTo>
                  <a:lnTo>
                    <a:pt x="1479" y="1126"/>
                  </a:lnTo>
                  <a:lnTo>
                    <a:pt x="1640" y="65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4491;p64">
              <a:extLst>
                <a:ext uri="{FF2B5EF4-FFF2-40B4-BE49-F238E27FC236}">
                  <a16:creationId xmlns:a16="http://schemas.microsoft.com/office/drawing/2014/main" id="{1467558E-3249-A9A4-9FA3-D2B01FD9BA92}"/>
                </a:ext>
              </a:extLst>
            </p:cNvPr>
            <p:cNvSpPr/>
            <p:nvPr/>
          </p:nvSpPr>
          <p:spPr>
            <a:xfrm>
              <a:off x="4899675" y="3308725"/>
              <a:ext cx="30550" cy="24125"/>
            </a:xfrm>
            <a:custGeom>
              <a:avLst/>
              <a:gdLst/>
              <a:ahLst/>
              <a:cxnLst/>
              <a:rect l="l" t="t" r="r" b="b"/>
              <a:pathLst>
                <a:path w="1222" h="965" extrusionOk="0">
                  <a:moveTo>
                    <a:pt x="161" y="0"/>
                  </a:moveTo>
                  <a:lnTo>
                    <a:pt x="0" y="900"/>
                  </a:lnTo>
                  <a:lnTo>
                    <a:pt x="1061" y="964"/>
                  </a:lnTo>
                  <a:lnTo>
                    <a:pt x="1222" y="3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4492;p64">
              <a:extLst>
                <a:ext uri="{FF2B5EF4-FFF2-40B4-BE49-F238E27FC236}">
                  <a16:creationId xmlns:a16="http://schemas.microsoft.com/office/drawing/2014/main" id="{FB820EC1-BB4B-DA49-F41E-913CAEA14D75}"/>
                </a:ext>
              </a:extLst>
            </p:cNvPr>
            <p:cNvSpPr/>
            <p:nvPr/>
          </p:nvSpPr>
          <p:spPr>
            <a:xfrm>
              <a:off x="4852250" y="3306300"/>
              <a:ext cx="35400" cy="24150"/>
            </a:xfrm>
            <a:custGeom>
              <a:avLst/>
              <a:gdLst/>
              <a:ahLst/>
              <a:cxnLst/>
              <a:rect l="l" t="t" r="r" b="b"/>
              <a:pathLst>
                <a:path w="1416" h="966" extrusionOk="0">
                  <a:moveTo>
                    <a:pt x="129" y="1"/>
                  </a:moveTo>
                  <a:lnTo>
                    <a:pt x="1" y="869"/>
                  </a:lnTo>
                  <a:lnTo>
                    <a:pt x="1287" y="965"/>
                  </a:lnTo>
                  <a:lnTo>
                    <a:pt x="1415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4493;p64">
              <a:extLst>
                <a:ext uri="{FF2B5EF4-FFF2-40B4-BE49-F238E27FC236}">
                  <a16:creationId xmlns:a16="http://schemas.microsoft.com/office/drawing/2014/main" id="{44F48211-B2B8-4CC9-1416-591DCCA73F6B}"/>
                </a:ext>
              </a:extLst>
            </p:cNvPr>
            <p:cNvSpPr/>
            <p:nvPr/>
          </p:nvSpPr>
          <p:spPr>
            <a:xfrm>
              <a:off x="4894050" y="3346475"/>
              <a:ext cx="29750" cy="17725"/>
            </a:xfrm>
            <a:custGeom>
              <a:avLst/>
              <a:gdLst/>
              <a:ahLst/>
              <a:cxnLst/>
              <a:rect l="l" t="t" r="r" b="b"/>
              <a:pathLst>
                <a:path w="1190" h="709" extrusionOk="0">
                  <a:moveTo>
                    <a:pt x="129" y="1"/>
                  </a:moveTo>
                  <a:lnTo>
                    <a:pt x="0" y="644"/>
                  </a:lnTo>
                  <a:lnTo>
                    <a:pt x="1093" y="708"/>
                  </a:lnTo>
                  <a:lnTo>
                    <a:pt x="1190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4494;p64">
              <a:extLst>
                <a:ext uri="{FF2B5EF4-FFF2-40B4-BE49-F238E27FC236}">
                  <a16:creationId xmlns:a16="http://schemas.microsoft.com/office/drawing/2014/main" id="{116E0795-B6C2-3E79-BB1F-2AF3C04AC587}"/>
                </a:ext>
              </a:extLst>
            </p:cNvPr>
            <p:cNvSpPr/>
            <p:nvPr/>
          </p:nvSpPr>
          <p:spPr>
            <a:xfrm>
              <a:off x="4887625" y="3377825"/>
              <a:ext cx="31350" cy="24950"/>
            </a:xfrm>
            <a:custGeom>
              <a:avLst/>
              <a:gdLst/>
              <a:ahLst/>
              <a:cxnLst/>
              <a:rect l="l" t="t" r="r" b="b"/>
              <a:pathLst>
                <a:path w="1254" h="998" extrusionOk="0">
                  <a:moveTo>
                    <a:pt x="161" y="1"/>
                  </a:moveTo>
                  <a:lnTo>
                    <a:pt x="0" y="933"/>
                  </a:lnTo>
                  <a:lnTo>
                    <a:pt x="1125" y="997"/>
                  </a:lnTo>
                  <a:lnTo>
                    <a:pt x="1254" y="65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4495;p64">
              <a:extLst>
                <a:ext uri="{FF2B5EF4-FFF2-40B4-BE49-F238E27FC236}">
                  <a16:creationId xmlns:a16="http://schemas.microsoft.com/office/drawing/2014/main" id="{57F5B6D1-D921-FCD0-5FDF-066D09ED7713}"/>
                </a:ext>
              </a:extLst>
            </p:cNvPr>
            <p:cNvSpPr/>
            <p:nvPr/>
          </p:nvSpPr>
          <p:spPr>
            <a:xfrm>
              <a:off x="4839400" y="3376225"/>
              <a:ext cx="37000" cy="23325"/>
            </a:xfrm>
            <a:custGeom>
              <a:avLst/>
              <a:gdLst/>
              <a:ahLst/>
              <a:cxnLst/>
              <a:rect l="l" t="t" r="r" b="b"/>
              <a:pathLst>
                <a:path w="1480" h="933" extrusionOk="0">
                  <a:moveTo>
                    <a:pt x="161" y="0"/>
                  </a:moveTo>
                  <a:lnTo>
                    <a:pt x="0" y="868"/>
                  </a:lnTo>
                  <a:lnTo>
                    <a:pt x="1318" y="932"/>
                  </a:lnTo>
                  <a:lnTo>
                    <a:pt x="1479" y="3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4496;p64">
              <a:extLst>
                <a:ext uri="{FF2B5EF4-FFF2-40B4-BE49-F238E27FC236}">
                  <a16:creationId xmlns:a16="http://schemas.microsoft.com/office/drawing/2014/main" id="{4C2F9586-C585-1149-129E-F6399B013DF6}"/>
                </a:ext>
              </a:extLst>
            </p:cNvPr>
            <p:cNvSpPr/>
            <p:nvPr/>
          </p:nvSpPr>
          <p:spPr>
            <a:xfrm>
              <a:off x="4845825" y="3343275"/>
              <a:ext cx="35375" cy="18500"/>
            </a:xfrm>
            <a:custGeom>
              <a:avLst/>
              <a:gdLst/>
              <a:ahLst/>
              <a:cxnLst/>
              <a:rect l="l" t="t" r="r" b="b"/>
              <a:pathLst>
                <a:path w="1415" h="740" extrusionOk="0">
                  <a:moveTo>
                    <a:pt x="129" y="0"/>
                  </a:moveTo>
                  <a:lnTo>
                    <a:pt x="1" y="708"/>
                  </a:lnTo>
                  <a:lnTo>
                    <a:pt x="1319" y="740"/>
                  </a:lnTo>
                  <a:lnTo>
                    <a:pt x="1415" y="97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4497;p64">
              <a:extLst>
                <a:ext uri="{FF2B5EF4-FFF2-40B4-BE49-F238E27FC236}">
                  <a16:creationId xmlns:a16="http://schemas.microsoft.com/office/drawing/2014/main" id="{8C03082C-E7FF-9ABC-8DE2-1ED9F9B847B0}"/>
                </a:ext>
              </a:extLst>
            </p:cNvPr>
            <p:cNvSpPr/>
            <p:nvPr/>
          </p:nvSpPr>
          <p:spPr>
            <a:xfrm>
              <a:off x="4858675" y="3273350"/>
              <a:ext cx="34600" cy="19325"/>
            </a:xfrm>
            <a:custGeom>
              <a:avLst/>
              <a:gdLst/>
              <a:ahLst/>
              <a:cxnLst/>
              <a:rect l="l" t="t" r="r" b="b"/>
              <a:pathLst>
                <a:path w="1384" h="773" extrusionOk="0">
                  <a:moveTo>
                    <a:pt x="130" y="1"/>
                  </a:moveTo>
                  <a:lnTo>
                    <a:pt x="1" y="708"/>
                  </a:lnTo>
                  <a:lnTo>
                    <a:pt x="1287" y="772"/>
                  </a:lnTo>
                  <a:lnTo>
                    <a:pt x="1383" y="97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4498;p64">
              <a:extLst>
                <a:ext uri="{FF2B5EF4-FFF2-40B4-BE49-F238E27FC236}">
                  <a16:creationId xmlns:a16="http://schemas.microsoft.com/office/drawing/2014/main" id="{5DF289BE-0112-F124-2954-C8DFC70414F6}"/>
                </a:ext>
              </a:extLst>
            </p:cNvPr>
            <p:cNvSpPr/>
            <p:nvPr/>
          </p:nvSpPr>
          <p:spPr>
            <a:xfrm>
              <a:off x="4831375" y="3413175"/>
              <a:ext cx="37775" cy="32175"/>
            </a:xfrm>
            <a:custGeom>
              <a:avLst/>
              <a:gdLst/>
              <a:ahLst/>
              <a:cxnLst/>
              <a:rect l="l" t="t" r="r" b="b"/>
              <a:pathLst>
                <a:path w="1511" h="1287" extrusionOk="0">
                  <a:moveTo>
                    <a:pt x="225" y="1"/>
                  </a:moveTo>
                  <a:lnTo>
                    <a:pt x="0" y="1158"/>
                  </a:lnTo>
                  <a:lnTo>
                    <a:pt x="1318" y="1287"/>
                  </a:lnTo>
                  <a:lnTo>
                    <a:pt x="1511" y="6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4499;p64">
              <a:extLst>
                <a:ext uri="{FF2B5EF4-FFF2-40B4-BE49-F238E27FC236}">
                  <a16:creationId xmlns:a16="http://schemas.microsoft.com/office/drawing/2014/main" id="{D34A54B4-AF75-98D5-F9BE-A0F1893E2A52}"/>
                </a:ext>
              </a:extLst>
            </p:cNvPr>
            <p:cNvSpPr/>
            <p:nvPr/>
          </p:nvSpPr>
          <p:spPr>
            <a:xfrm>
              <a:off x="4879575" y="3416400"/>
              <a:ext cx="33775" cy="33775"/>
            </a:xfrm>
            <a:custGeom>
              <a:avLst/>
              <a:gdLst/>
              <a:ahLst/>
              <a:cxnLst/>
              <a:rect l="l" t="t" r="r" b="b"/>
              <a:pathLst>
                <a:path w="1351" h="1351" extrusionOk="0">
                  <a:moveTo>
                    <a:pt x="226" y="1"/>
                  </a:moveTo>
                  <a:lnTo>
                    <a:pt x="1" y="1222"/>
                  </a:lnTo>
                  <a:lnTo>
                    <a:pt x="1126" y="1351"/>
                  </a:lnTo>
                  <a:lnTo>
                    <a:pt x="1351" y="6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4500;p64">
              <a:extLst>
                <a:ext uri="{FF2B5EF4-FFF2-40B4-BE49-F238E27FC236}">
                  <a16:creationId xmlns:a16="http://schemas.microsoft.com/office/drawing/2014/main" id="{0C977528-D7E4-1E0C-6AB2-4DC4F4C03603}"/>
                </a:ext>
              </a:extLst>
            </p:cNvPr>
            <p:cNvSpPr/>
            <p:nvPr/>
          </p:nvSpPr>
          <p:spPr>
            <a:xfrm>
              <a:off x="4870750" y="3203450"/>
              <a:ext cx="34575" cy="20100"/>
            </a:xfrm>
            <a:custGeom>
              <a:avLst/>
              <a:gdLst/>
              <a:ahLst/>
              <a:cxnLst/>
              <a:rect l="l" t="t" r="r" b="b"/>
              <a:pathLst>
                <a:path w="1383" h="804" extrusionOk="0">
                  <a:moveTo>
                    <a:pt x="129" y="0"/>
                  </a:moveTo>
                  <a:lnTo>
                    <a:pt x="0" y="740"/>
                  </a:lnTo>
                  <a:lnTo>
                    <a:pt x="1286" y="804"/>
                  </a:lnTo>
                  <a:lnTo>
                    <a:pt x="1382" y="97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4501;p64">
              <a:extLst>
                <a:ext uri="{FF2B5EF4-FFF2-40B4-BE49-F238E27FC236}">
                  <a16:creationId xmlns:a16="http://schemas.microsoft.com/office/drawing/2014/main" id="{4DB8ABA0-EDFC-AAA4-9888-9CFD5D8CAC3F}"/>
                </a:ext>
              </a:extLst>
            </p:cNvPr>
            <p:cNvSpPr/>
            <p:nvPr/>
          </p:nvSpPr>
          <p:spPr>
            <a:xfrm>
              <a:off x="4864300" y="3237200"/>
              <a:ext cx="35400" cy="23325"/>
            </a:xfrm>
            <a:custGeom>
              <a:avLst/>
              <a:gdLst/>
              <a:ahLst/>
              <a:cxnLst/>
              <a:rect l="l" t="t" r="r" b="b"/>
              <a:pathLst>
                <a:path w="1416" h="933" extrusionOk="0">
                  <a:moveTo>
                    <a:pt x="162" y="0"/>
                  </a:moveTo>
                  <a:lnTo>
                    <a:pt x="1" y="836"/>
                  </a:lnTo>
                  <a:lnTo>
                    <a:pt x="1287" y="932"/>
                  </a:lnTo>
                  <a:lnTo>
                    <a:pt x="1415" y="65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4502;p64">
              <a:extLst>
                <a:ext uri="{FF2B5EF4-FFF2-40B4-BE49-F238E27FC236}">
                  <a16:creationId xmlns:a16="http://schemas.microsoft.com/office/drawing/2014/main" id="{CE12A60E-AD6F-0DFD-0D1C-DE1DB38F805B}"/>
                </a:ext>
              </a:extLst>
            </p:cNvPr>
            <p:cNvSpPr/>
            <p:nvPr/>
          </p:nvSpPr>
          <p:spPr>
            <a:xfrm>
              <a:off x="4632075" y="3320775"/>
              <a:ext cx="1076050" cy="688400"/>
            </a:xfrm>
            <a:custGeom>
              <a:avLst/>
              <a:gdLst/>
              <a:ahLst/>
              <a:cxnLst/>
              <a:rect l="l" t="t" r="r" b="b"/>
              <a:pathLst>
                <a:path w="43042" h="27536" extrusionOk="0">
                  <a:moveTo>
                    <a:pt x="36484" y="0"/>
                  </a:moveTo>
                  <a:cubicBezTo>
                    <a:pt x="36484" y="0"/>
                    <a:pt x="35230" y="97"/>
                    <a:pt x="33077" y="1865"/>
                  </a:cubicBezTo>
                  <a:cubicBezTo>
                    <a:pt x="30923" y="3600"/>
                    <a:pt x="22405" y="18483"/>
                    <a:pt x="22405" y="18483"/>
                  </a:cubicBezTo>
                  <a:cubicBezTo>
                    <a:pt x="22405" y="18483"/>
                    <a:pt x="14658" y="13694"/>
                    <a:pt x="12729" y="12312"/>
                  </a:cubicBezTo>
                  <a:cubicBezTo>
                    <a:pt x="10769" y="10962"/>
                    <a:pt x="9194" y="8519"/>
                    <a:pt x="8133" y="7040"/>
                  </a:cubicBezTo>
                  <a:cubicBezTo>
                    <a:pt x="7040" y="5561"/>
                    <a:pt x="6847" y="5368"/>
                    <a:pt x="5368" y="5272"/>
                  </a:cubicBezTo>
                  <a:cubicBezTo>
                    <a:pt x="4292" y="5200"/>
                    <a:pt x="3412" y="4648"/>
                    <a:pt x="2952" y="4648"/>
                  </a:cubicBezTo>
                  <a:cubicBezTo>
                    <a:pt x="2794" y="4648"/>
                    <a:pt x="2685" y="4713"/>
                    <a:pt x="2636" y="4886"/>
                  </a:cubicBezTo>
                  <a:cubicBezTo>
                    <a:pt x="2443" y="5561"/>
                    <a:pt x="3022" y="5851"/>
                    <a:pt x="3440" y="6076"/>
                  </a:cubicBezTo>
                  <a:cubicBezTo>
                    <a:pt x="3825" y="6268"/>
                    <a:pt x="4500" y="6268"/>
                    <a:pt x="4500" y="6268"/>
                  </a:cubicBezTo>
                  <a:cubicBezTo>
                    <a:pt x="4500" y="6268"/>
                    <a:pt x="4318" y="6313"/>
                    <a:pt x="4010" y="6313"/>
                  </a:cubicBezTo>
                  <a:cubicBezTo>
                    <a:pt x="3530" y="6313"/>
                    <a:pt x="2745" y="6206"/>
                    <a:pt x="1865" y="5658"/>
                  </a:cubicBezTo>
                  <a:cubicBezTo>
                    <a:pt x="1067" y="5190"/>
                    <a:pt x="588" y="4918"/>
                    <a:pt x="315" y="4918"/>
                  </a:cubicBezTo>
                  <a:cubicBezTo>
                    <a:pt x="82" y="4918"/>
                    <a:pt x="0" y="5117"/>
                    <a:pt x="0" y="5561"/>
                  </a:cubicBezTo>
                  <a:cubicBezTo>
                    <a:pt x="0" y="6558"/>
                    <a:pt x="1061" y="8101"/>
                    <a:pt x="1865" y="9097"/>
                  </a:cubicBezTo>
                  <a:cubicBezTo>
                    <a:pt x="2636" y="10062"/>
                    <a:pt x="7136" y="10447"/>
                    <a:pt x="7136" y="10447"/>
                  </a:cubicBezTo>
                  <a:cubicBezTo>
                    <a:pt x="7136" y="10447"/>
                    <a:pt x="9676" y="15462"/>
                    <a:pt x="12633" y="19544"/>
                  </a:cubicBezTo>
                  <a:cubicBezTo>
                    <a:pt x="15383" y="23412"/>
                    <a:pt x="21086" y="27535"/>
                    <a:pt x="23203" y="27535"/>
                  </a:cubicBezTo>
                  <a:cubicBezTo>
                    <a:pt x="23338" y="27535"/>
                    <a:pt x="23458" y="27519"/>
                    <a:pt x="23562" y="27484"/>
                  </a:cubicBezTo>
                  <a:cubicBezTo>
                    <a:pt x="25330" y="26905"/>
                    <a:pt x="34620" y="15269"/>
                    <a:pt x="37159" y="12022"/>
                  </a:cubicBezTo>
                  <a:cubicBezTo>
                    <a:pt x="39731" y="8808"/>
                    <a:pt x="43042" y="4983"/>
                    <a:pt x="42270" y="2829"/>
                  </a:cubicBezTo>
                  <a:lnTo>
                    <a:pt x="364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4503;p64">
              <a:extLst>
                <a:ext uri="{FF2B5EF4-FFF2-40B4-BE49-F238E27FC236}">
                  <a16:creationId xmlns:a16="http://schemas.microsoft.com/office/drawing/2014/main" id="{A532D2EB-6354-160A-22A8-B850F76BD427}"/>
                </a:ext>
              </a:extLst>
            </p:cNvPr>
            <p:cNvSpPr/>
            <p:nvPr/>
          </p:nvSpPr>
          <p:spPr>
            <a:xfrm>
              <a:off x="4625650" y="3314225"/>
              <a:ext cx="1072825" cy="701700"/>
            </a:xfrm>
            <a:custGeom>
              <a:avLst/>
              <a:gdLst/>
              <a:ahLst/>
              <a:cxnLst/>
              <a:rect l="l" t="t" r="r" b="b"/>
              <a:pathLst>
                <a:path w="42913" h="28068" extrusionOk="0">
                  <a:moveTo>
                    <a:pt x="36782" y="0"/>
                  </a:moveTo>
                  <a:cubicBezTo>
                    <a:pt x="36768" y="0"/>
                    <a:pt x="36755" y="2"/>
                    <a:pt x="36741" y="5"/>
                  </a:cubicBezTo>
                  <a:lnTo>
                    <a:pt x="36709" y="5"/>
                  </a:lnTo>
                  <a:cubicBezTo>
                    <a:pt x="36677" y="5"/>
                    <a:pt x="35327" y="102"/>
                    <a:pt x="33141" y="1902"/>
                  </a:cubicBezTo>
                  <a:cubicBezTo>
                    <a:pt x="32852" y="2159"/>
                    <a:pt x="32466" y="2577"/>
                    <a:pt x="32048" y="3187"/>
                  </a:cubicBezTo>
                  <a:cubicBezTo>
                    <a:pt x="30473" y="5213"/>
                    <a:pt x="28094" y="9070"/>
                    <a:pt x="26069" y="12413"/>
                  </a:cubicBezTo>
                  <a:cubicBezTo>
                    <a:pt x="24385" y="15193"/>
                    <a:pt x="22990" y="17639"/>
                    <a:pt x="22568" y="18384"/>
                  </a:cubicBezTo>
                  <a:lnTo>
                    <a:pt x="22568" y="18384"/>
                  </a:lnTo>
                  <a:cubicBezTo>
                    <a:pt x="22358" y="18254"/>
                    <a:pt x="22009" y="18036"/>
                    <a:pt x="21569" y="17749"/>
                  </a:cubicBezTo>
                  <a:cubicBezTo>
                    <a:pt x="19287" y="16335"/>
                    <a:pt x="14594" y="13377"/>
                    <a:pt x="13115" y="12349"/>
                  </a:cubicBezTo>
                  <a:cubicBezTo>
                    <a:pt x="11218" y="11031"/>
                    <a:pt x="9676" y="8620"/>
                    <a:pt x="8583" y="7141"/>
                  </a:cubicBezTo>
                  <a:cubicBezTo>
                    <a:pt x="8068" y="6402"/>
                    <a:pt x="7715" y="5984"/>
                    <a:pt x="7297" y="5695"/>
                  </a:cubicBezTo>
                  <a:cubicBezTo>
                    <a:pt x="7104" y="5534"/>
                    <a:pt x="6847" y="5438"/>
                    <a:pt x="6590" y="5373"/>
                  </a:cubicBezTo>
                  <a:cubicBezTo>
                    <a:pt x="6332" y="5341"/>
                    <a:pt x="6011" y="5309"/>
                    <a:pt x="5657" y="5277"/>
                  </a:cubicBezTo>
                  <a:cubicBezTo>
                    <a:pt x="5143" y="5245"/>
                    <a:pt x="4693" y="5084"/>
                    <a:pt x="4275" y="4955"/>
                  </a:cubicBezTo>
                  <a:cubicBezTo>
                    <a:pt x="4082" y="4859"/>
                    <a:pt x="3890" y="4795"/>
                    <a:pt x="3729" y="4730"/>
                  </a:cubicBezTo>
                  <a:cubicBezTo>
                    <a:pt x="3536" y="4698"/>
                    <a:pt x="3375" y="4634"/>
                    <a:pt x="3214" y="4634"/>
                  </a:cubicBezTo>
                  <a:cubicBezTo>
                    <a:pt x="3086" y="4634"/>
                    <a:pt x="2957" y="4666"/>
                    <a:pt x="2861" y="4730"/>
                  </a:cubicBezTo>
                  <a:cubicBezTo>
                    <a:pt x="2732" y="4827"/>
                    <a:pt x="2668" y="4955"/>
                    <a:pt x="2636" y="5084"/>
                  </a:cubicBezTo>
                  <a:cubicBezTo>
                    <a:pt x="2604" y="5180"/>
                    <a:pt x="2604" y="5309"/>
                    <a:pt x="2604" y="5405"/>
                  </a:cubicBezTo>
                  <a:cubicBezTo>
                    <a:pt x="2583" y="5633"/>
                    <a:pt x="2655" y="5820"/>
                    <a:pt x="2761" y="5967"/>
                  </a:cubicBezTo>
                  <a:lnTo>
                    <a:pt x="2761" y="5967"/>
                  </a:lnTo>
                  <a:cubicBezTo>
                    <a:pt x="2597" y="5893"/>
                    <a:pt x="2426" y="5803"/>
                    <a:pt x="2250" y="5695"/>
                  </a:cubicBezTo>
                  <a:cubicBezTo>
                    <a:pt x="1864" y="5470"/>
                    <a:pt x="1543" y="5277"/>
                    <a:pt x="1286" y="5148"/>
                  </a:cubicBezTo>
                  <a:cubicBezTo>
                    <a:pt x="997" y="5020"/>
                    <a:pt x="804" y="4923"/>
                    <a:pt x="579" y="4923"/>
                  </a:cubicBezTo>
                  <a:cubicBezTo>
                    <a:pt x="482" y="4923"/>
                    <a:pt x="386" y="4923"/>
                    <a:pt x="289" y="4988"/>
                  </a:cubicBezTo>
                  <a:cubicBezTo>
                    <a:pt x="129" y="5084"/>
                    <a:pt x="64" y="5213"/>
                    <a:pt x="32" y="5373"/>
                  </a:cubicBezTo>
                  <a:cubicBezTo>
                    <a:pt x="0" y="5502"/>
                    <a:pt x="0" y="5663"/>
                    <a:pt x="0" y="5823"/>
                  </a:cubicBezTo>
                  <a:cubicBezTo>
                    <a:pt x="0" y="6402"/>
                    <a:pt x="289" y="7077"/>
                    <a:pt x="675" y="7720"/>
                  </a:cubicBezTo>
                  <a:cubicBezTo>
                    <a:pt x="1029" y="8395"/>
                    <a:pt x="1511" y="9038"/>
                    <a:pt x="1897" y="9520"/>
                  </a:cubicBezTo>
                  <a:cubicBezTo>
                    <a:pt x="2186" y="9841"/>
                    <a:pt x="2636" y="10034"/>
                    <a:pt x="3182" y="10227"/>
                  </a:cubicBezTo>
                  <a:cubicBezTo>
                    <a:pt x="4613" y="10704"/>
                    <a:pt x="6730" y="10936"/>
                    <a:pt x="7245" y="10987"/>
                  </a:cubicBezTo>
                  <a:lnTo>
                    <a:pt x="7245" y="10987"/>
                  </a:lnTo>
                  <a:cubicBezTo>
                    <a:pt x="7689" y="11849"/>
                    <a:pt x="10009" y="16271"/>
                    <a:pt x="12665" y="19967"/>
                  </a:cubicBezTo>
                  <a:cubicBezTo>
                    <a:pt x="14047" y="21928"/>
                    <a:pt x="16201" y="23953"/>
                    <a:pt x="18226" y="25464"/>
                  </a:cubicBezTo>
                  <a:cubicBezTo>
                    <a:pt x="19255" y="26235"/>
                    <a:pt x="20283" y="26878"/>
                    <a:pt x="21183" y="27328"/>
                  </a:cubicBezTo>
                  <a:cubicBezTo>
                    <a:pt x="22083" y="27778"/>
                    <a:pt x="22855" y="28067"/>
                    <a:pt x="23465" y="28067"/>
                  </a:cubicBezTo>
                  <a:cubicBezTo>
                    <a:pt x="23626" y="28067"/>
                    <a:pt x="23787" y="28035"/>
                    <a:pt x="23915" y="28003"/>
                  </a:cubicBezTo>
                  <a:cubicBezTo>
                    <a:pt x="24205" y="27907"/>
                    <a:pt x="24558" y="27649"/>
                    <a:pt x="25008" y="27232"/>
                  </a:cubicBezTo>
                  <a:cubicBezTo>
                    <a:pt x="26519" y="25881"/>
                    <a:pt x="29123" y="22892"/>
                    <a:pt x="31630" y="19903"/>
                  </a:cubicBezTo>
                  <a:cubicBezTo>
                    <a:pt x="34137" y="16881"/>
                    <a:pt x="36516" y="13859"/>
                    <a:pt x="37641" y="12445"/>
                  </a:cubicBezTo>
                  <a:cubicBezTo>
                    <a:pt x="38766" y="10999"/>
                    <a:pt x="40084" y="9423"/>
                    <a:pt x="41113" y="7945"/>
                  </a:cubicBezTo>
                  <a:cubicBezTo>
                    <a:pt x="42141" y="6434"/>
                    <a:pt x="42881" y="5020"/>
                    <a:pt x="42913" y="3798"/>
                  </a:cubicBezTo>
                  <a:cubicBezTo>
                    <a:pt x="42913" y="3509"/>
                    <a:pt x="42849" y="3252"/>
                    <a:pt x="42784" y="2995"/>
                  </a:cubicBezTo>
                  <a:cubicBezTo>
                    <a:pt x="42731" y="2888"/>
                    <a:pt x="42612" y="2826"/>
                    <a:pt x="42499" y="2826"/>
                  </a:cubicBezTo>
                  <a:cubicBezTo>
                    <a:pt x="42476" y="2826"/>
                    <a:pt x="42453" y="2828"/>
                    <a:pt x="42431" y="2834"/>
                  </a:cubicBezTo>
                  <a:cubicBezTo>
                    <a:pt x="42302" y="2898"/>
                    <a:pt x="42206" y="3059"/>
                    <a:pt x="42270" y="3187"/>
                  </a:cubicBezTo>
                  <a:cubicBezTo>
                    <a:pt x="42334" y="3380"/>
                    <a:pt x="42366" y="3573"/>
                    <a:pt x="42366" y="3798"/>
                  </a:cubicBezTo>
                  <a:cubicBezTo>
                    <a:pt x="42366" y="4795"/>
                    <a:pt x="41691" y="6177"/>
                    <a:pt x="40663" y="7623"/>
                  </a:cubicBezTo>
                  <a:cubicBezTo>
                    <a:pt x="39666" y="9102"/>
                    <a:pt x="38380" y="10677"/>
                    <a:pt x="37223" y="12124"/>
                  </a:cubicBezTo>
                  <a:cubicBezTo>
                    <a:pt x="35937" y="13731"/>
                    <a:pt x="32980" y="17460"/>
                    <a:pt x="30119" y="20835"/>
                  </a:cubicBezTo>
                  <a:cubicBezTo>
                    <a:pt x="28705" y="22538"/>
                    <a:pt x="27291" y="24146"/>
                    <a:pt x="26133" y="25367"/>
                  </a:cubicBezTo>
                  <a:cubicBezTo>
                    <a:pt x="25587" y="25946"/>
                    <a:pt x="25073" y="26460"/>
                    <a:pt x="24655" y="26846"/>
                  </a:cubicBezTo>
                  <a:cubicBezTo>
                    <a:pt x="24237" y="27232"/>
                    <a:pt x="23883" y="27457"/>
                    <a:pt x="23755" y="27489"/>
                  </a:cubicBezTo>
                  <a:cubicBezTo>
                    <a:pt x="23658" y="27521"/>
                    <a:pt x="23594" y="27521"/>
                    <a:pt x="23465" y="27521"/>
                  </a:cubicBezTo>
                  <a:cubicBezTo>
                    <a:pt x="23015" y="27521"/>
                    <a:pt x="22276" y="27296"/>
                    <a:pt x="21408" y="26846"/>
                  </a:cubicBezTo>
                  <a:cubicBezTo>
                    <a:pt x="18837" y="25560"/>
                    <a:pt x="15108" y="22506"/>
                    <a:pt x="13083" y="19678"/>
                  </a:cubicBezTo>
                  <a:cubicBezTo>
                    <a:pt x="11636" y="17620"/>
                    <a:pt x="10254" y="15370"/>
                    <a:pt x="9258" y="13602"/>
                  </a:cubicBezTo>
                  <a:cubicBezTo>
                    <a:pt x="8775" y="12734"/>
                    <a:pt x="8358" y="11963"/>
                    <a:pt x="8068" y="11449"/>
                  </a:cubicBezTo>
                  <a:cubicBezTo>
                    <a:pt x="7779" y="10902"/>
                    <a:pt x="7650" y="10613"/>
                    <a:pt x="7650" y="10613"/>
                  </a:cubicBezTo>
                  <a:cubicBezTo>
                    <a:pt x="7586" y="10516"/>
                    <a:pt x="7522" y="10452"/>
                    <a:pt x="7425" y="10452"/>
                  </a:cubicBezTo>
                  <a:cubicBezTo>
                    <a:pt x="7425" y="10452"/>
                    <a:pt x="7136" y="10420"/>
                    <a:pt x="6718" y="10388"/>
                  </a:cubicBezTo>
                  <a:cubicBezTo>
                    <a:pt x="6075" y="10291"/>
                    <a:pt x="5079" y="10163"/>
                    <a:pt x="4179" y="9970"/>
                  </a:cubicBezTo>
                  <a:cubicBezTo>
                    <a:pt x="3761" y="9841"/>
                    <a:pt x="3343" y="9745"/>
                    <a:pt x="2989" y="9584"/>
                  </a:cubicBezTo>
                  <a:cubicBezTo>
                    <a:pt x="2668" y="9456"/>
                    <a:pt x="2411" y="9295"/>
                    <a:pt x="2314" y="9198"/>
                  </a:cubicBezTo>
                  <a:cubicBezTo>
                    <a:pt x="1929" y="8716"/>
                    <a:pt x="1479" y="8073"/>
                    <a:pt x="1125" y="7463"/>
                  </a:cubicBezTo>
                  <a:cubicBezTo>
                    <a:pt x="772" y="6852"/>
                    <a:pt x="514" y="6241"/>
                    <a:pt x="514" y="5823"/>
                  </a:cubicBezTo>
                  <a:cubicBezTo>
                    <a:pt x="514" y="5630"/>
                    <a:pt x="547" y="5502"/>
                    <a:pt x="579" y="5438"/>
                  </a:cubicBezTo>
                  <a:cubicBezTo>
                    <a:pt x="611" y="5438"/>
                    <a:pt x="804" y="5502"/>
                    <a:pt x="1029" y="5630"/>
                  </a:cubicBezTo>
                  <a:cubicBezTo>
                    <a:pt x="1254" y="5727"/>
                    <a:pt x="1575" y="5920"/>
                    <a:pt x="1993" y="6145"/>
                  </a:cubicBezTo>
                  <a:cubicBezTo>
                    <a:pt x="2893" y="6723"/>
                    <a:pt x="3729" y="6820"/>
                    <a:pt x="4243" y="6820"/>
                  </a:cubicBezTo>
                  <a:cubicBezTo>
                    <a:pt x="4597" y="6820"/>
                    <a:pt x="4790" y="6788"/>
                    <a:pt x="4822" y="6788"/>
                  </a:cubicBezTo>
                  <a:cubicBezTo>
                    <a:pt x="4950" y="6756"/>
                    <a:pt x="5047" y="6627"/>
                    <a:pt x="5015" y="6498"/>
                  </a:cubicBezTo>
                  <a:cubicBezTo>
                    <a:pt x="5015" y="6338"/>
                    <a:pt x="4886" y="6241"/>
                    <a:pt x="4757" y="6241"/>
                  </a:cubicBezTo>
                  <a:lnTo>
                    <a:pt x="4661" y="6241"/>
                  </a:lnTo>
                  <a:cubicBezTo>
                    <a:pt x="4565" y="6241"/>
                    <a:pt x="4404" y="6241"/>
                    <a:pt x="4243" y="6209"/>
                  </a:cubicBezTo>
                  <a:cubicBezTo>
                    <a:pt x="4082" y="6177"/>
                    <a:pt x="3890" y="6145"/>
                    <a:pt x="3793" y="6080"/>
                  </a:cubicBezTo>
                  <a:cubicBezTo>
                    <a:pt x="3632" y="5984"/>
                    <a:pt x="3440" y="5888"/>
                    <a:pt x="3311" y="5791"/>
                  </a:cubicBezTo>
                  <a:cubicBezTo>
                    <a:pt x="3182" y="5663"/>
                    <a:pt x="3118" y="5566"/>
                    <a:pt x="3118" y="5405"/>
                  </a:cubicBezTo>
                  <a:cubicBezTo>
                    <a:pt x="3118" y="5341"/>
                    <a:pt x="3118" y="5309"/>
                    <a:pt x="3150" y="5213"/>
                  </a:cubicBezTo>
                  <a:lnTo>
                    <a:pt x="3182" y="5180"/>
                  </a:lnTo>
                  <a:lnTo>
                    <a:pt x="3214" y="5180"/>
                  </a:lnTo>
                  <a:cubicBezTo>
                    <a:pt x="3279" y="5180"/>
                    <a:pt x="3407" y="5213"/>
                    <a:pt x="3536" y="5245"/>
                  </a:cubicBezTo>
                  <a:cubicBezTo>
                    <a:pt x="4018" y="5405"/>
                    <a:pt x="4725" y="5759"/>
                    <a:pt x="5625" y="5791"/>
                  </a:cubicBezTo>
                  <a:cubicBezTo>
                    <a:pt x="5979" y="5823"/>
                    <a:pt x="6268" y="5855"/>
                    <a:pt x="6461" y="5920"/>
                  </a:cubicBezTo>
                  <a:cubicBezTo>
                    <a:pt x="6815" y="5984"/>
                    <a:pt x="7008" y="6080"/>
                    <a:pt x="7233" y="6305"/>
                  </a:cubicBezTo>
                  <a:cubicBezTo>
                    <a:pt x="7490" y="6530"/>
                    <a:pt x="7747" y="6916"/>
                    <a:pt x="8165" y="7463"/>
                  </a:cubicBezTo>
                  <a:cubicBezTo>
                    <a:pt x="9225" y="8909"/>
                    <a:pt x="10801" y="11384"/>
                    <a:pt x="12826" y="12799"/>
                  </a:cubicBezTo>
                  <a:cubicBezTo>
                    <a:pt x="13822" y="13506"/>
                    <a:pt x="16233" y="15049"/>
                    <a:pt x="18419" y="16399"/>
                  </a:cubicBezTo>
                  <a:cubicBezTo>
                    <a:pt x="20572" y="17781"/>
                    <a:pt x="22533" y="18970"/>
                    <a:pt x="22533" y="18970"/>
                  </a:cubicBezTo>
                  <a:cubicBezTo>
                    <a:pt x="22556" y="18993"/>
                    <a:pt x="22611" y="19016"/>
                    <a:pt x="22664" y="19016"/>
                  </a:cubicBezTo>
                  <a:cubicBezTo>
                    <a:pt x="22686" y="19016"/>
                    <a:pt x="22707" y="19012"/>
                    <a:pt x="22726" y="19003"/>
                  </a:cubicBezTo>
                  <a:cubicBezTo>
                    <a:pt x="22790" y="19003"/>
                    <a:pt x="22855" y="18938"/>
                    <a:pt x="22887" y="18874"/>
                  </a:cubicBezTo>
                  <a:cubicBezTo>
                    <a:pt x="22887" y="18874"/>
                    <a:pt x="23015" y="18649"/>
                    <a:pt x="23273" y="18231"/>
                  </a:cubicBezTo>
                  <a:cubicBezTo>
                    <a:pt x="24076" y="16817"/>
                    <a:pt x="26198" y="13184"/>
                    <a:pt x="28319" y="9745"/>
                  </a:cubicBezTo>
                  <a:cubicBezTo>
                    <a:pt x="29380" y="8041"/>
                    <a:pt x="30441" y="6338"/>
                    <a:pt x="31373" y="5020"/>
                  </a:cubicBezTo>
                  <a:cubicBezTo>
                    <a:pt x="31823" y="4345"/>
                    <a:pt x="32241" y="3766"/>
                    <a:pt x="32627" y="3284"/>
                  </a:cubicBezTo>
                  <a:cubicBezTo>
                    <a:pt x="32980" y="2834"/>
                    <a:pt x="33302" y="2480"/>
                    <a:pt x="33494" y="2320"/>
                  </a:cubicBezTo>
                  <a:cubicBezTo>
                    <a:pt x="34555" y="1452"/>
                    <a:pt x="35391" y="1002"/>
                    <a:pt x="35937" y="777"/>
                  </a:cubicBezTo>
                  <a:cubicBezTo>
                    <a:pt x="36227" y="648"/>
                    <a:pt x="36452" y="584"/>
                    <a:pt x="36580" y="552"/>
                  </a:cubicBezTo>
                  <a:cubicBezTo>
                    <a:pt x="36645" y="552"/>
                    <a:pt x="36709" y="519"/>
                    <a:pt x="36741" y="519"/>
                  </a:cubicBezTo>
                  <a:lnTo>
                    <a:pt x="36773" y="519"/>
                  </a:lnTo>
                  <a:cubicBezTo>
                    <a:pt x="36902" y="519"/>
                    <a:pt x="37030" y="391"/>
                    <a:pt x="36998" y="230"/>
                  </a:cubicBezTo>
                  <a:cubicBezTo>
                    <a:pt x="36998" y="115"/>
                    <a:pt x="36895" y="0"/>
                    <a:pt x="36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4504;p64">
              <a:extLst>
                <a:ext uri="{FF2B5EF4-FFF2-40B4-BE49-F238E27FC236}">
                  <a16:creationId xmlns:a16="http://schemas.microsoft.com/office/drawing/2014/main" id="{4F107BD8-ABF6-DEBD-D043-938E86C4C346}"/>
                </a:ext>
              </a:extLst>
            </p:cNvPr>
            <p:cNvSpPr/>
            <p:nvPr/>
          </p:nvSpPr>
          <p:spPr>
            <a:xfrm>
              <a:off x="4632075" y="3436975"/>
              <a:ext cx="252350" cy="170700"/>
            </a:xfrm>
            <a:custGeom>
              <a:avLst/>
              <a:gdLst/>
              <a:ahLst/>
              <a:cxnLst/>
              <a:rect l="l" t="t" r="r" b="b"/>
              <a:pathLst>
                <a:path w="10094" h="6828" extrusionOk="0">
                  <a:moveTo>
                    <a:pt x="2952" y="0"/>
                  </a:moveTo>
                  <a:cubicBezTo>
                    <a:pt x="2794" y="0"/>
                    <a:pt x="2685" y="65"/>
                    <a:pt x="2636" y="238"/>
                  </a:cubicBezTo>
                  <a:cubicBezTo>
                    <a:pt x="2443" y="913"/>
                    <a:pt x="3022" y="1203"/>
                    <a:pt x="3440" y="1428"/>
                  </a:cubicBezTo>
                  <a:cubicBezTo>
                    <a:pt x="3825" y="1620"/>
                    <a:pt x="4500" y="1620"/>
                    <a:pt x="4500" y="1620"/>
                  </a:cubicBezTo>
                  <a:cubicBezTo>
                    <a:pt x="4500" y="1620"/>
                    <a:pt x="4318" y="1665"/>
                    <a:pt x="4010" y="1665"/>
                  </a:cubicBezTo>
                  <a:cubicBezTo>
                    <a:pt x="3530" y="1665"/>
                    <a:pt x="2745" y="1558"/>
                    <a:pt x="1865" y="1010"/>
                  </a:cubicBezTo>
                  <a:cubicBezTo>
                    <a:pt x="1067" y="542"/>
                    <a:pt x="588" y="270"/>
                    <a:pt x="315" y="270"/>
                  </a:cubicBezTo>
                  <a:cubicBezTo>
                    <a:pt x="82" y="270"/>
                    <a:pt x="0" y="469"/>
                    <a:pt x="0" y="913"/>
                  </a:cubicBezTo>
                  <a:cubicBezTo>
                    <a:pt x="0" y="1910"/>
                    <a:pt x="1061" y="3453"/>
                    <a:pt x="1865" y="4449"/>
                  </a:cubicBezTo>
                  <a:cubicBezTo>
                    <a:pt x="2636" y="5414"/>
                    <a:pt x="7136" y="5799"/>
                    <a:pt x="7136" y="5799"/>
                  </a:cubicBezTo>
                  <a:cubicBezTo>
                    <a:pt x="7136" y="5799"/>
                    <a:pt x="7329" y="6185"/>
                    <a:pt x="7683" y="6828"/>
                  </a:cubicBezTo>
                  <a:cubicBezTo>
                    <a:pt x="8165" y="6185"/>
                    <a:pt x="8904" y="5574"/>
                    <a:pt x="10094" y="5060"/>
                  </a:cubicBezTo>
                  <a:cubicBezTo>
                    <a:pt x="9322" y="4096"/>
                    <a:pt x="8647" y="3131"/>
                    <a:pt x="8133" y="2392"/>
                  </a:cubicBezTo>
                  <a:cubicBezTo>
                    <a:pt x="7040" y="913"/>
                    <a:pt x="6847" y="720"/>
                    <a:pt x="5368" y="624"/>
                  </a:cubicBezTo>
                  <a:cubicBezTo>
                    <a:pt x="4292" y="552"/>
                    <a:pt x="3412" y="0"/>
                    <a:pt x="2952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4505;p64">
              <a:extLst>
                <a:ext uri="{FF2B5EF4-FFF2-40B4-BE49-F238E27FC236}">
                  <a16:creationId xmlns:a16="http://schemas.microsoft.com/office/drawing/2014/main" id="{1359E5BC-B3AF-BEE7-C947-15169D9E5460}"/>
                </a:ext>
              </a:extLst>
            </p:cNvPr>
            <p:cNvSpPr/>
            <p:nvPr/>
          </p:nvSpPr>
          <p:spPr>
            <a:xfrm>
              <a:off x="4625650" y="3430050"/>
              <a:ext cx="265200" cy="184275"/>
            </a:xfrm>
            <a:custGeom>
              <a:avLst/>
              <a:gdLst/>
              <a:ahLst/>
              <a:cxnLst/>
              <a:rect l="l" t="t" r="r" b="b"/>
              <a:pathLst>
                <a:path w="10608" h="7371" extrusionOk="0">
                  <a:moveTo>
                    <a:pt x="3214" y="547"/>
                  </a:moveTo>
                  <a:cubicBezTo>
                    <a:pt x="3279" y="547"/>
                    <a:pt x="3407" y="580"/>
                    <a:pt x="3536" y="612"/>
                  </a:cubicBezTo>
                  <a:cubicBezTo>
                    <a:pt x="4018" y="772"/>
                    <a:pt x="4725" y="1126"/>
                    <a:pt x="5625" y="1158"/>
                  </a:cubicBezTo>
                  <a:cubicBezTo>
                    <a:pt x="5979" y="1190"/>
                    <a:pt x="6268" y="1222"/>
                    <a:pt x="6461" y="1287"/>
                  </a:cubicBezTo>
                  <a:cubicBezTo>
                    <a:pt x="6815" y="1351"/>
                    <a:pt x="7008" y="1447"/>
                    <a:pt x="7233" y="1672"/>
                  </a:cubicBezTo>
                  <a:cubicBezTo>
                    <a:pt x="7490" y="1897"/>
                    <a:pt x="7747" y="2283"/>
                    <a:pt x="8165" y="2830"/>
                  </a:cubicBezTo>
                  <a:cubicBezTo>
                    <a:pt x="8630" y="3470"/>
                    <a:pt x="9228" y="4347"/>
                    <a:pt x="9909" y="5223"/>
                  </a:cubicBezTo>
                  <a:lnTo>
                    <a:pt x="9909" y="5223"/>
                  </a:lnTo>
                  <a:cubicBezTo>
                    <a:pt x="9070" y="5629"/>
                    <a:pt x="8442" y="6117"/>
                    <a:pt x="7985" y="6620"/>
                  </a:cubicBezTo>
                  <a:lnTo>
                    <a:pt x="7985" y="6620"/>
                  </a:lnTo>
                  <a:cubicBezTo>
                    <a:pt x="7905" y="6462"/>
                    <a:pt x="7836" y="6333"/>
                    <a:pt x="7779" y="6237"/>
                  </a:cubicBezTo>
                  <a:cubicBezTo>
                    <a:pt x="7683" y="6076"/>
                    <a:pt x="7650" y="5980"/>
                    <a:pt x="7650" y="5980"/>
                  </a:cubicBezTo>
                  <a:cubicBezTo>
                    <a:pt x="7586" y="5883"/>
                    <a:pt x="7522" y="5819"/>
                    <a:pt x="7425" y="5819"/>
                  </a:cubicBezTo>
                  <a:cubicBezTo>
                    <a:pt x="7425" y="5819"/>
                    <a:pt x="7136" y="5787"/>
                    <a:pt x="6718" y="5755"/>
                  </a:cubicBezTo>
                  <a:cubicBezTo>
                    <a:pt x="6075" y="5658"/>
                    <a:pt x="5079" y="5530"/>
                    <a:pt x="4179" y="5337"/>
                  </a:cubicBezTo>
                  <a:cubicBezTo>
                    <a:pt x="3761" y="5208"/>
                    <a:pt x="3343" y="5112"/>
                    <a:pt x="2989" y="4951"/>
                  </a:cubicBezTo>
                  <a:cubicBezTo>
                    <a:pt x="2668" y="4823"/>
                    <a:pt x="2411" y="4662"/>
                    <a:pt x="2314" y="4565"/>
                  </a:cubicBezTo>
                  <a:cubicBezTo>
                    <a:pt x="1929" y="4083"/>
                    <a:pt x="1479" y="3440"/>
                    <a:pt x="1125" y="2830"/>
                  </a:cubicBezTo>
                  <a:cubicBezTo>
                    <a:pt x="772" y="2219"/>
                    <a:pt x="514" y="1608"/>
                    <a:pt x="514" y="1190"/>
                  </a:cubicBezTo>
                  <a:cubicBezTo>
                    <a:pt x="514" y="997"/>
                    <a:pt x="547" y="869"/>
                    <a:pt x="579" y="805"/>
                  </a:cubicBezTo>
                  <a:cubicBezTo>
                    <a:pt x="611" y="805"/>
                    <a:pt x="804" y="869"/>
                    <a:pt x="1029" y="997"/>
                  </a:cubicBezTo>
                  <a:cubicBezTo>
                    <a:pt x="1254" y="1094"/>
                    <a:pt x="1575" y="1287"/>
                    <a:pt x="1993" y="1512"/>
                  </a:cubicBezTo>
                  <a:cubicBezTo>
                    <a:pt x="2893" y="2090"/>
                    <a:pt x="3729" y="2187"/>
                    <a:pt x="4243" y="2187"/>
                  </a:cubicBezTo>
                  <a:cubicBezTo>
                    <a:pt x="4597" y="2187"/>
                    <a:pt x="4790" y="2155"/>
                    <a:pt x="4822" y="2155"/>
                  </a:cubicBezTo>
                  <a:cubicBezTo>
                    <a:pt x="4950" y="2123"/>
                    <a:pt x="5047" y="1994"/>
                    <a:pt x="5015" y="1865"/>
                  </a:cubicBezTo>
                  <a:cubicBezTo>
                    <a:pt x="5015" y="1705"/>
                    <a:pt x="4886" y="1608"/>
                    <a:pt x="4757" y="1608"/>
                  </a:cubicBezTo>
                  <a:lnTo>
                    <a:pt x="4661" y="1608"/>
                  </a:lnTo>
                  <a:cubicBezTo>
                    <a:pt x="4565" y="1608"/>
                    <a:pt x="4404" y="1608"/>
                    <a:pt x="4243" y="1576"/>
                  </a:cubicBezTo>
                  <a:cubicBezTo>
                    <a:pt x="4082" y="1544"/>
                    <a:pt x="3890" y="1512"/>
                    <a:pt x="3793" y="1447"/>
                  </a:cubicBezTo>
                  <a:cubicBezTo>
                    <a:pt x="3632" y="1351"/>
                    <a:pt x="3440" y="1255"/>
                    <a:pt x="3311" y="1158"/>
                  </a:cubicBezTo>
                  <a:cubicBezTo>
                    <a:pt x="3182" y="1030"/>
                    <a:pt x="3118" y="933"/>
                    <a:pt x="3118" y="772"/>
                  </a:cubicBezTo>
                  <a:cubicBezTo>
                    <a:pt x="3118" y="708"/>
                    <a:pt x="3118" y="676"/>
                    <a:pt x="3150" y="580"/>
                  </a:cubicBezTo>
                  <a:lnTo>
                    <a:pt x="3182" y="547"/>
                  </a:lnTo>
                  <a:close/>
                  <a:moveTo>
                    <a:pt x="3214" y="1"/>
                  </a:moveTo>
                  <a:cubicBezTo>
                    <a:pt x="3086" y="1"/>
                    <a:pt x="2957" y="33"/>
                    <a:pt x="2861" y="97"/>
                  </a:cubicBezTo>
                  <a:cubicBezTo>
                    <a:pt x="2732" y="194"/>
                    <a:pt x="2668" y="322"/>
                    <a:pt x="2636" y="451"/>
                  </a:cubicBezTo>
                  <a:cubicBezTo>
                    <a:pt x="2604" y="547"/>
                    <a:pt x="2604" y="676"/>
                    <a:pt x="2604" y="772"/>
                  </a:cubicBezTo>
                  <a:cubicBezTo>
                    <a:pt x="2583" y="1000"/>
                    <a:pt x="2655" y="1187"/>
                    <a:pt x="2761" y="1334"/>
                  </a:cubicBezTo>
                  <a:lnTo>
                    <a:pt x="2761" y="1334"/>
                  </a:lnTo>
                  <a:cubicBezTo>
                    <a:pt x="2597" y="1260"/>
                    <a:pt x="2426" y="1170"/>
                    <a:pt x="2250" y="1062"/>
                  </a:cubicBezTo>
                  <a:cubicBezTo>
                    <a:pt x="1864" y="837"/>
                    <a:pt x="1543" y="644"/>
                    <a:pt x="1286" y="515"/>
                  </a:cubicBezTo>
                  <a:cubicBezTo>
                    <a:pt x="997" y="387"/>
                    <a:pt x="804" y="290"/>
                    <a:pt x="579" y="290"/>
                  </a:cubicBezTo>
                  <a:cubicBezTo>
                    <a:pt x="482" y="290"/>
                    <a:pt x="386" y="290"/>
                    <a:pt x="289" y="355"/>
                  </a:cubicBezTo>
                  <a:cubicBezTo>
                    <a:pt x="129" y="451"/>
                    <a:pt x="64" y="580"/>
                    <a:pt x="32" y="740"/>
                  </a:cubicBezTo>
                  <a:cubicBezTo>
                    <a:pt x="0" y="869"/>
                    <a:pt x="0" y="1030"/>
                    <a:pt x="0" y="1190"/>
                  </a:cubicBezTo>
                  <a:cubicBezTo>
                    <a:pt x="0" y="1769"/>
                    <a:pt x="289" y="2444"/>
                    <a:pt x="675" y="3087"/>
                  </a:cubicBezTo>
                  <a:cubicBezTo>
                    <a:pt x="1029" y="3762"/>
                    <a:pt x="1511" y="4405"/>
                    <a:pt x="1897" y="4887"/>
                  </a:cubicBezTo>
                  <a:cubicBezTo>
                    <a:pt x="2186" y="5208"/>
                    <a:pt x="2636" y="5401"/>
                    <a:pt x="3182" y="5594"/>
                  </a:cubicBezTo>
                  <a:cubicBezTo>
                    <a:pt x="4611" y="6070"/>
                    <a:pt x="6724" y="6303"/>
                    <a:pt x="7243" y="6354"/>
                  </a:cubicBezTo>
                  <a:lnTo>
                    <a:pt x="7243" y="6354"/>
                  </a:lnTo>
                  <a:cubicBezTo>
                    <a:pt x="7327" y="6522"/>
                    <a:pt x="7479" y="6826"/>
                    <a:pt x="7683" y="7233"/>
                  </a:cubicBezTo>
                  <a:cubicBezTo>
                    <a:pt x="7747" y="7298"/>
                    <a:pt x="7811" y="7362"/>
                    <a:pt x="7908" y="7362"/>
                  </a:cubicBezTo>
                  <a:cubicBezTo>
                    <a:pt x="7925" y="7368"/>
                    <a:pt x="7943" y="7371"/>
                    <a:pt x="7960" y="7371"/>
                  </a:cubicBezTo>
                  <a:cubicBezTo>
                    <a:pt x="8037" y="7371"/>
                    <a:pt x="8106" y="7318"/>
                    <a:pt x="8133" y="7266"/>
                  </a:cubicBezTo>
                  <a:cubicBezTo>
                    <a:pt x="8583" y="6687"/>
                    <a:pt x="9290" y="6076"/>
                    <a:pt x="10447" y="5594"/>
                  </a:cubicBezTo>
                  <a:cubicBezTo>
                    <a:pt x="10511" y="5562"/>
                    <a:pt x="10576" y="5498"/>
                    <a:pt x="10608" y="5401"/>
                  </a:cubicBezTo>
                  <a:cubicBezTo>
                    <a:pt x="10608" y="5337"/>
                    <a:pt x="10608" y="5241"/>
                    <a:pt x="10543" y="5176"/>
                  </a:cubicBezTo>
                  <a:cubicBezTo>
                    <a:pt x="9804" y="4212"/>
                    <a:pt x="9129" y="3248"/>
                    <a:pt x="8583" y="2508"/>
                  </a:cubicBezTo>
                  <a:cubicBezTo>
                    <a:pt x="8068" y="1769"/>
                    <a:pt x="7715" y="1351"/>
                    <a:pt x="7297" y="1062"/>
                  </a:cubicBezTo>
                  <a:cubicBezTo>
                    <a:pt x="7104" y="901"/>
                    <a:pt x="6847" y="805"/>
                    <a:pt x="6590" y="740"/>
                  </a:cubicBezTo>
                  <a:cubicBezTo>
                    <a:pt x="6332" y="708"/>
                    <a:pt x="6011" y="676"/>
                    <a:pt x="5657" y="644"/>
                  </a:cubicBezTo>
                  <a:cubicBezTo>
                    <a:pt x="5143" y="612"/>
                    <a:pt x="4693" y="451"/>
                    <a:pt x="4275" y="322"/>
                  </a:cubicBezTo>
                  <a:cubicBezTo>
                    <a:pt x="4082" y="226"/>
                    <a:pt x="3890" y="162"/>
                    <a:pt x="3729" y="97"/>
                  </a:cubicBezTo>
                  <a:cubicBezTo>
                    <a:pt x="3536" y="65"/>
                    <a:pt x="3375" y="1"/>
                    <a:pt x="3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1" name="Google Shape;4506;p64">
            <a:extLst>
              <a:ext uri="{FF2B5EF4-FFF2-40B4-BE49-F238E27FC236}">
                <a16:creationId xmlns:a16="http://schemas.microsoft.com/office/drawing/2014/main" id="{973C7101-B4F9-2C9B-457E-AB2709564F31}"/>
              </a:ext>
            </a:extLst>
          </p:cNvPr>
          <p:cNvGrpSpPr/>
          <p:nvPr/>
        </p:nvGrpSpPr>
        <p:grpSpPr>
          <a:xfrm>
            <a:off x="6341012" y="2924302"/>
            <a:ext cx="1951492" cy="1581008"/>
            <a:chOff x="556125" y="238075"/>
            <a:chExt cx="6466175" cy="5235125"/>
          </a:xfrm>
        </p:grpSpPr>
        <p:sp>
          <p:nvSpPr>
            <p:cNvPr id="3032" name="Google Shape;4507;p64">
              <a:extLst>
                <a:ext uri="{FF2B5EF4-FFF2-40B4-BE49-F238E27FC236}">
                  <a16:creationId xmlns:a16="http://schemas.microsoft.com/office/drawing/2014/main" id="{211755B8-503E-B7BE-E35F-B09C1D4923A7}"/>
                </a:ext>
              </a:extLst>
            </p:cNvPr>
            <p:cNvSpPr/>
            <p:nvPr/>
          </p:nvSpPr>
          <p:spPr>
            <a:xfrm>
              <a:off x="966475" y="238075"/>
              <a:ext cx="5595525" cy="3934875"/>
            </a:xfrm>
            <a:custGeom>
              <a:avLst/>
              <a:gdLst/>
              <a:ahLst/>
              <a:cxnLst/>
              <a:rect l="l" t="t" r="r" b="b"/>
              <a:pathLst>
                <a:path w="223821" h="157395" extrusionOk="0">
                  <a:moveTo>
                    <a:pt x="129272" y="1"/>
                  </a:moveTo>
                  <a:cubicBezTo>
                    <a:pt x="113376" y="1"/>
                    <a:pt x="101060" y="6804"/>
                    <a:pt x="89618" y="15862"/>
                  </a:cubicBezTo>
                  <a:cubicBezTo>
                    <a:pt x="79562" y="23811"/>
                    <a:pt x="68655" y="31205"/>
                    <a:pt x="55605" y="34570"/>
                  </a:cubicBezTo>
                  <a:cubicBezTo>
                    <a:pt x="42665" y="37897"/>
                    <a:pt x="29688" y="39930"/>
                    <a:pt x="21037" y="50208"/>
                  </a:cubicBezTo>
                  <a:cubicBezTo>
                    <a:pt x="1" y="75237"/>
                    <a:pt x="2071" y="110951"/>
                    <a:pt x="32498" y="130287"/>
                  </a:cubicBezTo>
                  <a:cubicBezTo>
                    <a:pt x="61552" y="148815"/>
                    <a:pt x="113119" y="157395"/>
                    <a:pt x="136916" y="157395"/>
                  </a:cubicBezTo>
                  <a:cubicBezTo>
                    <a:pt x="139948" y="157395"/>
                    <a:pt x="142530" y="157255"/>
                    <a:pt x="144556" y="156980"/>
                  </a:cubicBezTo>
                  <a:cubicBezTo>
                    <a:pt x="144556" y="156980"/>
                    <a:pt x="146598" y="157363"/>
                    <a:pt x="150067" y="157363"/>
                  </a:cubicBezTo>
                  <a:cubicBezTo>
                    <a:pt x="158698" y="157363"/>
                    <a:pt x="176162" y="154992"/>
                    <a:pt x="192987" y="138457"/>
                  </a:cubicBezTo>
                  <a:cubicBezTo>
                    <a:pt x="216612" y="115277"/>
                    <a:pt x="223821" y="72871"/>
                    <a:pt x="208589" y="44552"/>
                  </a:cubicBezTo>
                  <a:cubicBezTo>
                    <a:pt x="193357" y="16232"/>
                    <a:pt x="162635" y="298"/>
                    <a:pt x="129657" y="2"/>
                  </a:cubicBezTo>
                  <a:cubicBezTo>
                    <a:pt x="129528" y="1"/>
                    <a:pt x="129400" y="1"/>
                    <a:pt x="1292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4508;p64">
              <a:extLst>
                <a:ext uri="{FF2B5EF4-FFF2-40B4-BE49-F238E27FC236}">
                  <a16:creationId xmlns:a16="http://schemas.microsoft.com/office/drawing/2014/main" id="{FF9FB28E-A117-5B56-9A2A-769FC4280394}"/>
                </a:ext>
              </a:extLst>
            </p:cNvPr>
            <p:cNvSpPr/>
            <p:nvPr/>
          </p:nvSpPr>
          <p:spPr>
            <a:xfrm>
              <a:off x="1144875" y="238125"/>
              <a:ext cx="5235975" cy="3934625"/>
            </a:xfrm>
            <a:custGeom>
              <a:avLst/>
              <a:gdLst/>
              <a:ahLst/>
              <a:cxnLst/>
              <a:rect l="l" t="t" r="r" b="b"/>
              <a:pathLst>
                <a:path w="209439" h="157385" extrusionOk="0">
                  <a:moveTo>
                    <a:pt x="122040" y="0"/>
                  </a:moveTo>
                  <a:cubicBezTo>
                    <a:pt x="106180" y="0"/>
                    <a:pt x="93906" y="6840"/>
                    <a:pt x="82482" y="15860"/>
                  </a:cubicBezTo>
                  <a:cubicBezTo>
                    <a:pt x="72426" y="23809"/>
                    <a:pt x="61519" y="31203"/>
                    <a:pt x="48469" y="34568"/>
                  </a:cubicBezTo>
                  <a:cubicBezTo>
                    <a:pt x="35529" y="37895"/>
                    <a:pt x="22552" y="39928"/>
                    <a:pt x="13901" y="50206"/>
                  </a:cubicBezTo>
                  <a:cubicBezTo>
                    <a:pt x="4770" y="61076"/>
                    <a:pt x="0" y="73941"/>
                    <a:pt x="0" y="86622"/>
                  </a:cubicBezTo>
                  <a:cubicBezTo>
                    <a:pt x="0" y="103148"/>
                    <a:pt x="8134" y="119341"/>
                    <a:pt x="25362" y="130285"/>
                  </a:cubicBezTo>
                  <a:cubicBezTo>
                    <a:pt x="54421" y="148807"/>
                    <a:pt x="105921" y="157384"/>
                    <a:pt x="129730" y="157384"/>
                  </a:cubicBezTo>
                  <a:cubicBezTo>
                    <a:pt x="132799" y="157384"/>
                    <a:pt x="135387" y="157236"/>
                    <a:pt x="137420" y="156978"/>
                  </a:cubicBezTo>
                  <a:cubicBezTo>
                    <a:pt x="137420" y="156978"/>
                    <a:pt x="139453" y="157347"/>
                    <a:pt x="142929" y="157347"/>
                  </a:cubicBezTo>
                  <a:cubicBezTo>
                    <a:pt x="151580" y="157347"/>
                    <a:pt x="169030" y="154981"/>
                    <a:pt x="185851" y="138455"/>
                  </a:cubicBezTo>
                  <a:cubicBezTo>
                    <a:pt x="201046" y="123556"/>
                    <a:pt x="209439" y="100671"/>
                    <a:pt x="209439" y="78674"/>
                  </a:cubicBezTo>
                  <a:cubicBezTo>
                    <a:pt x="209439" y="66510"/>
                    <a:pt x="206888" y="54643"/>
                    <a:pt x="201453" y="44550"/>
                  </a:cubicBezTo>
                  <a:cubicBezTo>
                    <a:pt x="186221" y="16230"/>
                    <a:pt x="155499" y="296"/>
                    <a:pt x="1225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4509;p64">
              <a:extLst>
                <a:ext uri="{FF2B5EF4-FFF2-40B4-BE49-F238E27FC236}">
                  <a16:creationId xmlns:a16="http://schemas.microsoft.com/office/drawing/2014/main" id="{D9D38D1C-AB5D-104B-56FF-CCB7ADBA2ED6}"/>
                </a:ext>
              </a:extLst>
            </p:cNvPr>
            <p:cNvSpPr/>
            <p:nvPr/>
          </p:nvSpPr>
          <p:spPr>
            <a:xfrm>
              <a:off x="2809475" y="4833575"/>
              <a:ext cx="2029700" cy="639625"/>
            </a:xfrm>
            <a:custGeom>
              <a:avLst/>
              <a:gdLst/>
              <a:ahLst/>
              <a:cxnLst/>
              <a:rect l="l" t="t" r="r" b="b"/>
              <a:pathLst>
                <a:path w="81188" h="25585" extrusionOk="0">
                  <a:moveTo>
                    <a:pt x="40594" y="0"/>
                  </a:moveTo>
                  <a:cubicBezTo>
                    <a:pt x="18190" y="0"/>
                    <a:pt x="0" y="5731"/>
                    <a:pt x="0" y="12792"/>
                  </a:cubicBezTo>
                  <a:cubicBezTo>
                    <a:pt x="0" y="19854"/>
                    <a:pt x="18190" y="25584"/>
                    <a:pt x="40594" y="25584"/>
                  </a:cubicBezTo>
                  <a:cubicBezTo>
                    <a:pt x="63035" y="25584"/>
                    <a:pt x="81188" y="19854"/>
                    <a:pt x="81188" y="12792"/>
                  </a:cubicBezTo>
                  <a:cubicBezTo>
                    <a:pt x="81188" y="5731"/>
                    <a:pt x="63035" y="0"/>
                    <a:pt x="405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4510;p64">
              <a:extLst>
                <a:ext uri="{FF2B5EF4-FFF2-40B4-BE49-F238E27FC236}">
                  <a16:creationId xmlns:a16="http://schemas.microsoft.com/office/drawing/2014/main" id="{0090B3BA-E9A4-9E47-C087-D461CF80B1F2}"/>
                </a:ext>
              </a:extLst>
            </p:cNvPr>
            <p:cNvSpPr/>
            <p:nvPr/>
          </p:nvSpPr>
          <p:spPr>
            <a:xfrm>
              <a:off x="2809475" y="4833575"/>
              <a:ext cx="2029700" cy="639625"/>
            </a:xfrm>
            <a:custGeom>
              <a:avLst/>
              <a:gdLst/>
              <a:ahLst/>
              <a:cxnLst/>
              <a:rect l="l" t="t" r="r" b="b"/>
              <a:pathLst>
                <a:path w="81188" h="25585" extrusionOk="0">
                  <a:moveTo>
                    <a:pt x="40594" y="0"/>
                  </a:moveTo>
                  <a:cubicBezTo>
                    <a:pt x="18190" y="0"/>
                    <a:pt x="0" y="5731"/>
                    <a:pt x="0" y="12792"/>
                  </a:cubicBezTo>
                  <a:cubicBezTo>
                    <a:pt x="0" y="19854"/>
                    <a:pt x="18190" y="25584"/>
                    <a:pt x="40594" y="25584"/>
                  </a:cubicBezTo>
                  <a:cubicBezTo>
                    <a:pt x="63035" y="25584"/>
                    <a:pt x="81188" y="19854"/>
                    <a:pt x="81188" y="12792"/>
                  </a:cubicBezTo>
                  <a:cubicBezTo>
                    <a:pt x="81188" y="5731"/>
                    <a:pt x="63035" y="0"/>
                    <a:pt x="405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4511;p64">
              <a:extLst>
                <a:ext uri="{FF2B5EF4-FFF2-40B4-BE49-F238E27FC236}">
                  <a16:creationId xmlns:a16="http://schemas.microsoft.com/office/drawing/2014/main" id="{E11EA6A3-05FB-2B9A-67D9-FA7E2B409259}"/>
                </a:ext>
              </a:extLst>
            </p:cNvPr>
            <p:cNvSpPr/>
            <p:nvPr/>
          </p:nvSpPr>
          <p:spPr>
            <a:xfrm>
              <a:off x="2061750" y="1360175"/>
              <a:ext cx="3403150" cy="1928050"/>
            </a:xfrm>
            <a:custGeom>
              <a:avLst/>
              <a:gdLst/>
              <a:ahLst/>
              <a:cxnLst/>
              <a:rect l="l" t="t" r="r" b="b"/>
              <a:pathLst>
                <a:path w="136126" h="77122" extrusionOk="0">
                  <a:moveTo>
                    <a:pt x="68063" y="0"/>
                  </a:moveTo>
                  <a:cubicBezTo>
                    <a:pt x="30464" y="0"/>
                    <a:pt x="0" y="30501"/>
                    <a:pt x="0" y="68101"/>
                  </a:cubicBezTo>
                  <a:cubicBezTo>
                    <a:pt x="0" y="71132"/>
                    <a:pt x="185" y="74164"/>
                    <a:pt x="592" y="77121"/>
                  </a:cubicBezTo>
                  <a:lnTo>
                    <a:pt x="135534" y="77121"/>
                  </a:lnTo>
                  <a:cubicBezTo>
                    <a:pt x="135904" y="74164"/>
                    <a:pt x="136126" y="71132"/>
                    <a:pt x="136126" y="68101"/>
                  </a:cubicBezTo>
                  <a:cubicBezTo>
                    <a:pt x="136126" y="30501"/>
                    <a:pt x="105662" y="0"/>
                    <a:pt x="68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4512;p64">
              <a:extLst>
                <a:ext uri="{FF2B5EF4-FFF2-40B4-BE49-F238E27FC236}">
                  <a16:creationId xmlns:a16="http://schemas.microsoft.com/office/drawing/2014/main" id="{73F297F8-A53B-2204-A21D-0AC46EEE47A9}"/>
                </a:ext>
              </a:extLst>
            </p:cNvPr>
            <p:cNvSpPr/>
            <p:nvPr/>
          </p:nvSpPr>
          <p:spPr>
            <a:xfrm>
              <a:off x="2053425" y="1352775"/>
              <a:ext cx="3418875" cy="1942850"/>
            </a:xfrm>
            <a:custGeom>
              <a:avLst/>
              <a:gdLst/>
              <a:ahLst/>
              <a:cxnLst/>
              <a:rect l="l" t="t" r="r" b="b"/>
              <a:pathLst>
                <a:path w="136755" h="77714" extrusionOk="0">
                  <a:moveTo>
                    <a:pt x="68396" y="629"/>
                  </a:moveTo>
                  <a:cubicBezTo>
                    <a:pt x="87103" y="629"/>
                    <a:pt x="104036" y="8208"/>
                    <a:pt x="116310" y="20482"/>
                  </a:cubicBezTo>
                  <a:cubicBezTo>
                    <a:pt x="128584" y="32720"/>
                    <a:pt x="136163" y="49652"/>
                    <a:pt x="136163" y="68397"/>
                  </a:cubicBezTo>
                  <a:cubicBezTo>
                    <a:pt x="136163" y="71327"/>
                    <a:pt x="135956" y="74223"/>
                    <a:pt x="135608" y="77085"/>
                  </a:cubicBezTo>
                  <a:lnTo>
                    <a:pt x="1184" y="77085"/>
                  </a:lnTo>
                  <a:cubicBezTo>
                    <a:pt x="836" y="74223"/>
                    <a:pt x="629" y="71327"/>
                    <a:pt x="629" y="68397"/>
                  </a:cubicBezTo>
                  <a:cubicBezTo>
                    <a:pt x="629" y="49652"/>
                    <a:pt x="8208" y="32720"/>
                    <a:pt x="20482" y="20482"/>
                  </a:cubicBezTo>
                  <a:cubicBezTo>
                    <a:pt x="32756" y="8208"/>
                    <a:pt x="49689" y="629"/>
                    <a:pt x="68396" y="629"/>
                  </a:cubicBezTo>
                  <a:close/>
                  <a:moveTo>
                    <a:pt x="68396" y="1"/>
                  </a:moveTo>
                  <a:cubicBezTo>
                    <a:pt x="30612" y="1"/>
                    <a:pt x="0" y="30612"/>
                    <a:pt x="0" y="68397"/>
                  </a:cubicBezTo>
                  <a:cubicBezTo>
                    <a:pt x="0" y="71465"/>
                    <a:pt x="222" y="74497"/>
                    <a:pt x="629" y="77454"/>
                  </a:cubicBezTo>
                  <a:cubicBezTo>
                    <a:pt x="629" y="77602"/>
                    <a:pt x="777" y="77713"/>
                    <a:pt x="925" y="77713"/>
                  </a:cubicBezTo>
                  <a:lnTo>
                    <a:pt x="135867" y="77713"/>
                  </a:lnTo>
                  <a:cubicBezTo>
                    <a:pt x="136015" y="77713"/>
                    <a:pt x="136163" y="77602"/>
                    <a:pt x="136163" y="77454"/>
                  </a:cubicBezTo>
                  <a:cubicBezTo>
                    <a:pt x="136570" y="74497"/>
                    <a:pt x="136755" y="71465"/>
                    <a:pt x="136755" y="68397"/>
                  </a:cubicBezTo>
                  <a:cubicBezTo>
                    <a:pt x="136755" y="30612"/>
                    <a:pt x="106143" y="1"/>
                    <a:pt x="68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4513;p64">
              <a:extLst>
                <a:ext uri="{FF2B5EF4-FFF2-40B4-BE49-F238E27FC236}">
                  <a16:creationId xmlns:a16="http://schemas.microsoft.com/office/drawing/2014/main" id="{356A0107-1534-3D3F-ED93-0A4CD02621FE}"/>
                </a:ext>
              </a:extLst>
            </p:cNvPr>
            <p:cNvSpPr/>
            <p:nvPr/>
          </p:nvSpPr>
          <p:spPr>
            <a:xfrm>
              <a:off x="2028475" y="3650500"/>
              <a:ext cx="3505750" cy="644250"/>
            </a:xfrm>
            <a:custGeom>
              <a:avLst/>
              <a:gdLst/>
              <a:ahLst/>
              <a:cxnLst/>
              <a:rect l="l" t="t" r="r" b="b"/>
              <a:pathLst>
                <a:path w="140230" h="25770" extrusionOk="0">
                  <a:moveTo>
                    <a:pt x="0" y="1"/>
                  </a:moveTo>
                  <a:lnTo>
                    <a:pt x="0" y="25769"/>
                  </a:lnTo>
                  <a:lnTo>
                    <a:pt x="140230" y="25769"/>
                  </a:lnTo>
                  <a:lnTo>
                    <a:pt x="1402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4514;p64">
              <a:extLst>
                <a:ext uri="{FF2B5EF4-FFF2-40B4-BE49-F238E27FC236}">
                  <a16:creationId xmlns:a16="http://schemas.microsoft.com/office/drawing/2014/main" id="{C8400E6D-4423-9E73-2753-F028906564F9}"/>
                </a:ext>
              </a:extLst>
            </p:cNvPr>
            <p:cNvSpPr/>
            <p:nvPr/>
          </p:nvSpPr>
          <p:spPr>
            <a:xfrm>
              <a:off x="2021075" y="3643125"/>
              <a:ext cx="3521475" cy="659025"/>
            </a:xfrm>
            <a:custGeom>
              <a:avLst/>
              <a:gdLst/>
              <a:ahLst/>
              <a:cxnLst/>
              <a:rect l="l" t="t" r="r" b="b"/>
              <a:pathLst>
                <a:path w="140859" h="26361" extrusionOk="0">
                  <a:moveTo>
                    <a:pt x="140230" y="629"/>
                  </a:moveTo>
                  <a:lnTo>
                    <a:pt x="140230" y="25732"/>
                  </a:lnTo>
                  <a:lnTo>
                    <a:pt x="592" y="25732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26064"/>
                  </a:lnTo>
                  <a:cubicBezTo>
                    <a:pt x="0" y="26138"/>
                    <a:pt x="37" y="26212"/>
                    <a:pt x="74" y="26286"/>
                  </a:cubicBezTo>
                  <a:cubicBezTo>
                    <a:pt x="148" y="26323"/>
                    <a:pt x="222" y="26360"/>
                    <a:pt x="296" y="26360"/>
                  </a:cubicBezTo>
                  <a:lnTo>
                    <a:pt x="140526" y="26360"/>
                  </a:lnTo>
                  <a:cubicBezTo>
                    <a:pt x="140637" y="26360"/>
                    <a:pt x="140711" y="26323"/>
                    <a:pt x="140747" y="26286"/>
                  </a:cubicBezTo>
                  <a:cubicBezTo>
                    <a:pt x="140821" y="26212"/>
                    <a:pt x="140858" y="26138"/>
                    <a:pt x="140858" y="26064"/>
                  </a:cubicBezTo>
                  <a:lnTo>
                    <a:pt x="140858" y="296"/>
                  </a:lnTo>
                  <a:cubicBezTo>
                    <a:pt x="140858" y="222"/>
                    <a:pt x="140821" y="148"/>
                    <a:pt x="140747" y="74"/>
                  </a:cubicBezTo>
                  <a:cubicBezTo>
                    <a:pt x="140711" y="37"/>
                    <a:pt x="140637" y="0"/>
                    <a:pt x="140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4515;p64">
              <a:extLst>
                <a:ext uri="{FF2B5EF4-FFF2-40B4-BE49-F238E27FC236}">
                  <a16:creationId xmlns:a16="http://schemas.microsoft.com/office/drawing/2014/main" id="{A45B1D7D-C21C-8C22-3A49-A48D87D92B60}"/>
                </a:ext>
              </a:extLst>
            </p:cNvPr>
            <p:cNvSpPr/>
            <p:nvPr/>
          </p:nvSpPr>
          <p:spPr>
            <a:xfrm>
              <a:off x="3464775" y="920225"/>
              <a:ext cx="596175" cy="1592525"/>
            </a:xfrm>
            <a:custGeom>
              <a:avLst/>
              <a:gdLst/>
              <a:ahLst/>
              <a:cxnLst/>
              <a:rect l="l" t="t" r="r" b="b"/>
              <a:pathLst>
                <a:path w="23847" h="63701" extrusionOk="0">
                  <a:moveTo>
                    <a:pt x="0" y="0"/>
                  </a:moveTo>
                  <a:lnTo>
                    <a:pt x="0" y="63701"/>
                  </a:lnTo>
                  <a:lnTo>
                    <a:pt x="23847" y="63701"/>
                  </a:lnTo>
                  <a:lnTo>
                    <a:pt x="23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4516;p64">
              <a:extLst>
                <a:ext uri="{FF2B5EF4-FFF2-40B4-BE49-F238E27FC236}">
                  <a16:creationId xmlns:a16="http://schemas.microsoft.com/office/drawing/2014/main" id="{13A5BCE9-7789-115D-6891-09A7C73A4CC5}"/>
                </a:ext>
              </a:extLst>
            </p:cNvPr>
            <p:cNvSpPr/>
            <p:nvPr/>
          </p:nvSpPr>
          <p:spPr>
            <a:xfrm>
              <a:off x="3457375" y="912825"/>
              <a:ext cx="611900" cy="1607325"/>
            </a:xfrm>
            <a:custGeom>
              <a:avLst/>
              <a:gdLst/>
              <a:ahLst/>
              <a:cxnLst/>
              <a:rect l="l" t="t" r="r" b="b"/>
              <a:pathLst>
                <a:path w="24476" h="64293" extrusionOk="0">
                  <a:moveTo>
                    <a:pt x="23847" y="592"/>
                  </a:moveTo>
                  <a:lnTo>
                    <a:pt x="23847" y="63664"/>
                  </a:lnTo>
                  <a:lnTo>
                    <a:pt x="629" y="63664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3" y="1"/>
                    <a:pt x="149" y="38"/>
                    <a:pt x="75" y="75"/>
                  </a:cubicBezTo>
                  <a:cubicBezTo>
                    <a:pt x="38" y="149"/>
                    <a:pt x="1" y="222"/>
                    <a:pt x="1" y="296"/>
                  </a:cubicBezTo>
                  <a:lnTo>
                    <a:pt x="1" y="63997"/>
                  </a:lnTo>
                  <a:cubicBezTo>
                    <a:pt x="1" y="64071"/>
                    <a:pt x="38" y="64145"/>
                    <a:pt x="75" y="64219"/>
                  </a:cubicBezTo>
                  <a:cubicBezTo>
                    <a:pt x="149" y="64256"/>
                    <a:pt x="223" y="64293"/>
                    <a:pt x="296" y="64293"/>
                  </a:cubicBezTo>
                  <a:lnTo>
                    <a:pt x="24143" y="64293"/>
                  </a:lnTo>
                  <a:cubicBezTo>
                    <a:pt x="24253" y="64293"/>
                    <a:pt x="24327" y="64256"/>
                    <a:pt x="24364" y="64219"/>
                  </a:cubicBezTo>
                  <a:cubicBezTo>
                    <a:pt x="24438" y="64145"/>
                    <a:pt x="24475" y="64071"/>
                    <a:pt x="24475" y="63997"/>
                  </a:cubicBezTo>
                  <a:lnTo>
                    <a:pt x="24475" y="296"/>
                  </a:lnTo>
                  <a:cubicBezTo>
                    <a:pt x="24475" y="222"/>
                    <a:pt x="24438" y="149"/>
                    <a:pt x="24364" y="75"/>
                  </a:cubicBezTo>
                  <a:cubicBezTo>
                    <a:pt x="24327" y="38"/>
                    <a:pt x="24253" y="1"/>
                    <a:pt x="24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4517;p64">
              <a:extLst>
                <a:ext uri="{FF2B5EF4-FFF2-40B4-BE49-F238E27FC236}">
                  <a16:creationId xmlns:a16="http://schemas.microsoft.com/office/drawing/2014/main" id="{CCB1B5D8-AA0B-DB6C-DD3A-7ABB04FF7E23}"/>
                </a:ext>
              </a:extLst>
            </p:cNvPr>
            <p:cNvSpPr/>
            <p:nvPr/>
          </p:nvSpPr>
          <p:spPr>
            <a:xfrm>
              <a:off x="3464775" y="920225"/>
              <a:ext cx="596175" cy="1349450"/>
            </a:xfrm>
            <a:custGeom>
              <a:avLst/>
              <a:gdLst/>
              <a:ahLst/>
              <a:cxnLst/>
              <a:rect l="l" t="t" r="r" b="b"/>
              <a:pathLst>
                <a:path w="23847" h="53978" extrusionOk="0">
                  <a:moveTo>
                    <a:pt x="0" y="0"/>
                  </a:moveTo>
                  <a:lnTo>
                    <a:pt x="0" y="53978"/>
                  </a:lnTo>
                  <a:lnTo>
                    <a:pt x="23847" y="53978"/>
                  </a:lnTo>
                  <a:lnTo>
                    <a:pt x="2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4518;p64">
              <a:extLst>
                <a:ext uri="{FF2B5EF4-FFF2-40B4-BE49-F238E27FC236}">
                  <a16:creationId xmlns:a16="http://schemas.microsoft.com/office/drawing/2014/main" id="{4A13F031-29C6-3888-229E-89A29CC7AC4F}"/>
                </a:ext>
              </a:extLst>
            </p:cNvPr>
            <p:cNvSpPr/>
            <p:nvPr/>
          </p:nvSpPr>
          <p:spPr>
            <a:xfrm>
              <a:off x="3457375" y="912825"/>
              <a:ext cx="611900" cy="1365175"/>
            </a:xfrm>
            <a:custGeom>
              <a:avLst/>
              <a:gdLst/>
              <a:ahLst/>
              <a:cxnLst/>
              <a:rect l="l" t="t" r="r" b="b"/>
              <a:pathLst>
                <a:path w="24476" h="54607" extrusionOk="0">
                  <a:moveTo>
                    <a:pt x="23847" y="592"/>
                  </a:moveTo>
                  <a:lnTo>
                    <a:pt x="23847" y="53978"/>
                  </a:lnTo>
                  <a:lnTo>
                    <a:pt x="629" y="53978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3" y="1"/>
                    <a:pt x="149" y="38"/>
                    <a:pt x="75" y="75"/>
                  </a:cubicBezTo>
                  <a:cubicBezTo>
                    <a:pt x="38" y="149"/>
                    <a:pt x="1" y="222"/>
                    <a:pt x="1" y="296"/>
                  </a:cubicBezTo>
                  <a:lnTo>
                    <a:pt x="1" y="54274"/>
                  </a:lnTo>
                  <a:cubicBezTo>
                    <a:pt x="1" y="54385"/>
                    <a:pt x="38" y="54458"/>
                    <a:pt x="75" y="54495"/>
                  </a:cubicBezTo>
                  <a:cubicBezTo>
                    <a:pt x="149" y="54569"/>
                    <a:pt x="223" y="54606"/>
                    <a:pt x="296" y="54606"/>
                  </a:cubicBezTo>
                  <a:lnTo>
                    <a:pt x="24143" y="54606"/>
                  </a:lnTo>
                  <a:cubicBezTo>
                    <a:pt x="24253" y="54606"/>
                    <a:pt x="24327" y="54569"/>
                    <a:pt x="24364" y="54495"/>
                  </a:cubicBezTo>
                  <a:cubicBezTo>
                    <a:pt x="24438" y="54458"/>
                    <a:pt x="24475" y="54385"/>
                    <a:pt x="24475" y="54274"/>
                  </a:cubicBezTo>
                  <a:lnTo>
                    <a:pt x="24475" y="296"/>
                  </a:lnTo>
                  <a:cubicBezTo>
                    <a:pt x="24475" y="222"/>
                    <a:pt x="24438" y="149"/>
                    <a:pt x="24364" y="75"/>
                  </a:cubicBezTo>
                  <a:cubicBezTo>
                    <a:pt x="24327" y="38"/>
                    <a:pt x="24253" y="1"/>
                    <a:pt x="24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4519;p64">
              <a:extLst>
                <a:ext uri="{FF2B5EF4-FFF2-40B4-BE49-F238E27FC236}">
                  <a16:creationId xmlns:a16="http://schemas.microsoft.com/office/drawing/2014/main" id="{79E0614D-4746-1B06-F321-FD9380323682}"/>
                </a:ext>
              </a:extLst>
            </p:cNvPr>
            <p:cNvSpPr/>
            <p:nvPr/>
          </p:nvSpPr>
          <p:spPr>
            <a:xfrm>
              <a:off x="2712425" y="920225"/>
              <a:ext cx="2101800" cy="1269975"/>
            </a:xfrm>
            <a:custGeom>
              <a:avLst/>
              <a:gdLst/>
              <a:ahLst/>
              <a:cxnLst/>
              <a:rect l="l" t="t" r="r" b="b"/>
              <a:pathLst>
                <a:path w="84072" h="50799" extrusionOk="0">
                  <a:moveTo>
                    <a:pt x="0" y="0"/>
                  </a:moveTo>
                  <a:lnTo>
                    <a:pt x="0" y="44365"/>
                  </a:lnTo>
                  <a:cubicBezTo>
                    <a:pt x="0" y="47914"/>
                    <a:pt x="2884" y="50798"/>
                    <a:pt x="6433" y="50798"/>
                  </a:cubicBezTo>
                  <a:lnTo>
                    <a:pt x="77639" y="50798"/>
                  </a:lnTo>
                  <a:cubicBezTo>
                    <a:pt x="81188" y="50798"/>
                    <a:pt x="84072" y="47914"/>
                    <a:pt x="84072" y="44365"/>
                  </a:cubicBezTo>
                  <a:lnTo>
                    <a:pt x="840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4520;p64">
              <a:extLst>
                <a:ext uri="{FF2B5EF4-FFF2-40B4-BE49-F238E27FC236}">
                  <a16:creationId xmlns:a16="http://schemas.microsoft.com/office/drawing/2014/main" id="{DB07D1C2-1E8A-905C-F0CD-B7C73FF85CB6}"/>
                </a:ext>
              </a:extLst>
            </p:cNvPr>
            <p:cNvSpPr/>
            <p:nvPr/>
          </p:nvSpPr>
          <p:spPr>
            <a:xfrm>
              <a:off x="2705025" y="912825"/>
              <a:ext cx="2116600" cy="1284750"/>
            </a:xfrm>
            <a:custGeom>
              <a:avLst/>
              <a:gdLst/>
              <a:ahLst/>
              <a:cxnLst/>
              <a:rect l="l" t="t" r="r" b="b"/>
              <a:pathLst>
                <a:path w="84664" h="51390" extrusionOk="0">
                  <a:moveTo>
                    <a:pt x="84072" y="592"/>
                  </a:moveTo>
                  <a:lnTo>
                    <a:pt x="84072" y="44661"/>
                  </a:lnTo>
                  <a:cubicBezTo>
                    <a:pt x="84072" y="46362"/>
                    <a:pt x="83369" y="47878"/>
                    <a:pt x="82260" y="48987"/>
                  </a:cubicBezTo>
                  <a:cubicBezTo>
                    <a:pt x="81151" y="50096"/>
                    <a:pt x="79635" y="50761"/>
                    <a:pt x="77935" y="50761"/>
                  </a:cubicBezTo>
                  <a:lnTo>
                    <a:pt x="6729" y="50761"/>
                  </a:lnTo>
                  <a:cubicBezTo>
                    <a:pt x="5029" y="50761"/>
                    <a:pt x="3513" y="50096"/>
                    <a:pt x="2404" y="48987"/>
                  </a:cubicBezTo>
                  <a:cubicBezTo>
                    <a:pt x="1295" y="47878"/>
                    <a:pt x="592" y="46362"/>
                    <a:pt x="592" y="44661"/>
                  </a:cubicBezTo>
                  <a:lnTo>
                    <a:pt x="592" y="592"/>
                  </a:lnTo>
                  <a:close/>
                  <a:moveTo>
                    <a:pt x="296" y="1"/>
                  </a:moveTo>
                  <a:cubicBezTo>
                    <a:pt x="222" y="1"/>
                    <a:pt x="112" y="38"/>
                    <a:pt x="75" y="75"/>
                  </a:cubicBezTo>
                  <a:cubicBezTo>
                    <a:pt x="1" y="149"/>
                    <a:pt x="1" y="222"/>
                    <a:pt x="1" y="296"/>
                  </a:cubicBezTo>
                  <a:lnTo>
                    <a:pt x="1" y="44661"/>
                  </a:lnTo>
                  <a:cubicBezTo>
                    <a:pt x="1" y="48358"/>
                    <a:pt x="2995" y="51390"/>
                    <a:pt x="6729" y="51390"/>
                  </a:cubicBezTo>
                  <a:lnTo>
                    <a:pt x="77935" y="51390"/>
                  </a:lnTo>
                  <a:cubicBezTo>
                    <a:pt x="81669" y="51390"/>
                    <a:pt x="84663" y="48358"/>
                    <a:pt x="84663" y="44661"/>
                  </a:cubicBezTo>
                  <a:lnTo>
                    <a:pt x="84663" y="296"/>
                  </a:lnTo>
                  <a:cubicBezTo>
                    <a:pt x="84663" y="222"/>
                    <a:pt x="84626" y="149"/>
                    <a:pt x="84589" y="75"/>
                  </a:cubicBezTo>
                  <a:cubicBezTo>
                    <a:pt x="84515" y="38"/>
                    <a:pt x="84441" y="1"/>
                    <a:pt x="84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4521;p64">
              <a:extLst>
                <a:ext uri="{FF2B5EF4-FFF2-40B4-BE49-F238E27FC236}">
                  <a16:creationId xmlns:a16="http://schemas.microsoft.com/office/drawing/2014/main" id="{92BEAF24-748F-0DE2-F7EC-D165679B3F0A}"/>
                </a:ext>
              </a:extLst>
            </p:cNvPr>
            <p:cNvSpPr/>
            <p:nvPr/>
          </p:nvSpPr>
          <p:spPr>
            <a:xfrm>
              <a:off x="2535900" y="774200"/>
              <a:ext cx="2453925" cy="1269025"/>
            </a:xfrm>
            <a:custGeom>
              <a:avLst/>
              <a:gdLst/>
              <a:ahLst/>
              <a:cxnLst/>
              <a:rect l="l" t="t" r="r" b="b"/>
              <a:pathLst>
                <a:path w="98157" h="50761" extrusionOk="0">
                  <a:moveTo>
                    <a:pt x="3327" y="0"/>
                  </a:moveTo>
                  <a:cubicBezTo>
                    <a:pt x="1516" y="0"/>
                    <a:pt x="0" y="1479"/>
                    <a:pt x="0" y="3290"/>
                  </a:cubicBezTo>
                  <a:lnTo>
                    <a:pt x="0" y="47433"/>
                  </a:lnTo>
                  <a:cubicBezTo>
                    <a:pt x="0" y="49282"/>
                    <a:pt x="1516" y="50761"/>
                    <a:pt x="3327" y="50761"/>
                  </a:cubicBezTo>
                  <a:lnTo>
                    <a:pt x="94867" y="50761"/>
                  </a:lnTo>
                  <a:cubicBezTo>
                    <a:pt x="96678" y="50761"/>
                    <a:pt x="98157" y="49282"/>
                    <a:pt x="98157" y="47433"/>
                  </a:cubicBezTo>
                  <a:lnTo>
                    <a:pt x="98157" y="3290"/>
                  </a:lnTo>
                  <a:cubicBezTo>
                    <a:pt x="98157" y="1479"/>
                    <a:pt x="96678" y="0"/>
                    <a:pt x="94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4522;p64">
              <a:extLst>
                <a:ext uri="{FF2B5EF4-FFF2-40B4-BE49-F238E27FC236}">
                  <a16:creationId xmlns:a16="http://schemas.microsoft.com/office/drawing/2014/main" id="{BA8FDD95-4E2F-72C3-3B08-C95BD71A62D2}"/>
                </a:ext>
              </a:extLst>
            </p:cNvPr>
            <p:cNvSpPr/>
            <p:nvPr/>
          </p:nvSpPr>
          <p:spPr>
            <a:xfrm>
              <a:off x="2528500" y="765875"/>
              <a:ext cx="2469650" cy="1284750"/>
            </a:xfrm>
            <a:custGeom>
              <a:avLst/>
              <a:gdLst/>
              <a:ahLst/>
              <a:cxnLst/>
              <a:rect l="l" t="t" r="r" b="b"/>
              <a:pathLst>
                <a:path w="98786" h="51390" extrusionOk="0">
                  <a:moveTo>
                    <a:pt x="95163" y="629"/>
                  </a:moveTo>
                  <a:cubicBezTo>
                    <a:pt x="95976" y="629"/>
                    <a:pt x="96715" y="962"/>
                    <a:pt x="97270" y="1516"/>
                  </a:cubicBezTo>
                  <a:cubicBezTo>
                    <a:pt x="97824" y="2034"/>
                    <a:pt x="98157" y="2810"/>
                    <a:pt x="98157" y="3623"/>
                  </a:cubicBezTo>
                  <a:lnTo>
                    <a:pt x="98157" y="47766"/>
                  </a:lnTo>
                  <a:cubicBezTo>
                    <a:pt x="98157" y="48617"/>
                    <a:pt x="97824" y="49356"/>
                    <a:pt x="97270" y="49911"/>
                  </a:cubicBezTo>
                  <a:cubicBezTo>
                    <a:pt x="96715" y="50428"/>
                    <a:pt x="95976" y="50798"/>
                    <a:pt x="95163" y="50798"/>
                  </a:cubicBezTo>
                  <a:lnTo>
                    <a:pt x="3623" y="50798"/>
                  </a:lnTo>
                  <a:cubicBezTo>
                    <a:pt x="2810" y="50798"/>
                    <a:pt x="2034" y="50428"/>
                    <a:pt x="1516" y="49911"/>
                  </a:cubicBezTo>
                  <a:cubicBezTo>
                    <a:pt x="962" y="49356"/>
                    <a:pt x="629" y="48617"/>
                    <a:pt x="629" y="47766"/>
                  </a:cubicBezTo>
                  <a:lnTo>
                    <a:pt x="629" y="3623"/>
                  </a:lnTo>
                  <a:cubicBezTo>
                    <a:pt x="629" y="2810"/>
                    <a:pt x="962" y="2034"/>
                    <a:pt x="1516" y="1516"/>
                  </a:cubicBezTo>
                  <a:cubicBezTo>
                    <a:pt x="2034" y="962"/>
                    <a:pt x="2810" y="629"/>
                    <a:pt x="3623" y="629"/>
                  </a:cubicBezTo>
                  <a:close/>
                  <a:moveTo>
                    <a:pt x="3623" y="0"/>
                  </a:moveTo>
                  <a:cubicBezTo>
                    <a:pt x="1627" y="0"/>
                    <a:pt x="0" y="1627"/>
                    <a:pt x="0" y="3623"/>
                  </a:cubicBezTo>
                  <a:lnTo>
                    <a:pt x="0" y="47766"/>
                  </a:lnTo>
                  <a:cubicBezTo>
                    <a:pt x="0" y="49763"/>
                    <a:pt x="1627" y="51390"/>
                    <a:pt x="3623" y="51390"/>
                  </a:cubicBezTo>
                  <a:lnTo>
                    <a:pt x="95163" y="51390"/>
                  </a:lnTo>
                  <a:cubicBezTo>
                    <a:pt x="97159" y="51390"/>
                    <a:pt x="98786" y="49763"/>
                    <a:pt x="98786" y="47766"/>
                  </a:cubicBezTo>
                  <a:lnTo>
                    <a:pt x="98786" y="3623"/>
                  </a:lnTo>
                  <a:cubicBezTo>
                    <a:pt x="98786" y="1627"/>
                    <a:pt x="97159" y="0"/>
                    <a:pt x="95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4523;p64">
              <a:extLst>
                <a:ext uri="{FF2B5EF4-FFF2-40B4-BE49-F238E27FC236}">
                  <a16:creationId xmlns:a16="http://schemas.microsoft.com/office/drawing/2014/main" id="{10AB5F42-8FD0-95F6-E08F-4E080FD9288D}"/>
                </a:ext>
              </a:extLst>
            </p:cNvPr>
            <p:cNvSpPr/>
            <p:nvPr/>
          </p:nvSpPr>
          <p:spPr>
            <a:xfrm>
              <a:off x="2673600" y="862000"/>
              <a:ext cx="2179450" cy="1093425"/>
            </a:xfrm>
            <a:custGeom>
              <a:avLst/>
              <a:gdLst/>
              <a:ahLst/>
              <a:cxnLst/>
              <a:rect l="l" t="t" r="r" b="b"/>
              <a:pathLst>
                <a:path w="87178" h="43737" extrusionOk="0">
                  <a:moveTo>
                    <a:pt x="2552" y="0"/>
                  </a:moveTo>
                  <a:cubicBezTo>
                    <a:pt x="1147" y="0"/>
                    <a:pt x="1" y="1146"/>
                    <a:pt x="1" y="2588"/>
                  </a:cubicBezTo>
                  <a:lnTo>
                    <a:pt x="1" y="41149"/>
                  </a:lnTo>
                  <a:cubicBezTo>
                    <a:pt x="1" y="42554"/>
                    <a:pt x="1147" y="43737"/>
                    <a:pt x="2552" y="43737"/>
                  </a:cubicBezTo>
                  <a:lnTo>
                    <a:pt x="84589" y="43737"/>
                  </a:lnTo>
                  <a:cubicBezTo>
                    <a:pt x="86031" y="43737"/>
                    <a:pt x="87177" y="42554"/>
                    <a:pt x="87177" y="41149"/>
                  </a:cubicBezTo>
                  <a:lnTo>
                    <a:pt x="87177" y="2588"/>
                  </a:lnTo>
                  <a:cubicBezTo>
                    <a:pt x="87177" y="1146"/>
                    <a:pt x="86031" y="0"/>
                    <a:pt x="84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4524;p64">
              <a:extLst>
                <a:ext uri="{FF2B5EF4-FFF2-40B4-BE49-F238E27FC236}">
                  <a16:creationId xmlns:a16="http://schemas.microsoft.com/office/drawing/2014/main" id="{0E3932F4-3DD6-5DA3-B538-5D08DEFD39FF}"/>
                </a:ext>
              </a:extLst>
            </p:cNvPr>
            <p:cNvSpPr/>
            <p:nvPr/>
          </p:nvSpPr>
          <p:spPr>
            <a:xfrm>
              <a:off x="2665275" y="853675"/>
              <a:ext cx="2196100" cy="1109150"/>
            </a:xfrm>
            <a:custGeom>
              <a:avLst/>
              <a:gdLst/>
              <a:ahLst/>
              <a:cxnLst/>
              <a:rect l="l" t="t" r="r" b="b"/>
              <a:pathLst>
                <a:path w="87844" h="44366" extrusionOk="0">
                  <a:moveTo>
                    <a:pt x="84922" y="629"/>
                  </a:moveTo>
                  <a:cubicBezTo>
                    <a:pt x="86179" y="629"/>
                    <a:pt x="87215" y="1664"/>
                    <a:pt x="87215" y="2921"/>
                  </a:cubicBezTo>
                  <a:lnTo>
                    <a:pt x="87215" y="41482"/>
                  </a:lnTo>
                  <a:cubicBezTo>
                    <a:pt x="87215" y="42739"/>
                    <a:pt x="86179" y="43737"/>
                    <a:pt x="84922" y="43737"/>
                  </a:cubicBezTo>
                  <a:lnTo>
                    <a:pt x="2885" y="43737"/>
                  </a:lnTo>
                  <a:cubicBezTo>
                    <a:pt x="1628" y="43737"/>
                    <a:pt x="629" y="42739"/>
                    <a:pt x="629" y="41482"/>
                  </a:cubicBezTo>
                  <a:lnTo>
                    <a:pt x="629" y="2921"/>
                  </a:lnTo>
                  <a:cubicBezTo>
                    <a:pt x="629" y="1664"/>
                    <a:pt x="1628" y="629"/>
                    <a:pt x="2885" y="629"/>
                  </a:cubicBezTo>
                  <a:close/>
                  <a:moveTo>
                    <a:pt x="2885" y="0"/>
                  </a:moveTo>
                  <a:cubicBezTo>
                    <a:pt x="1295" y="0"/>
                    <a:pt x="1" y="1294"/>
                    <a:pt x="1" y="2921"/>
                  </a:cubicBezTo>
                  <a:lnTo>
                    <a:pt x="1" y="41482"/>
                  </a:lnTo>
                  <a:cubicBezTo>
                    <a:pt x="1" y="43071"/>
                    <a:pt x="1295" y="44365"/>
                    <a:pt x="2885" y="44365"/>
                  </a:cubicBezTo>
                  <a:lnTo>
                    <a:pt x="84922" y="44365"/>
                  </a:lnTo>
                  <a:cubicBezTo>
                    <a:pt x="86549" y="44365"/>
                    <a:pt x="87843" y="43071"/>
                    <a:pt x="87843" y="41482"/>
                  </a:cubicBezTo>
                  <a:lnTo>
                    <a:pt x="87843" y="2921"/>
                  </a:lnTo>
                  <a:cubicBezTo>
                    <a:pt x="87843" y="1294"/>
                    <a:pt x="86549" y="0"/>
                    <a:pt x="84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4525;p64">
              <a:extLst>
                <a:ext uri="{FF2B5EF4-FFF2-40B4-BE49-F238E27FC236}">
                  <a16:creationId xmlns:a16="http://schemas.microsoft.com/office/drawing/2014/main" id="{1FA4494C-CAFC-8CEB-6B6E-3BB8D53BE4F2}"/>
                </a:ext>
              </a:extLst>
            </p:cNvPr>
            <p:cNvSpPr/>
            <p:nvPr/>
          </p:nvSpPr>
          <p:spPr>
            <a:xfrm>
              <a:off x="4701450" y="975675"/>
              <a:ext cx="62875" cy="15750"/>
            </a:xfrm>
            <a:custGeom>
              <a:avLst/>
              <a:gdLst/>
              <a:ahLst/>
              <a:cxnLst/>
              <a:rect l="l" t="t" r="r" b="b"/>
              <a:pathLst>
                <a:path w="2515" h="630" extrusionOk="0">
                  <a:moveTo>
                    <a:pt x="296" y="1"/>
                  </a:moveTo>
                  <a:cubicBezTo>
                    <a:pt x="111" y="1"/>
                    <a:pt x="0" y="149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218" y="629"/>
                  </a:lnTo>
                  <a:cubicBezTo>
                    <a:pt x="2366" y="629"/>
                    <a:pt x="2514" y="481"/>
                    <a:pt x="2514" y="296"/>
                  </a:cubicBezTo>
                  <a:cubicBezTo>
                    <a:pt x="2514" y="149"/>
                    <a:pt x="2366" y="1"/>
                    <a:pt x="2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4526;p64">
              <a:extLst>
                <a:ext uri="{FF2B5EF4-FFF2-40B4-BE49-F238E27FC236}">
                  <a16:creationId xmlns:a16="http://schemas.microsoft.com/office/drawing/2014/main" id="{6F7FDB53-F896-B3B9-756C-4FAF23AF6406}"/>
                </a:ext>
              </a:extLst>
            </p:cNvPr>
            <p:cNvSpPr/>
            <p:nvPr/>
          </p:nvSpPr>
          <p:spPr>
            <a:xfrm>
              <a:off x="4382575" y="975675"/>
              <a:ext cx="274525" cy="15750"/>
            </a:xfrm>
            <a:custGeom>
              <a:avLst/>
              <a:gdLst/>
              <a:ahLst/>
              <a:cxnLst/>
              <a:rect l="l" t="t" r="r" b="b"/>
              <a:pathLst>
                <a:path w="1098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10685" y="629"/>
                  </a:lnTo>
                  <a:cubicBezTo>
                    <a:pt x="10833" y="629"/>
                    <a:pt x="10981" y="481"/>
                    <a:pt x="10981" y="296"/>
                  </a:cubicBezTo>
                  <a:cubicBezTo>
                    <a:pt x="10981" y="149"/>
                    <a:pt x="10833" y="1"/>
                    <a:pt x="10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4527;p64">
              <a:extLst>
                <a:ext uri="{FF2B5EF4-FFF2-40B4-BE49-F238E27FC236}">
                  <a16:creationId xmlns:a16="http://schemas.microsoft.com/office/drawing/2014/main" id="{920F200F-70C5-D2D8-D4BB-E6ED556E0ADF}"/>
                </a:ext>
              </a:extLst>
            </p:cNvPr>
            <p:cNvSpPr/>
            <p:nvPr/>
          </p:nvSpPr>
          <p:spPr>
            <a:xfrm>
              <a:off x="3640375" y="975675"/>
              <a:ext cx="672900" cy="15750"/>
            </a:xfrm>
            <a:custGeom>
              <a:avLst/>
              <a:gdLst/>
              <a:ahLst/>
              <a:cxnLst/>
              <a:rect l="l" t="t" r="r" b="b"/>
              <a:pathLst>
                <a:path w="26916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6620" y="629"/>
                  </a:lnTo>
                  <a:cubicBezTo>
                    <a:pt x="26805" y="629"/>
                    <a:pt x="26915" y="481"/>
                    <a:pt x="26915" y="296"/>
                  </a:cubicBezTo>
                  <a:cubicBezTo>
                    <a:pt x="26915" y="149"/>
                    <a:pt x="26805" y="1"/>
                    <a:pt x="26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4528;p64">
              <a:extLst>
                <a:ext uri="{FF2B5EF4-FFF2-40B4-BE49-F238E27FC236}">
                  <a16:creationId xmlns:a16="http://schemas.microsoft.com/office/drawing/2014/main" id="{6F9DA6A0-23C0-D61F-D7AD-951D601432E6}"/>
                </a:ext>
              </a:extLst>
            </p:cNvPr>
            <p:cNvSpPr/>
            <p:nvPr/>
          </p:nvSpPr>
          <p:spPr>
            <a:xfrm>
              <a:off x="2927775" y="975675"/>
              <a:ext cx="664575" cy="15750"/>
            </a:xfrm>
            <a:custGeom>
              <a:avLst/>
              <a:gdLst/>
              <a:ahLst/>
              <a:cxnLst/>
              <a:rect l="l" t="t" r="r" b="b"/>
              <a:pathLst>
                <a:path w="26583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6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26287" y="629"/>
                  </a:lnTo>
                  <a:cubicBezTo>
                    <a:pt x="26435" y="629"/>
                    <a:pt x="26582" y="481"/>
                    <a:pt x="26582" y="296"/>
                  </a:cubicBezTo>
                  <a:cubicBezTo>
                    <a:pt x="26582" y="149"/>
                    <a:pt x="26435" y="1"/>
                    <a:pt x="26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4529;p64">
              <a:extLst>
                <a:ext uri="{FF2B5EF4-FFF2-40B4-BE49-F238E27FC236}">
                  <a16:creationId xmlns:a16="http://schemas.microsoft.com/office/drawing/2014/main" id="{655DCC5C-437E-5865-683F-FE65DC017372}"/>
                </a:ext>
              </a:extLst>
            </p:cNvPr>
            <p:cNvSpPr/>
            <p:nvPr/>
          </p:nvSpPr>
          <p:spPr>
            <a:xfrm>
              <a:off x="2762325" y="975675"/>
              <a:ext cx="87850" cy="15750"/>
            </a:xfrm>
            <a:custGeom>
              <a:avLst/>
              <a:gdLst/>
              <a:ahLst/>
              <a:cxnLst/>
              <a:rect l="l" t="t" r="r" b="b"/>
              <a:pathLst>
                <a:path w="3514" h="630" extrusionOk="0">
                  <a:moveTo>
                    <a:pt x="297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3217" y="629"/>
                  </a:lnTo>
                  <a:cubicBezTo>
                    <a:pt x="3365" y="629"/>
                    <a:pt x="3513" y="481"/>
                    <a:pt x="3513" y="296"/>
                  </a:cubicBezTo>
                  <a:cubicBezTo>
                    <a:pt x="3513" y="149"/>
                    <a:pt x="3365" y="1"/>
                    <a:pt x="3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4530;p64">
              <a:extLst>
                <a:ext uri="{FF2B5EF4-FFF2-40B4-BE49-F238E27FC236}">
                  <a16:creationId xmlns:a16="http://schemas.microsoft.com/office/drawing/2014/main" id="{7E2762C3-1524-A7D5-93F4-2AB776F25D85}"/>
                </a:ext>
              </a:extLst>
            </p:cNvPr>
            <p:cNvSpPr/>
            <p:nvPr/>
          </p:nvSpPr>
          <p:spPr>
            <a:xfrm>
              <a:off x="4518425" y="1107850"/>
              <a:ext cx="245900" cy="14800"/>
            </a:xfrm>
            <a:custGeom>
              <a:avLst/>
              <a:gdLst/>
              <a:ahLst/>
              <a:cxnLst/>
              <a:rect l="l" t="t" r="r" b="b"/>
              <a:pathLst>
                <a:path w="9836" h="592" extrusionOk="0">
                  <a:moveTo>
                    <a:pt x="334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9539" y="592"/>
                  </a:lnTo>
                  <a:cubicBezTo>
                    <a:pt x="9687" y="592"/>
                    <a:pt x="9835" y="481"/>
                    <a:pt x="9835" y="296"/>
                  </a:cubicBezTo>
                  <a:cubicBezTo>
                    <a:pt x="9835" y="111"/>
                    <a:pt x="9687" y="0"/>
                    <a:pt x="9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4531;p64">
              <a:extLst>
                <a:ext uri="{FF2B5EF4-FFF2-40B4-BE49-F238E27FC236}">
                  <a16:creationId xmlns:a16="http://schemas.microsoft.com/office/drawing/2014/main" id="{0BC59142-9EE5-0FEC-0635-715276DED20B}"/>
                </a:ext>
              </a:extLst>
            </p:cNvPr>
            <p:cNvSpPr/>
            <p:nvPr/>
          </p:nvSpPr>
          <p:spPr>
            <a:xfrm>
              <a:off x="3946325" y="1107850"/>
              <a:ext cx="537025" cy="14800"/>
            </a:xfrm>
            <a:custGeom>
              <a:avLst/>
              <a:gdLst/>
              <a:ahLst/>
              <a:cxnLst/>
              <a:rect l="l" t="t" r="r" b="b"/>
              <a:pathLst>
                <a:path w="21481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21184" y="592"/>
                  </a:lnTo>
                  <a:cubicBezTo>
                    <a:pt x="21332" y="592"/>
                    <a:pt x="21480" y="481"/>
                    <a:pt x="21480" y="296"/>
                  </a:cubicBezTo>
                  <a:cubicBezTo>
                    <a:pt x="21480" y="111"/>
                    <a:pt x="21332" y="0"/>
                    <a:pt x="2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4532;p64">
              <a:extLst>
                <a:ext uri="{FF2B5EF4-FFF2-40B4-BE49-F238E27FC236}">
                  <a16:creationId xmlns:a16="http://schemas.microsoft.com/office/drawing/2014/main" id="{B8BDEED3-9054-D063-2994-F6DD61FE3332}"/>
                </a:ext>
              </a:extLst>
            </p:cNvPr>
            <p:cNvSpPr/>
            <p:nvPr/>
          </p:nvSpPr>
          <p:spPr>
            <a:xfrm>
              <a:off x="3805825" y="1107850"/>
              <a:ext cx="83200" cy="14800"/>
            </a:xfrm>
            <a:custGeom>
              <a:avLst/>
              <a:gdLst/>
              <a:ahLst/>
              <a:cxnLst/>
              <a:rect l="l" t="t" r="r" b="b"/>
              <a:pathLst>
                <a:path w="3328" h="592" extrusionOk="0">
                  <a:moveTo>
                    <a:pt x="333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333" y="592"/>
                  </a:cubicBezTo>
                  <a:lnTo>
                    <a:pt x="3032" y="592"/>
                  </a:lnTo>
                  <a:cubicBezTo>
                    <a:pt x="3217" y="592"/>
                    <a:pt x="3328" y="481"/>
                    <a:pt x="3328" y="296"/>
                  </a:cubicBezTo>
                  <a:cubicBezTo>
                    <a:pt x="3328" y="111"/>
                    <a:pt x="3217" y="0"/>
                    <a:pt x="3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4533;p64">
              <a:extLst>
                <a:ext uri="{FF2B5EF4-FFF2-40B4-BE49-F238E27FC236}">
                  <a16:creationId xmlns:a16="http://schemas.microsoft.com/office/drawing/2014/main" id="{5A2362EA-6A65-CC12-F6E0-FE9D1BD43ADB}"/>
                </a:ext>
              </a:extLst>
            </p:cNvPr>
            <p:cNvSpPr/>
            <p:nvPr/>
          </p:nvSpPr>
          <p:spPr>
            <a:xfrm>
              <a:off x="3653325" y="1107850"/>
              <a:ext cx="125725" cy="14800"/>
            </a:xfrm>
            <a:custGeom>
              <a:avLst/>
              <a:gdLst/>
              <a:ahLst/>
              <a:cxnLst/>
              <a:rect l="l" t="t" r="r" b="b"/>
              <a:pathLst>
                <a:path w="5029" h="592" extrusionOk="0">
                  <a:moveTo>
                    <a:pt x="296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4733" y="592"/>
                  </a:lnTo>
                  <a:cubicBezTo>
                    <a:pt x="4881" y="592"/>
                    <a:pt x="5028" y="481"/>
                    <a:pt x="5028" y="296"/>
                  </a:cubicBezTo>
                  <a:cubicBezTo>
                    <a:pt x="5028" y="111"/>
                    <a:pt x="4881" y="0"/>
                    <a:pt x="4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4534;p64">
              <a:extLst>
                <a:ext uri="{FF2B5EF4-FFF2-40B4-BE49-F238E27FC236}">
                  <a16:creationId xmlns:a16="http://schemas.microsoft.com/office/drawing/2014/main" id="{4A96644B-5CC1-9B9B-381D-BA0CE861AEBE}"/>
                </a:ext>
              </a:extLst>
            </p:cNvPr>
            <p:cNvSpPr/>
            <p:nvPr/>
          </p:nvSpPr>
          <p:spPr>
            <a:xfrm>
              <a:off x="3131125" y="1107850"/>
              <a:ext cx="490800" cy="14800"/>
            </a:xfrm>
            <a:custGeom>
              <a:avLst/>
              <a:gdLst/>
              <a:ahLst/>
              <a:cxnLst/>
              <a:rect l="l" t="t" r="r" b="b"/>
              <a:pathLst>
                <a:path w="19632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19336" y="592"/>
                  </a:lnTo>
                  <a:cubicBezTo>
                    <a:pt x="19484" y="592"/>
                    <a:pt x="19631" y="481"/>
                    <a:pt x="19631" y="296"/>
                  </a:cubicBezTo>
                  <a:cubicBezTo>
                    <a:pt x="19631" y="111"/>
                    <a:pt x="19484" y="0"/>
                    <a:pt x="19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4535;p64">
              <a:extLst>
                <a:ext uri="{FF2B5EF4-FFF2-40B4-BE49-F238E27FC236}">
                  <a16:creationId xmlns:a16="http://schemas.microsoft.com/office/drawing/2014/main" id="{57AB286F-3B3A-91FB-8300-5530EC1AF8DD}"/>
                </a:ext>
              </a:extLst>
            </p:cNvPr>
            <p:cNvSpPr/>
            <p:nvPr/>
          </p:nvSpPr>
          <p:spPr>
            <a:xfrm>
              <a:off x="2762325" y="1107850"/>
              <a:ext cx="320750" cy="14800"/>
            </a:xfrm>
            <a:custGeom>
              <a:avLst/>
              <a:gdLst/>
              <a:ahLst/>
              <a:cxnLst/>
              <a:rect l="l" t="t" r="r" b="b"/>
              <a:pathLst>
                <a:path w="12830" h="592" extrusionOk="0">
                  <a:moveTo>
                    <a:pt x="297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297" y="592"/>
                  </a:cubicBezTo>
                  <a:lnTo>
                    <a:pt x="12534" y="592"/>
                  </a:lnTo>
                  <a:cubicBezTo>
                    <a:pt x="12719" y="592"/>
                    <a:pt x="12830" y="481"/>
                    <a:pt x="12830" y="296"/>
                  </a:cubicBezTo>
                  <a:cubicBezTo>
                    <a:pt x="12830" y="111"/>
                    <a:pt x="12719" y="0"/>
                    <a:pt x="12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4536;p64">
              <a:extLst>
                <a:ext uri="{FF2B5EF4-FFF2-40B4-BE49-F238E27FC236}">
                  <a16:creationId xmlns:a16="http://schemas.microsoft.com/office/drawing/2014/main" id="{8B07C060-5271-3C26-6E1C-D4E5B32224EA}"/>
                </a:ext>
              </a:extLst>
            </p:cNvPr>
            <p:cNvSpPr/>
            <p:nvPr/>
          </p:nvSpPr>
          <p:spPr>
            <a:xfrm>
              <a:off x="4696825" y="1239100"/>
              <a:ext cx="67500" cy="15725"/>
            </a:xfrm>
            <a:custGeom>
              <a:avLst/>
              <a:gdLst/>
              <a:ahLst/>
              <a:cxnLst/>
              <a:rect l="l" t="t" r="r" b="b"/>
              <a:pathLst>
                <a:path w="270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2403" y="629"/>
                  </a:lnTo>
                  <a:cubicBezTo>
                    <a:pt x="2551" y="629"/>
                    <a:pt x="2699" y="481"/>
                    <a:pt x="2699" y="333"/>
                  </a:cubicBezTo>
                  <a:cubicBezTo>
                    <a:pt x="2699" y="148"/>
                    <a:pt x="2551" y="0"/>
                    <a:pt x="2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4537;p64">
              <a:extLst>
                <a:ext uri="{FF2B5EF4-FFF2-40B4-BE49-F238E27FC236}">
                  <a16:creationId xmlns:a16="http://schemas.microsoft.com/office/drawing/2014/main" id="{73F09823-31ED-38D2-F1DD-A566017A9D9F}"/>
                </a:ext>
              </a:extLst>
            </p:cNvPr>
            <p:cNvSpPr/>
            <p:nvPr/>
          </p:nvSpPr>
          <p:spPr>
            <a:xfrm>
              <a:off x="3585850" y="1239100"/>
              <a:ext cx="1058300" cy="15725"/>
            </a:xfrm>
            <a:custGeom>
              <a:avLst/>
              <a:gdLst/>
              <a:ahLst/>
              <a:cxnLst/>
              <a:rect l="l" t="t" r="r" b="b"/>
              <a:pathLst>
                <a:path w="423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42036" y="629"/>
                  </a:lnTo>
                  <a:cubicBezTo>
                    <a:pt x="42221" y="629"/>
                    <a:pt x="42332" y="481"/>
                    <a:pt x="42332" y="333"/>
                  </a:cubicBezTo>
                  <a:cubicBezTo>
                    <a:pt x="42332" y="148"/>
                    <a:pt x="42221" y="0"/>
                    <a:pt x="420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4538;p64">
              <a:extLst>
                <a:ext uri="{FF2B5EF4-FFF2-40B4-BE49-F238E27FC236}">
                  <a16:creationId xmlns:a16="http://schemas.microsoft.com/office/drawing/2014/main" id="{2BC30763-C579-AB2D-AD9F-1A88DFF90A42}"/>
                </a:ext>
              </a:extLst>
            </p:cNvPr>
            <p:cNvSpPr/>
            <p:nvPr/>
          </p:nvSpPr>
          <p:spPr>
            <a:xfrm>
              <a:off x="3327050" y="1239100"/>
              <a:ext cx="201525" cy="15725"/>
            </a:xfrm>
            <a:custGeom>
              <a:avLst/>
              <a:gdLst/>
              <a:ahLst/>
              <a:cxnLst/>
              <a:rect l="l" t="t" r="r" b="b"/>
              <a:pathLst>
                <a:path w="8061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7765" y="629"/>
                  </a:lnTo>
                  <a:cubicBezTo>
                    <a:pt x="7913" y="629"/>
                    <a:pt x="8060" y="481"/>
                    <a:pt x="8060" y="333"/>
                  </a:cubicBezTo>
                  <a:cubicBezTo>
                    <a:pt x="8060" y="148"/>
                    <a:pt x="7913" y="0"/>
                    <a:pt x="7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4539;p64">
              <a:extLst>
                <a:ext uri="{FF2B5EF4-FFF2-40B4-BE49-F238E27FC236}">
                  <a16:creationId xmlns:a16="http://schemas.microsoft.com/office/drawing/2014/main" id="{4D5051F3-0B42-A3C3-0A2F-7AC14B52C748}"/>
                </a:ext>
              </a:extLst>
            </p:cNvPr>
            <p:cNvSpPr/>
            <p:nvPr/>
          </p:nvSpPr>
          <p:spPr>
            <a:xfrm>
              <a:off x="2762325" y="1239100"/>
              <a:ext cx="448300" cy="15725"/>
            </a:xfrm>
            <a:custGeom>
              <a:avLst/>
              <a:gdLst/>
              <a:ahLst/>
              <a:cxnLst/>
              <a:rect l="l" t="t" r="r" b="b"/>
              <a:pathLst>
                <a:path w="17932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17636" y="629"/>
                  </a:lnTo>
                  <a:cubicBezTo>
                    <a:pt x="17784" y="629"/>
                    <a:pt x="17932" y="481"/>
                    <a:pt x="17932" y="333"/>
                  </a:cubicBezTo>
                  <a:cubicBezTo>
                    <a:pt x="17932" y="148"/>
                    <a:pt x="17784" y="0"/>
                    <a:pt x="17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4540;p64">
              <a:extLst>
                <a:ext uri="{FF2B5EF4-FFF2-40B4-BE49-F238E27FC236}">
                  <a16:creationId xmlns:a16="http://schemas.microsoft.com/office/drawing/2014/main" id="{7076F68C-4241-5D80-2BA5-2C047CDE4B19}"/>
                </a:ext>
              </a:extLst>
            </p:cNvPr>
            <p:cNvSpPr/>
            <p:nvPr/>
          </p:nvSpPr>
          <p:spPr>
            <a:xfrm>
              <a:off x="4650600" y="1371275"/>
              <a:ext cx="113725" cy="15725"/>
            </a:xfrm>
            <a:custGeom>
              <a:avLst/>
              <a:gdLst/>
              <a:ahLst/>
              <a:cxnLst/>
              <a:rect l="l" t="t" r="r" b="b"/>
              <a:pathLst>
                <a:path w="454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4252" y="629"/>
                  </a:lnTo>
                  <a:cubicBezTo>
                    <a:pt x="4400" y="629"/>
                    <a:pt x="4548" y="481"/>
                    <a:pt x="4548" y="296"/>
                  </a:cubicBezTo>
                  <a:cubicBezTo>
                    <a:pt x="4548" y="148"/>
                    <a:pt x="4400" y="0"/>
                    <a:pt x="4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4541;p64">
              <a:extLst>
                <a:ext uri="{FF2B5EF4-FFF2-40B4-BE49-F238E27FC236}">
                  <a16:creationId xmlns:a16="http://schemas.microsoft.com/office/drawing/2014/main" id="{EC82054E-E3A4-9621-3ECC-1D506DE37042}"/>
                </a:ext>
              </a:extLst>
            </p:cNvPr>
            <p:cNvSpPr/>
            <p:nvPr/>
          </p:nvSpPr>
          <p:spPr>
            <a:xfrm>
              <a:off x="4408450" y="1371275"/>
              <a:ext cx="134050" cy="15725"/>
            </a:xfrm>
            <a:custGeom>
              <a:avLst/>
              <a:gdLst/>
              <a:ahLst/>
              <a:cxnLst/>
              <a:rect l="l" t="t" r="r" b="b"/>
              <a:pathLst>
                <a:path w="5362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5065" y="629"/>
                  </a:lnTo>
                  <a:cubicBezTo>
                    <a:pt x="5213" y="629"/>
                    <a:pt x="5361" y="481"/>
                    <a:pt x="5361" y="296"/>
                  </a:cubicBezTo>
                  <a:cubicBezTo>
                    <a:pt x="5361" y="148"/>
                    <a:pt x="5213" y="0"/>
                    <a:pt x="5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4542;p64">
              <a:extLst>
                <a:ext uri="{FF2B5EF4-FFF2-40B4-BE49-F238E27FC236}">
                  <a16:creationId xmlns:a16="http://schemas.microsoft.com/office/drawing/2014/main" id="{AF7597EC-F6CF-EB30-08F0-913B2DFCEAF3}"/>
                </a:ext>
              </a:extLst>
            </p:cNvPr>
            <p:cNvSpPr/>
            <p:nvPr/>
          </p:nvSpPr>
          <p:spPr>
            <a:xfrm>
              <a:off x="4238375" y="1371275"/>
              <a:ext cx="125725" cy="15725"/>
            </a:xfrm>
            <a:custGeom>
              <a:avLst/>
              <a:gdLst/>
              <a:ahLst/>
              <a:cxnLst/>
              <a:rect l="l" t="t" r="r" b="b"/>
              <a:pathLst>
                <a:path w="5029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33" y="629"/>
                  </a:lnTo>
                  <a:cubicBezTo>
                    <a:pt x="4918" y="629"/>
                    <a:pt x="5029" y="481"/>
                    <a:pt x="5029" y="296"/>
                  </a:cubicBezTo>
                  <a:cubicBezTo>
                    <a:pt x="5029" y="148"/>
                    <a:pt x="4918" y="0"/>
                    <a:pt x="4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4543;p64">
              <a:extLst>
                <a:ext uri="{FF2B5EF4-FFF2-40B4-BE49-F238E27FC236}">
                  <a16:creationId xmlns:a16="http://schemas.microsoft.com/office/drawing/2014/main" id="{0B27CE4F-22C5-634B-FDFA-4117F3FD3818}"/>
                </a:ext>
              </a:extLst>
            </p:cNvPr>
            <p:cNvSpPr/>
            <p:nvPr/>
          </p:nvSpPr>
          <p:spPr>
            <a:xfrm>
              <a:off x="4005475" y="1371275"/>
              <a:ext cx="184875" cy="15725"/>
            </a:xfrm>
            <a:custGeom>
              <a:avLst/>
              <a:gdLst/>
              <a:ahLst/>
              <a:cxnLst/>
              <a:rect l="l" t="t" r="r" b="b"/>
              <a:pathLst>
                <a:path w="7395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7099" y="629"/>
                  </a:lnTo>
                  <a:cubicBezTo>
                    <a:pt x="7283" y="629"/>
                    <a:pt x="7394" y="481"/>
                    <a:pt x="7394" y="296"/>
                  </a:cubicBezTo>
                  <a:cubicBezTo>
                    <a:pt x="7394" y="148"/>
                    <a:pt x="7283" y="0"/>
                    <a:pt x="7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4544;p64">
              <a:extLst>
                <a:ext uri="{FF2B5EF4-FFF2-40B4-BE49-F238E27FC236}">
                  <a16:creationId xmlns:a16="http://schemas.microsoft.com/office/drawing/2014/main" id="{A29F6439-0DA8-84A3-1CE1-ABBB2442F034}"/>
                </a:ext>
              </a:extLst>
            </p:cNvPr>
            <p:cNvSpPr/>
            <p:nvPr/>
          </p:nvSpPr>
          <p:spPr>
            <a:xfrm>
              <a:off x="3823400" y="1371275"/>
              <a:ext cx="146975" cy="15725"/>
            </a:xfrm>
            <a:custGeom>
              <a:avLst/>
              <a:gdLst/>
              <a:ahLst/>
              <a:cxnLst/>
              <a:rect l="l" t="t" r="r" b="b"/>
              <a:pathLst>
                <a:path w="5879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5546" y="629"/>
                  </a:lnTo>
                  <a:cubicBezTo>
                    <a:pt x="5731" y="629"/>
                    <a:pt x="5878" y="481"/>
                    <a:pt x="5878" y="296"/>
                  </a:cubicBezTo>
                  <a:cubicBezTo>
                    <a:pt x="5878" y="148"/>
                    <a:pt x="5731" y="0"/>
                    <a:pt x="5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4545;p64">
              <a:extLst>
                <a:ext uri="{FF2B5EF4-FFF2-40B4-BE49-F238E27FC236}">
                  <a16:creationId xmlns:a16="http://schemas.microsoft.com/office/drawing/2014/main" id="{3B20DE55-B5F4-9AC8-21D8-BA43976D444F}"/>
                </a:ext>
              </a:extLst>
            </p:cNvPr>
            <p:cNvSpPr/>
            <p:nvPr/>
          </p:nvSpPr>
          <p:spPr>
            <a:xfrm>
              <a:off x="3704150" y="1371275"/>
              <a:ext cx="96150" cy="15725"/>
            </a:xfrm>
            <a:custGeom>
              <a:avLst/>
              <a:gdLst/>
              <a:ahLst/>
              <a:cxnLst/>
              <a:rect l="l" t="t" r="r" b="b"/>
              <a:pathLst>
                <a:path w="3846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3550" y="629"/>
                  </a:lnTo>
                  <a:cubicBezTo>
                    <a:pt x="3698" y="629"/>
                    <a:pt x="3846" y="481"/>
                    <a:pt x="3846" y="296"/>
                  </a:cubicBezTo>
                  <a:cubicBezTo>
                    <a:pt x="3846" y="148"/>
                    <a:pt x="3698" y="0"/>
                    <a:pt x="3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4546;p64">
              <a:extLst>
                <a:ext uri="{FF2B5EF4-FFF2-40B4-BE49-F238E27FC236}">
                  <a16:creationId xmlns:a16="http://schemas.microsoft.com/office/drawing/2014/main" id="{3DA941C9-967D-98FB-50E5-8DCEFF1FB77C}"/>
                </a:ext>
              </a:extLst>
            </p:cNvPr>
            <p:cNvSpPr/>
            <p:nvPr/>
          </p:nvSpPr>
          <p:spPr>
            <a:xfrm>
              <a:off x="3148675" y="1371275"/>
              <a:ext cx="524075" cy="15725"/>
            </a:xfrm>
            <a:custGeom>
              <a:avLst/>
              <a:gdLst/>
              <a:ahLst/>
              <a:cxnLst/>
              <a:rect l="l" t="t" r="r" b="b"/>
              <a:pathLst>
                <a:path w="20963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296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20667" y="629"/>
                  </a:lnTo>
                  <a:cubicBezTo>
                    <a:pt x="20852" y="629"/>
                    <a:pt x="20963" y="481"/>
                    <a:pt x="20963" y="296"/>
                  </a:cubicBezTo>
                  <a:cubicBezTo>
                    <a:pt x="20963" y="148"/>
                    <a:pt x="20852" y="0"/>
                    <a:pt x="20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4547;p64">
              <a:extLst>
                <a:ext uri="{FF2B5EF4-FFF2-40B4-BE49-F238E27FC236}">
                  <a16:creationId xmlns:a16="http://schemas.microsoft.com/office/drawing/2014/main" id="{096F9AF9-3599-2C7A-D2EE-B91F73FF2CB1}"/>
                </a:ext>
              </a:extLst>
            </p:cNvPr>
            <p:cNvSpPr/>
            <p:nvPr/>
          </p:nvSpPr>
          <p:spPr>
            <a:xfrm>
              <a:off x="2762325" y="1371275"/>
              <a:ext cx="359575" cy="15725"/>
            </a:xfrm>
            <a:custGeom>
              <a:avLst/>
              <a:gdLst/>
              <a:ahLst/>
              <a:cxnLst/>
              <a:rect l="l" t="t" r="r" b="b"/>
              <a:pathLst>
                <a:path w="14383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14050" y="629"/>
                  </a:lnTo>
                  <a:cubicBezTo>
                    <a:pt x="14235" y="629"/>
                    <a:pt x="14382" y="481"/>
                    <a:pt x="14382" y="296"/>
                  </a:cubicBezTo>
                  <a:cubicBezTo>
                    <a:pt x="14382" y="148"/>
                    <a:pt x="14235" y="0"/>
                    <a:pt x="140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4548;p64">
              <a:extLst>
                <a:ext uri="{FF2B5EF4-FFF2-40B4-BE49-F238E27FC236}">
                  <a16:creationId xmlns:a16="http://schemas.microsoft.com/office/drawing/2014/main" id="{9AD10683-94C3-7C32-2A5B-33CDBFBBFC08}"/>
                </a:ext>
              </a:extLst>
            </p:cNvPr>
            <p:cNvSpPr/>
            <p:nvPr/>
          </p:nvSpPr>
          <p:spPr>
            <a:xfrm>
              <a:off x="3853900" y="1569975"/>
              <a:ext cx="158075" cy="15750"/>
            </a:xfrm>
            <a:custGeom>
              <a:avLst/>
              <a:gdLst/>
              <a:ahLst/>
              <a:cxnLst/>
              <a:rect l="l" t="t" r="r" b="b"/>
              <a:pathLst>
                <a:path w="6323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6026" y="629"/>
                  </a:lnTo>
                  <a:cubicBezTo>
                    <a:pt x="6211" y="629"/>
                    <a:pt x="6322" y="481"/>
                    <a:pt x="6322" y="297"/>
                  </a:cubicBezTo>
                  <a:cubicBezTo>
                    <a:pt x="6322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4549;p64">
              <a:extLst>
                <a:ext uri="{FF2B5EF4-FFF2-40B4-BE49-F238E27FC236}">
                  <a16:creationId xmlns:a16="http://schemas.microsoft.com/office/drawing/2014/main" id="{D20EF00E-AECF-CCF5-57E4-9A178F071D4E}"/>
                </a:ext>
              </a:extLst>
            </p:cNvPr>
            <p:cNvSpPr/>
            <p:nvPr/>
          </p:nvSpPr>
          <p:spPr>
            <a:xfrm>
              <a:off x="3498050" y="1569975"/>
              <a:ext cx="340150" cy="15750"/>
            </a:xfrm>
            <a:custGeom>
              <a:avLst/>
              <a:gdLst/>
              <a:ahLst/>
              <a:cxnLst/>
              <a:rect l="l" t="t" r="r" b="b"/>
              <a:pathLst>
                <a:path w="13606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3273" y="629"/>
                  </a:lnTo>
                  <a:cubicBezTo>
                    <a:pt x="13458" y="629"/>
                    <a:pt x="13606" y="481"/>
                    <a:pt x="13606" y="297"/>
                  </a:cubicBezTo>
                  <a:cubicBezTo>
                    <a:pt x="13606" y="149"/>
                    <a:pt x="13458" y="1"/>
                    <a:pt x="13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4550;p64">
              <a:extLst>
                <a:ext uri="{FF2B5EF4-FFF2-40B4-BE49-F238E27FC236}">
                  <a16:creationId xmlns:a16="http://schemas.microsoft.com/office/drawing/2014/main" id="{0BA58D47-E575-5534-68E2-F3B72AE86BEE}"/>
                </a:ext>
              </a:extLst>
            </p:cNvPr>
            <p:cNvSpPr/>
            <p:nvPr/>
          </p:nvSpPr>
          <p:spPr>
            <a:xfrm>
              <a:off x="3411175" y="1569975"/>
              <a:ext cx="57325" cy="15750"/>
            </a:xfrm>
            <a:custGeom>
              <a:avLst/>
              <a:gdLst/>
              <a:ahLst/>
              <a:cxnLst/>
              <a:rect l="l" t="t" r="r" b="b"/>
              <a:pathLst>
                <a:path w="2293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997" y="629"/>
                  </a:lnTo>
                  <a:cubicBezTo>
                    <a:pt x="2144" y="629"/>
                    <a:pt x="2292" y="481"/>
                    <a:pt x="2292" y="297"/>
                  </a:cubicBezTo>
                  <a:cubicBezTo>
                    <a:pt x="2292" y="149"/>
                    <a:pt x="2144" y="1"/>
                    <a:pt x="19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4551;p64">
              <a:extLst>
                <a:ext uri="{FF2B5EF4-FFF2-40B4-BE49-F238E27FC236}">
                  <a16:creationId xmlns:a16="http://schemas.microsoft.com/office/drawing/2014/main" id="{45B11C59-A619-7671-FD0A-26C1EBEFB304}"/>
                </a:ext>
              </a:extLst>
            </p:cNvPr>
            <p:cNvSpPr/>
            <p:nvPr/>
          </p:nvSpPr>
          <p:spPr>
            <a:xfrm>
              <a:off x="3315975" y="1569975"/>
              <a:ext cx="84125" cy="15750"/>
            </a:xfrm>
            <a:custGeom>
              <a:avLst/>
              <a:gdLst/>
              <a:ahLst/>
              <a:cxnLst/>
              <a:rect l="l" t="t" r="r" b="b"/>
              <a:pathLst>
                <a:path w="3365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3069" y="629"/>
                  </a:lnTo>
                  <a:cubicBezTo>
                    <a:pt x="3217" y="629"/>
                    <a:pt x="3365" y="481"/>
                    <a:pt x="3365" y="297"/>
                  </a:cubicBezTo>
                  <a:cubicBezTo>
                    <a:pt x="3365" y="149"/>
                    <a:pt x="3217" y="1"/>
                    <a:pt x="3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4552;p64">
              <a:extLst>
                <a:ext uri="{FF2B5EF4-FFF2-40B4-BE49-F238E27FC236}">
                  <a16:creationId xmlns:a16="http://schemas.microsoft.com/office/drawing/2014/main" id="{DA3F0C15-8034-6DD7-B346-C84892182FB6}"/>
                </a:ext>
              </a:extLst>
            </p:cNvPr>
            <p:cNvSpPr/>
            <p:nvPr/>
          </p:nvSpPr>
          <p:spPr>
            <a:xfrm>
              <a:off x="2991550" y="1569975"/>
              <a:ext cx="310575" cy="15750"/>
            </a:xfrm>
            <a:custGeom>
              <a:avLst/>
              <a:gdLst/>
              <a:ahLst/>
              <a:cxnLst/>
              <a:rect l="l" t="t" r="r" b="b"/>
              <a:pathLst>
                <a:path w="12423" h="630" extrusionOk="0">
                  <a:moveTo>
                    <a:pt x="333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333" y="629"/>
                  </a:cubicBezTo>
                  <a:lnTo>
                    <a:pt x="12127" y="629"/>
                  </a:lnTo>
                  <a:cubicBezTo>
                    <a:pt x="12312" y="629"/>
                    <a:pt x="12423" y="481"/>
                    <a:pt x="12423" y="297"/>
                  </a:cubicBezTo>
                  <a:cubicBezTo>
                    <a:pt x="12423" y="149"/>
                    <a:pt x="12312" y="1"/>
                    <a:pt x="12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4553;p64">
              <a:extLst>
                <a:ext uri="{FF2B5EF4-FFF2-40B4-BE49-F238E27FC236}">
                  <a16:creationId xmlns:a16="http://schemas.microsoft.com/office/drawing/2014/main" id="{409D82E6-4852-8E96-4918-F7FE6D163C1E}"/>
                </a:ext>
              </a:extLst>
            </p:cNvPr>
            <p:cNvSpPr/>
            <p:nvPr/>
          </p:nvSpPr>
          <p:spPr>
            <a:xfrm>
              <a:off x="2762325" y="1569975"/>
              <a:ext cx="205225" cy="15750"/>
            </a:xfrm>
            <a:custGeom>
              <a:avLst/>
              <a:gdLst/>
              <a:ahLst/>
              <a:cxnLst/>
              <a:rect l="l" t="t" r="r" b="b"/>
              <a:pathLst>
                <a:path w="8209" h="630" extrusionOk="0">
                  <a:moveTo>
                    <a:pt x="297" y="1"/>
                  </a:moveTo>
                  <a:cubicBezTo>
                    <a:pt x="149" y="1"/>
                    <a:pt x="1" y="149"/>
                    <a:pt x="1" y="297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7913" y="629"/>
                  </a:lnTo>
                  <a:cubicBezTo>
                    <a:pt x="8060" y="629"/>
                    <a:pt x="8208" y="481"/>
                    <a:pt x="8208" y="297"/>
                  </a:cubicBezTo>
                  <a:cubicBezTo>
                    <a:pt x="8208" y="149"/>
                    <a:pt x="8060" y="1"/>
                    <a:pt x="7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4554;p64">
              <a:extLst>
                <a:ext uri="{FF2B5EF4-FFF2-40B4-BE49-F238E27FC236}">
                  <a16:creationId xmlns:a16="http://schemas.microsoft.com/office/drawing/2014/main" id="{31BF8548-ED57-4EF6-4830-A35CE0909240}"/>
                </a:ext>
              </a:extLst>
            </p:cNvPr>
            <p:cNvSpPr/>
            <p:nvPr/>
          </p:nvSpPr>
          <p:spPr>
            <a:xfrm>
              <a:off x="3964800" y="1702150"/>
              <a:ext cx="47175" cy="14825"/>
            </a:xfrm>
            <a:custGeom>
              <a:avLst/>
              <a:gdLst/>
              <a:ahLst/>
              <a:cxnLst/>
              <a:rect l="l" t="t" r="r" b="b"/>
              <a:pathLst>
                <a:path w="1887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6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1590" y="592"/>
                  </a:lnTo>
                  <a:cubicBezTo>
                    <a:pt x="1775" y="592"/>
                    <a:pt x="1886" y="444"/>
                    <a:pt x="1886" y="296"/>
                  </a:cubicBezTo>
                  <a:cubicBezTo>
                    <a:pt x="1886" y="112"/>
                    <a:pt x="1775" y="1"/>
                    <a:pt x="1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4555;p64">
              <a:extLst>
                <a:ext uri="{FF2B5EF4-FFF2-40B4-BE49-F238E27FC236}">
                  <a16:creationId xmlns:a16="http://schemas.microsoft.com/office/drawing/2014/main" id="{1BE3FC81-6999-D1B7-0CDA-3D28E7B5BC6E}"/>
                </a:ext>
              </a:extLst>
            </p:cNvPr>
            <p:cNvSpPr/>
            <p:nvPr/>
          </p:nvSpPr>
          <p:spPr>
            <a:xfrm>
              <a:off x="3273450" y="1702150"/>
              <a:ext cx="664575" cy="14825"/>
            </a:xfrm>
            <a:custGeom>
              <a:avLst/>
              <a:gdLst/>
              <a:ahLst/>
              <a:cxnLst/>
              <a:rect l="l" t="t" r="r" b="b"/>
              <a:pathLst>
                <a:path w="26583" h="593" extrusionOk="0">
                  <a:moveTo>
                    <a:pt x="333" y="1"/>
                  </a:moveTo>
                  <a:cubicBezTo>
                    <a:pt x="148" y="1"/>
                    <a:pt x="1" y="112"/>
                    <a:pt x="1" y="296"/>
                  </a:cubicBezTo>
                  <a:cubicBezTo>
                    <a:pt x="1" y="444"/>
                    <a:pt x="148" y="592"/>
                    <a:pt x="333" y="592"/>
                  </a:cubicBezTo>
                  <a:lnTo>
                    <a:pt x="26287" y="592"/>
                  </a:lnTo>
                  <a:cubicBezTo>
                    <a:pt x="26435" y="592"/>
                    <a:pt x="26582" y="444"/>
                    <a:pt x="26582" y="296"/>
                  </a:cubicBezTo>
                  <a:cubicBezTo>
                    <a:pt x="26582" y="112"/>
                    <a:pt x="26435" y="1"/>
                    <a:pt x="26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4556;p64">
              <a:extLst>
                <a:ext uri="{FF2B5EF4-FFF2-40B4-BE49-F238E27FC236}">
                  <a16:creationId xmlns:a16="http://schemas.microsoft.com/office/drawing/2014/main" id="{BC3E2218-EC89-AD10-A613-41E2FA3053D7}"/>
                </a:ext>
              </a:extLst>
            </p:cNvPr>
            <p:cNvSpPr/>
            <p:nvPr/>
          </p:nvSpPr>
          <p:spPr>
            <a:xfrm>
              <a:off x="3112625" y="1702150"/>
              <a:ext cx="132200" cy="14825"/>
            </a:xfrm>
            <a:custGeom>
              <a:avLst/>
              <a:gdLst/>
              <a:ahLst/>
              <a:cxnLst/>
              <a:rect l="l" t="t" r="r" b="b"/>
              <a:pathLst>
                <a:path w="5288" h="593" extrusionOk="0">
                  <a:moveTo>
                    <a:pt x="333" y="1"/>
                  </a:moveTo>
                  <a:cubicBezTo>
                    <a:pt x="149" y="1"/>
                    <a:pt x="1" y="112"/>
                    <a:pt x="1" y="296"/>
                  </a:cubicBezTo>
                  <a:cubicBezTo>
                    <a:pt x="1" y="444"/>
                    <a:pt x="149" y="592"/>
                    <a:pt x="333" y="592"/>
                  </a:cubicBezTo>
                  <a:lnTo>
                    <a:pt x="4955" y="592"/>
                  </a:lnTo>
                  <a:cubicBezTo>
                    <a:pt x="5140" y="592"/>
                    <a:pt x="5287" y="444"/>
                    <a:pt x="5287" y="296"/>
                  </a:cubicBezTo>
                  <a:cubicBezTo>
                    <a:pt x="5287" y="112"/>
                    <a:pt x="5140" y="1"/>
                    <a:pt x="4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4557;p64">
              <a:extLst>
                <a:ext uri="{FF2B5EF4-FFF2-40B4-BE49-F238E27FC236}">
                  <a16:creationId xmlns:a16="http://schemas.microsoft.com/office/drawing/2014/main" id="{CB7C13FB-0D60-E31A-42C7-80AB5F7C1397}"/>
                </a:ext>
              </a:extLst>
            </p:cNvPr>
            <p:cNvSpPr/>
            <p:nvPr/>
          </p:nvSpPr>
          <p:spPr>
            <a:xfrm>
              <a:off x="2762325" y="1702150"/>
              <a:ext cx="284700" cy="14825"/>
            </a:xfrm>
            <a:custGeom>
              <a:avLst/>
              <a:gdLst/>
              <a:ahLst/>
              <a:cxnLst/>
              <a:rect l="l" t="t" r="r" b="b"/>
              <a:pathLst>
                <a:path w="11388" h="593" extrusionOk="0">
                  <a:moveTo>
                    <a:pt x="297" y="1"/>
                  </a:moveTo>
                  <a:cubicBezTo>
                    <a:pt x="149" y="1"/>
                    <a:pt x="1" y="112"/>
                    <a:pt x="1" y="296"/>
                  </a:cubicBezTo>
                  <a:cubicBezTo>
                    <a:pt x="1" y="444"/>
                    <a:pt x="149" y="592"/>
                    <a:pt x="297" y="592"/>
                  </a:cubicBezTo>
                  <a:lnTo>
                    <a:pt x="11055" y="592"/>
                  </a:lnTo>
                  <a:cubicBezTo>
                    <a:pt x="11240" y="592"/>
                    <a:pt x="11388" y="444"/>
                    <a:pt x="11388" y="296"/>
                  </a:cubicBezTo>
                  <a:cubicBezTo>
                    <a:pt x="11388" y="112"/>
                    <a:pt x="11240" y="1"/>
                    <a:pt x="1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4558;p64">
              <a:extLst>
                <a:ext uri="{FF2B5EF4-FFF2-40B4-BE49-F238E27FC236}">
                  <a16:creationId xmlns:a16="http://schemas.microsoft.com/office/drawing/2014/main" id="{D760A734-0D00-353C-F074-807F7BB0471A}"/>
                </a:ext>
              </a:extLst>
            </p:cNvPr>
            <p:cNvSpPr/>
            <p:nvPr/>
          </p:nvSpPr>
          <p:spPr>
            <a:xfrm>
              <a:off x="3936150" y="1833400"/>
              <a:ext cx="75825" cy="15725"/>
            </a:xfrm>
            <a:custGeom>
              <a:avLst/>
              <a:gdLst/>
              <a:ahLst/>
              <a:cxnLst/>
              <a:rect l="l" t="t" r="r" b="b"/>
              <a:pathLst>
                <a:path w="3033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4559;p64">
              <a:extLst>
                <a:ext uri="{FF2B5EF4-FFF2-40B4-BE49-F238E27FC236}">
                  <a16:creationId xmlns:a16="http://schemas.microsoft.com/office/drawing/2014/main" id="{962DFBEC-025A-AA7E-0FBC-830F9A065A2A}"/>
                </a:ext>
              </a:extLst>
            </p:cNvPr>
            <p:cNvSpPr/>
            <p:nvPr/>
          </p:nvSpPr>
          <p:spPr>
            <a:xfrm>
              <a:off x="3785500" y="1833400"/>
              <a:ext cx="88750" cy="15725"/>
            </a:xfrm>
            <a:custGeom>
              <a:avLst/>
              <a:gdLst/>
              <a:ahLst/>
              <a:cxnLst/>
              <a:rect l="l" t="t" r="r" b="b"/>
              <a:pathLst>
                <a:path w="355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3254" y="629"/>
                  </a:lnTo>
                  <a:cubicBezTo>
                    <a:pt x="3439" y="629"/>
                    <a:pt x="3549" y="481"/>
                    <a:pt x="3549" y="333"/>
                  </a:cubicBezTo>
                  <a:cubicBezTo>
                    <a:pt x="3549" y="148"/>
                    <a:pt x="3439" y="0"/>
                    <a:pt x="3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4560;p64">
              <a:extLst>
                <a:ext uri="{FF2B5EF4-FFF2-40B4-BE49-F238E27FC236}">
                  <a16:creationId xmlns:a16="http://schemas.microsoft.com/office/drawing/2014/main" id="{FD266EDA-E50A-E583-0B99-36D9E6B0CFDC}"/>
                </a:ext>
              </a:extLst>
            </p:cNvPr>
            <p:cNvSpPr/>
            <p:nvPr/>
          </p:nvSpPr>
          <p:spPr>
            <a:xfrm>
              <a:off x="3680125" y="1833400"/>
              <a:ext cx="84125" cy="15725"/>
            </a:xfrm>
            <a:custGeom>
              <a:avLst/>
              <a:gdLst/>
              <a:ahLst/>
              <a:cxnLst/>
              <a:rect l="l" t="t" r="r" b="b"/>
              <a:pathLst>
                <a:path w="3365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3032" y="629"/>
                  </a:lnTo>
                  <a:cubicBezTo>
                    <a:pt x="3217" y="629"/>
                    <a:pt x="3365" y="481"/>
                    <a:pt x="3365" y="333"/>
                  </a:cubicBezTo>
                  <a:cubicBezTo>
                    <a:pt x="3365" y="148"/>
                    <a:pt x="3217" y="0"/>
                    <a:pt x="3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4561;p64">
              <a:extLst>
                <a:ext uri="{FF2B5EF4-FFF2-40B4-BE49-F238E27FC236}">
                  <a16:creationId xmlns:a16="http://schemas.microsoft.com/office/drawing/2014/main" id="{EC7BAB1B-4D72-2259-AF20-E92F08961EA2}"/>
                </a:ext>
              </a:extLst>
            </p:cNvPr>
            <p:cNvSpPr/>
            <p:nvPr/>
          </p:nvSpPr>
          <p:spPr>
            <a:xfrm>
              <a:off x="3535025" y="1833400"/>
              <a:ext cx="121100" cy="15725"/>
            </a:xfrm>
            <a:custGeom>
              <a:avLst/>
              <a:gdLst/>
              <a:ahLst/>
              <a:cxnLst/>
              <a:rect l="l" t="t" r="r" b="b"/>
              <a:pathLst>
                <a:path w="4844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4511" y="629"/>
                  </a:lnTo>
                  <a:cubicBezTo>
                    <a:pt x="4696" y="629"/>
                    <a:pt x="4843" y="481"/>
                    <a:pt x="4843" y="333"/>
                  </a:cubicBezTo>
                  <a:cubicBezTo>
                    <a:pt x="4843" y="148"/>
                    <a:pt x="4696" y="0"/>
                    <a:pt x="4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4562;p64">
              <a:extLst>
                <a:ext uri="{FF2B5EF4-FFF2-40B4-BE49-F238E27FC236}">
                  <a16:creationId xmlns:a16="http://schemas.microsoft.com/office/drawing/2014/main" id="{1F44415A-4618-46FC-BC88-61DAAE7F2D3E}"/>
                </a:ext>
              </a:extLst>
            </p:cNvPr>
            <p:cNvSpPr/>
            <p:nvPr/>
          </p:nvSpPr>
          <p:spPr>
            <a:xfrm>
              <a:off x="3421325" y="1833400"/>
              <a:ext cx="97075" cy="15725"/>
            </a:xfrm>
            <a:custGeom>
              <a:avLst/>
              <a:gdLst/>
              <a:ahLst/>
              <a:cxnLst/>
              <a:rect l="l" t="t" r="r" b="b"/>
              <a:pathLst>
                <a:path w="388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3587" y="629"/>
                  </a:lnTo>
                  <a:cubicBezTo>
                    <a:pt x="3772" y="629"/>
                    <a:pt x="3883" y="481"/>
                    <a:pt x="3883" y="333"/>
                  </a:cubicBezTo>
                  <a:cubicBezTo>
                    <a:pt x="3883" y="148"/>
                    <a:pt x="3772" y="0"/>
                    <a:pt x="3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4563;p64">
              <a:extLst>
                <a:ext uri="{FF2B5EF4-FFF2-40B4-BE49-F238E27FC236}">
                  <a16:creationId xmlns:a16="http://schemas.microsoft.com/office/drawing/2014/main" id="{E7AE1427-D1B5-4D12-F778-506D14626E58}"/>
                </a:ext>
              </a:extLst>
            </p:cNvPr>
            <p:cNvSpPr/>
            <p:nvPr/>
          </p:nvSpPr>
          <p:spPr>
            <a:xfrm>
              <a:off x="3347400" y="1833400"/>
              <a:ext cx="65650" cy="15725"/>
            </a:xfrm>
            <a:custGeom>
              <a:avLst/>
              <a:gdLst/>
              <a:ahLst/>
              <a:cxnLst/>
              <a:rect l="l" t="t" r="r" b="b"/>
              <a:pathLst>
                <a:path w="2626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329" y="629"/>
                  </a:lnTo>
                  <a:cubicBezTo>
                    <a:pt x="2477" y="629"/>
                    <a:pt x="2625" y="481"/>
                    <a:pt x="2625" y="333"/>
                  </a:cubicBezTo>
                  <a:cubicBezTo>
                    <a:pt x="2625" y="148"/>
                    <a:pt x="2477" y="0"/>
                    <a:pt x="2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4564;p64">
              <a:extLst>
                <a:ext uri="{FF2B5EF4-FFF2-40B4-BE49-F238E27FC236}">
                  <a16:creationId xmlns:a16="http://schemas.microsoft.com/office/drawing/2014/main" id="{DBD356E1-3209-47AA-94A8-C9A1815F7310}"/>
                </a:ext>
              </a:extLst>
            </p:cNvPr>
            <p:cNvSpPr/>
            <p:nvPr/>
          </p:nvSpPr>
          <p:spPr>
            <a:xfrm>
              <a:off x="3002650" y="1833400"/>
              <a:ext cx="331825" cy="15725"/>
            </a:xfrm>
            <a:custGeom>
              <a:avLst/>
              <a:gdLst/>
              <a:ahLst/>
              <a:cxnLst/>
              <a:rect l="l" t="t" r="r" b="b"/>
              <a:pathLst>
                <a:path w="13273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12940" y="629"/>
                  </a:lnTo>
                  <a:cubicBezTo>
                    <a:pt x="13125" y="629"/>
                    <a:pt x="13273" y="481"/>
                    <a:pt x="13273" y="333"/>
                  </a:cubicBezTo>
                  <a:cubicBezTo>
                    <a:pt x="13273" y="148"/>
                    <a:pt x="13125" y="0"/>
                    <a:pt x="1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4565;p64">
              <a:extLst>
                <a:ext uri="{FF2B5EF4-FFF2-40B4-BE49-F238E27FC236}">
                  <a16:creationId xmlns:a16="http://schemas.microsoft.com/office/drawing/2014/main" id="{261997EB-F490-69A4-6FA0-8F5FA40BE3CA}"/>
                </a:ext>
              </a:extLst>
            </p:cNvPr>
            <p:cNvSpPr/>
            <p:nvPr/>
          </p:nvSpPr>
          <p:spPr>
            <a:xfrm>
              <a:off x="2762325" y="1833400"/>
              <a:ext cx="229250" cy="15725"/>
            </a:xfrm>
            <a:custGeom>
              <a:avLst/>
              <a:gdLst/>
              <a:ahLst/>
              <a:cxnLst/>
              <a:rect l="l" t="t" r="r" b="b"/>
              <a:pathLst>
                <a:path w="9170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8837" y="629"/>
                  </a:lnTo>
                  <a:cubicBezTo>
                    <a:pt x="9022" y="629"/>
                    <a:pt x="9170" y="481"/>
                    <a:pt x="9170" y="333"/>
                  </a:cubicBezTo>
                  <a:cubicBezTo>
                    <a:pt x="9170" y="148"/>
                    <a:pt x="9022" y="0"/>
                    <a:pt x="8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4566;p64">
              <a:extLst>
                <a:ext uri="{FF2B5EF4-FFF2-40B4-BE49-F238E27FC236}">
                  <a16:creationId xmlns:a16="http://schemas.microsoft.com/office/drawing/2014/main" id="{9F7C0B62-2EEF-6C3B-8322-792735619302}"/>
                </a:ext>
              </a:extLst>
            </p:cNvPr>
            <p:cNvSpPr/>
            <p:nvPr/>
          </p:nvSpPr>
          <p:spPr>
            <a:xfrm>
              <a:off x="3726350" y="20672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479" y="0"/>
                  </a:moveTo>
                  <a:cubicBezTo>
                    <a:pt x="666" y="0"/>
                    <a:pt x="0" y="629"/>
                    <a:pt x="0" y="1442"/>
                  </a:cubicBezTo>
                  <a:cubicBezTo>
                    <a:pt x="0" y="2255"/>
                    <a:pt x="666" y="2921"/>
                    <a:pt x="1479" y="2921"/>
                  </a:cubicBezTo>
                  <a:cubicBezTo>
                    <a:pt x="2292" y="2921"/>
                    <a:pt x="2921" y="2255"/>
                    <a:pt x="2921" y="1442"/>
                  </a:cubicBezTo>
                  <a:cubicBezTo>
                    <a:pt x="2921" y="629"/>
                    <a:pt x="2292" y="0"/>
                    <a:pt x="14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4567;p64">
              <a:extLst>
                <a:ext uri="{FF2B5EF4-FFF2-40B4-BE49-F238E27FC236}">
                  <a16:creationId xmlns:a16="http://schemas.microsoft.com/office/drawing/2014/main" id="{F7EFF8EE-F50F-239B-6E52-2F0E9EAFC731}"/>
                </a:ext>
              </a:extLst>
            </p:cNvPr>
            <p:cNvSpPr/>
            <p:nvPr/>
          </p:nvSpPr>
          <p:spPr>
            <a:xfrm>
              <a:off x="3718950" y="2058925"/>
              <a:ext cx="88750" cy="88750"/>
            </a:xfrm>
            <a:custGeom>
              <a:avLst/>
              <a:gdLst/>
              <a:ahLst/>
              <a:cxnLst/>
              <a:rect l="l" t="t" r="r" b="b"/>
              <a:pathLst>
                <a:path w="3550" h="3550" extrusionOk="0">
                  <a:moveTo>
                    <a:pt x="1775" y="629"/>
                  </a:moveTo>
                  <a:cubicBezTo>
                    <a:pt x="2403" y="629"/>
                    <a:pt x="2921" y="1146"/>
                    <a:pt x="2921" y="1775"/>
                  </a:cubicBezTo>
                  <a:cubicBezTo>
                    <a:pt x="2921" y="2403"/>
                    <a:pt x="2403" y="2921"/>
                    <a:pt x="1775" y="2921"/>
                  </a:cubicBezTo>
                  <a:cubicBezTo>
                    <a:pt x="1146" y="2921"/>
                    <a:pt x="629" y="2403"/>
                    <a:pt x="629" y="1775"/>
                  </a:cubicBezTo>
                  <a:cubicBezTo>
                    <a:pt x="629" y="1146"/>
                    <a:pt x="1146" y="629"/>
                    <a:pt x="1775" y="629"/>
                  </a:cubicBezTo>
                  <a:close/>
                  <a:moveTo>
                    <a:pt x="1775" y="0"/>
                  </a:moveTo>
                  <a:cubicBezTo>
                    <a:pt x="814" y="0"/>
                    <a:pt x="0" y="814"/>
                    <a:pt x="0" y="1775"/>
                  </a:cubicBezTo>
                  <a:cubicBezTo>
                    <a:pt x="0" y="2736"/>
                    <a:pt x="814" y="3549"/>
                    <a:pt x="1775" y="3549"/>
                  </a:cubicBezTo>
                  <a:cubicBezTo>
                    <a:pt x="2736" y="3549"/>
                    <a:pt x="3550" y="2736"/>
                    <a:pt x="3550" y="1775"/>
                  </a:cubicBezTo>
                  <a:cubicBezTo>
                    <a:pt x="3550" y="814"/>
                    <a:pt x="2736" y="0"/>
                    <a:pt x="1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4568;p64">
              <a:extLst>
                <a:ext uri="{FF2B5EF4-FFF2-40B4-BE49-F238E27FC236}">
                  <a16:creationId xmlns:a16="http://schemas.microsoft.com/office/drawing/2014/main" id="{396F3F86-C4AE-3BA3-D209-61FC9761EFF9}"/>
                </a:ext>
              </a:extLst>
            </p:cNvPr>
            <p:cNvSpPr/>
            <p:nvPr/>
          </p:nvSpPr>
          <p:spPr>
            <a:xfrm>
              <a:off x="2028475" y="3650500"/>
              <a:ext cx="3505750" cy="189500"/>
            </a:xfrm>
            <a:custGeom>
              <a:avLst/>
              <a:gdLst/>
              <a:ahLst/>
              <a:cxnLst/>
              <a:rect l="l" t="t" r="r" b="b"/>
              <a:pathLst>
                <a:path w="140230" h="7580" extrusionOk="0">
                  <a:moveTo>
                    <a:pt x="0" y="1"/>
                  </a:moveTo>
                  <a:lnTo>
                    <a:pt x="0" y="7580"/>
                  </a:lnTo>
                  <a:lnTo>
                    <a:pt x="140230" y="7580"/>
                  </a:lnTo>
                  <a:lnTo>
                    <a:pt x="140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4569;p64">
              <a:extLst>
                <a:ext uri="{FF2B5EF4-FFF2-40B4-BE49-F238E27FC236}">
                  <a16:creationId xmlns:a16="http://schemas.microsoft.com/office/drawing/2014/main" id="{BE4E36F3-D93B-A2D3-1E8C-6D122ABA8AC4}"/>
                </a:ext>
              </a:extLst>
            </p:cNvPr>
            <p:cNvSpPr/>
            <p:nvPr/>
          </p:nvSpPr>
          <p:spPr>
            <a:xfrm>
              <a:off x="2021075" y="3643125"/>
              <a:ext cx="3521475" cy="204275"/>
            </a:xfrm>
            <a:custGeom>
              <a:avLst/>
              <a:gdLst/>
              <a:ahLst/>
              <a:cxnLst/>
              <a:rect l="l" t="t" r="r" b="b"/>
              <a:pathLst>
                <a:path w="140859" h="8171" extrusionOk="0">
                  <a:moveTo>
                    <a:pt x="140230" y="629"/>
                  </a:moveTo>
                  <a:lnTo>
                    <a:pt x="140230" y="7542"/>
                  </a:lnTo>
                  <a:lnTo>
                    <a:pt x="592" y="7542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7875"/>
                  </a:lnTo>
                  <a:cubicBezTo>
                    <a:pt x="0" y="7949"/>
                    <a:pt x="37" y="8023"/>
                    <a:pt x="74" y="8097"/>
                  </a:cubicBezTo>
                  <a:cubicBezTo>
                    <a:pt x="148" y="8134"/>
                    <a:pt x="222" y="8171"/>
                    <a:pt x="296" y="8171"/>
                  </a:cubicBezTo>
                  <a:lnTo>
                    <a:pt x="140526" y="8171"/>
                  </a:lnTo>
                  <a:cubicBezTo>
                    <a:pt x="140637" y="8171"/>
                    <a:pt x="140711" y="8134"/>
                    <a:pt x="140747" y="8097"/>
                  </a:cubicBezTo>
                  <a:cubicBezTo>
                    <a:pt x="140821" y="8023"/>
                    <a:pt x="140858" y="7949"/>
                    <a:pt x="140858" y="7875"/>
                  </a:cubicBezTo>
                  <a:lnTo>
                    <a:pt x="140858" y="296"/>
                  </a:lnTo>
                  <a:cubicBezTo>
                    <a:pt x="140858" y="222"/>
                    <a:pt x="140821" y="148"/>
                    <a:pt x="140747" y="74"/>
                  </a:cubicBezTo>
                  <a:cubicBezTo>
                    <a:pt x="140711" y="37"/>
                    <a:pt x="140637" y="0"/>
                    <a:pt x="140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4570;p64">
              <a:extLst>
                <a:ext uri="{FF2B5EF4-FFF2-40B4-BE49-F238E27FC236}">
                  <a16:creationId xmlns:a16="http://schemas.microsoft.com/office/drawing/2014/main" id="{2B29F291-28B8-BE05-BF0E-C8B38C09ED24}"/>
                </a:ext>
              </a:extLst>
            </p:cNvPr>
            <p:cNvSpPr/>
            <p:nvPr/>
          </p:nvSpPr>
          <p:spPr>
            <a:xfrm>
              <a:off x="1668925" y="2418450"/>
              <a:ext cx="4230400" cy="734825"/>
            </a:xfrm>
            <a:custGeom>
              <a:avLst/>
              <a:gdLst/>
              <a:ahLst/>
              <a:cxnLst/>
              <a:rect l="l" t="t" r="r" b="b"/>
              <a:pathLst>
                <a:path w="169216" h="29393" extrusionOk="0">
                  <a:moveTo>
                    <a:pt x="52647" y="1"/>
                  </a:moveTo>
                  <a:lnTo>
                    <a:pt x="1" y="15085"/>
                  </a:lnTo>
                  <a:lnTo>
                    <a:pt x="6027" y="29393"/>
                  </a:lnTo>
                  <a:lnTo>
                    <a:pt x="163189" y="29393"/>
                  </a:lnTo>
                  <a:lnTo>
                    <a:pt x="169215" y="15085"/>
                  </a:lnTo>
                  <a:lnTo>
                    <a:pt x="1165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4571;p64">
              <a:extLst>
                <a:ext uri="{FF2B5EF4-FFF2-40B4-BE49-F238E27FC236}">
                  <a16:creationId xmlns:a16="http://schemas.microsoft.com/office/drawing/2014/main" id="{64CEA050-5029-3CB7-09D9-E926563CC434}"/>
                </a:ext>
              </a:extLst>
            </p:cNvPr>
            <p:cNvSpPr/>
            <p:nvPr/>
          </p:nvSpPr>
          <p:spPr>
            <a:xfrm>
              <a:off x="1661525" y="2410150"/>
              <a:ext cx="4246100" cy="750525"/>
            </a:xfrm>
            <a:custGeom>
              <a:avLst/>
              <a:gdLst/>
              <a:ahLst/>
              <a:cxnLst/>
              <a:rect l="l" t="t" r="r" b="b"/>
              <a:pathLst>
                <a:path w="169844" h="30021" extrusionOk="0">
                  <a:moveTo>
                    <a:pt x="116791" y="629"/>
                  </a:moveTo>
                  <a:lnTo>
                    <a:pt x="169104" y="15639"/>
                  </a:lnTo>
                  <a:lnTo>
                    <a:pt x="163300" y="29429"/>
                  </a:lnTo>
                  <a:lnTo>
                    <a:pt x="6545" y="29429"/>
                  </a:lnTo>
                  <a:lnTo>
                    <a:pt x="740" y="15639"/>
                  </a:lnTo>
                  <a:lnTo>
                    <a:pt x="53017" y="629"/>
                  </a:lnTo>
                  <a:close/>
                  <a:moveTo>
                    <a:pt x="52943" y="0"/>
                  </a:moveTo>
                  <a:lnTo>
                    <a:pt x="52869" y="37"/>
                  </a:lnTo>
                  <a:lnTo>
                    <a:pt x="223" y="15121"/>
                  </a:lnTo>
                  <a:cubicBezTo>
                    <a:pt x="149" y="15158"/>
                    <a:pt x="75" y="15232"/>
                    <a:pt x="38" y="15306"/>
                  </a:cubicBezTo>
                  <a:cubicBezTo>
                    <a:pt x="1" y="15380"/>
                    <a:pt x="1" y="15454"/>
                    <a:pt x="38" y="15565"/>
                  </a:cubicBezTo>
                  <a:lnTo>
                    <a:pt x="6064" y="29836"/>
                  </a:lnTo>
                  <a:cubicBezTo>
                    <a:pt x="6101" y="29946"/>
                    <a:pt x="6212" y="30020"/>
                    <a:pt x="6323" y="30020"/>
                  </a:cubicBezTo>
                  <a:lnTo>
                    <a:pt x="163485" y="30020"/>
                  </a:lnTo>
                  <a:cubicBezTo>
                    <a:pt x="163633" y="30020"/>
                    <a:pt x="163744" y="29946"/>
                    <a:pt x="163781" y="29836"/>
                  </a:cubicBezTo>
                  <a:lnTo>
                    <a:pt x="169807" y="15565"/>
                  </a:lnTo>
                  <a:cubicBezTo>
                    <a:pt x="169844" y="15454"/>
                    <a:pt x="169844" y="15380"/>
                    <a:pt x="169807" y="15306"/>
                  </a:cubicBezTo>
                  <a:cubicBezTo>
                    <a:pt x="169770" y="15232"/>
                    <a:pt x="169696" y="15158"/>
                    <a:pt x="169622" y="15121"/>
                  </a:cubicBezTo>
                  <a:lnTo>
                    <a:pt x="116976" y="37"/>
                  </a:lnTo>
                  <a:lnTo>
                    <a:pt x="1168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4572;p64">
              <a:extLst>
                <a:ext uri="{FF2B5EF4-FFF2-40B4-BE49-F238E27FC236}">
                  <a16:creationId xmlns:a16="http://schemas.microsoft.com/office/drawing/2014/main" id="{AFFFD6ED-2611-FAFF-E0BD-5278DC6A541D}"/>
                </a:ext>
              </a:extLst>
            </p:cNvPr>
            <p:cNvSpPr/>
            <p:nvPr/>
          </p:nvSpPr>
          <p:spPr>
            <a:xfrm>
              <a:off x="2122750" y="26902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9391" y="0"/>
                  </a:moveTo>
                  <a:lnTo>
                    <a:pt x="0" y="2366"/>
                  </a:lnTo>
                  <a:lnTo>
                    <a:pt x="6248" y="9798"/>
                  </a:lnTo>
                  <a:lnTo>
                    <a:pt x="16378" y="8910"/>
                  </a:lnTo>
                  <a:lnTo>
                    <a:pt x="93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4573;p64">
              <a:extLst>
                <a:ext uri="{FF2B5EF4-FFF2-40B4-BE49-F238E27FC236}">
                  <a16:creationId xmlns:a16="http://schemas.microsoft.com/office/drawing/2014/main" id="{1C221BCF-510D-DB3A-496F-C48F3773A9CD}"/>
                </a:ext>
              </a:extLst>
            </p:cNvPr>
            <p:cNvSpPr/>
            <p:nvPr/>
          </p:nvSpPr>
          <p:spPr>
            <a:xfrm>
              <a:off x="2396325" y="26218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9391" y="0"/>
                  </a:moveTo>
                  <a:lnTo>
                    <a:pt x="0" y="2367"/>
                  </a:lnTo>
                  <a:lnTo>
                    <a:pt x="6249" y="9798"/>
                  </a:lnTo>
                  <a:lnTo>
                    <a:pt x="16378" y="8910"/>
                  </a:lnTo>
                  <a:lnTo>
                    <a:pt x="93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4574;p64">
              <a:extLst>
                <a:ext uri="{FF2B5EF4-FFF2-40B4-BE49-F238E27FC236}">
                  <a16:creationId xmlns:a16="http://schemas.microsoft.com/office/drawing/2014/main" id="{6276D025-359F-6146-F8C2-1640593D3723}"/>
                </a:ext>
              </a:extLst>
            </p:cNvPr>
            <p:cNvSpPr/>
            <p:nvPr/>
          </p:nvSpPr>
          <p:spPr>
            <a:xfrm>
              <a:off x="5047125" y="26902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6988" y="0"/>
                  </a:moveTo>
                  <a:lnTo>
                    <a:pt x="0" y="8910"/>
                  </a:lnTo>
                  <a:lnTo>
                    <a:pt x="10130" y="9798"/>
                  </a:lnTo>
                  <a:lnTo>
                    <a:pt x="16378" y="2366"/>
                  </a:lnTo>
                  <a:lnTo>
                    <a:pt x="69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4575;p64">
              <a:extLst>
                <a:ext uri="{FF2B5EF4-FFF2-40B4-BE49-F238E27FC236}">
                  <a16:creationId xmlns:a16="http://schemas.microsoft.com/office/drawing/2014/main" id="{F2B8624D-929D-A44C-73F7-7E07297D88DF}"/>
                </a:ext>
              </a:extLst>
            </p:cNvPr>
            <p:cNvSpPr/>
            <p:nvPr/>
          </p:nvSpPr>
          <p:spPr>
            <a:xfrm>
              <a:off x="4772600" y="2621800"/>
              <a:ext cx="410400" cy="244950"/>
            </a:xfrm>
            <a:custGeom>
              <a:avLst/>
              <a:gdLst/>
              <a:ahLst/>
              <a:cxnLst/>
              <a:rect l="l" t="t" r="r" b="b"/>
              <a:pathLst>
                <a:path w="16416" h="9798" extrusionOk="0">
                  <a:moveTo>
                    <a:pt x="7025" y="0"/>
                  </a:moveTo>
                  <a:lnTo>
                    <a:pt x="1" y="8910"/>
                  </a:lnTo>
                  <a:lnTo>
                    <a:pt x="10131" y="9798"/>
                  </a:lnTo>
                  <a:lnTo>
                    <a:pt x="16416" y="2367"/>
                  </a:lnTo>
                  <a:lnTo>
                    <a:pt x="70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4576;p64">
              <a:extLst>
                <a:ext uri="{FF2B5EF4-FFF2-40B4-BE49-F238E27FC236}">
                  <a16:creationId xmlns:a16="http://schemas.microsoft.com/office/drawing/2014/main" id="{C64FC745-2D2F-BAF8-89B0-CAA79C1D61D9}"/>
                </a:ext>
              </a:extLst>
            </p:cNvPr>
            <p:cNvSpPr/>
            <p:nvPr/>
          </p:nvSpPr>
          <p:spPr>
            <a:xfrm>
              <a:off x="1668925" y="2795550"/>
              <a:ext cx="863300" cy="854975"/>
            </a:xfrm>
            <a:custGeom>
              <a:avLst/>
              <a:gdLst/>
              <a:ahLst/>
              <a:cxnLst/>
              <a:rect l="l" t="t" r="r" b="b"/>
              <a:pathLst>
                <a:path w="34532" h="34199" extrusionOk="0">
                  <a:moveTo>
                    <a:pt x="1" y="1"/>
                  </a:moveTo>
                  <a:lnTo>
                    <a:pt x="14604" y="34199"/>
                  </a:lnTo>
                  <a:lnTo>
                    <a:pt x="31537" y="34199"/>
                  </a:lnTo>
                  <a:lnTo>
                    <a:pt x="34531" y="46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4577;p64">
              <a:extLst>
                <a:ext uri="{FF2B5EF4-FFF2-40B4-BE49-F238E27FC236}">
                  <a16:creationId xmlns:a16="http://schemas.microsoft.com/office/drawing/2014/main" id="{8673120C-F0FE-C873-75C4-45676C59DAD4}"/>
                </a:ext>
              </a:extLst>
            </p:cNvPr>
            <p:cNvSpPr/>
            <p:nvPr/>
          </p:nvSpPr>
          <p:spPr>
            <a:xfrm>
              <a:off x="1661525" y="2788175"/>
              <a:ext cx="879000" cy="870675"/>
            </a:xfrm>
            <a:custGeom>
              <a:avLst/>
              <a:gdLst/>
              <a:ahLst/>
              <a:cxnLst/>
              <a:rect l="l" t="t" r="r" b="b"/>
              <a:pathLst>
                <a:path w="35160" h="34827" extrusionOk="0">
                  <a:moveTo>
                    <a:pt x="814" y="703"/>
                  </a:moveTo>
                  <a:lnTo>
                    <a:pt x="34494" y="5250"/>
                  </a:lnTo>
                  <a:lnTo>
                    <a:pt x="31526" y="34198"/>
                  </a:lnTo>
                  <a:lnTo>
                    <a:pt x="15122" y="34198"/>
                  </a:lnTo>
                  <a:lnTo>
                    <a:pt x="814" y="703"/>
                  </a:lnTo>
                  <a:close/>
                  <a:moveTo>
                    <a:pt x="334" y="0"/>
                  </a:moveTo>
                  <a:cubicBezTo>
                    <a:pt x="260" y="0"/>
                    <a:pt x="149" y="37"/>
                    <a:pt x="75" y="111"/>
                  </a:cubicBezTo>
                  <a:cubicBezTo>
                    <a:pt x="1" y="222"/>
                    <a:pt x="1" y="333"/>
                    <a:pt x="38" y="444"/>
                  </a:cubicBezTo>
                  <a:lnTo>
                    <a:pt x="14641" y="34605"/>
                  </a:lnTo>
                  <a:cubicBezTo>
                    <a:pt x="14678" y="34753"/>
                    <a:pt x="14789" y="34827"/>
                    <a:pt x="14900" y="34827"/>
                  </a:cubicBezTo>
                  <a:lnTo>
                    <a:pt x="31833" y="34827"/>
                  </a:lnTo>
                  <a:cubicBezTo>
                    <a:pt x="31980" y="34827"/>
                    <a:pt x="32091" y="34679"/>
                    <a:pt x="32128" y="34531"/>
                  </a:cubicBezTo>
                  <a:lnTo>
                    <a:pt x="35123" y="5028"/>
                  </a:lnTo>
                  <a:cubicBezTo>
                    <a:pt x="35160" y="4843"/>
                    <a:pt x="35049" y="4695"/>
                    <a:pt x="34864" y="4695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4578;p64">
              <a:extLst>
                <a:ext uri="{FF2B5EF4-FFF2-40B4-BE49-F238E27FC236}">
                  <a16:creationId xmlns:a16="http://schemas.microsoft.com/office/drawing/2014/main" id="{EC9389AE-D900-8FCB-AE85-D73D3C11989E}"/>
                </a:ext>
              </a:extLst>
            </p:cNvPr>
            <p:cNvSpPr/>
            <p:nvPr/>
          </p:nvSpPr>
          <p:spPr>
            <a:xfrm>
              <a:off x="564425" y="2517350"/>
              <a:ext cx="635925" cy="2438250"/>
            </a:xfrm>
            <a:custGeom>
              <a:avLst/>
              <a:gdLst/>
              <a:ahLst/>
              <a:cxnLst/>
              <a:rect l="l" t="t" r="r" b="b"/>
              <a:pathLst>
                <a:path w="25437" h="97530" extrusionOk="0">
                  <a:moveTo>
                    <a:pt x="1" y="1"/>
                  </a:moveTo>
                  <a:lnTo>
                    <a:pt x="1" y="97049"/>
                  </a:lnTo>
                  <a:lnTo>
                    <a:pt x="24438" y="97530"/>
                  </a:lnTo>
                  <a:lnTo>
                    <a:pt x="25437" y="97530"/>
                  </a:lnTo>
                  <a:lnTo>
                    <a:pt x="25437" y="618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4579;p64">
              <a:extLst>
                <a:ext uri="{FF2B5EF4-FFF2-40B4-BE49-F238E27FC236}">
                  <a16:creationId xmlns:a16="http://schemas.microsoft.com/office/drawing/2014/main" id="{EB97C48B-30B5-F693-D39C-D9AC76D8CE47}"/>
                </a:ext>
              </a:extLst>
            </p:cNvPr>
            <p:cNvSpPr/>
            <p:nvPr/>
          </p:nvSpPr>
          <p:spPr>
            <a:xfrm>
              <a:off x="557050" y="2509725"/>
              <a:ext cx="651625" cy="2453275"/>
            </a:xfrm>
            <a:custGeom>
              <a:avLst/>
              <a:gdLst/>
              <a:ahLst/>
              <a:cxnLst/>
              <a:rect l="l" t="t" r="r" b="b"/>
              <a:pathLst>
                <a:path w="26065" h="98131" extrusionOk="0">
                  <a:moveTo>
                    <a:pt x="629" y="1859"/>
                  </a:moveTo>
                  <a:lnTo>
                    <a:pt x="25436" y="62232"/>
                  </a:lnTo>
                  <a:lnTo>
                    <a:pt x="25436" y="97502"/>
                  </a:lnTo>
                  <a:lnTo>
                    <a:pt x="24733" y="97502"/>
                  </a:lnTo>
                  <a:lnTo>
                    <a:pt x="629" y="97021"/>
                  </a:lnTo>
                  <a:lnTo>
                    <a:pt x="629" y="1859"/>
                  </a:lnTo>
                  <a:close/>
                  <a:moveTo>
                    <a:pt x="334" y="1"/>
                  </a:moveTo>
                  <a:cubicBezTo>
                    <a:pt x="310" y="1"/>
                    <a:pt x="284" y="4"/>
                    <a:pt x="259" y="10"/>
                  </a:cubicBezTo>
                  <a:cubicBezTo>
                    <a:pt x="111" y="47"/>
                    <a:pt x="0" y="158"/>
                    <a:pt x="0" y="306"/>
                  </a:cubicBezTo>
                  <a:lnTo>
                    <a:pt x="0" y="97354"/>
                  </a:lnTo>
                  <a:cubicBezTo>
                    <a:pt x="0" y="97502"/>
                    <a:pt x="148" y="97650"/>
                    <a:pt x="296" y="97650"/>
                  </a:cubicBezTo>
                  <a:lnTo>
                    <a:pt x="24733" y="98130"/>
                  </a:lnTo>
                  <a:lnTo>
                    <a:pt x="25732" y="98130"/>
                  </a:lnTo>
                  <a:cubicBezTo>
                    <a:pt x="25842" y="98130"/>
                    <a:pt x="25916" y="98093"/>
                    <a:pt x="25953" y="98056"/>
                  </a:cubicBezTo>
                  <a:cubicBezTo>
                    <a:pt x="26027" y="97982"/>
                    <a:pt x="26064" y="97908"/>
                    <a:pt x="26064" y="97835"/>
                  </a:cubicBezTo>
                  <a:lnTo>
                    <a:pt x="26064" y="62158"/>
                  </a:lnTo>
                  <a:lnTo>
                    <a:pt x="26027" y="62047"/>
                  </a:lnTo>
                  <a:lnTo>
                    <a:pt x="592" y="195"/>
                  </a:lnTo>
                  <a:cubicBezTo>
                    <a:pt x="561" y="72"/>
                    <a:pt x="454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4580;p64">
              <a:extLst>
                <a:ext uri="{FF2B5EF4-FFF2-40B4-BE49-F238E27FC236}">
                  <a16:creationId xmlns:a16="http://schemas.microsoft.com/office/drawing/2014/main" id="{00BB5817-A8C6-2313-CB25-47F1C2AFCB40}"/>
                </a:ext>
              </a:extLst>
            </p:cNvPr>
            <p:cNvSpPr/>
            <p:nvPr/>
          </p:nvSpPr>
          <p:spPr>
            <a:xfrm>
              <a:off x="6378975" y="2517350"/>
              <a:ext cx="635925" cy="2438250"/>
            </a:xfrm>
            <a:custGeom>
              <a:avLst/>
              <a:gdLst/>
              <a:ahLst/>
              <a:cxnLst/>
              <a:rect l="l" t="t" r="r" b="b"/>
              <a:pathLst>
                <a:path w="25437" h="97530" extrusionOk="0">
                  <a:moveTo>
                    <a:pt x="25437" y="1"/>
                  </a:moveTo>
                  <a:lnTo>
                    <a:pt x="1" y="61853"/>
                  </a:lnTo>
                  <a:lnTo>
                    <a:pt x="1" y="97530"/>
                  </a:lnTo>
                  <a:lnTo>
                    <a:pt x="1036" y="97530"/>
                  </a:lnTo>
                  <a:lnTo>
                    <a:pt x="25437" y="97049"/>
                  </a:lnTo>
                  <a:lnTo>
                    <a:pt x="25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4581;p64">
              <a:extLst>
                <a:ext uri="{FF2B5EF4-FFF2-40B4-BE49-F238E27FC236}">
                  <a16:creationId xmlns:a16="http://schemas.microsoft.com/office/drawing/2014/main" id="{4130BF1E-A357-39F9-5453-3FD71A75B688}"/>
                </a:ext>
              </a:extLst>
            </p:cNvPr>
            <p:cNvSpPr/>
            <p:nvPr/>
          </p:nvSpPr>
          <p:spPr>
            <a:xfrm>
              <a:off x="6371600" y="2509725"/>
              <a:ext cx="650700" cy="2453275"/>
            </a:xfrm>
            <a:custGeom>
              <a:avLst/>
              <a:gdLst/>
              <a:ahLst/>
              <a:cxnLst/>
              <a:rect l="l" t="t" r="r" b="b"/>
              <a:pathLst>
                <a:path w="26028" h="98131" extrusionOk="0">
                  <a:moveTo>
                    <a:pt x="25436" y="1859"/>
                  </a:moveTo>
                  <a:lnTo>
                    <a:pt x="25436" y="97021"/>
                  </a:lnTo>
                  <a:lnTo>
                    <a:pt x="1331" y="97502"/>
                  </a:lnTo>
                  <a:lnTo>
                    <a:pt x="592" y="97502"/>
                  </a:lnTo>
                  <a:lnTo>
                    <a:pt x="592" y="62232"/>
                  </a:lnTo>
                  <a:lnTo>
                    <a:pt x="25436" y="1859"/>
                  </a:lnTo>
                  <a:close/>
                  <a:moveTo>
                    <a:pt x="25730" y="1"/>
                  </a:moveTo>
                  <a:cubicBezTo>
                    <a:pt x="25609" y="1"/>
                    <a:pt x="25497" y="72"/>
                    <a:pt x="25436" y="195"/>
                  </a:cubicBezTo>
                  <a:lnTo>
                    <a:pt x="0" y="62047"/>
                  </a:lnTo>
                  <a:lnTo>
                    <a:pt x="0" y="62158"/>
                  </a:lnTo>
                  <a:lnTo>
                    <a:pt x="0" y="97835"/>
                  </a:lnTo>
                  <a:cubicBezTo>
                    <a:pt x="0" y="97908"/>
                    <a:pt x="37" y="97982"/>
                    <a:pt x="74" y="98056"/>
                  </a:cubicBezTo>
                  <a:cubicBezTo>
                    <a:pt x="148" y="98093"/>
                    <a:pt x="222" y="98130"/>
                    <a:pt x="296" y="98130"/>
                  </a:cubicBezTo>
                  <a:lnTo>
                    <a:pt x="1331" y="98130"/>
                  </a:lnTo>
                  <a:lnTo>
                    <a:pt x="25732" y="97650"/>
                  </a:lnTo>
                  <a:cubicBezTo>
                    <a:pt x="25916" y="97650"/>
                    <a:pt x="26027" y="97502"/>
                    <a:pt x="26027" y="97354"/>
                  </a:cubicBezTo>
                  <a:lnTo>
                    <a:pt x="26027" y="306"/>
                  </a:lnTo>
                  <a:cubicBezTo>
                    <a:pt x="26027" y="158"/>
                    <a:pt x="25953" y="47"/>
                    <a:pt x="25805" y="10"/>
                  </a:cubicBezTo>
                  <a:cubicBezTo>
                    <a:pt x="25780" y="4"/>
                    <a:pt x="25755" y="1"/>
                    <a:pt x="25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4582;p64">
              <a:extLst>
                <a:ext uri="{FF2B5EF4-FFF2-40B4-BE49-F238E27FC236}">
                  <a16:creationId xmlns:a16="http://schemas.microsoft.com/office/drawing/2014/main" id="{8FCC0221-A3ED-3731-B1D6-3E8EFA7374A6}"/>
                </a:ext>
              </a:extLst>
            </p:cNvPr>
            <p:cNvSpPr/>
            <p:nvPr/>
          </p:nvSpPr>
          <p:spPr>
            <a:xfrm>
              <a:off x="564425" y="2517350"/>
              <a:ext cx="1469625" cy="1546325"/>
            </a:xfrm>
            <a:custGeom>
              <a:avLst/>
              <a:gdLst/>
              <a:ahLst/>
              <a:cxnLst/>
              <a:rect l="l" t="t" r="r" b="b"/>
              <a:pathLst>
                <a:path w="58785" h="61853" extrusionOk="0">
                  <a:moveTo>
                    <a:pt x="1" y="1"/>
                  </a:moveTo>
                  <a:lnTo>
                    <a:pt x="25363" y="61853"/>
                  </a:lnTo>
                  <a:lnTo>
                    <a:pt x="58784" y="45327"/>
                  </a:lnTo>
                  <a:lnTo>
                    <a:pt x="44181" y="111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4583;p64">
              <a:extLst>
                <a:ext uri="{FF2B5EF4-FFF2-40B4-BE49-F238E27FC236}">
                  <a16:creationId xmlns:a16="http://schemas.microsoft.com/office/drawing/2014/main" id="{D6CB8EFB-1A83-8943-CFA1-394BB70377EA}"/>
                </a:ext>
              </a:extLst>
            </p:cNvPr>
            <p:cNvSpPr/>
            <p:nvPr/>
          </p:nvSpPr>
          <p:spPr>
            <a:xfrm>
              <a:off x="556125" y="2509600"/>
              <a:ext cx="1487150" cy="1562075"/>
            </a:xfrm>
            <a:custGeom>
              <a:avLst/>
              <a:gdLst/>
              <a:ahLst/>
              <a:cxnLst/>
              <a:rect l="l" t="t" r="r" b="b"/>
              <a:pathLst>
                <a:path w="59486" h="62483" extrusionOk="0">
                  <a:moveTo>
                    <a:pt x="850" y="754"/>
                  </a:moveTo>
                  <a:lnTo>
                    <a:pt x="44291" y="11698"/>
                  </a:lnTo>
                  <a:lnTo>
                    <a:pt x="58752" y="45503"/>
                  </a:lnTo>
                  <a:lnTo>
                    <a:pt x="58752" y="45503"/>
                  </a:lnTo>
                  <a:lnTo>
                    <a:pt x="25879" y="61756"/>
                  </a:lnTo>
                  <a:lnTo>
                    <a:pt x="850" y="754"/>
                  </a:lnTo>
                  <a:close/>
                  <a:moveTo>
                    <a:pt x="318" y="1"/>
                  </a:moveTo>
                  <a:cubicBezTo>
                    <a:pt x="239" y="1"/>
                    <a:pt x="165" y="35"/>
                    <a:pt x="111" y="89"/>
                  </a:cubicBezTo>
                  <a:cubicBezTo>
                    <a:pt x="37" y="200"/>
                    <a:pt x="0" y="311"/>
                    <a:pt x="74" y="422"/>
                  </a:cubicBezTo>
                  <a:lnTo>
                    <a:pt x="25399" y="62274"/>
                  </a:lnTo>
                  <a:cubicBezTo>
                    <a:pt x="25436" y="62348"/>
                    <a:pt x="25510" y="62422"/>
                    <a:pt x="25584" y="62459"/>
                  </a:cubicBezTo>
                  <a:cubicBezTo>
                    <a:pt x="25614" y="62474"/>
                    <a:pt x="25651" y="62483"/>
                    <a:pt x="25689" y="62483"/>
                  </a:cubicBezTo>
                  <a:cubicBezTo>
                    <a:pt x="25743" y="62483"/>
                    <a:pt x="25799" y="62465"/>
                    <a:pt x="25842" y="62422"/>
                  </a:cubicBezTo>
                  <a:lnTo>
                    <a:pt x="59264" y="45933"/>
                  </a:lnTo>
                  <a:cubicBezTo>
                    <a:pt x="59412" y="45859"/>
                    <a:pt x="59486" y="45674"/>
                    <a:pt x="59412" y="45526"/>
                  </a:cubicBezTo>
                  <a:lnTo>
                    <a:pt x="44808" y="11328"/>
                  </a:lnTo>
                  <a:cubicBezTo>
                    <a:pt x="44771" y="11254"/>
                    <a:pt x="44697" y="11180"/>
                    <a:pt x="44587" y="11143"/>
                  </a:cubicBezTo>
                  <a:lnTo>
                    <a:pt x="407" y="15"/>
                  </a:lnTo>
                  <a:cubicBezTo>
                    <a:pt x="377" y="5"/>
                    <a:pt x="347" y="1"/>
                    <a:pt x="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4584;p64">
              <a:extLst>
                <a:ext uri="{FF2B5EF4-FFF2-40B4-BE49-F238E27FC236}">
                  <a16:creationId xmlns:a16="http://schemas.microsoft.com/office/drawing/2014/main" id="{04249405-2706-BDCD-F514-114D04F63D69}"/>
                </a:ext>
              </a:extLst>
            </p:cNvPr>
            <p:cNvSpPr/>
            <p:nvPr/>
          </p:nvSpPr>
          <p:spPr>
            <a:xfrm>
              <a:off x="5038800" y="2795550"/>
              <a:ext cx="861425" cy="854975"/>
            </a:xfrm>
            <a:custGeom>
              <a:avLst/>
              <a:gdLst/>
              <a:ahLst/>
              <a:cxnLst/>
              <a:rect l="l" t="t" r="r" b="b"/>
              <a:pathLst>
                <a:path w="34457" h="34199" extrusionOk="0">
                  <a:moveTo>
                    <a:pt x="34457" y="1"/>
                  </a:moveTo>
                  <a:lnTo>
                    <a:pt x="0" y="4696"/>
                  </a:lnTo>
                  <a:lnTo>
                    <a:pt x="2958" y="34199"/>
                  </a:lnTo>
                  <a:lnTo>
                    <a:pt x="19854" y="34199"/>
                  </a:lnTo>
                  <a:lnTo>
                    <a:pt x="34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4585;p64">
              <a:extLst>
                <a:ext uri="{FF2B5EF4-FFF2-40B4-BE49-F238E27FC236}">
                  <a16:creationId xmlns:a16="http://schemas.microsoft.com/office/drawing/2014/main" id="{449C7437-9650-498C-8BC8-6DFEC8CBA8B4}"/>
                </a:ext>
              </a:extLst>
            </p:cNvPr>
            <p:cNvSpPr/>
            <p:nvPr/>
          </p:nvSpPr>
          <p:spPr>
            <a:xfrm>
              <a:off x="5030475" y="2788175"/>
              <a:ext cx="878075" cy="870675"/>
            </a:xfrm>
            <a:custGeom>
              <a:avLst/>
              <a:gdLst/>
              <a:ahLst/>
              <a:cxnLst/>
              <a:rect l="l" t="t" r="r" b="b"/>
              <a:pathLst>
                <a:path w="35123" h="34827" extrusionOk="0">
                  <a:moveTo>
                    <a:pt x="34272" y="703"/>
                  </a:moveTo>
                  <a:lnTo>
                    <a:pt x="19965" y="34198"/>
                  </a:lnTo>
                  <a:lnTo>
                    <a:pt x="3561" y="34198"/>
                  </a:lnTo>
                  <a:lnTo>
                    <a:pt x="666" y="5250"/>
                  </a:lnTo>
                  <a:lnTo>
                    <a:pt x="34272" y="703"/>
                  </a:lnTo>
                  <a:close/>
                  <a:moveTo>
                    <a:pt x="34753" y="0"/>
                  </a:moveTo>
                  <a:lnTo>
                    <a:pt x="296" y="4695"/>
                  </a:lnTo>
                  <a:cubicBezTo>
                    <a:pt x="149" y="4732"/>
                    <a:pt x="1" y="4880"/>
                    <a:pt x="38" y="5028"/>
                  </a:cubicBezTo>
                  <a:lnTo>
                    <a:pt x="2958" y="34531"/>
                  </a:lnTo>
                  <a:cubicBezTo>
                    <a:pt x="2995" y="34679"/>
                    <a:pt x="3106" y="34827"/>
                    <a:pt x="3291" y="34827"/>
                  </a:cubicBezTo>
                  <a:lnTo>
                    <a:pt x="20187" y="34827"/>
                  </a:lnTo>
                  <a:cubicBezTo>
                    <a:pt x="20298" y="34827"/>
                    <a:pt x="20408" y="34753"/>
                    <a:pt x="20445" y="34605"/>
                  </a:cubicBezTo>
                  <a:lnTo>
                    <a:pt x="35049" y="444"/>
                  </a:lnTo>
                  <a:cubicBezTo>
                    <a:pt x="35123" y="333"/>
                    <a:pt x="35086" y="222"/>
                    <a:pt x="35012" y="111"/>
                  </a:cubicBezTo>
                  <a:cubicBezTo>
                    <a:pt x="34938" y="37"/>
                    <a:pt x="34864" y="0"/>
                    <a:pt x="34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4586;p64">
              <a:extLst>
                <a:ext uri="{FF2B5EF4-FFF2-40B4-BE49-F238E27FC236}">
                  <a16:creationId xmlns:a16="http://schemas.microsoft.com/office/drawing/2014/main" id="{A139589A-8236-E426-91DB-55351C53C7D0}"/>
                </a:ext>
              </a:extLst>
            </p:cNvPr>
            <p:cNvSpPr/>
            <p:nvPr/>
          </p:nvSpPr>
          <p:spPr>
            <a:xfrm>
              <a:off x="5583200" y="3053425"/>
              <a:ext cx="129400" cy="107250"/>
            </a:xfrm>
            <a:custGeom>
              <a:avLst/>
              <a:gdLst/>
              <a:ahLst/>
              <a:cxnLst/>
              <a:rect l="l" t="t" r="r" b="b"/>
              <a:pathLst>
                <a:path w="5176" h="4290" extrusionOk="0">
                  <a:moveTo>
                    <a:pt x="5176" y="1"/>
                  </a:moveTo>
                  <a:lnTo>
                    <a:pt x="1442" y="371"/>
                  </a:lnTo>
                  <a:lnTo>
                    <a:pt x="0" y="4289"/>
                  </a:lnTo>
                  <a:lnTo>
                    <a:pt x="3623" y="3957"/>
                  </a:lnTo>
                  <a:lnTo>
                    <a:pt x="51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4587;p64">
              <a:extLst>
                <a:ext uri="{FF2B5EF4-FFF2-40B4-BE49-F238E27FC236}">
                  <a16:creationId xmlns:a16="http://schemas.microsoft.com/office/drawing/2014/main" id="{D3EA7940-03BF-309E-FA20-2B3E560704BE}"/>
                </a:ext>
              </a:extLst>
            </p:cNvPr>
            <p:cNvSpPr/>
            <p:nvPr/>
          </p:nvSpPr>
          <p:spPr>
            <a:xfrm>
              <a:off x="5375225" y="3075625"/>
              <a:ext cx="122950" cy="102600"/>
            </a:xfrm>
            <a:custGeom>
              <a:avLst/>
              <a:gdLst/>
              <a:ahLst/>
              <a:cxnLst/>
              <a:rect l="l" t="t" r="r" b="b"/>
              <a:pathLst>
                <a:path w="4918" h="4104" extrusionOk="0">
                  <a:moveTo>
                    <a:pt x="4918" y="0"/>
                  </a:moveTo>
                  <a:lnTo>
                    <a:pt x="1406" y="333"/>
                  </a:lnTo>
                  <a:lnTo>
                    <a:pt x="1" y="4104"/>
                  </a:lnTo>
                  <a:lnTo>
                    <a:pt x="3513" y="3808"/>
                  </a:lnTo>
                  <a:lnTo>
                    <a:pt x="49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4588;p64">
              <a:extLst>
                <a:ext uri="{FF2B5EF4-FFF2-40B4-BE49-F238E27FC236}">
                  <a16:creationId xmlns:a16="http://schemas.microsoft.com/office/drawing/2014/main" id="{04FB84DD-179C-FC1F-2FA8-9C6B58D03AEC}"/>
                </a:ext>
              </a:extLst>
            </p:cNvPr>
            <p:cNvSpPr/>
            <p:nvPr/>
          </p:nvSpPr>
          <p:spPr>
            <a:xfrm>
              <a:off x="5415900" y="2996125"/>
              <a:ext cx="111850" cy="73050"/>
            </a:xfrm>
            <a:custGeom>
              <a:avLst/>
              <a:gdLst/>
              <a:ahLst/>
              <a:cxnLst/>
              <a:rect l="l" t="t" r="r" b="b"/>
              <a:pathLst>
                <a:path w="4474" h="2922" extrusionOk="0">
                  <a:moveTo>
                    <a:pt x="4474" y="1"/>
                  </a:moveTo>
                  <a:lnTo>
                    <a:pt x="962" y="407"/>
                  </a:lnTo>
                  <a:lnTo>
                    <a:pt x="0" y="2921"/>
                  </a:lnTo>
                  <a:lnTo>
                    <a:pt x="3513" y="2552"/>
                  </a:lnTo>
                  <a:lnTo>
                    <a:pt x="4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4589;p64">
              <a:extLst>
                <a:ext uri="{FF2B5EF4-FFF2-40B4-BE49-F238E27FC236}">
                  <a16:creationId xmlns:a16="http://schemas.microsoft.com/office/drawing/2014/main" id="{650C6BA7-6C2A-8AEB-4DAC-91BA2EADDB3E}"/>
                </a:ext>
              </a:extLst>
            </p:cNvPr>
            <p:cNvSpPr/>
            <p:nvPr/>
          </p:nvSpPr>
          <p:spPr>
            <a:xfrm>
              <a:off x="5520350" y="2983200"/>
              <a:ext cx="112775" cy="74875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4511" y="0"/>
                  </a:moveTo>
                  <a:lnTo>
                    <a:pt x="961" y="444"/>
                  </a:lnTo>
                  <a:lnTo>
                    <a:pt x="0" y="2995"/>
                  </a:lnTo>
                  <a:lnTo>
                    <a:pt x="0" y="2995"/>
                  </a:lnTo>
                  <a:lnTo>
                    <a:pt x="3512" y="2662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4590;p64">
              <a:extLst>
                <a:ext uri="{FF2B5EF4-FFF2-40B4-BE49-F238E27FC236}">
                  <a16:creationId xmlns:a16="http://schemas.microsoft.com/office/drawing/2014/main" id="{664C0F7D-0F6A-1429-1BC5-39DB03C84688}"/>
                </a:ext>
              </a:extLst>
            </p:cNvPr>
            <p:cNvSpPr/>
            <p:nvPr/>
          </p:nvSpPr>
          <p:spPr>
            <a:xfrm>
              <a:off x="5276325" y="3085775"/>
              <a:ext cx="118350" cy="101700"/>
            </a:xfrm>
            <a:custGeom>
              <a:avLst/>
              <a:gdLst/>
              <a:ahLst/>
              <a:cxnLst/>
              <a:rect l="l" t="t" r="r" b="b"/>
              <a:pathLst>
                <a:path w="4734" h="4068" extrusionOk="0">
                  <a:moveTo>
                    <a:pt x="4733" y="1"/>
                  </a:moveTo>
                  <a:lnTo>
                    <a:pt x="1517" y="334"/>
                  </a:lnTo>
                  <a:lnTo>
                    <a:pt x="1" y="4068"/>
                  </a:lnTo>
                  <a:lnTo>
                    <a:pt x="3291" y="3772"/>
                  </a:lnTo>
                  <a:lnTo>
                    <a:pt x="47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4591;p64">
              <a:extLst>
                <a:ext uri="{FF2B5EF4-FFF2-40B4-BE49-F238E27FC236}">
                  <a16:creationId xmlns:a16="http://schemas.microsoft.com/office/drawing/2014/main" id="{E40C7A4A-1A6A-0BBB-8680-CACB9BFBA165}"/>
                </a:ext>
              </a:extLst>
            </p:cNvPr>
            <p:cNvSpPr/>
            <p:nvPr/>
          </p:nvSpPr>
          <p:spPr>
            <a:xfrm>
              <a:off x="5535125" y="3168050"/>
              <a:ext cx="132200" cy="119250"/>
            </a:xfrm>
            <a:custGeom>
              <a:avLst/>
              <a:gdLst/>
              <a:ahLst/>
              <a:cxnLst/>
              <a:rect l="l" t="t" r="r" b="b"/>
              <a:pathLst>
                <a:path w="5288" h="4770" extrusionOk="0">
                  <a:moveTo>
                    <a:pt x="5287" y="0"/>
                  </a:moveTo>
                  <a:lnTo>
                    <a:pt x="1664" y="296"/>
                  </a:lnTo>
                  <a:lnTo>
                    <a:pt x="1" y="4769"/>
                  </a:lnTo>
                  <a:lnTo>
                    <a:pt x="3476" y="4585"/>
                  </a:lnTo>
                  <a:lnTo>
                    <a:pt x="52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4592;p64">
              <a:extLst>
                <a:ext uri="{FF2B5EF4-FFF2-40B4-BE49-F238E27FC236}">
                  <a16:creationId xmlns:a16="http://schemas.microsoft.com/office/drawing/2014/main" id="{A26B88C2-7924-ADE4-11B5-5638F0926D7F}"/>
                </a:ext>
              </a:extLst>
            </p:cNvPr>
            <p:cNvSpPr/>
            <p:nvPr/>
          </p:nvSpPr>
          <p:spPr>
            <a:xfrm>
              <a:off x="5295750" y="3308525"/>
              <a:ext cx="115550" cy="81375"/>
            </a:xfrm>
            <a:custGeom>
              <a:avLst/>
              <a:gdLst/>
              <a:ahLst/>
              <a:cxnLst/>
              <a:rect l="l" t="t" r="r" b="b"/>
              <a:pathLst>
                <a:path w="4622" h="3255" extrusionOk="0">
                  <a:moveTo>
                    <a:pt x="4622" y="1"/>
                  </a:moveTo>
                  <a:lnTo>
                    <a:pt x="1146" y="223"/>
                  </a:lnTo>
                  <a:lnTo>
                    <a:pt x="0" y="3254"/>
                  </a:lnTo>
                  <a:lnTo>
                    <a:pt x="3402" y="3254"/>
                  </a:lnTo>
                  <a:lnTo>
                    <a:pt x="46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4593;p64">
              <a:extLst>
                <a:ext uri="{FF2B5EF4-FFF2-40B4-BE49-F238E27FC236}">
                  <a16:creationId xmlns:a16="http://schemas.microsoft.com/office/drawing/2014/main" id="{AF9B98A4-5C35-DCEE-0274-91A522B346DD}"/>
                </a:ext>
              </a:extLst>
            </p:cNvPr>
            <p:cNvSpPr/>
            <p:nvPr/>
          </p:nvSpPr>
          <p:spPr>
            <a:xfrm>
              <a:off x="5478750" y="3064525"/>
              <a:ext cx="123875" cy="104475"/>
            </a:xfrm>
            <a:custGeom>
              <a:avLst/>
              <a:gdLst/>
              <a:ahLst/>
              <a:cxnLst/>
              <a:rect l="l" t="t" r="r" b="b"/>
              <a:pathLst>
                <a:path w="4955" h="4179" extrusionOk="0">
                  <a:moveTo>
                    <a:pt x="4954" y="0"/>
                  </a:moveTo>
                  <a:lnTo>
                    <a:pt x="1442" y="370"/>
                  </a:lnTo>
                  <a:lnTo>
                    <a:pt x="0" y="4178"/>
                  </a:lnTo>
                  <a:lnTo>
                    <a:pt x="3513" y="3882"/>
                  </a:lnTo>
                  <a:lnTo>
                    <a:pt x="49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4594;p64">
              <a:extLst>
                <a:ext uri="{FF2B5EF4-FFF2-40B4-BE49-F238E27FC236}">
                  <a16:creationId xmlns:a16="http://schemas.microsoft.com/office/drawing/2014/main" id="{12D16040-B399-8786-744F-841167C09BA5}"/>
                </a:ext>
              </a:extLst>
            </p:cNvPr>
            <p:cNvSpPr/>
            <p:nvPr/>
          </p:nvSpPr>
          <p:spPr>
            <a:xfrm>
              <a:off x="5624775" y="2969325"/>
              <a:ext cx="121100" cy="78575"/>
            </a:xfrm>
            <a:custGeom>
              <a:avLst/>
              <a:gdLst/>
              <a:ahLst/>
              <a:cxnLst/>
              <a:rect l="l" t="t" r="r" b="b"/>
              <a:pathLst>
                <a:path w="4844" h="3143" extrusionOk="0">
                  <a:moveTo>
                    <a:pt x="4844" y="0"/>
                  </a:moveTo>
                  <a:lnTo>
                    <a:pt x="999" y="481"/>
                  </a:lnTo>
                  <a:lnTo>
                    <a:pt x="1" y="3143"/>
                  </a:lnTo>
                  <a:lnTo>
                    <a:pt x="3772" y="2773"/>
                  </a:lnTo>
                  <a:lnTo>
                    <a:pt x="4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4595;p64">
              <a:extLst>
                <a:ext uri="{FF2B5EF4-FFF2-40B4-BE49-F238E27FC236}">
                  <a16:creationId xmlns:a16="http://schemas.microsoft.com/office/drawing/2014/main" id="{35070219-61BE-4378-8BFC-0B2171EDEB95}"/>
                </a:ext>
              </a:extLst>
            </p:cNvPr>
            <p:cNvSpPr/>
            <p:nvPr/>
          </p:nvSpPr>
          <p:spPr>
            <a:xfrm>
              <a:off x="5193150" y="3315000"/>
              <a:ext cx="115550" cy="74900"/>
            </a:xfrm>
            <a:custGeom>
              <a:avLst/>
              <a:gdLst/>
              <a:ahLst/>
              <a:cxnLst/>
              <a:rect l="l" t="t" r="r" b="b"/>
              <a:pathLst>
                <a:path w="4622" h="2996" extrusionOk="0">
                  <a:moveTo>
                    <a:pt x="4622" y="1"/>
                  </a:moveTo>
                  <a:lnTo>
                    <a:pt x="1147" y="185"/>
                  </a:lnTo>
                  <a:lnTo>
                    <a:pt x="0" y="2995"/>
                  </a:lnTo>
                  <a:lnTo>
                    <a:pt x="3476" y="2995"/>
                  </a:lnTo>
                  <a:lnTo>
                    <a:pt x="46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4596;p64">
              <a:extLst>
                <a:ext uri="{FF2B5EF4-FFF2-40B4-BE49-F238E27FC236}">
                  <a16:creationId xmlns:a16="http://schemas.microsoft.com/office/drawing/2014/main" id="{D7D3012E-36C3-9D35-1AFD-C6AB47CE1D99}"/>
                </a:ext>
              </a:extLst>
            </p:cNvPr>
            <p:cNvSpPr/>
            <p:nvPr/>
          </p:nvSpPr>
          <p:spPr>
            <a:xfrm>
              <a:off x="5320700" y="3009075"/>
              <a:ext cx="102625" cy="69325"/>
            </a:xfrm>
            <a:custGeom>
              <a:avLst/>
              <a:gdLst/>
              <a:ahLst/>
              <a:cxnLst/>
              <a:rect l="l" t="t" r="r" b="b"/>
              <a:pathLst>
                <a:path w="4105" h="2773" extrusionOk="0">
                  <a:moveTo>
                    <a:pt x="4104" y="0"/>
                  </a:moveTo>
                  <a:lnTo>
                    <a:pt x="962" y="370"/>
                  </a:lnTo>
                  <a:lnTo>
                    <a:pt x="0" y="2773"/>
                  </a:lnTo>
                  <a:lnTo>
                    <a:pt x="0" y="2773"/>
                  </a:lnTo>
                  <a:lnTo>
                    <a:pt x="3180" y="2477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4597;p64">
              <a:extLst>
                <a:ext uri="{FF2B5EF4-FFF2-40B4-BE49-F238E27FC236}">
                  <a16:creationId xmlns:a16="http://schemas.microsoft.com/office/drawing/2014/main" id="{2A0830AE-2951-6B76-96EC-864957711A76}"/>
                </a:ext>
              </a:extLst>
            </p:cNvPr>
            <p:cNvSpPr/>
            <p:nvPr/>
          </p:nvSpPr>
          <p:spPr>
            <a:xfrm>
              <a:off x="5497225" y="3297450"/>
              <a:ext cx="119275" cy="92450"/>
            </a:xfrm>
            <a:custGeom>
              <a:avLst/>
              <a:gdLst/>
              <a:ahLst/>
              <a:cxnLst/>
              <a:rect l="l" t="t" r="r" b="b"/>
              <a:pathLst>
                <a:path w="4771" h="3698" extrusionOk="0">
                  <a:moveTo>
                    <a:pt x="4770" y="0"/>
                  </a:moveTo>
                  <a:lnTo>
                    <a:pt x="1295" y="185"/>
                  </a:lnTo>
                  <a:lnTo>
                    <a:pt x="1" y="3697"/>
                  </a:lnTo>
                  <a:lnTo>
                    <a:pt x="3291" y="3697"/>
                  </a:lnTo>
                  <a:lnTo>
                    <a:pt x="47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4598;p64">
              <a:extLst>
                <a:ext uri="{FF2B5EF4-FFF2-40B4-BE49-F238E27FC236}">
                  <a16:creationId xmlns:a16="http://schemas.microsoft.com/office/drawing/2014/main" id="{3D844F43-29DD-962D-9E74-EEDAC3C817E7}"/>
                </a:ext>
              </a:extLst>
            </p:cNvPr>
            <p:cNvSpPr/>
            <p:nvPr/>
          </p:nvSpPr>
          <p:spPr>
            <a:xfrm>
              <a:off x="5432525" y="3177275"/>
              <a:ext cx="128500" cy="115575"/>
            </a:xfrm>
            <a:custGeom>
              <a:avLst/>
              <a:gdLst/>
              <a:ahLst/>
              <a:cxnLst/>
              <a:rect l="l" t="t" r="r" b="b"/>
              <a:pathLst>
                <a:path w="5140" h="4623" extrusionOk="0">
                  <a:moveTo>
                    <a:pt x="5140" y="1"/>
                  </a:moveTo>
                  <a:lnTo>
                    <a:pt x="1628" y="297"/>
                  </a:lnTo>
                  <a:lnTo>
                    <a:pt x="1" y="4622"/>
                  </a:lnTo>
                  <a:lnTo>
                    <a:pt x="3476" y="4437"/>
                  </a:lnTo>
                  <a:lnTo>
                    <a:pt x="51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4599;p64">
              <a:extLst>
                <a:ext uri="{FF2B5EF4-FFF2-40B4-BE49-F238E27FC236}">
                  <a16:creationId xmlns:a16="http://schemas.microsoft.com/office/drawing/2014/main" id="{45048465-F294-9D31-EBE4-D7E166A378E7}"/>
                </a:ext>
              </a:extLst>
            </p:cNvPr>
            <p:cNvSpPr/>
            <p:nvPr/>
          </p:nvSpPr>
          <p:spPr>
            <a:xfrm>
              <a:off x="5329950" y="3185600"/>
              <a:ext cx="126650" cy="112800"/>
            </a:xfrm>
            <a:custGeom>
              <a:avLst/>
              <a:gdLst/>
              <a:ahLst/>
              <a:cxnLst/>
              <a:rect l="l" t="t" r="r" b="b"/>
              <a:pathLst>
                <a:path w="5066" h="4512" extrusionOk="0">
                  <a:moveTo>
                    <a:pt x="5065" y="1"/>
                  </a:moveTo>
                  <a:lnTo>
                    <a:pt x="1590" y="333"/>
                  </a:lnTo>
                  <a:lnTo>
                    <a:pt x="0" y="4511"/>
                  </a:lnTo>
                  <a:lnTo>
                    <a:pt x="3475" y="4326"/>
                  </a:lnTo>
                  <a:lnTo>
                    <a:pt x="50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4600;p64">
              <a:extLst>
                <a:ext uri="{FF2B5EF4-FFF2-40B4-BE49-F238E27FC236}">
                  <a16:creationId xmlns:a16="http://schemas.microsoft.com/office/drawing/2014/main" id="{C30CCCAC-6B76-9AEB-CE03-A37A8B4CEC8F}"/>
                </a:ext>
              </a:extLst>
            </p:cNvPr>
            <p:cNvSpPr/>
            <p:nvPr/>
          </p:nvSpPr>
          <p:spPr>
            <a:xfrm>
              <a:off x="5228275" y="3194850"/>
              <a:ext cx="124800" cy="110000"/>
            </a:xfrm>
            <a:custGeom>
              <a:avLst/>
              <a:gdLst/>
              <a:ahLst/>
              <a:cxnLst/>
              <a:rect l="l" t="t" r="r" b="b"/>
              <a:pathLst>
                <a:path w="4992" h="4400" extrusionOk="0">
                  <a:moveTo>
                    <a:pt x="4991" y="0"/>
                  </a:moveTo>
                  <a:lnTo>
                    <a:pt x="1664" y="296"/>
                  </a:lnTo>
                  <a:lnTo>
                    <a:pt x="0" y="4400"/>
                  </a:lnTo>
                  <a:lnTo>
                    <a:pt x="3439" y="4178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4601;p64">
              <a:extLst>
                <a:ext uri="{FF2B5EF4-FFF2-40B4-BE49-F238E27FC236}">
                  <a16:creationId xmlns:a16="http://schemas.microsoft.com/office/drawing/2014/main" id="{1EE85DF3-BE1D-CFC5-20D7-BA816CECABD3}"/>
                </a:ext>
              </a:extLst>
            </p:cNvPr>
            <p:cNvSpPr/>
            <p:nvPr/>
          </p:nvSpPr>
          <p:spPr>
            <a:xfrm>
              <a:off x="5396500" y="3302975"/>
              <a:ext cx="117400" cy="86925"/>
            </a:xfrm>
            <a:custGeom>
              <a:avLst/>
              <a:gdLst/>
              <a:ahLst/>
              <a:cxnLst/>
              <a:rect l="l" t="t" r="r" b="b"/>
              <a:pathLst>
                <a:path w="4696" h="3477" extrusionOk="0">
                  <a:moveTo>
                    <a:pt x="4695" y="1"/>
                  </a:moveTo>
                  <a:lnTo>
                    <a:pt x="1220" y="186"/>
                  </a:lnTo>
                  <a:lnTo>
                    <a:pt x="0" y="3476"/>
                  </a:lnTo>
                  <a:lnTo>
                    <a:pt x="3401" y="3476"/>
                  </a:lnTo>
                  <a:lnTo>
                    <a:pt x="46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4602;p64">
              <a:extLst>
                <a:ext uri="{FF2B5EF4-FFF2-40B4-BE49-F238E27FC236}">
                  <a16:creationId xmlns:a16="http://schemas.microsoft.com/office/drawing/2014/main" id="{519D7955-33C9-C045-86A0-5B25E77A07B1}"/>
                </a:ext>
              </a:extLst>
            </p:cNvPr>
            <p:cNvSpPr/>
            <p:nvPr/>
          </p:nvSpPr>
          <p:spPr>
            <a:xfrm>
              <a:off x="5535125" y="2517350"/>
              <a:ext cx="1469600" cy="1546325"/>
            </a:xfrm>
            <a:custGeom>
              <a:avLst/>
              <a:gdLst/>
              <a:ahLst/>
              <a:cxnLst/>
              <a:rect l="l" t="t" r="r" b="b"/>
              <a:pathLst>
                <a:path w="58784" h="61853" extrusionOk="0">
                  <a:moveTo>
                    <a:pt x="58784" y="1"/>
                  </a:moveTo>
                  <a:lnTo>
                    <a:pt x="14604" y="11129"/>
                  </a:lnTo>
                  <a:lnTo>
                    <a:pt x="1" y="45327"/>
                  </a:lnTo>
                  <a:lnTo>
                    <a:pt x="33422" y="61853"/>
                  </a:lnTo>
                  <a:lnTo>
                    <a:pt x="587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4603;p64">
              <a:extLst>
                <a:ext uri="{FF2B5EF4-FFF2-40B4-BE49-F238E27FC236}">
                  <a16:creationId xmlns:a16="http://schemas.microsoft.com/office/drawing/2014/main" id="{09B4F728-D371-FD64-3937-E33A3F5B52E0}"/>
                </a:ext>
              </a:extLst>
            </p:cNvPr>
            <p:cNvSpPr/>
            <p:nvPr/>
          </p:nvSpPr>
          <p:spPr>
            <a:xfrm>
              <a:off x="5525875" y="2509600"/>
              <a:ext cx="1487175" cy="1562075"/>
            </a:xfrm>
            <a:custGeom>
              <a:avLst/>
              <a:gdLst/>
              <a:ahLst/>
              <a:cxnLst/>
              <a:rect l="l" t="t" r="r" b="b"/>
              <a:pathLst>
                <a:path w="59487" h="62483" extrusionOk="0">
                  <a:moveTo>
                    <a:pt x="58636" y="754"/>
                  </a:moveTo>
                  <a:lnTo>
                    <a:pt x="33644" y="61756"/>
                  </a:lnTo>
                  <a:lnTo>
                    <a:pt x="734" y="45503"/>
                  </a:lnTo>
                  <a:lnTo>
                    <a:pt x="734" y="45503"/>
                  </a:lnTo>
                  <a:lnTo>
                    <a:pt x="15196" y="11698"/>
                  </a:lnTo>
                  <a:lnTo>
                    <a:pt x="58636" y="754"/>
                  </a:lnTo>
                  <a:close/>
                  <a:moveTo>
                    <a:pt x="59168" y="1"/>
                  </a:moveTo>
                  <a:cubicBezTo>
                    <a:pt x="59139" y="1"/>
                    <a:pt x="59110" y="5"/>
                    <a:pt x="59080" y="15"/>
                  </a:cubicBezTo>
                  <a:lnTo>
                    <a:pt x="14900" y="11143"/>
                  </a:lnTo>
                  <a:cubicBezTo>
                    <a:pt x="14789" y="11180"/>
                    <a:pt x="14715" y="11254"/>
                    <a:pt x="14678" y="11328"/>
                  </a:cubicBezTo>
                  <a:lnTo>
                    <a:pt x="75" y="45526"/>
                  </a:lnTo>
                  <a:cubicBezTo>
                    <a:pt x="1" y="45674"/>
                    <a:pt x="75" y="45859"/>
                    <a:pt x="223" y="45933"/>
                  </a:cubicBezTo>
                  <a:lnTo>
                    <a:pt x="33644" y="62422"/>
                  </a:lnTo>
                  <a:cubicBezTo>
                    <a:pt x="33687" y="62465"/>
                    <a:pt x="33743" y="62483"/>
                    <a:pt x="33797" y="62483"/>
                  </a:cubicBezTo>
                  <a:cubicBezTo>
                    <a:pt x="33835" y="62483"/>
                    <a:pt x="33872" y="62474"/>
                    <a:pt x="33903" y="62459"/>
                  </a:cubicBezTo>
                  <a:cubicBezTo>
                    <a:pt x="33977" y="62422"/>
                    <a:pt x="34051" y="62348"/>
                    <a:pt x="34088" y="62274"/>
                  </a:cubicBezTo>
                  <a:lnTo>
                    <a:pt x="59413" y="422"/>
                  </a:lnTo>
                  <a:cubicBezTo>
                    <a:pt x="59487" y="311"/>
                    <a:pt x="59450" y="200"/>
                    <a:pt x="59376" y="89"/>
                  </a:cubicBezTo>
                  <a:cubicBezTo>
                    <a:pt x="59322" y="35"/>
                    <a:pt x="59248" y="1"/>
                    <a:pt x="59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4604;p64">
              <a:extLst>
                <a:ext uri="{FF2B5EF4-FFF2-40B4-BE49-F238E27FC236}">
                  <a16:creationId xmlns:a16="http://schemas.microsoft.com/office/drawing/2014/main" id="{56A9CCF5-9AB0-6737-149F-521DB8FBC45B}"/>
                </a:ext>
              </a:extLst>
            </p:cNvPr>
            <p:cNvSpPr/>
            <p:nvPr/>
          </p:nvSpPr>
          <p:spPr>
            <a:xfrm>
              <a:off x="2453625" y="2391650"/>
              <a:ext cx="2670225" cy="1257025"/>
            </a:xfrm>
            <a:custGeom>
              <a:avLst/>
              <a:gdLst/>
              <a:ahLst/>
              <a:cxnLst/>
              <a:rect l="l" t="t" r="r" b="b"/>
              <a:pathLst>
                <a:path w="106809" h="50281" extrusionOk="0">
                  <a:moveTo>
                    <a:pt x="8652" y="1"/>
                  </a:moveTo>
                  <a:cubicBezTo>
                    <a:pt x="6766" y="1"/>
                    <a:pt x="5214" y="1406"/>
                    <a:pt x="4992" y="3291"/>
                  </a:cubicBezTo>
                  <a:lnTo>
                    <a:pt x="1" y="50281"/>
                  </a:lnTo>
                  <a:lnTo>
                    <a:pt x="106809" y="50281"/>
                  </a:lnTo>
                  <a:lnTo>
                    <a:pt x="101818" y="3291"/>
                  </a:lnTo>
                  <a:cubicBezTo>
                    <a:pt x="101633" y="1406"/>
                    <a:pt x="100043" y="1"/>
                    <a:pt x="981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4605;p64">
              <a:extLst>
                <a:ext uri="{FF2B5EF4-FFF2-40B4-BE49-F238E27FC236}">
                  <a16:creationId xmlns:a16="http://schemas.microsoft.com/office/drawing/2014/main" id="{BC6F271F-8510-3847-6C18-F8B5FA6C1C3C}"/>
                </a:ext>
              </a:extLst>
            </p:cNvPr>
            <p:cNvSpPr/>
            <p:nvPr/>
          </p:nvSpPr>
          <p:spPr>
            <a:xfrm>
              <a:off x="2446225" y="2384250"/>
              <a:ext cx="2685950" cy="1272750"/>
            </a:xfrm>
            <a:custGeom>
              <a:avLst/>
              <a:gdLst/>
              <a:ahLst/>
              <a:cxnLst/>
              <a:rect l="l" t="t" r="r" b="b"/>
              <a:pathLst>
                <a:path w="107438" h="50910" extrusionOk="0">
                  <a:moveTo>
                    <a:pt x="98454" y="593"/>
                  </a:moveTo>
                  <a:cubicBezTo>
                    <a:pt x="100191" y="593"/>
                    <a:pt x="101633" y="1923"/>
                    <a:pt x="101818" y="3624"/>
                  </a:cubicBezTo>
                  <a:lnTo>
                    <a:pt x="106774" y="50281"/>
                  </a:lnTo>
                  <a:lnTo>
                    <a:pt x="666" y="50281"/>
                  </a:lnTo>
                  <a:lnTo>
                    <a:pt x="5620" y="3624"/>
                  </a:lnTo>
                  <a:cubicBezTo>
                    <a:pt x="5805" y="1923"/>
                    <a:pt x="7247" y="593"/>
                    <a:pt x="8948" y="593"/>
                  </a:cubicBezTo>
                  <a:close/>
                  <a:moveTo>
                    <a:pt x="8948" y="1"/>
                  </a:moveTo>
                  <a:cubicBezTo>
                    <a:pt x="6914" y="1"/>
                    <a:pt x="5214" y="1517"/>
                    <a:pt x="4992" y="3550"/>
                  </a:cubicBezTo>
                  <a:lnTo>
                    <a:pt x="1" y="50540"/>
                  </a:lnTo>
                  <a:cubicBezTo>
                    <a:pt x="1" y="50651"/>
                    <a:pt x="38" y="50725"/>
                    <a:pt x="75" y="50799"/>
                  </a:cubicBezTo>
                  <a:cubicBezTo>
                    <a:pt x="149" y="50873"/>
                    <a:pt x="223" y="50910"/>
                    <a:pt x="297" y="50910"/>
                  </a:cubicBezTo>
                  <a:lnTo>
                    <a:pt x="107105" y="50910"/>
                  </a:lnTo>
                  <a:cubicBezTo>
                    <a:pt x="107216" y="50910"/>
                    <a:pt x="107290" y="50873"/>
                    <a:pt x="107327" y="50799"/>
                  </a:cubicBezTo>
                  <a:cubicBezTo>
                    <a:pt x="107400" y="50725"/>
                    <a:pt x="107437" y="50651"/>
                    <a:pt x="107437" y="50540"/>
                  </a:cubicBezTo>
                  <a:lnTo>
                    <a:pt x="102446" y="3550"/>
                  </a:lnTo>
                  <a:cubicBezTo>
                    <a:pt x="102225" y="1517"/>
                    <a:pt x="100487" y="1"/>
                    <a:pt x="98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4606;p64">
              <a:extLst>
                <a:ext uri="{FF2B5EF4-FFF2-40B4-BE49-F238E27FC236}">
                  <a16:creationId xmlns:a16="http://schemas.microsoft.com/office/drawing/2014/main" id="{C5B0E036-DCB5-5833-C12D-3BCBEC9A385D}"/>
                </a:ext>
              </a:extLst>
            </p:cNvPr>
            <p:cNvSpPr/>
            <p:nvPr/>
          </p:nvSpPr>
          <p:spPr>
            <a:xfrm>
              <a:off x="2453625" y="2391650"/>
              <a:ext cx="1203425" cy="1257025"/>
            </a:xfrm>
            <a:custGeom>
              <a:avLst/>
              <a:gdLst/>
              <a:ahLst/>
              <a:cxnLst/>
              <a:rect l="l" t="t" r="r" b="b"/>
              <a:pathLst>
                <a:path w="48137" h="50281" extrusionOk="0">
                  <a:moveTo>
                    <a:pt x="8319" y="1"/>
                  </a:moveTo>
                  <a:cubicBezTo>
                    <a:pt x="7654" y="75"/>
                    <a:pt x="7062" y="297"/>
                    <a:pt x="6544" y="666"/>
                  </a:cubicBezTo>
                  <a:lnTo>
                    <a:pt x="6397" y="777"/>
                  </a:lnTo>
                  <a:cubicBezTo>
                    <a:pt x="6249" y="888"/>
                    <a:pt x="6101" y="1036"/>
                    <a:pt x="5953" y="1184"/>
                  </a:cubicBezTo>
                  <a:cubicBezTo>
                    <a:pt x="5657" y="1517"/>
                    <a:pt x="5435" y="1886"/>
                    <a:pt x="5250" y="2293"/>
                  </a:cubicBezTo>
                  <a:cubicBezTo>
                    <a:pt x="5140" y="2626"/>
                    <a:pt x="5029" y="2958"/>
                    <a:pt x="4992" y="3291"/>
                  </a:cubicBezTo>
                  <a:lnTo>
                    <a:pt x="1" y="50281"/>
                  </a:lnTo>
                  <a:lnTo>
                    <a:pt x="19004" y="50281"/>
                  </a:lnTo>
                  <a:lnTo>
                    <a:pt x="20113" y="36971"/>
                  </a:lnTo>
                  <a:cubicBezTo>
                    <a:pt x="20445" y="32942"/>
                    <a:pt x="23403" y="29651"/>
                    <a:pt x="27359" y="28875"/>
                  </a:cubicBezTo>
                  <a:cubicBezTo>
                    <a:pt x="39522" y="26583"/>
                    <a:pt x="48136" y="15676"/>
                    <a:pt x="47508" y="3328"/>
                  </a:cubicBezTo>
                  <a:lnTo>
                    <a:pt x="47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4607;p64">
              <a:extLst>
                <a:ext uri="{FF2B5EF4-FFF2-40B4-BE49-F238E27FC236}">
                  <a16:creationId xmlns:a16="http://schemas.microsoft.com/office/drawing/2014/main" id="{CB9D7DEF-6360-FA98-205E-B4279C328F47}"/>
                </a:ext>
              </a:extLst>
            </p:cNvPr>
            <p:cNvSpPr/>
            <p:nvPr/>
          </p:nvSpPr>
          <p:spPr>
            <a:xfrm>
              <a:off x="2446225" y="2384250"/>
              <a:ext cx="1203425" cy="1272750"/>
            </a:xfrm>
            <a:custGeom>
              <a:avLst/>
              <a:gdLst/>
              <a:ahLst/>
              <a:cxnLst/>
              <a:rect l="l" t="t" r="r" b="b"/>
              <a:pathLst>
                <a:path w="48137" h="50910" extrusionOk="0">
                  <a:moveTo>
                    <a:pt x="47434" y="593"/>
                  </a:moveTo>
                  <a:lnTo>
                    <a:pt x="47508" y="3624"/>
                  </a:lnTo>
                  <a:cubicBezTo>
                    <a:pt x="47545" y="4031"/>
                    <a:pt x="47545" y="4437"/>
                    <a:pt x="47545" y="4844"/>
                  </a:cubicBezTo>
                  <a:cubicBezTo>
                    <a:pt x="47545" y="16527"/>
                    <a:pt x="39227" y="26694"/>
                    <a:pt x="27618" y="28875"/>
                  </a:cubicBezTo>
                  <a:cubicBezTo>
                    <a:pt x="23514" y="29652"/>
                    <a:pt x="20446" y="33090"/>
                    <a:pt x="20076" y="37231"/>
                  </a:cubicBezTo>
                  <a:lnTo>
                    <a:pt x="19041" y="50281"/>
                  </a:lnTo>
                  <a:lnTo>
                    <a:pt x="666" y="50281"/>
                  </a:lnTo>
                  <a:lnTo>
                    <a:pt x="5620" y="3624"/>
                  </a:lnTo>
                  <a:cubicBezTo>
                    <a:pt x="5657" y="3291"/>
                    <a:pt x="5731" y="2996"/>
                    <a:pt x="5842" y="2700"/>
                  </a:cubicBezTo>
                  <a:cubicBezTo>
                    <a:pt x="5990" y="2330"/>
                    <a:pt x="6212" y="1997"/>
                    <a:pt x="6471" y="1702"/>
                  </a:cubicBezTo>
                  <a:lnTo>
                    <a:pt x="6508" y="1665"/>
                  </a:lnTo>
                  <a:cubicBezTo>
                    <a:pt x="6609" y="1563"/>
                    <a:pt x="6742" y="1462"/>
                    <a:pt x="6877" y="1332"/>
                  </a:cubicBezTo>
                  <a:lnTo>
                    <a:pt x="6877" y="1332"/>
                  </a:lnTo>
                  <a:lnTo>
                    <a:pt x="6877" y="1332"/>
                  </a:lnTo>
                  <a:lnTo>
                    <a:pt x="7025" y="1221"/>
                  </a:lnTo>
                  <a:cubicBezTo>
                    <a:pt x="7506" y="888"/>
                    <a:pt x="8060" y="666"/>
                    <a:pt x="8652" y="630"/>
                  </a:cubicBezTo>
                  <a:cubicBezTo>
                    <a:pt x="8763" y="593"/>
                    <a:pt x="8874" y="593"/>
                    <a:pt x="8948" y="593"/>
                  </a:cubicBezTo>
                  <a:close/>
                  <a:moveTo>
                    <a:pt x="8578" y="1"/>
                  </a:moveTo>
                  <a:cubicBezTo>
                    <a:pt x="7876" y="75"/>
                    <a:pt x="7210" y="334"/>
                    <a:pt x="6656" y="703"/>
                  </a:cubicBezTo>
                  <a:lnTo>
                    <a:pt x="6656" y="740"/>
                  </a:lnTo>
                  <a:lnTo>
                    <a:pt x="6545" y="814"/>
                  </a:lnTo>
                  <a:lnTo>
                    <a:pt x="6508" y="814"/>
                  </a:lnTo>
                  <a:cubicBezTo>
                    <a:pt x="6360" y="962"/>
                    <a:pt x="6175" y="1110"/>
                    <a:pt x="6027" y="1258"/>
                  </a:cubicBezTo>
                  <a:cubicBezTo>
                    <a:pt x="5694" y="1628"/>
                    <a:pt x="5436" y="2034"/>
                    <a:pt x="5251" y="2478"/>
                  </a:cubicBezTo>
                  <a:cubicBezTo>
                    <a:pt x="5140" y="2811"/>
                    <a:pt x="5029" y="3180"/>
                    <a:pt x="4992" y="3550"/>
                  </a:cubicBezTo>
                  <a:lnTo>
                    <a:pt x="1" y="50540"/>
                  </a:lnTo>
                  <a:cubicBezTo>
                    <a:pt x="1" y="50651"/>
                    <a:pt x="38" y="50725"/>
                    <a:pt x="75" y="50799"/>
                  </a:cubicBezTo>
                  <a:cubicBezTo>
                    <a:pt x="149" y="50873"/>
                    <a:pt x="223" y="50910"/>
                    <a:pt x="297" y="50910"/>
                  </a:cubicBezTo>
                  <a:lnTo>
                    <a:pt x="19300" y="50910"/>
                  </a:lnTo>
                  <a:cubicBezTo>
                    <a:pt x="19484" y="50910"/>
                    <a:pt x="19595" y="50762"/>
                    <a:pt x="19632" y="50614"/>
                  </a:cubicBezTo>
                  <a:lnTo>
                    <a:pt x="20704" y="37304"/>
                  </a:lnTo>
                  <a:cubicBezTo>
                    <a:pt x="21037" y="33386"/>
                    <a:pt x="23884" y="30206"/>
                    <a:pt x="27729" y="29467"/>
                  </a:cubicBezTo>
                  <a:cubicBezTo>
                    <a:pt x="39633" y="27211"/>
                    <a:pt x="48137" y="16823"/>
                    <a:pt x="48137" y="4844"/>
                  </a:cubicBezTo>
                  <a:cubicBezTo>
                    <a:pt x="48137" y="4437"/>
                    <a:pt x="48137" y="3994"/>
                    <a:pt x="48137" y="3587"/>
                  </a:cubicBezTo>
                  <a:lnTo>
                    <a:pt x="48026" y="297"/>
                  </a:lnTo>
                  <a:cubicBezTo>
                    <a:pt x="48026" y="112"/>
                    <a:pt x="47878" y="1"/>
                    <a:pt x="47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4608;p64">
              <a:extLst>
                <a:ext uri="{FF2B5EF4-FFF2-40B4-BE49-F238E27FC236}">
                  <a16:creationId xmlns:a16="http://schemas.microsoft.com/office/drawing/2014/main" id="{479629B0-CDBE-B19B-9412-F0A9CA3CAA0C}"/>
                </a:ext>
              </a:extLst>
            </p:cNvPr>
            <p:cNvSpPr/>
            <p:nvPr/>
          </p:nvSpPr>
          <p:spPr>
            <a:xfrm>
              <a:off x="4618250" y="2603325"/>
              <a:ext cx="289325" cy="265275"/>
            </a:xfrm>
            <a:custGeom>
              <a:avLst/>
              <a:gdLst/>
              <a:ahLst/>
              <a:cxnLst/>
              <a:rect l="l" t="t" r="r" b="b"/>
              <a:pathLst>
                <a:path w="11573" h="10611" extrusionOk="0">
                  <a:moveTo>
                    <a:pt x="5768" y="0"/>
                  </a:moveTo>
                  <a:cubicBezTo>
                    <a:pt x="2589" y="0"/>
                    <a:pt x="1" y="2366"/>
                    <a:pt x="1" y="5287"/>
                  </a:cubicBezTo>
                  <a:cubicBezTo>
                    <a:pt x="1" y="8208"/>
                    <a:pt x="2589" y="10611"/>
                    <a:pt x="5768" y="10611"/>
                  </a:cubicBezTo>
                  <a:cubicBezTo>
                    <a:pt x="8985" y="10611"/>
                    <a:pt x="11573" y="8208"/>
                    <a:pt x="11573" y="5287"/>
                  </a:cubicBezTo>
                  <a:cubicBezTo>
                    <a:pt x="11573" y="2366"/>
                    <a:pt x="8985" y="0"/>
                    <a:pt x="57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4609;p64">
              <a:extLst>
                <a:ext uri="{FF2B5EF4-FFF2-40B4-BE49-F238E27FC236}">
                  <a16:creationId xmlns:a16="http://schemas.microsoft.com/office/drawing/2014/main" id="{883F48EC-251D-016E-F6C4-60FD593F10DC}"/>
                </a:ext>
              </a:extLst>
            </p:cNvPr>
            <p:cNvSpPr/>
            <p:nvPr/>
          </p:nvSpPr>
          <p:spPr>
            <a:xfrm>
              <a:off x="4609950" y="2595000"/>
              <a:ext cx="305025" cy="281000"/>
            </a:xfrm>
            <a:custGeom>
              <a:avLst/>
              <a:gdLst/>
              <a:ahLst/>
              <a:cxnLst/>
              <a:rect l="l" t="t" r="r" b="b"/>
              <a:pathLst>
                <a:path w="12201" h="11240" extrusionOk="0">
                  <a:moveTo>
                    <a:pt x="6100" y="629"/>
                  </a:moveTo>
                  <a:cubicBezTo>
                    <a:pt x="7616" y="629"/>
                    <a:pt x="9021" y="1183"/>
                    <a:pt x="9982" y="2108"/>
                  </a:cubicBezTo>
                  <a:cubicBezTo>
                    <a:pt x="10980" y="2995"/>
                    <a:pt x="11609" y="4252"/>
                    <a:pt x="11609" y="5620"/>
                  </a:cubicBezTo>
                  <a:cubicBezTo>
                    <a:pt x="11609" y="6988"/>
                    <a:pt x="10980" y="8245"/>
                    <a:pt x="9982" y="9169"/>
                  </a:cubicBezTo>
                  <a:cubicBezTo>
                    <a:pt x="9021" y="10056"/>
                    <a:pt x="7616" y="10611"/>
                    <a:pt x="6100" y="10611"/>
                  </a:cubicBezTo>
                  <a:cubicBezTo>
                    <a:pt x="4584" y="10611"/>
                    <a:pt x="3216" y="10056"/>
                    <a:pt x="2218" y="9169"/>
                  </a:cubicBezTo>
                  <a:cubicBezTo>
                    <a:pt x="1220" y="8245"/>
                    <a:pt x="629" y="6988"/>
                    <a:pt x="629" y="5620"/>
                  </a:cubicBezTo>
                  <a:cubicBezTo>
                    <a:pt x="629" y="4252"/>
                    <a:pt x="1220" y="2995"/>
                    <a:pt x="2218" y="2108"/>
                  </a:cubicBezTo>
                  <a:cubicBezTo>
                    <a:pt x="3216" y="1183"/>
                    <a:pt x="4584" y="629"/>
                    <a:pt x="6100" y="629"/>
                  </a:cubicBezTo>
                  <a:close/>
                  <a:moveTo>
                    <a:pt x="6100" y="0"/>
                  </a:moveTo>
                  <a:cubicBezTo>
                    <a:pt x="4437" y="0"/>
                    <a:pt x="2921" y="629"/>
                    <a:pt x="1812" y="1627"/>
                  </a:cubicBezTo>
                  <a:cubicBezTo>
                    <a:pt x="702" y="2662"/>
                    <a:pt x="0" y="4067"/>
                    <a:pt x="0" y="5620"/>
                  </a:cubicBezTo>
                  <a:cubicBezTo>
                    <a:pt x="0" y="7173"/>
                    <a:pt x="702" y="8578"/>
                    <a:pt x="1812" y="9613"/>
                  </a:cubicBezTo>
                  <a:cubicBezTo>
                    <a:pt x="2921" y="10611"/>
                    <a:pt x="4437" y="11239"/>
                    <a:pt x="6100" y="11239"/>
                  </a:cubicBezTo>
                  <a:cubicBezTo>
                    <a:pt x="7801" y="11239"/>
                    <a:pt x="9317" y="10611"/>
                    <a:pt x="10426" y="9613"/>
                  </a:cubicBezTo>
                  <a:cubicBezTo>
                    <a:pt x="11535" y="8578"/>
                    <a:pt x="12200" y="7173"/>
                    <a:pt x="12200" y="5620"/>
                  </a:cubicBezTo>
                  <a:cubicBezTo>
                    <a:pt x="12200" y="4067"/>
                    <a:pt x="11535" y="2662"/>
                    <a:pt x="10426" y="1627"/>
                  </a:cubicBezTo>
                  <a:cubicBezTo>
                    <a:pt x="9317" y="629"/>
                    <a:pt x="7801" y="0"/>
                    <a:pt x="6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4610;p64">
              <a:extLst>
                <a:ext uri="{FF2B5EF4-FFF2-40B4-BE49-F238E27FC236}">
                  <a16:creationId xmlns:a16="http://schemas.microsoft.com/office/drawing/2014/main" id="{78C984FA-1C56-FCA8-588A-B78071C9CB56}"/>
                </a:ext>
              </a:extLst>
            </p:cNvPr>
            <p:cNvSpPr/>
            <p:nvPr/>
          </p:nvSpPr>
          <p:spPr>
            <a:xfrm>
              <a:off x="4638600" y="2621800"/>
              <a:ext cx="248650" cy="227400"/>
            </a:xfrm>
            <a:custGeom>
              <a:avLst/>
              <a:gdLst/>
              <a:ahLst/>
              <a:cxnLst/>
              <a:rect l="l" t="t" r="r" b="b"/>
              <a:pathLst>
                <a:path w="9946" h="9096" extrusionOk="0">
                  <a:moveTo>
                    <a:pt x="4954" y="0"/>
                  </a:moveTo>
                  <a:cubicBezTo>
                    <a:pt x="2218" y="0"/>
                    <a:pt x="0" y="2034"/>
                    <a:pt x="0" y="4548"/>
                  </a:cubicBezTo>
                  <a:cubicBezTo>
                    <a:pt x="0" y="7062"/>
                    <a:pt x="2218" y="9095"/>
                    <a:pt x="4954" y="9095"/>
                  </a:cubicBezTo>
                  <a:cubicBezTo>
                    <a:pt x="7690" y="9095"/>
                    <a:pt x="9945" y="7062"/>
                    <a:pt x="9945" y="4548"/>
                  </a:cubicBezTo>
                  <a:cubicBezTo>
                    <a:pt x="9945" y="2034"/>
                    <a:pt x="7690" y="0"/>
                    <a:pt x="4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4611;p64">
              <a:extLst>
                <a:ext uri="{FF2B5EF4-FFF2-40B4-BE49-F238E27FC236}">
                  <a16:creationId xmlns:a16="http://schemas.microsoft.com/office/drawing/2014/main" id="{2E6BE310-C97B-60BF-9631-A15BABAE8BC9}"/>
                </a:ext>
              </a:extLst>
            </p:cNvPr>
            <p:cNvSpPr/>
            <p:nvPr/>
          </p:nvSpPr>
          <p:spPr>
            <a:xfrm>
              <a:off x="4631200" y="2614400"/>
              <a:ext cx="263425" cy="243100"/>
            </a:xfrm>
            <a:custGeom>
              <a:avLst/>
              <a:gdLst/>
              <a:ahLst/>
              <a:cxnLst/>
              <a:rect l="l" t="t" r="r" b="b"/>
              <a:pathLst>
                <a:path w="10537" h="9724" extrusionOk="0">
                  <a:moveTo>
                    <a:pt x="5250" y="592"/>
                  </a:moveTo>
                  <a:cubicBezTo>
                    <a:pt x="6544" y="592"/>
                    <a:pt x="7727" y="1073"/>
                    <a:pt x="8578" y="1849"/>
                  </a:cubicBezTo>
                  <a:cubicBezTo>
                    <a:pt x="9391" y="2626"/>
                    <a:pt x="9908" y="3698"/>
                    <a:pt x="9908" y="4844"/>
                  </a:cubicBezTo>
                  <a:cubicBezTo>
                    <a:pt x="9908" y="6027"/>
                    <a:pt x="9391" y="7062"/>
                    <a:pt x="8578" y="7838"/>
                  </a:cubicBezTo>
                  <a:cubicBezTo>
                    <a:pt x="7727" y="8615"/>
                    <a:pt x="6544" y="9096"/>
                    <a:pt x="5250" y="9096"/>
                  </a:cubicBezTo>
                  <a:cubicBezTo>
                    <a:pt x="3956" y="9096"/>
                    <a:pt x="2810" y="8615"/>
                    <a:pt x="1960" y="7838"/>
                  </a:cubicBezTo>
                  <a:cubicBezTo>
                    <a:pt x="1109" y="7062"/>
                    <a:pt x="592" y="6027"/>
                    <a:pt x="592" y="4844"/>
                  </a:cubicBezTo>
                  <a:cubicBezTo>
                    <a:pt x="592" y="3698"/>
                    <a:pt x="1109" y="2626"/>
                    <a:pt x="1960" y="1849"/>
                  </a:cubicBezTo>
                  <a:cubicBezTo>
                    <a:pt x="2810" y="1073"/>
                    <a:pt x="3956" y="592"/>
                    <a:pt x="5250" y="592"/>
                  </a:cubicBezTo>
                  <a:close/>
                  <a:moveTo>
                    <a:pt x="5250" y="1"/>
                  </a:moveTo>
                  <a:cubicBezTo>
                    <a:pt x="3808" y="1"/>
                    <a:pt x="2514" y="518"/>
                    <a:pt x="1553" y="1406"/>
                  </a:cubicBezTo>
                  <a:cubicBezTo>
                    <a:pt x="592" y="2293"/>
                    <a:pt x="0" y="3513"/>
                    <a:pt x="0" y="4844"/>
                  </a:cubicBezTo>
                  <a:cubicBezTo>
                    <a:pt x="0" y="6212"/>
                    <a:pt x="592" y="7432"/>
                    <a:pt x="1553" y="8282"/>
                  </a:cubicBezTo>
                  <a:cubicBezTo>
                    <a:pt x="2514" y="9169"/>
                    <a:pt x="3808" y="9724"/>
                    <a:pt x="5250" y="9724"/>
                  </a:cubicBezTo>
                  <a:cubicBezTo>
                    <a:pt x="6692" y="9724"/>
                    <a:pt x="8023" y="9169"/>
                    <a:pt x="8984" y="8282"/>
                  </a:cubicBezTo>
                  <a:cubicBezTo>
                    <a:pt x="9945" y="7432"/>
                    <a:pt x="10537" y="6212"/>
                    <a:pt x="10537" y="4844"/>
                  </a:cubicBezTo>
                  <a:cubicBezTo>
                    <a:pt x="10537" y="3513"/>
                    <a:pt x="9945" y="2293"/>
                    <a:pt x="8984" y="1406"/>
                  </a:cubicBezTo>
                  <a:cubicBezTo>
                    <a:pt x="8023" y="518"/>
                    <a:pt x="6692" y="1"/>
                    <a:pt x="5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4612;p64">
              <a:extLst>
                <a:ext uri="{FF2B5EF4-FFF2-40B4-BE49-F238E27FC236}">
                  <a16:creationId xmlns:a16="http://schemas.microsoft.com/office/drawing/2014/main" id="{64961189-9206-590E-8BAF-74C075F5751B}"/>
                </a:ext>
              </a:extLst>
            </p:cNvPr>
            <p:cNvSpPr/>
            <p:nvPr/>
          </p:nvSpPr>
          <p:spPr>
            <a:xfrm>
              <a:off x="913800" y="2888150"/>
              <a:ext cx="246800" cy="260350"/>
            </a:xfrm>
            <a:custGeom>
              <a:avLst/>
              <a:gdLst/>
              <a:ahLst/>
              <a:cxnLst/>
              <a:rect l="l" t="t" r="r" b="b"/>
              <a:pathLst>
                <a:path w="9872" h="10414" extrusionOk="0">
                  <a:moveTo>
                    <a:pt x="4270" y="0"/>
                  </a:moveTo>
                  <a:cubicBezTo>
                    <a:pt x="3903" y="0"/>
                    <a:pt x="3536" y="58"/>
                    <a:pt x="3180" y="179"/>
                  </a:cubicBezTo>
                  <a:cubicBezTo>
                    <a:pt x="999" y="955"/>
                    <a:pt x="1" y="3802"/>
                    <a:pt x="962" y="6575"/>
                  </a:cubicBezTo>
                  <a:cubicBezTo>
                    <a:pt x="1766" y="8895"/>
                    <a:pt x="3684" y="10413"/>
                    <a:pt x="5567" y="10413"/>
                  </a:cubicBezTo>
                  <a:cubicBezTo>
                    <a:pt x="5934" y="10413"/>
                    <a:pt x="6300" y="10356"/>
                    <a:pt x="6655" y="10235"/>
                  </a:cubicBezTo>
                  <a:cubicBezTo>
                    <a:pt x="8874" y="9459"/>
                    <a:pt x="9872" y="6575"/>
                    <a:pt x="8911" y="3802"/>
                  </a:cubicBezTo>
                  <a:cubicBezTo>
                    <a:pt x="8075" y="1513"/>
                    <a:pt x="6153" y="0"/>
                    <a:pt x="4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4613;p64">
              <a:extLst>
                <a:ext uri="{FF2B5EF4-FFF2-40B4-BE49-F238E27FC236}">
                  <a16:creationId xmlns:a16="http://schemas.microsoft.com/office/drawing/2014/main" id="{F15D1650-BB1C-9857-3156-30747B98C3D1}"/>
                </a:ext>
              </a:extLst>
            </p:cNvPr>
            <p:cNvSpPr/>
            <p:nvPr/>
          </p:nvSpPr>
          <p:spPr>
            <a:xfrm>
              <a:off x="920275" y="2880600"/>
              <a:ext cx="232950" cy="275450"/>
            </a:xfrm>
            <a:custGeom>
              <a:avLst/>
              <a:gdLst/>
              <a:ahLst/>
              <a:cxnLst/>
              <a:rect l="l" t="t" r="r" b="b"/>
              <a:pathLst>
                <a:path w="9318" h="11018" extrusionOk="0">
                  <a:moveTo>
                    <a:pt x="4096" y="628"/>
                  </a:moveTo>
                  <a:cubicBezTo>
                    <a:pt x="5813" y="628"/>
                    <a:pt x="7589" y="2061"/>
                    <a:pt x="8356" y="4215"/>
                  </a:cubicBezTo>
                  <a:cubicBezTo>
                    <a:pt x="8578" y="4917"/>
                    <a:pt x="8689" y="5583"/>
                    <a:pt x="8689" y="6248"/>
                  </a:cubicBezTo>
                  <a:cubicBezTo>
                    <a:pt x="8689" y="7210"/>
                    <a:pt x="8467" y="8060"/>
                    <a:pt x="8060" y="8762"/>
                  </a:cubicBezTo>
                  <a:cubicBezTo>
                    <a:pt x="7653" y="9465"/>
                    <a:pt x="7062" y="9982"/>
                    <a:pt x="6322" y="10241"/>
                  </a:cubicBezTo>
                  <a:cubicBezTo>
                    <a:pt x="5990" y="10352"/>
                    <a:pt x="5620" y="10389"/>
                    <a:pt x="5287" y="10389"/>
                  </a:cubicBezTo>
                  <a:cubicBezTo>
                    <a:pt x="5266" y="10390"/>
                    <a:pt x="5245" y="10390"/>
                    <a:pt x="5223" y="10390"/>
                  </a:cubicBezTo>
                  <a:cubicBezTo>
                    <a:pt x="3540" y="10390"/>
                    <a:pt x="1729" y="8957"/>
                    <a:pt x="999" y="6803"/>
                  </a:cubicBezTo>
                  <a:cubicBezTo>
                    <a:pt x="740" y="6100"/>
                    <a:pt x="629" y="5398"/>
                    <a:pt x="629" y="4769"/>
                  </a:cubicBezTo>
                  <a:cubicBezTo>
                    <a:pt x="629" y="3808"/>
                    <a:pt x="851" y="2958"/>
                    <a:pt x="1257" y="2255"/>
                  </a:cubicBezTo>
                  <a:cubicBezTo>
                    <a:pt x="1701" y="1553"/>
                    <a:pt x="2293" y="1035"/>
                    <a:pt x="3032" y="777"/>
                  </a:cubicBezTo>
                  <a:cubicBezTo>
                    <a:pt x="3365" y="666"/>
                    <a:pt x="3698" y="629"/>
                    <a:pt x="4030" y="629"/>
                  </a:cubicBezTo>
                  <a:cubicBezTo>
                    <a:pt x="4052" y="628"/>
                    <a:pt x="4074" y="628"/>
                    <a:pt x="4096" y="628"/>
                  </a:cubicBezTo>
                  <a:close/>
                  <a:moveTo>
                    <a:pt x="4030" y="0"/>
                  </a:moveTo>
                  <a:cubicBezTo>
                    <a:pt x="3624" y="0"/>
                    <a:pt x="3217" y="74"/>
                    <a:pt x="2810" y="185"/>
                  </a:cubicBezTo>
                  <a:cubicBezTo>
                    <a:pt x="1923" y="518"/>
                    <a:pt x="1220" y="1146"/>
                    <a:pt x="740" y="1923"/>
                  </a:cubicBezTo>
                  <a:cubicBezTo>
                    <a:pt x="259" y="2736"/>
                    <a:pt x="0" y="3734"/>
                    <a:pt x="0" y="4769"/>
                  </a:cubicBezTo>
                  <a:cubicBezTo>
                    <a:pt x="0" y="5472"/>
                    <a:pt x="148" y="6248"/>
                    <a:pt x="407" y="6988"/>
                  </a:cubicBezTo>
                  <a:cubicBezTo>
                    <a:pt x="1257" y="9391"/>
                    <a:pt x="3254" y="11018"/>
                    <a:pt x="5287" y="11018"/>
                  </a:cubicBezTo>
                  <a:cubicBezTo>
                    <a:pt x="5694" y="11018"/>
                    <a:pt x="6101" y="10944"/>
                    <a:pt x="6507" y="10796"/>
                  </a:cubicBezTo>
                  <a:cubicBezTo>
                    <a:pt x="7395" y="10500"/>
                    <a:pt x="8097" y="9871"/>
                    <a:pt x="8578" y="9058"/>
                  </a:cubicBezTo>
                  <a:cubicBezTo>
                    <a:pt x="9058" y="8282"/>
                    <a:pt x="9317" y="7284"/>
                    <a:pt x="9317" y="6248"/>
                  </a:cubicBezTo>
                  <a:cubicBezTo>
                    <a:pt x="9317" y="5546"/>
                    <a:pt x="9169" y="4769"/>
                    <a:pt x="8910" y="4030"/>
                  </a:cubicBezTo>
                  <a:cubicBezTo>
                    <a:pt x="8097" y="1627"/>
                    <a:pt x="6101" y="0"/>
                    <a:pt x="40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4614;p64">
              <a:extLst>
                <a:ext uri="{FF2B5EF4-FFF2-40B4-BE49-F238E27FC236}">
                  <a16:creationId xmlns:a16="http://schemas.microsoft.com/office/drawing/2014/main" id="{E6F9EE4D-D7CD-D100-4299-9D2FA8D1A699}"/>
                </a:ext>
              </a:extLst>
            </p:cNvPr>
            <p:cNvSpPr/>
            <p:nvPr/>
          </p:nvSpPr>
          <p:spPr>
            <a:xfrm>
              <a:off x="931375" y="2906950"/>
              <a:ext cx="211675" cy="222725"/>
            </a:xfrm>
            <a:custGeom>
              <a:avLst/>
              <a:gdLst/>
              <a:ahLst/>
              <a:cxnLst/>
              <a:rect l="l" t="t" r="r" b="b"/>
              <a:pathLst>
                <a:path w="8467" h="8909" extrusionOk="0">
                  <a:moveTo>
                    <a:pt x="3692" y="1"/>
                  </a:moveTo>
                  <a:cubicBezTo>
                    <a:pt x="3369" y="1"/>
                    <a:pt x="3047" y="54"/>
                    <a:pt x="2736" y="166"/>
                  </a:cubicBezTo>
                  <a:cubicBezTo>
                    <a:pt x="850" y="795"/>
                    <a:pt x="0" y="3272"/>
                    <a:pt x="813" y="5638"/>
                  </a:cubicBezTo>
                  <a:cubicBezTo>
                    <a:pt x="1490" y="7606"/>
                    <a:pt x="3138" y="8909"/>
                    <a:pt x="4759" y="8909"/>
                  </a:cubicBezTo>
                  <a:cubicBezTo>
                    <a:pt x="5086" y="8909"/>
                    <a:pt x="5413" y="8856"/>
                    <a:pt x="5731" y="8744"/>
                  </a:cubicBezTo>
                  <a:cubicBezTo>
                    <a:pt x="7616" y="8078"/>
                    <a:pt x="8466" y="5638"/>
                    <a:pt x="7616" y="3272"/>
                  </a:cubicBezTo>
                  <a:cubicBezTo>
                    <a:pt x="6940" y="1304"/>
                    <a:pt x="5291" y="1"/>
                    <a:pt x="36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4615;p64">
              <a:extLst>
                <a:ext uri="{FF2B5EF4-FFF2-40B4-BE49-F238E27FC236}">
                  <a16:creationId xmlns:a16="http://schemas.microsoft.com/office/drawing/2014/main" id="{B7A1A75C-E604-B0CD-A8DB-F2877C448E95}"/>
                </a:ext>
              </a:extLst>
            </p:cNvPr>
            <p:cNvSpPr/>
            <p:nvPr/>
          </p:nvSpPr>
          <p:spPr>
            <a:xfrm>
              <a:off x="935975" y="2899075"/>
              <a:ext cx="201525" cy="238500"/>
            </a:xfrm>
            <a:custGeom>
              <a:avLst/>
              <a:gdLst/>
              <a:ahLst/>
              <a:cxnLst/>
              <a:rect l="l" t="t" r="r" b="b"/>
              <a:pathLst>
                <a:path w="8061" h="9540" extrusionOk="0">
                  <a:moveTo>
                    <a:pt x="3577" y="628"/>
                  </a:moveTo>
                  <a:cubicBezTo>
                    <a:pt x="5001" y="628"/>
                    <a:pt x="6517" y="1840"/>
                    <a:pt x="7136" y="3698"/>
                  </a:cubicBezTo>
                  <a:cubicBezTo>
                    <a:pt x="7358" y="4252"/>
                    <a:pt x="7432" y="4844"/>
                    <a:pt x="7432" y="5398"/>
                  </a:cubicBezTo>
                  <a:cubicBezTo>
                    <a:pt x="7432" y="6212"/>
                    <a:pt x="7247" y="6951"/>
                    <a:pt x="6914" y="7543"/>
                  </a:cubicBezTo>
                  <a:cubicBezTo>
                    <a:pt x="6545" y="8134"/>
                    <a:pt x="6064" y="8541"/>
                    <a:pt x="5436" y="8763"/>
                  </a:cubicBezTo>
                  <a:cubicBezTo>
                    <a:pt x="5140" y="8874"/>
                    <a:pt x="4881" y="8911"/>
                    <a:pt x="4585" y="8911"/>
                  </a:cubicBezTo>
                  <a:cubicBezTo>
                    <a:pt x="3143" y="8911"/>
                    <a:pt x="1591" y="7728"/>
                    <a:pt x="925" y="5842"/>
                  </a:cubicBezTo>
                  <a:cubicBezTo>
                    <a:pt x="703" y="5287"/>
                    <a:pt x="629" y="4696"/>
                    <a:pt x="629" y="4141"/>
                  </a:cubicBezTo>
                  <a:cubicBezTo>
                    <a:pt x="629" y="3328"/>
                    <a:pt x="814" y="2589"/>
                    <a:pt x="1184" y="1997"/>
                  </a:cubicBezTo>
                  <a:cubicBezTo>
                    <a:pt x="1517" y="1406"/>
                    <a:pt x="2034" y="962"/>
                    <a:pt x="2626" y="777"/>
                  </a:cubicBezTo>
                  <a:cubicBezTo>
                    <a:pt x="2922" y="666"/>
                    <a:pt x="3217" y="629"/>
                    <a:pt x="3513" y="629"/>
                  </a:cubicBezTo>
                  <a:cubicBezTo>
                    <a:pt x="3534" y="629"/>
                    <a:pt x="3556" y="628"/>
                    <a:pt x="3577" y="628"/>
                  </a:cubicBezTo>
                  <a:close/>
                  <a:moveTo>
                    <a:pt x="3513" y="1"/>
                  </a:moveTo>
                  <a:cubicBezTo>
                    <a:pt x="3143" y="1"/>
                    <a:pt x="2774" y="75"/>
                    <a:pt x="2441" y="186"/>
                  </a:cubicBezTo>
                  <a:cubicBezTo>
                    <a:pt x="1665" y="444"/>
                    <a:pt x="1036" y="999"/>
                    <a:pt x="629" y="1701"/>
                  </a:cubicBezTo>
                  <a:cubicBezTo>
                    <a:pt x="223" y="2367"/>
                    <a:pt x="1" y="3217"/>
                    <a:pt x="1" y="4141"/>
                  </a:cubicBezTo>
                  <a:cubicBezTo>
                    <a:pt x="1" y="4770"/>
                    <a:pt x="112" y="5398"/>
                    <a:pt x="334" y="6064"/>
                  </a:cubicBezTo>
                  <a:cubicBezTo>
                    <a:pt x="1073" y="8134"/>
                    <a:pt x="2774" y="9539"/>
                    <a:pt x="4585" y="9539"/>
                  </a:cubicBezTo>
                  <a:cubicBezTo>
                    <a:pt x="4918" y="9539"/>
                    <a:pt x="5288" y="9465"/>
                    <a:pt x="5620" y="9354"/>
                  </a:cubicBezTo>
                  <a:cubicBezTo>
                    <a:pt x="6397" y="9095"/>
                    <a:pt x="7025" y="8541"/>
                    <a:pt x="7432" y="7838"/>
                  </a:cubicBezTo>
                  <a:cubicBezTo>
                    <a:pt x="7839" y="7136"/>
                    <a:pt x="8061" y="6323"/>
                    <a:pt x="8061" y="5398"/>
                  </a:cubicBezTo>
                  <a:cubicBezTo>
                    <a:pt x="8061" y="4770"/>
                    <a:pt x="7950" y="4141"/>
                    <a:pt x="7728" y="3476"/>
                  </a:cubicBezTo>
                  <a:cubicBezTo>
                    <a:pt x="6988" y="1406"/>
                    <a:pt x="5288" y="1"/>
                    <a:pt x="3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4616;p64">
              <a:extLst>
                <a:ext uri="{FF2B5EF4-FFF2-40B4-BE49-F238E27FC236}">
                  <a16:creationId xmlns:a16="http://schemas.microsoft.com/office/drawing/2014/main" id="{C5E04707-C7F9-9809-593E-5B6569D7E337}"/>
                </a:ext>
              </a:extLst>
            </p:cNvPr>
            <p:cNvSpPr/>
            <p:nvPr/>
          </p:nvSpPr>
          <p:spPr>
            <a:xfrm>
              <a:off x="1254850" y="2924675"/>
              <a:ext cx="196900" cy="207625"/>
            </a:xfrm>
            <a:custGeom>
              <a:avLst/>
              <a:gdLst/>
              <a:ahLst/>
              <a:cxnLst/>
              <a:rect l="l" t="t" r="r" b="b"/>
              <a:pathLst>
                <a:path w="7876" h="8305" extrusionOk="0">
                  <a:moveTo>
                    <a:pt x="3465" y="1"/>
                  </a:moveTo>
                  <a:cubicBezTo>
                    <a:pt x="3156" y="1"/>
                    <a:pt x="2849" y="52"/>
                    <a:pt x="2552" y="160"/>
                  </a:cubicBezTo>
                  <a:cubicBezTo>
                    <a:pt x="814" y="751"/>
                    <a:pt x="1" y="3043"/>
                    <a:pt x="777" y="5262"/>
                  </a:cubicBezTo>
                  <a:cubicBezTo>
                    <a:pt x="1421" y="7101"/>
                    <a:pt x="2928" y="8304"/>
                    <a:pt x="4436" y="8304"/>
                  </a:cubicBezTo>
                  <a:cubicBezTo>
                    <a:pt x="4747" y="8304"/>
                    <a:pt x="5058" y="8253"/>
                    <a:pt x="5362" y="8145"/>
                  </a:cubicBezTo>
                  <a:cubicBezTo>
                    <a:pt x="7099" y="7554"/>
                    <a:pt x="7876" y="5262"/>
                    <a:pt x="7136" y="3043"/>
                  </a:cubicBezTo>
                  <a:cubicBezTo>
                    <a:pt x="6493" y="1205"/>
                    <a:pt x="4960" y="1"/>
                    <a:pt x="3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4617;p64">
              <a:extLst>
                <a:ext uri="{FF2B5EF4-FFF2-40B4-BE49-F238E27FC236}">
                  <a16:creationId xmlns:a16="http://schemas.microsoft.com/office/drawing/2014/main" id="{7B34BBF9-4EDF-7E94-6ECE-A53CF38BDC8D}"/>
                </a:ext>
              </a:extLst>
            </p:cNvPr>
            <p:cNvSpPr/>
            <p:nvPr/>
          </p:nvSpPr>
          <p:spPr>
            <a:xfrm>
              <a:off x="1259475" y="2916650"/>
              <a:ext cx="188575" cy="223700"/>
            </a:xfrm>
            <a:custGeom>
              <a:avLst/>
              <a:gdLst/>
              <a:ahLst/>
              <a:cxnLst/>
              <a:rect l="l" t="t" r="r" b="b"/>
              <a:pathLst>
                <a:path w="7543" h="8948" extrusionOk="0">
                  <a:moveTo>
                    <a:pt x="3254" y="629"/>
                  </a:moveTo>
                  <a:cubicBezTo>
                    <a:pt x="4585" y="629"/>
                    <a:pt x="6027" y="1738"/>
                    <a:pt x="6655" y="3475"/>
                  </a:cubicBezTo>
                  <a:cubicBezTo>
                    <a:pt x="6840" y="3993"/>
                    <a:pt x="6914" y="4548"/>
                    <a:pt x="6914" y="5065"/>
                  </a:cubicBezTo>
                  <a:cubicBezTo>
                    <a:pt x="6914" y="5805"/>
                    <a:pt x="6729" y="6507"/>
                    <a:pt x="6434" y="7025"/>
                  </a:cubicBezTo>
                  <a:cubicBezTo>
                    <a:pt x="6101" y="7579"/>
                    <a:pt x="5620" y="7986"/>
                    <a:pt x="5066" y="8171"/>
                  </a:cubicBezTo>
                  <a:cubicBezTo>
                    <a:pt x="4807" y="8282"/>
                    <a:pt x="4548" y="8319"/>
                    <a:pt x="4252" y="8319"/>
                  </a:cubicBezTo>
                  <a:cubicBezTo>
                    <a:pt x="2921" y="8319"/>
                    <a:pt x="1479" y="7209"/>
                    <a:pt x="888" y="5472"/>
                  </a:cubicBezTo>
                  <a:cubicBezTo>
                    <a:pt x="703" y="4917"/>
                    <a:pt x="592" y="4400"/>
                    <a:pt x="592" y="3882"/>
                  </a:cubicBezTo>
                  <a:cubicBezTo>
                    <a:pt x="592" y="3143"/>
                    <a:pt x="777" y="2440"/>
                    <a:pt x="1110" y="1886"/>
                  </a:cubicBezTo>
                  <a:cubicBezTo>
                    <a:pt x="1443" y="1368"/>
                    <a:pt x="1886" y="961"/>
                    <a:pt x="2478" y="740"/>
                  </a:cubicBezTo>
                  <a:cubicBezTo>
                    <a:pt x="2736" y="666"/>
                    <a:pt x="2995" y="629"/>
                    <a:pt x="3254" y="629"/>
                  </a:cubicBezTo>
                  <a:close/>
                  <a:moveTo>
                    <a:pt x="3254" y="0"/>
                  </a:moveTo>
                  <a:cubicBezTo>
                    <a:pt x="2921" y="0"/>
                    <a:pt x="2589" y="74"/>
                    <a:pt x="2256" y="185"/>
                  </a:cubicBezTo>
                  <a:cubicBezTo>
                    <a:pt x="1553" y="407"/>
                    <a:pt x="962" y="924"/>
                    <a:pt x="592" y="1590"/>
                  </a:cubicBezTo>
                  <a:cubicBezTo>
                    <a:pt x="186" y="2255"/>
                    <a:pt x="1" y="3032"/>
                    <a:pt x="1" y="3882"/>
                  </a:cubicBezTo>
                  <a:cubicBezTo>
                    <a:pt x="1" y="4474"/>
                    <a:pt x="75" y="5065"/>
                    <a:pt x="296" y="5694"/>
                  </a:cubicBezTo>
                  <a:cubicBezTo>
                    <a:pt x="962" y="7616"/>
                    <a:pt x="2589" y="8910"/>
                    <a:pt x="4252" y="8947"/>
                  </a:cubicBezTo>
                  <a:cubicBezTo>
                    <a:pt x="4585" y="8947"/>
                    <a:pt x="4918" y="8873"/>
                    <a:pt x="5250" y="8762"/>
                  </a:cubicBezTo>
                  <a:cubicBezTo>
                    <a:pt x="5990" y="8503"/>
                    <a:pt x="6544" y="7986"/>
                    <a:pt x="6951" y="7357"/>
                  </a:cubicBezTo>
                  <a:cubicBezTo>
                    <a:pt x="7321" y="6692"/>
                    <a:pt x="7543" y="5915"/>
                    <a:pt x="7543" y="5065"/>
                  </a:cubicBezTo>
                  <a:cubicBezTo>
                    <a:pt x="7543" y="4474"/>
                    <a:pt x="7432" y="3882"/>
                    <a:pt x="7210" y="3254"/>
                  </a:cubicBezTo>
                  <a:cubicBezTo>
                    <a:pt x="6544" y="1331"/>
                    <a:pt x="4918" y="0"/>
                    <a:pt x="3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4618;p64">
              <a:extLst>
                <a:ext uri="{FF2B5EF4-FFF2-40B4-BE49-F238E27FC236}">
                  <a16:creationId xmlns:a16="http://schemas.microsoft.com/office/drawing/2014/main" id="{81A8A686-18A5-6DFF-CE17-770B5282E0CD}"/>
                </a:ext>
              </a:extLst>
            </p:cNvPr>
            <p:cNvSpPr/>
            <p:nvPr/>
          </p:nvSpPr>
          <p:spPr>
            <a:xfrm>
              <a:off x="1268725" y="2939350"/>
              <a:ext cx="169150" cy="178300"/>
            </a:xfrm>
            <a:custGeom>
              <a:avLst/>
              <a:gdLst/>
              <a:ahLst/>
              <a:cxnLst/>
              <a:rect l="l" t="t" r="r" b="b"/>
              <a:pathLst>
                <a:path w="6766" h="7132" extrusionOk="0">
                  <a:moveTo>
                    <a:pt x="2950" y="0"/>
                  </a:moveTo>
                  <a:cubicBezTo>
                    <a:pt x="2692" y="0"/>
                    <a:pt x="2434" y="41"/>
                    <a:pt x="2182" y="127"/>
                  </a:cubicBezTo>
                  <a:cubicBezTo>
                    <a:pt x="703" y="645"/>
                    <a:pt x="0" y="2604"/>
                    <a:pt x="666" y="4527"/>
                  </a:cubicBezTo>
                  <a:cubicBezTo>
                    <a:pt x="1221" y="6099"/>
                    <a:pt x="2546" y="7131"/>
                    <a:pt x="3829" y="7131"/>
                  </a:cubicBezTo>
                  <a:cubicBezTo>
                    <a:pt x="4085" y="7131"/>
                    <a:pt x="4339" y="7090"/>
                    <a:pt x="4585" y="7004"/>
                  </a:cubicBezTo>
                  <a:cubicBezTo>
                    <a:pt x="6101" y="6486"/>
                    <a:pt x="6766" y="4490"/>
                    <a:pt x="6101" y="2604"/>
                  </a:cubicBezTo>
                  <a:cubicBezTo>
                    <a:pt x="5546" y="1032"/>
                    <a:pt x="4246" y="0"/>
                    <a:pt x="29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4619;p64">
              <a:extLst>
                <a:ext uri="{FF2B5EF4-FFF2-40B4-BE49-F238E27FC236}">
                  <a16:creationId xmlns:a16="http://schemas.microsoft.com/office/drawing/2014/main" id="{DE4762ED-0F9A-DBCE-8C0E-F879F17CB5F7}"/>
                </a:ext>
              </a:extLst>
            </p:cNvPr>
            <p:cNvSpPr/>
            <p:nvPr/>
          </p:nvSpPr>
          <p:spPr>
            <a:xfrm>
              <a:off x="1271500" y="2931425"/>
              <a:ext cx="163625" cy="194125"/>
            </a:xfrm>
            <a:custGeom>
              <a:avLst/>
              <a:gdLst/>
              <a:ahLst/>
              <a:cxnLst/>
              <a:rect l="l" t="t" r="r" b="b"/>
              <a:pathLst>
                <a:path w="6545" h="7765" extrusionOk="0">
                  <a:moveTo>
                    <a:pt x="2847" y="629"/>
                  </a:moveTo>
                  <a:cubicBezTo>
                    <a:pt x="3956" y="629"/>
                    <a:pt x="5176" y="1553"/>
                    <a:pt x="5694" y="3032"/>
                  </a:cubicBezTo>
                  <a:cubicBezTo>
                    <a:pt x="5879" y="3476"/>
                    <a:pt x="5953" y="3957"/>
                    <a:pt x="5953" y="4400"/>
                  </a:cubicBezTo>
                  <a:cubicBezTo>
                    <a:pt x="5953" y="5029"/>
                    <a:pt x="5805" y="5583"/>
                    <a:pt x="5509" y="6064"/>
                  </a:cubicBezTo>
                  <a:cubicBezTo>
                    <a:pt x="5250" y="6508"/>
                    <a:pt x="4843" y="6840"/>
                    <a:pt x="4363" y="7025"/>
                  </a:cubicBezTo>
                  <a:cubicBezTo>
                    <a:pt x="4141" y="7099"/>
                    <a:pt x="3919" y="7136"/>
                    <a:pt x="3697" y="7136"/>
                  </a:cubicBezTo>
                  <a:cubicBezTo>
                    <a:pt x="2588" y="7136"/>
                    <a:pt x="1368" y="6212"/>
                    <a:pt x="851" y="4733"/>
                  </a:cubicBezTo>
                  <a:cubicBezTo>
                    <a:pt x="703" y="4252"/>
                    <a:pt x="629" y="3809"/>
                    <a:pt x="629" y="3365"/>
                  </a:cubicBezTo>
                  <a:cubicBezTo>
                    <a:pt x="629" y="2736"/>
                    <a:pt x="777" y="2145"/>
                    <a:pt x="1035" y="1701"/>
                  </a:cubicBezTo>
                  <a:cubicBezTo>
                    <a:pt x="1331" y="1258"/>
                    <a:pt x="1701" y="888"/>
                    <a:pt x="2182" y="740"/>
                  </a:cubicBezTo>
                  <a:cubicBezTo>
                    <a:pt x="2403" y="666"/>
                    <a:pt x="2625" y="629"/>
                    <a:pt x="2847" y="629"/>
                  </a:cubicBezTo>
                  <a:close/>
                  <a:moveTo>
                    <a:pt x="2847" y="1"/>
                  </a:moveTo>
                  <a:cubicBezTo>
                    <a:pt x="2551" y="1"/>
                    <a:pt x="2255" y="38"/>
                    <a:pt x="1997" y="149"/>
                  </a:cubicBezTo>
                  <a:cubicBezTo>
                    <a:pt x="1368" y="370"/>
                    <a:pt x="851" y="814"/>
                    <a:pt x="518" y="1369"/>
                  </a:cubicBezTo>
                  <a:cubicBezTo>
                    <a:pt x="185" y="1960"/>
                    <a:pt x="0" y="2626"/>
                    <a:pt x="0" y="3365"/>
                  </a:cubicBezTo>
                  <a:cubicBezTo>
                    <a:pt x="0" y="3883"/>
                    <a:pt x="74" y="4400"/>
                    <a:pt x="259" y="4918"/>
                  </a:cubicBezTo>
                  <a:cubicBezTo>
                    <a:pt x="851" y="6618"/>
                    <a:pt x="2255" y="7728"/>
                    <a:pt x="3697" y="7765"/>
                  </a:cubicBezTo>
                  <a:cubicBezTo>
                    <a:pt x="3993" y="7765"/>
                    <a:pt x="4289" y="7691"/>
                    <a:pt x="4585" y="7617"/>
                  </a:cubicBezTo>
                  <a:cubicBezTo>
                    <a:pt x="5213" y="7395"/>
                    <a:pt x="5694" y="6951"/>
                    <a:pt x="6063" y="6360"/>
                  </a:cubicBezTo>
                  <a:cubicBezTo>
                    <a:pt x="6396" y="5805"/>
                    <a:pt x="6544" y="5103"/>
                    <a:pt x="6544" y="4400"/>
                  </a:cubicBezTo>
                  <a:cubicBezTo>
                    <a:pt x="6544" y="3883"/>
                    <a:pt x="6470" y="3365"/>
                    <a:pt x="6285" y="2810"/>
                  </a:cubicBezTo>
                  <a:cubicBezTo>
                    <a:pt x="5694" y="1147"/>
                    <a:pt x="4326" y="1"/>
                    <a:pt x="2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4620;p64">
              <a:extLst>
                <a:ext uri="{FF2B5EF4-FFF2-40B4-BE49-F238E27FC236}">
                  <a16:creationId xmlns:a16="http://schemas.microsoft.com/office/drawing/2014/main" id="{A88A9F69-FAFC-E577-CD33-96546795A701}"/>
                </a:ext>
              </a:extLst>
            </p:cNvPr>
            <p:cNvSpPr/>
            <p:nvPr/>
          </p:nvSpPr>
          <p:spPr>
            <a:xfrm>
              <a:off x="1540450" y="2960750"/>
              <a:ext cx="151600" cy="159500"/>
            </a:xfrm>
            <a:custGeom>
              <a:avLst/>
              <a:gdLst/>
              <a:ahLst/>
              <a:cxnLst/>
              <a:rect l="l" t="t" r="r" b="b"/>
              <a:pathLst>
                <a:path w="6064" h="6380" extrusionOk="0">
                  <a:moveTo>
                    <a:pt x="2656" y="1"/>
                  </a:moveTo>
                  <a:cubicBezTo>
                    <a:pt x="2420" y="1"/>
                    <a:pt x="2187" y="40"/>
                    <a:pt x="1960" y="122"/>
                  </a:cubicBezTo>
                  <a:cubicBezTo>
                    <a:pt x="629" y="565"/>
                    <a:pt x="1" y="2340"/>
                    <a:pt x="592" y="4041"/>
                  </a:cubicBezTo>
                  <a:cubicBezTo>
                    <a:pt x="1083" y="5452"/>
                    <a:pt x="2262" y="6379"/>
                    <a:pt x="3409" y="6379"/>
                  </a:cubicBezTo>
                  <a:cubicBezTo>
                    <a:pt x="3644" y="6379"/>
                    <a:pt x="3878" y="6341"/>
                    <a:pt x="4104" y="6259"/>
                  </a:cubicBezTo>
                  <a:cubicBezTo>
                    <a:pt x="5435" y="5778"/>
                    <a:pt x="6064" y="4041"/>
                    <a:pt x="5472" y="2340"/>
                  </a:cubicBezTo>
                  <a:cubicBezTo>
                    <a:pt x="4981" y="928"/>
                    <a:pt x="3803" y="1"/>
                    <a:pt x="26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4621;p64">
              <a:extLst>
                <a:ext uri="{FF2B5EF4-FFF2-40B4-BE49-F238E27FC236}">
                  <a16:creationId xmlns:a16="http://schemas.microsoft.com/office/drawing/2014/main" id="{930C5999-08D2-581C-A894-C5A22493D093}"/>
                </a:ext>
              </a:extLst>
            </p:cNvPr>
            <p:cNvSpPr/>
            <p:nvPr/>
          </p:nvSpPr>
          <p:spPr>
            <a:xfrm>
              <a:off x="1542300" y="2952675"/>
              <a:ext cx="147900" cy="174725"/>
            </a:xfrm>
            <a:custGeom>
              <a:avLst/>
              <a:gdLst/>
              <a:ahLst/>
              <a:cxnLst/>
              <a:rect l="l" t="t" r="r" b="b"/>
              <a:pathLst>
                <a:path w="5916" h="6989" extrusionOk="0">
                  <a:moveTo>
                    <a:pt x="2589" y="629"/>
                  </a:moveTo>
                  <a:cubicBezTo>
                    <a:pt x="3550" y="629"/>
                    <a:pt x="4659" y="1443"/>
                    <a:pt x="5103" y="2774"/>
                  </a:cubicBezTo>
                  <a:cubicBezTo>
                    <a:pt x="5250" y="3180"/>
                    <a:pt x="5324" y="3587"/>
                    <a:pt x="5324" y="3957"/>
                  </a:cubicBezTo>
                  <a:cubicBezTo>
                    <a:pt x="5324" y="4511"/>
                    <a:pt x="5177" y="5029"/>
                    <a:pt x="4918" y="5436"/>
                  </a:cubicBezTo>
                  <a:cubicBezTo>
                    <a:pt x="4696" y="5842"/>
                    <a:pt x="4363" y="6138"/>
                    <a:pt x="3920" y="6286"/>
                  </a:cubicBezTo>
                  <a:cubicBezTo>
                    <a:pt x="3735" y="6360"/>
                    <a:pt x="3550" y="6397"/>
                    <a:pt x="3328" y="6397"/>
                  </a:cubicBezTo>
                  <a:cubicBezTo>
                    <a:pt x="2367" y="6397"/>
                    <a:pt x="1258" y="5547"/>
                    <a:pt x="814" y="4253"/>
                  </a:cubicBezTo>
                  <a:cubicBezTo>
                    <a:pt x="666" y="3846"/>
                    <a:pt x="592" y="3439"/>
                    <a:pt x="592" y="3033"/>
                  </a:cubicBezTo>
                  <a:cubicBezTo>
                    <a:pt x="592" y="2478"/>
                    <a:pt x="740" y="1960"/>
                    <a:pt x="999" y="1554"/>
                  </a:cubicBezTo>
                  <a:cubicBezTo>
                    <a:pt x="1221" y="1184"/>
                    <a:pt x="1553" y="888"/>
                    <a:pt x="1997" y="740"/>
                  </a:cubicBezTo>
                  <a:cubicBezTo>
                    <a:pt x="2182" y="666"/>
                    <a:pt x="2367" y="629"/>
                    <a:pt x="2589" y="629"/>
                  </a:cubicBezTo>
                  <a:close/>
                  <a:moveTo>
                    <a:pt x="2589" y="1"/>
                  </a:moveTo>
                  <a:cubicBezTo>
                    <a:pt x="2330" y="1"/>
                    <a:pt x="2034" y="38"/>
                    <a:pt x="1775" y="149"/>
                  </a:cubicBezTo>
                  <a:cubicBezTo>
                    <a:pt x="1221" y="334"/>
                    <a:pt x="777" y="740"/>
                    <a:pt x="444" y="1258"/>
                  </a:cubicBezTo>
                  <a:cubicBezTo>
                    <a:pt x="149" y="1776"/>
                    <a:pt x="1" y="2404"/>
                    <a:pt x="1" y="3033"/>
                  </a:cubicBezTo>
                  <a:cubicBezTo>
                    <a:pt x="1" y="3513"/>
                    <a:pt x="75" y="3994"/>
                    <a:pt x="222" y="4437"/>
                  </a:cubicBezTo>
                  <a:cubicBezTo>
                    <a:pt x="777" y="5953"/>
                    <a:pt x="2034" y="6988"/>
                    <a:pt x="3328" y="6988"/>
                  </a:cubicBezTo>
                  <a:cubicBezTo>
                    <a:pt x="3624" y="6988"/>
                    <a:pt x="3883" y="6951"/>
                    <a:pt x="4141" y="6878"/>
                  </a:cubicBezTo>
                  <a:cubicBezTo>
                    <a:pt x="4696" y="6656"/>
                    <a:pt x="5177" y="6249"/>
                    <a:pt x="5472" y="5768"/>
                  </a:cubicBezTo>
                  <a:cubicBezTo>
                    <a:pt x="5768" y="5251"/>
                    <a:pt x="5916" y="4622"/>
                    <a:pt x="5916" y="3957"/>
                  </a:cubicBezTo>
                  <a:cubicBezTo>
                    <a:pt x="5916" y="3513"/>
                    <a:pt x="5842" y="3033"/>
                    <a:pt x="5694" y="2552"/>
                  </a:cubicBezTo>
                  <a:cubicBezTo>
                    <a:pt x="5140" y="1036"/>
                    <a:pt x="3883" y="1"/>
                    <a:pt x="2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4622;p64">
              <a:extLst>
                <a:ext uri="{FF2B5EF4-FFF2-40B4-BE49-F238E27FC236}">
                  <a16:creationId xmlns:a16="http://schemas.microsoft.com/office/drawing/2014/main" id="{1F379DBC-113A-A2AC-8A4D-E246413F827A}"/>
                </a:ext>
              </a:extLst>
            </p:cNvPr>
            <p:cNvSpPr/>
            <p:nvPr/>
          </p:nvSpPr>
          <p:spPr>
            <a:xfrm>
              <a:off x="1551550" y="2972325"/>
              <a:ext cx="129425" cy="136350"/>
            </a:xfrm>
            <a:custGeom>
              <a:avLst/>
              <a:gdLst/>
              <a:ahLst/>
              <a:cxnLst/>
              <a:rect l="l" t="t" r="r" b="b"/>
              <a:pathLst>
                <a:path w="5177" h="5454" extrusionOk="0">
                  <a:moveTo>
                    <a:pt x="2260" y="1"/>
                  </a:moveTo>
                  <a:cubicBezTo>
                    <a:pt x="2059" y="1"/>
                    <a:pt x="1858" y="33"/>
                    <a:pt x="1664" y="102"/>
                  </a:cubicBezTo>
                  <a:cubicBezTo>
                    <a:pt x="518" y="472"/>
                    <a:pt x="0" y="1988"/>
                    <a:pt x="518" y="3430"/>
                  </a:cubicBezTo>
                  <a:cubicBezTo>
                    <a:pt x="917" y="4659"/>
                    <a:pt x="1930" y="5454"/>
                    <a:pt x="2918" y="5454"/>
                  </a:cubicBezTo>
                  <a:cubicBezTo>
                    <a:pt x="3119" y="5454"/>
                    <a:pt x="3319" y="5421"/>
                    <a:pt x="3513" y="5352"/>
                  </a:cubicBezTo>
                  <a:cubicBezTo>
                    <a:pt x="4659" y="4945"/>
                    <a:pt x="5176" y="3430"/>
                    <a:pt x="4659" y="1988"/>
                  </a:cubicBezTo>
                  <a:cubicBezTo>
                    <a:pt x="4259" y="790"/>
                    <a:pt x="3248" y="1"/>
                    <a:pt x="2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4623;p64">
              <a:extLst>
                <a:ext uri="{FF2B5EF4-FFF2-40B4-BE49-F238E27FC236}">
                  <a16:creationId xmlns:a16="http://schemas.microsoft.com/office/drawing/2014/main" id="{02CC0EB9-A769-817F-D775-0A5F3F386F75}"/>
                </a:ext>
              </a:extLst>
            </p:cNvPr>
            <p:cNvSpPr/>
            <p:nvPr/>
          </p:nvSpPr>
          <p:spPr>
            <a:xfrm>
              <a:off x="1551550" y="2963775"/>
              <a:ext cx="129425" cy="152525"/>
            </a:xfrm>
            <a:custGeom>
              <a:avLst/>
              <a:gdLst/>
              <a:ahLst/>
              <a:cxnLst/>
              <a:rect l="l" t="t" r="r" b="b"/>
              <a:pathLst>
                <a:path w="5177" h="6101" extrusionOk="0">
                  <a:moveTo>
                    <a:pt x="2256" y="629"/>
                  </a:moveTo>
                  <a:cubicBezTo>
                    <a:pt x="3069" y="629"/>
                    <a:pt x="3993" y="1332"/>
                    <a:pt x="4400" y="2441"/>
                  </a:cubicBezTo>
                  <a:cubicBezTo>
                    <a:pt x="4511" y="2773"/>
                    <a:pt x="4548" y="3143"/>
                    <a:pt x="4548" y="3439"/>
                  </a:cubicBezTo>
                  <a:cubicBezTo>
                    <a:pt x="4548" y="3920"/>
                    <a:pt x="4437" y="4363"/>
                    <a:pt x="4252" y="4696"/>
                  </a:cubicBezTo>
                  <a:cubicBezTo>
                    <a:pt x="4030" y="5029"/>
                    <a:pt x="3771" y="5287"/>
                    <a:pt x="3402" y="5398"/>
                  </a:cubicBezTo>
                  <a:cubicBezTo>
                    <a:pt x="3254" y="5472"/>
                    <a:pt x="3069" y="5472"/>
                    <a:pt x="2921" y="5472"/>
                  </a:cubicBezTo>
                  <a:cubicBezTo>
                    <a:pt x="2901" y="5473"/>
                    <a:pt x="2880" y="5474"/>
                    <a:pt x="2859" y="5474"/>
                  </a:cubicBezTo>
                  <a:cubicBezTo>
                    <a:pt x="2062" y="5474"/>
                    <a:pt x="1174" y="4779"/>
                    <a:pt x="814" y="3698"/>
                  </a:cubicBezTo>
                  <a:cubicBezTo>
                    <a:pt x="666" y="3328"/>
                    <a:pt x="629" y="2995"/>
                    <a:pt x="629" y="2663"/>
                  </a:cubicBezTo>
                  <a:cubicBezTo>
                    <a:pt x="629" y="2182"/>
                    <a:pt x="740" y="1775"/>
                    <a:pt x="925" y="1442"/>
                  </a:cubicBezTo>
                  <a:cubicBezTo>
                    <a:pt x="1146" y="1073"/>
                    <a:pt x="1405" y="851"/>
                    <a:pt x="1775" y="703"/>
                  </a:cubicBezTo>
                  <a:cubicBezTo>
                    <a:pt x="1923" y="666"/>
                    <a:pt x="2108" y="629"/>
                    <a:pt x="2256" y="629"/>
                  </a:cubicBezTo>
                  <a:close/>
                  <a:moveTo>
                    <a:pt x="2256" y="1"/>
                  </a:moveTo>
                  <a:cubicBezTo>
                    <a:pt x="2034" y="1"/>
                    <a:pt x="1812" y="75"/>
                    <a:pt x="1590" y="149"/>
                  </a:cubicBezTo>
                  <a:cubicBezTo>
                    <a:pt x="1073" y="296"/>
                    <a:pt x="666" y="666"/>
                    <a:pt x="407" y="1110"/>
                  </a:cubicBezTo>
                  <a:cubicBezTo>
                    <a:pt x="148" y="1553"/>
                    <a:pt x="0" y="2108"/>
                    <a:pt x="0" y="2663"/>
                  </a:cubicBezTo>
                  <a:cubicBezTo>
                    <a:pt x="0" y="3069"/>
                    <a:pt x="74" y="3476"/>
                    <a:pt x="222" y="3883"/>
                  </a:cubicBezTo>
                  <a:cubicBezTo>
                    <a:pt x="666" y="5214"/>
                    <a:pt x="1775" y="6101"/>
                    <a:pt x="2921" y="6101"/>
                  </a:cubicBezTo>
                  <a:cubicBezTo>
                    <a:pt x="3143" y="6101"/>
                    <a:pt x="3402" y="6064"/>
                    <a:pt x="3623" y="5990"/>
                  </a:cubicBezTo>
                  <a:cubicBezTo>
                    <a:pt x="4104" y="5805"/>
                    <a:pt x="4511" y="5472"/>
                    <a:pt x="4770" y="4992"/>
                  </a:cubicBezTo>
                  <a:cubicBezTo>
                    <a:pt x="5028" y="4548"/>
                    <a:pt x="5176" y="4030"/>
                    <a:pt x="5176" y="3439"/>
                  </a:cubicBezTo>
                  <a:cubicBezTo>
                    <a:pt x="5176" y="3069"/>
                    <a:pt x="5102" y="2626"/>
                    <a:pt x="4954" y="2219"/>
                  </a:cubicBezTo>
                  <a:cubicBezTo>
                    <a:pt x="4511" y="925"/>
                    <a:pt x="3439" y="38"/>
                    <a:pt x="2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4624;p64">
              <a:extLst>
                <a:ext uri="{FF2B5EF4-FFF2-40B4-BE49-F238E27FC236}">
                  <a16:creationId xmlns:a16="http://schemas.microsoft.com/office/drawing/2014/main" id="{88C6492A-C851-5688-974C-BA2B96653F6C}"/>
                </a:ext>
              </a:extLst>
            </p:cNvPr>
            <p:cNvSpPr/>
            <p:nvPr/>
          </p:nvSpPr>
          <p:spPr>
            <a:xfrm>
              <a:off x="4390900" y="2603325"/>
              <a:ext cx="29600" cy="247725"/>
            </a:xfrm>
            <a:custGeom>
              <a:avLst/>
              <a:gdLst/>
              <a:ahLst/>
              <a:cxnLst/>
              <a:rect l="l" t="t" r="r" b="b"/>
              <a:pathLst>
                <a:path w="1184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83" y="9908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4625;p64">
              <a:extLst>
                <a:ext uri="{FF2B5EF4-FFF2-40B4-BE49-F238E27FC236}">
                  <a16:creationId xmlns:a16="http://schemas.microsoft.com/office/drawing/2014/main" id="{A526F5AA-ABDF-AB8B-C456-1E080FA688C3}"/>
                </a:ext>
              </a:extLst>
            </p:cNvPr>
            <p:cNvSpPr/>
            <p:nvPr/>
          </p:nvSpPr>
          <p:spPr>
            <a:xfrm>
              <a:off x="4291075" y="2603325"/>
              <a:ext cx="28675" cy="247725"/>
            </a:xfrm>
            <a:custGeom>
              <a:avLst/>
              <a:gdLst/>
              <a:ahLst/>
              <a:cxnLst/>
              <a:rect l="l" t="t" r="r" b="b"/>
              <a:pathLst>
                <a:path w="1147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46" y="9908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4626;p64">
              <a:extLst>
                <a:ext uri="{FF2B5EF4-FFF2-40B4-BE49-F238E27FC236}">
                  <a16:creationId xmlns:a16="http://schemas.microsoft.com/office/drawing/2014/main" id="{72F46EB2-8CE8-B2AA-3C4A-E30F5AE478D8}"/>
                </a:ext>
              </a:extLst>
            </p:cNvPr>
            <p:cNvSpPr/>
            <p:nvPr/>
          </p:nvSpPr>
          <p:spPr>
            <a:xfrm>
              <a:off x="4190325" y="2603325"/>
              <a:ext cx="29600" cy="247725"/>
            </a:xfrm>
            <a:custGeom>
              <a:avLst/>
              <a:gdLst/>
              <a:ahLst/>
              <a:cxnLst/>
              <a:rect l="l" t="t" r="r" b="b"/>
              <a:pathLst>
                <a:path w="1184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83" y="9908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4627;p64">
              <a:extLst>
                <a:ext uri="{FF2B5EF4-FFF2-40B4-BE49-F238E27FC236}">
                  <a16:creationId xmlns:a16="http://schemas.microsoft.com/office/drawing/2014/main" id="{73A07B8F-60C8-5826-EE3F-B7D96F583EAA}"/>
                </a:ext>
              </a:extLst>
            </p:cNvPr>
            <p:cNvSpPr/>
            <p:nvPr/>
          </p:nvSpPr>
          <p:spPr>
            <a:xfrm>
              <a:off x="4090500" y="2603325"/>
              <a:ext cx="28675" cy="247725"/>
            </a:xfrm>
            <a:custGeom>
              <a:avLst/>
              <a:gdLst/>
              <a:ahLst/>
              <a:cxnLst/>
              <a:rect l="l" t="t" r="r" b="b"/>
              <a:pathLst>
                <a:path w="1147" h="9909" extrusionOk="0">
                  <a:moveTo>
                    <a:pt x="1" y="0"/>
                  </a:moveTo>
                  <a:lnTo>
                    <a:pt x="1" y="9908"/>
                  </a:lnTo>
                  <a:lnTo>
                    <a:pt x="1147" y="9908"/>
                  </a:lnTo>
                  <a:lnTo>
                    <a:pt x="11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4628;p64">
              <a:extLst>
                <a:ext uri="{FF2B5EF4-FFF2-40B4-BE49-F238E27FC236}">
                  <a16:creationId xmlns:a16="http://schemas.microsoft.com/office/drawing/2014/main" id="{F6478F95-A032-F75E-51C0-036FFDF0BBE1}"/>
                </a:ext>
              </a:extLst>
            </p:cNvPr>
            <p:cNvSpPr/>
            <p:nvPr/>
          </p:nvSpPr>
          <p:spPr>
            <a:xfrm>
              <a:off x="4561875" y="2950850"/>
              <a:ext cx="378050" cy="36050"/>
            </a:xfrm>
            <a:custGeom>
              <a:avLst/>
              <a:gdLst/>
              <a:ahLst/>
              <a:cxnLst/>
              <a:rect l="l" t="t" r="r" b="b"/>
              <a:pathLst>
                <a:path w="15122" h="1442" extrusionOk="0">
                  <a:moveTo>
                    <a:pt x="703" y="0"/>
                  </a:moveTo>
                  <a:cubicBezTo>
                    <a:pt x="333" y="0"/>
                    <a:pt x="1" y="333"/>
                    <a:pt x="1" y="739"/>
                  </a:cubicBezTo>
                  <a:cubicBezTo>
                    <a:pt x="1" y="1109"/>
                    <a:pt x="333" y="1442"/>
                    <a:pt x="703" y="1442"/>
                  </a:cubicBezTo>
                  <a:lnTo>
                    <a:pt x="14419" y="1442"/>
                  </a:lnTo>
                  <a:cubicBezTo>
                    <a:pt x="14789" y="1442"/>
                    <a:pt x="15122" y="1109"/>
                    <a:pt x="15122" y="739"/>
                  </a:cubicBezTo>
                  <a:cubicBezTo>
                    <a:pt x="15122" y="333"/>
                    <a:pt x="14789" y="0"/>
                    <a:pt x="14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4629;p64">
              <a:extLst>
                <a:ext uri="{FF2B5EF4-FFF2-40B4-BE49-F238E27FC236}">
                  <a16:creationId xmlns:a16="http://schemas.microsoft.com/office/drawing/2014/main" id="{16A3DACA-ABBA-F9D4-B9D1-967DDAEC4807}"/>
                </a:ext>
              </a:extLst>
            </p:cNvPr>
            <p:cNvSpPr/>
            <p:nvPr/>
          </p:nvSpPr>
          <p:spPr>
            <a:xfrm>
              <a:off x="4561875" y="3063600"/>
              <a:ext cx="378050" cy="35150"/>
            </a:xfrm>
            <a:custGeom>
              <a:avLst/>
              <a:gdLst/>
              <a:ahLst/>
              <a:cxnLst/>
              <a:rect l="l" t="t" r="r" b="b"/>
              <a:pathLst>
                <a:path w="15122" h="1406" extrusionOk="0">
                  <a:moveTo>
                    <a:pt x="703" y="0"/>
                  </a:moveTo>
                  <a:cubicBezTo>
                    <a:pt x="333" y="0"/>
                    <a:pt x="1" y="296"/>
                    <a:pt x="1" y="703"/>
                  </a:cubicBezTo>
                  <a:cubicBezTo>
                    <a:pt x="1" y="1073"/>
                    <a:pt x="333" y="1405"/>
                    <a:pt x="703" y="1405"/>
                  </a:cubicBezTo>
                  <a:lnTo>
                    <a:pt x="14419" y="1405"/>
                  </a:lnTo>
                  <a:cubicBezTo>
                    <a:pt x="14789" y="1405"/>
                    <a:pt x="15122" y="1073"/>
                    <a:pt x="15122" y="703"/>
                  </a:cubicBezTo>
                  <a:cubicBezTo>
                    <a:pt x="15122" y="296"/>
                    <a:pt x="14789" y="0"/>
                    <a:pt x="14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4630;p64">
              <a:extLst>
                <a:ext uri="{FF2B5EF4-FFF2-40B4-BE49-F238E27FC236}">
                  <a16:creationId xmlns:a16="http://schemas.microsoft.com/office/drawing/2014/main" id="{2729547D-83BB-6278-0C58-CF71C11BF789}"/>
                </a:ext>
              </a:extLst>
            </p:cNvPr>
            <p:cNvSpPr/>
            <p:nvPr/>
          </p:nvSpPr>
          <p:spPr>
            <a:xfrm>
              <a:off x="2656050" y="3012775"/>
              <a:ext cx="159925" cy="146050"/>
            </a:xfrm>
            <a:custGeom>
              <a:avLst/>
              <a:gdLst/>
              <a:ahLst/>
              <a:cxnLst/>
              <a:rect l="l" t="t" r="r" b="b"/>
              <a:pathLst>
                <a:path w="6397" h="5842" extrusionOk="0">
                  <a:moveTo>
                    <a:pt x="3217" y="0"/>
                  </a:moveTo>
                  <a:cubicBezTo>
                    <a:pt x="1442" y="0"/>
                    <a:pt x="0" y="1331"/>
                    <a:pt x="0" y="2921"/>
                  </a:cubicBezTo>
                  <a:cubicBezTo>
                    <a:pt x="0" y="4547"/>
                    <a:pt x="1442" y="5841"/>
                    <a:pt x="3217" y="5841"/>
                  </a:cubicBezTo>
                  <a:cubicBezTo>
                    <a:pt x="4954" y="5841"/>
                    <a:pt x="6396" y="4547"/>
                    <a:pt x="6396" y="2921"/>
                  </a:cubicBezTo>
                  <a:cubicBezTo>
                    <a:pt x="6396" y="1331"/>
                    <a:pt x="4954" y="0"/>
                    <a:pt x="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4631;p64">
              <a:extLst>
                <a:ext uri="{FF2B5EF4-FFF2-40B4-BE49-F238E27FC236}">
                  <a16:creationId xmlns:a16="http://schemas.microsoft.com/office/drawing/2014/main" id="{3A3D6134-BA26-AA94-2C78-3B25E33A2C7C}"/>
                </a:ext>
              </a:extLst>
            </p:cNvPr>
            <p:cNvSpPr/>
            <p:nvPr/>
          </p:nvSpPr>
          <p:spPr>
            <a:xfrm>
              <a:off x="2648650" y="3005375"/>
              <a:ext cx="174700" cy="161775"/>
            </a:xfrm>
            <a:custGeom>
              <a:avLst/>
              <a:gdLst/>
              <a:ahLst/>
              <a:cxnLst/>
              <a:rect l="l" t="t" r="r" b="b"/>
              <a:pathLst>
                <a:path w="6988" h="6471" extrusionOk="0">
                  <a:moveTo>
                    <a:pt x="3513" y="629"/>
                  </a:moveTo>
                  <a:cubicBezTo>
                    <a:pt x="4289" y="629"/>
                    <a:pt x="5028" y="925"/>
                    <a:pt x="5546" y="1368"/>
                  </a:cubicBezTo>
                  <a:cubicBezTo>
                    <a:pt x="6064" y="1849"/>
                    <a:pt x="6359" y="2514"/>
                    <a:pt x="6359" y="3217"/>
                  </a:cubicBezTo>
                  <a:cubicBezTo>
                    <a:pt x="6359" y="3919"/>
                    <a:pt x="6064" y="4585"/>
                    <a:pt x="5546" y="5065"/>
                  </a:cubicBezTo>
                  <a:cubicBezTo>
                    <a:pt x="5028" y="5546"/>
                    <a:pt x="4289" y="5842"/>
                    <a:pt x="3513" y="5842"/>
                  </a:cubicBezTo>
                  <a:cubicBezTo>
                    <a:pt x="2699" y="5842"/>
                    <a:pt x="1960" y="5546"/>
                    <a:pt x="1442" y="5065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4"/>
                    <a:pt x="925" y="1849"/>
                    <a:pt x="1442" y="1368"/>
                  </a:cubicBezTo>
                  <a:cubicBezTo>
                    <a:pt x="1960" y="925"/>
                    <a:pt x="2699" y="629"/>
                    <a:pt x="3513" y="629"/>
                  </a:cubicBezTo>
                  <a:close/>
                  <a:moveTo>
                    <a:pt x="3513" y="0"/>
                  </a:moveTo>
                  <a:cubicBezTo>
                    <a:pt x="2551" y="0"/>
                    <a:pt x="1664" y="333"/>
                    <a:pt x="1036" y="925"/>
                  </a:cubicBezTo>
                  <a:cubicBezTo>
                    <a:pt x="407" y="1516"/>
                    <a:pt x="0" y="2329"/>
                    <a:pt x="0" y="3217"/>
                  </a:cubicBezTo>
                  <a:cubicBezTo>
                    <a:pt x="0" y="4104"/>
                    <a:pt x="407" y="4917"/>
                    <a:pt x="1036" y="5509"/>
                  </a:cubicBezTo>
                  <a:cubicBezTo>
                    <a:pt x="1664" y="6100"/>
                    <a:pt x="2551" y="6470"/>
                    <a:pt x="3513" y="6470"/>
                  </a:cubicBezTo>
                  <a:cubicBezTo>
                    <a:pt x="4437" y="6470"/>
                    <a:pt x="5324" y="6100"/>
                    <a:pt x="5953" y="5509"/>
                  </a:cubicBezTo>
                  <a:cubicBezTo>
                    <a:pt x="6581" y="4917"/>
                    <a:pt x="6988" y="4104"/>
                    <a:pt x="6988" y="3217"/>
                  </a:cubicBezTo>
                  <a:cubicBezTo>
                    <a:pt x="6988" y="2329"/>
                    <a:pt x="6581" y="1516"/>
                    <a:pt x="5953" y="925"/>
                  </a:cubicBezTo>
                  <a:cubicBezTo>
                    <a:pt x="5324" y="333"/>
                    <a:pt x="4437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4632;p64">
              <a:extLst>
                <a:ext uri="{FF2B5EF4-FFF2-40B4-BE49-F238E27FC236}">
                  <a16:creationId xmlns:a16="http://schemas.microsoft.com/office/drawing/2014/main" id="{37D41F57-3814-0044-420B-DEAEFE0384C4}"/>
                </a:ext>
              </a:extLst>
            </p:cNvPr>
            <p:cNvSpPr/>
            <p:nvPr/>
          </p:nvSpPr>
          <p:spPr>
            <a:xfrm>
              <a:off x="2644950" y="3225350"/>
              <a:ext cx="159000" cy="146050"/>
            </a:xfrm>
            <a:custGeom>
              <a:avLst/>
              <a:gdLst/>
              <a:ahLst/>
              <a:cxnLst/>
              <a:rect l="l" t="t" r="r" b="b"/>
              <a:pathLst>
                <a:path w="6360" h="5842" extrusionOk="0">
                  <a:moveTo>
                    <a:pt x="3180" y="0"/>
                  </a:moveTo>
                  <a:cubicBezTo>
                    <a:pt x="1405" y="0"/>
                    <a:pt x="1" y="1294"/>
                    <a:pt x="1" y="2921"/>
                  </a:cubicBezTo>
                  <a:cubicBezTo>
                    <a:pt x="1" y="4548"/>
                    <a:pt x="1405" y="5842"/>
                    <a:pt x="3180" y="5842"/>
                  </a:cubicBezTo>
                  <a:cubicBezTo>
                    <a:pt x="4918" y="5842"/>
                    <a:pt x="6360" y="4548"/>
                    <a:pt x="6360" y="2921"/>
                  </a:cubicBezTo>
                  <a:cubicBezTo>
                    <a:pt x="6360" y="1294"/>
                    <a:pt x="4918" y="0"/>
                    <a:pt x="31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4633;p64">
              <a:extLst>
                <a:ext uri="{FF2B5EF4-FFF2-40B4-BE49-F238E27FC236}">
                  <a16:creationId xmlns:a16="http://schemas.microsoft.com/office/drawing/2014/main" id="{374AEE58-8527-B460-A946-797D13344AE5}"/>
                </a:ext>
              </a:extLst>
            </p:cNvPr>
            <p:cNvSpPr/>
            <p:nvPr/>
          </p:nvSpPr>
          <p:spPr>
            <a:xfrm>
              <a:off x="2636625" y="3217950"/>
              <a:ext cx="174725" cy="160850"/>
            </a:xfrm>
            <a:custGeom>
              <a:avLst/>
              <a:gdLst/>
              <a:ahLst/>
              <a:cxnLst/>
              <a:rect l="l" t="t" r="r" b="b"/>
              <a:pathLst>
                <a:path w="6989" h="6434" extrusionOk="0">
                  <a:moveTo>
                    <a:pt x="3513" y="592"/>
                  </a:moveTo>
                  <a:cubicBezTo>
                    <a:pt x="4289" y="592"/>
                    <a:pt x="5029" y="888"/>
                    <a:pt x="5546" y="1368"/>
                  </a:cubicBezTo>
                  <a:cubicBezTo>
                    <a:pt x="6064" y="1849"/>
                    <a:pt x="6397" y="2515"/>
                    <a:pt x="6397" y="3217"/>
                  </a:cubicBezTo>
                  <a:cubicBezTo>
                    <a:pt x="6397" y="3919"/>
                    <a:pt x="6064" y="4585"/>
                    <a:pt x="5546" y="5066"/>
                  </a:cubicBezTo>
                  <a:cubicBezTo>
                    <a:pt x="5029" y="5546"/>
                    <a:pt x="4289" y="5842"/>
                    <a:pt x="3513" y="5842"/>
                  </a:cubicBezTo>
                  <a:cubicBezTo>
                    <a:pt x="2700" y="5842"/>
                    <a:pt x="1960" y="5546"/>
                    <a:pt x="1443" y="5066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5"/>
                    <a:pt x="925" y="1849"/>
                    <a:pt x="1443" y="1368"/>
                  </a:cubicBezTo>
                  <a:cubicBezTo>
                    <a:pt x="1960" y="888"/>
                    <a:pt x="2700" y="592"/>
                    <a:pt x="3513" y="592"/>
                  </a:cubicBezTo>
                  <a:close/>
                  <a:moveTo>
                    <a:pt x="3513" y="1"/>
                  </a:moveTo>
                  <a:cubicBezTo>
                    <a:pt x="2552" y="1"/>
                    <a:pt x="1665" y="333"/>
                    <a:pt x="1036" y="925"/>
                  </a:cubicBezTo>
                  <a:cubicBezTo>
                    <a:pt x="408" y="1516"/>
                    <a:pt x="1" y="2330"/>
                    <a:pt x="1" y="3217"/>
                  </a:cubicBezTo>
                  <a:cubicBezTo>
                    <a:pt x="1" y="4104"/>
                    <a:pt x="408" y="4918"/>
                    <a:pt x="1036" y="5509"/>
                  </a:cubicBezTo>
                  <a:cubicBezTo>
                    <a:pt x="1665" y="6101"/>
                    <a:pt x="2552" y="6433"/>
                    <a:pt x="3513" y="6433"/>
                  </a:cubicBezTo>
                  <a:cubicBezTo>
                    <a:pt x="4474" y="6433"/>
                    <a:pt x="5325" y="6101"/>
                    <a:pt x="5953" y="5509"/>
                  </a:cubicBezTo>
                  <a:cubicBezTo>
                    <a:pt x="6582" y="4918"/>
                    <a:pt x="6988" y="4104"/>
                    <a:pt x="6988" y="3217"/>
                  </a:cubicBezTo>
                  <a:cubicBezTo>
                    <a:pt x="6988" y="2330"/>
                    <a:pt x="6582" y="1516"/>
                    <a:pt x="5953" y="925"/>
                  </a:cubicBezTo>
                  <a:cubicBezTo>
                    <a:pt x="5325" y="333"/>
                    <a:pt x="4474" y="1"/>
                    <a:pt x="3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4634;p64">
              <a:extLst>
                <a:ext uri="{FF2B5EF4-FFF2-40B4-BE49-F238E27FC236}">
                  <a16:creationId xmlns:a16="http://schemas.microsoft.com/office/drawing/2014/main" id="{84DC90F7-0D3B-9026-942B-80BA3AEF2562}"/>
                </a:ext>
              </a:extLst>
            </p:cNvPr>
            <p:cNvSpPr/>
            <p:nvPr/>
          </p:nvSpPr>
          <p:spPr>
            <a:xfrm>
              <a:off x="2618150" y="3425000"/>
              <a:ext cx="159925" cy="146050"/>
            </a:xfrm>
            <a:custGeom>
              <a:avLst/>
              <a:gdLst/>
              <a:ahLst/>
              <a:cxnLst/>
              <a:rect l="l" t="t" r="r" b="b"/>
              <a:pathLst>
                <a:path w="6397" h="5842" extrusionOk="0">
                  <a:moveTo>
                    <a:pt x="3217" y="0"/>
                  </a:moveTo>
                  <a:cubicBezTo>
                    <a:pt x="1442" y="0"/>
                    <a:pt x="0" y="1331"/>
                    <a:pt x="0" y="2921"/>
                  </a:cubicBezTo>
                  <a:cubicBezTo>
                    <a:pt x="0" y="4547"/>
                    <a:pt x="1442" y="5841"/>
                    <a:pt x="3217" y="5841"/>
                  </a:cubicBezTo>
                  <a:cubicBezTo>
                    <a:pt x="4954" y="5841"/>
                    <a:pt x="6396" y="4547"/>
                    <a:pt x="6396" y="2921"/>
                  </a:cubicBezTo>
                  <a:cubicBezTo>
                    <a:pt x="6396" y="1331"/>
                    <a:pt x="4954" y="0"/>
                    <a:pt x="32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4635;p64">
              <a:extLst>
                <a:ext uri="{FF2B5EF4-FFF2-40B4-BE49-F238E27FC236}">
                  <a16:creationId xmlns:a16="http://schemas.microsoft.com/office/drawing/2014/main" id="{7CC1C573-A3C2-C3CF-7AD0-45E90ECEF0E2}"/>
                </a:ext>
              </a:extLst>
            </p:cNvPr>
            <p:cNvSpPr/>
            <p:nvPr/>
          </p:nvSpPr>
          <p:spPr>
            <a:xfrm>
              <a:off x="2610750" y="3417600"/>
              <a:ext cx="174725" cy="160850"/>
            </a:xfrm>
            <a:custGeom>
              <a:avLst/>
              <a:gdLst/>
              <a:ahLst/>
              <a:cxnLst/>
              <a:rect l="l" t="t" r="r" b="b"/>
              <a:pathLst>
                <a:path w="6989" h="6434" extrusionOk="0">
                  <a:moveTo>
                    <a:pt x="3513" y="592"/>
                  </a:moveTo>
                  <a:cubicBezTo>
                    <a:pt x="4289" y="592"/>
                    <a:pt x="5029" y="925"/>
                    <a:pt x="5546" y="1368"/>
                  </a:cubicBezTo>
                  <a:cubicBezTo>
                    <a:pt x="6064" y="1849"/>
                    <a:pt x="6360" y="2514"/>
                    <a:pt x="6360" y="3217"/>
                  </a:cubicBezTo>
                  <a:cubicBezTo>
                    <a:pt x="6360" y="3919"/>
                    <a:pt x="6064" y="4585"/>
                    <a:pt x="5546" y="5065"/>
                  </a:cubicBezTo>
                  <a:cubicBezTo>
                    <a:pt x="5029" y="5546"/>
                    <a:pt x="4289" y="5842"/>
                    <a:pt x="3513" y="5842"/>
                  </a:cubicBezTo>
                  <a:cubicBezTo>
                    <a:pt x="2700" y="5842"/>
                    <a:pt x="1960" y="5546"/>
                    <a:pt x="1443" y="5065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4"/>
                    <a:pt x="925" y="1849"/>
                    <a:pt x="1443" y="1368"/>
                  </a:cubicBezTo>
                  <a:cubicBezTo>
                    <a:pt x="1960" y="925"/>
                    <a:pt x="2700" y="592"/>
                    <a:pt x="3513" y="592"/>
                  </a:cubicBezTo>
                  <a:close/>
                  <a:moveTo>
                    <a:pt x="3513" y="0"/>
                  </a:moveTo>
                  <a:cubicBezTo>
                    <a:pt x="2552" y="0"/>
                    <a:pt x="1664" y="333"/>
                    <a:pt x="1036" y="925"/>
                  </a:cubicBezTo>
                  <a:cubicBezTo>
                    <a:pt x="407" y="1516"/>
                    <a:pt x="1" y="2329"/>
                    <a:pt x="1" y="3217"/>
                  </a:cubicBezTo>
                  <a:cubicBezTo>
                    <a:pt x="1" y="4104"/>
                    <a:pt x="407" y="4917"/>
                    <a:pt x="1036" y="5509"/>
                  </a:cubicBezTo>
                  <a:cubicBezTo>
                    <a:pt x="1664" y="6100"/>
                    <a:pt x="2552" y="6433"/>
                    <a:pt x="3513" y="6433"/>
                  </a:cubicBezTo>
                  <a:cubicBezTo>
                    <a:pt x="4437" y="6433"/>
                    <a:pt x="5324" y="6100"/>
                    <a:pt x="5953" y="5509"/>
                  </a:cubicBezTo>
                  <a:cubicBezTo>
                    <a:pt x="6581" y="4917"/>
                    <a:pt x="6988" y="4104"/>
                    <a:pt x="6988" y="3217"/>
                  </a:cubicBezTo>
                  <a:cubicBezTo>
                    <a:pt x="6988" y="2329"/>
                    <a:pt x="6581" y="1516"/>
                    <a:pt x="5953" y="925"/>
                  </a:cubicBezTo>
                  <a:cubicBezTo>
                    <a:pt x="5324" y="333"/>
                    <a:pt x="4437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4636;p64">
              <a:extLst>
                <a:ext uri="{FF2B5EF4-FFF2-40B4-BE49-F238E27FC236}">
                  <a16:creationId xmlns:a16="http://schemas.microsoft.com/office/drawing/2014/main" id="{6D3DFBA1-1D9C-A540-6FF8-DE5280833829}"/>
                </a:ext>
              </a:extLst>
            </p:cNvPr>
            <p:cNvSpPr/>
            <p:nvPr/>
          </p:nvSpPr>
          <p:spPr>
            <a:xfrm>
              <a:off x="5515725" y="3650500"/>
              <a:ext cx="855875" cy="1305100"/>
            </a:xfrm>
            <a:custGeom>
              <a:avLst/>
              <a:gdLst/>
              <a:ahLst/>
              <a:cxnLst/>
              <a:rect l="l" t="t" r="r" b="b"/>
              <a:pathLst>
                <a:path w="34235" h="52204" extrusionOk="0">
                  <a:moveTo>
                    <a:pt x="777" y="1"/>
                  </a:moveTo>
                  <a:lnTo>
                    <a:pt x="0" y="25769"/>
                  </a:lnTo>
                  <a:lnTo>
                    <a:pt x="34235" y="52204"/>
                  </a:lnTo>
                  <a:lnTo>
                    <a:pt x="34235" y="52204"/>
                  </a:lnTo>
                  <a:lnTo>
                    <a:pt x="34198" y="16527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4637;p64">
              <a:extLst>
                <a:ext uri="{FF2B5EF4-FFF2-40B4-BE49-F238E27FC236}">
                  <a16:creationId xmlns:a16="http://schemas.microsoft.com/office/drawing/2014/main" id="{EC33DFF1-D5A1-831D-E951-154D611D36C2}"/>
                </a:ext>
              </a:extLst>
            </p:cNvPr>
            <p:cNvSpPr/>
            <p:nvPr/>
          </p:nvSpPr>
          <p:spPr>
            <a:xfrm>
              <a:off x="5508325" y="3642975"/>
              <a:ext cx="871600" cy="1320100"/>
            </a:xfrm>
            <a:custGeom>
              <a:avLst/>
              <a:gdLst/>
              <a:ahLst/>
              <a:cxnLst/>
              <a:rect l="l" t="t" r="r" b="b"/>
              <a:pathLst>
                <a:path w="34864" h="52804" extrusionOk="0">
                  <a:moveTo>
                    <a:pt x="1368" y="782"/>
                  </a:moveTo>
                  <a:lnTo>
                    <a:pt x="34198" y="17014"/>
                  </a:lnTo>
                  <a:lnTo>
                    <a:pt x="34235" y="51876"/>
                  </a:lnTo>
                  <a:lnTo>
                    <a:pt x="34235" y="51876"/>
                  </a:lnTo>
                  <a:lnTo>
                    <a:pt x="629" y="25923"/>
                  </a:lnTo>
                  <a:lnTo>
                    <a:pt x="1368" y="782"/>
                  </a:lnTo>
                  <a:close/>
                  <a:moveTo>
                    <a:pt x="1073" y="0"/>
                  </a:moveTo>
                  <a:cubicBezTo>
                    <a:pt x="1016" y="0"/>
                    <a:pt x="952" y="22"/>
                    <a:pt x="888" y="43"/>
                  </a:cubicBezTo>
                  <a:cubicBezTo>
                    <a:pt x="814" y="80"/>
                    <a:pt x="777" y="191"/>
                    <a:pt x="740" y="302"/>
                  </a:cubicBezTo>
                  <a:lnTo>
                    <a:pt x="0" y="26070"/>
                  </a:lnTo>
                  <a:cubicBezTo>
                    <a:pt x="0" y="26144"/>
                    <a:pt x="37" y="26255"/>
                    <a:pt x="111" y="26292"/>
                  </a:cubicBezTo>
                  <a:lnTo>
                    <a:pt x="34346" y="52726"/>
                  </a:lnTo>
                  <a:cubicBezTo>
                    <a:pt x="34415" y="52772"/>
                    <a:pt x="34483" y="52804"/>
                    <a:pt x="34552" y="52804"/>
                  </a:cubicBezTo>
                  <a:cubicBezTo>
                    <a:pt x="34594" y="52804"/>
                    <a:pt x="34637" y="52792"/>
                    <a:pt x="34679" y="52763"/>
                  </a:cubicBezTo>
                  <a:cubicBezTo>
                    <a:pt x="34790" y="52726"/>
                    <a:pt x="34864" y="52615"/>
                    <a:pt x="34864" y="52505"/>
                  </a:cubicBezTo>
                  <a:lnTo>
                    <a:pt x="34790" y="16828"/>
                  </a:lnTo>
                  <a:cubicBezTo>
                    <a:pt x="34790" y="16717"/>
                    <a:pt x="34716" y="16606"/>
                    <a:pt x="34642" y="16569"/>
                  </a:cubicBezTo>
                  <a:lnTo>
                    <a:pt x="1184" y="43"/>
                  </a:lnTo>
                  <a:cubicBezTo>
                    <a:pt x="1152" y="12"/>
                    <a:pt x="1114" y="0"/>
                    <a:pt x="10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4638;p64">
              <a:extLst>
                <a:ext uri="{FF2B5EF4-FFF2-40B4-BE49-F238E27FC236}">
                  <a16:creationId xmlns:a16="http://schemas.microsoft.com/office/drawing/2014/main" id="{10DBC63B-8381-1E8D-DCD5-93705D8D2357}"/>
                </a:ext>
              </a:extLst>
            </p:cNvPr>
            <p:cNvSpPr/>
            <p:nvPr/>
          </p:nvSpPr>
          <p:spPr>
            <a:xfrm>
              <a:off x="1200325" y="3650500"/>
              <a:ext cx="854975" cy="1305100"/>
            </a:xfrm>
            <a:custGeom>
              <a:avLst/>
              <a:gdLst/>
              <a:ahLst/>
              <a:cxnLst/>
              <a:rect l="l" t="t" r="r" b="b"/>
              <a:pathLst>
                <a:path w="34199" h="52204" extrusionOk="0">
                  <a:moveTo>
                    <a:pt x="33459" y="1"/>
                  </a:moveTo>
                  <a:lnTo>
                    <a:pt x="1" y="16527"/>
                  </a:lnTo>
                  <a:lnTo>
                    <a:pt x="1" y="52204"/>
                  </a:lnTo>
                  <a:lnTo>
                    <a:pt x="34198" y="25769"/>
                  </a:lnTo>
                  <a:lnTo>
                    <a:pt x="33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4639;p64">
              <a:extLst>
                <a:ext uri="{FF2B5EF4-FFF2-40B4-BE49-F238E27FC236}">
                  <a16:creationId xmlns:a16="http://schemas.microsoft.com/office/drawing/2014/main" id="{C6BB6D1C-0543-8512-8C14-95D9DCCC4197}"/>
                </a:ext>
              </a:extLst>
            </p:cNvPr>
            <p:cNvSpPr/>
            <p:nvPr/>
          </p:nvSpPr>
          <p:spPr>
            <a:xfrm>
              <a:off x="1192925" y="3642975"/>
              <a:ext cx="869775" cy="1320100"/>
            </a:xfrm>
            <a:custGeom>
              <a:avLst/>
              <a:gdLst/>
              <a:ahLst/>
              <a:cxnLst/>
              <a:rect l="l" t="t" r="r" b="b"/>
              <a:pathLst>
                <a:path w="34791" h="52804" extrusionOk="0">
                  <a:moveTo>
                    <a:pt x="33459" y="782"/>
                  </a:moveTo>
                  <a:lnTo>
                    <a:pt x="34162" y="25923"/>
                  </a:lnTo>
                  <a:lnTo>
                    <a:pt x="629" y="51876"/>
                  </a:lnTo>
                  <a:lnTo>
                    <a:pt x="629" y="16995"/>
                  </a:lnTo>
                  <a:lnTo>
                    <a:pt x="629" y="16995"/>
                  </a:lnTo>
                  <a:lnTo>
                    <a:pt x="33459" y="782"/>
                  </a:lnTo>
                  <a:close/>
                  <a:moveTo>
                    <a:pt x="33718" y="0"/>
                  </a:moveTo>
                  <a:cubicBezTo>
                    <a:pt x="33676" y="0"/>
                    <a:pt x="33638" y="12"/>
                    <a:pt x="33607" y="43"/>
                  </a:cubicBezTo>
                  <a:lnTo>
                    <a:pt x="186" y="16569"/>
                  </a:lnTo>
                  <a:cubicBezTo>
                    <a:pt x="75" y="16606"/>
                    <a:pt x="1" y="16717"/>
                    <a:pt x="1" y="16828"/>
                  </a:cubicBezTo>
                  <a:lnTo>
                    <a:pt x="1" y="52505"/>
                  </a:lnTo>
                  <a:cubicBezTo>
                    <a:pt x="1" y="52615"/>
                    <a:pt x="75" y="52726"/>
                    <a:pt x="186" y="52763"/>
                  </a:cubicBezTo>
                  <a:cubicBezTo>
                    <a:pt x="228" y="52792"/>
                    <a:pt x="270" y="52804"/>
                    <a:pt x="313" y="52804"/>
                  </a:cubicBezTo>
                  <a:cubicBezTo>
                    <a:pt x="381" y="52804"/>
                    <a:pt x="450" y="52772"/>
                    <a:pt x="518" y="52726"/>
                  </a:cubicBezTo>
                  <a:lnTo>
                    <a:pt x="34679" y="26292"/>
                  </a:lnTo>
                  <a:cubicBezTo>
                    <a:pt x="34753" y="26255"/>
                    <a:pt x="34790" y="26144"/>
                    <a:pt x="34790" y="26070"/>
                  </a:cubicBezTo>
                  <a:lnTo>
                    <a:pt x="34051" y="302"/>
                  </a:lnTo>
                  <a:cubicBezTo>
                    <a:pt x="34051" y="191"/>
                    <a:pt x="33977" y="80"/>
                    <a:pt x="33903" y="43"/>
                  </a:cubicBezTo>
                  <a:cubicBezTo>
                    <a:pt x="33839" y="22"/>
                    <a:pt x="33775" y="0"/>
                    <a:pt x="33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4640;p64">
              <a:extLst>
                <a:ext uri="{FF2B5EF4-FFF2-40B4-BE49-F238E27FC236}">
                  <a16:creationId xmlns:a16="http://schemas.microsoft.com/office/drawing/2014/main" id="{FBD3D497-0394-A283-119C-2ABCD80C6594}"/>
                </a:ext>
              </a:extLst>
            </p:cNvPr>
            <p:cNvSpPr/>
            <p:nvPr/>
          </p:nvSpPr>
          <p:spPr>
            <a:xfrm>
              <a:off x="2685625" y="2486850"/>
              <a:ext cx="543475" cy="497275"/>
            </a:xfrm>
            <a:custGeom>
              <a:avLst/>
              <a:gdLst/>
              <a:ahLst/>
              <a:cxnLst/>
              <a:rect l="l" t="t" r="r" b="b"/>
              <a:pathLst>
                <a:path w="21739" h="19891" extrusionOk="0">
                  <a:moveTo>
                    <a:pt x="10870" y="1"/>
                  </a:moveTo>
                  <a:cubicBezTo>
                    <a:pt x="4880" y="1"/>
                    <a:pt x="0" y="4437"/>
                    <a:pt x="0" y="9946"/>
                  </a:cubicBezTo>
                  <a:cubicBezTo>
                    <a:pt x="0" y="15455"/>
                    <a:pt x="4880" y="19891"/>
                    <a:pt x="10870" y="19891"/>
                  </a:cubicBezTo>
                  <a:cubicBezTo>
                    <a:pt x="16859" y="19891"/>
                    <a:pt x="21739" y="15455"/>
                    <a:pt x="21739" y="9946"/>
                  </a:cubicBezTo>
                  <a:cubicBezTo>
                    <a:pt x="21739" y="4437"/>
                    <a:pt x="16859" y="1"/>
                    <a:pt x="10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4641;p64">
              <a:extLst>
                <a:ext uri="{FF2B5EF4-FFF2-40B4-BE49-F238E27FC236}">
                  <a16:creationId xmlns:a16="http://schemas.microsoft.com/office/drawing/2014/main" id="{7FC8A973-75D9-90F6-CEDA-68C2ECC4336F}"/>
                </a:ext>
              </a:extLst>
            </p:cNvPr>
            <p:cNvSpPr/>
            <p:nvPr/>
          </p:nvSpPr>
          <p:spPr>
            <a:xfrm>
              <a:off x="2678225" y="2479450"/>
              <a:ext cx="558275" cy="513000"/>
            </a:xfrm>
            <a:custGeom>
              <a:avLst/>
              <a:gdLst/>
              <a:ahLst/>
              <a:cxnLst/>
              <a:rect l="l" t="t" r="r" b="b"/>
              <a:pathLst>
                <a:path w="22331" h="20520" extrusionOk="0">
                  <a:moveTo>
                    <a:pt x="11166" y="593"/>
                  </a:moveTo>
                  <a:cubicBezTo>
                    <a:pt x="14086" y="593"/>
                    <a:pt x="16711" y="1702"/>
                    <a:pt x="18634" y="3439"/>
                  </a:cubicBezTo>
                  <a:cubicBezTo>
                    <a:pt x="20519" y="5177"/>
                    <a:pt x="21702" y="7580"/>
                    <a:pt x="21702" y="10242"/>
                  </a:cubicBezTo>
                  <a:cubicBezTo>
                    <a:pt x="21702" y="12904"/>
                    <a:pt x="20519" y="15307"/>
                    <a:pt x="18634" y="17044"/>
                  </a:cubicBezTo>
                  <a:cubicBezTo>
                    <a:pt x="16711" y="18819"/>
                    <a:pt x="14086" y="19891"/>
                    <a:pt x="11166" y="19891"/>
                  </a:cubicBezTo>
                  <a:cubicBezTo>
                    <a:pt x="8245" y="19891"/>
                    <a:pt x="5583" y="18819"/>
                    <a:pt x="3698" y="17044"/>
                  </a:cubicBezTo>
                  <a:cubicBezTo>
                    <a:pt x="1775" y="15307"/>
                    <a:pt x="629" y="12904"/>
                    <a:pt x="629" y="10242"/>
                  </a:cubicBezTo>
                  <a:cubicBezTo>
                    <a:pt x="629" y="7580"/>
                    <a:pt x="1775" y="5177"/>
                    <a:pt x="3698" y="3439"/>
                  </a:cubicBezTo>
                  <a:cubicBezTo>
                    <a:pt x="5583" y="1702"/>
                    <a:pt x="8245" y="593"/>
                    <a:pt x="11166" y="593"/>
                  </a:cubicBezTo>
                  <a:close/>
                  <a:moveTo>
                    <a:pt x="11166" y="1"/>
                  </a:moveTo>
                  <a:cubicBezTo>
                    <a:pt x="8097" y="1"/>
                    <a:pt x="5287" y="1147"/>
                    <a:pt x="3291" y="2996"/>
                  </a:cubicBezTo>
                  <a:cubicBezTo>
                    <a:pt x="1258" y="4844"/>
                    <a:pt x="1" y="7395"/>
                    <a:pt x="1" y="10242"/>
                  </a:cubicBezTo>
                  <a:cubicBezTo>
                    <a:pt x="1" y="13089"/>
                    <a:pt x="1258" y="15677"/>
                    <a:pt x="3291" y="17525"/>
                  </a:cubicBezTo>
                  <a:cubicBezTo>
                    <a:pt x="5287" y="19374"/>
                    <a:pt x="8097" y="20520"/>
                    <a:pt x="11166" y="20520"/>
                  </a:cubicBezTo>
                  <a:cubicBezTo>
                    <a:pt x="14234" y="20520"/>
                    <a:pt x="17007" y="19374"/>
                    <a:pt x="19040" y="17525"/>
                  </a:cubicBezTo>
                  <a:cubicBezTo>
                    <a:pt x="21074" y="15677"/>
                    <a:pt x="22331" y="13089"/>
                    <a:pt x="22331" y="10242"/>
                  </a:cubicBezTo>
                  <a:cubicBezTo>
                    <a:pt x="22331" y="7395"/>
                    <a:pt x="21074" y="4844"/>
                    <a:pt x="19040" y="2996"/>
                  </a:cubicBezTo>
                  <a:cubicBezTo>
                    <a:pt x="17007" y="1147"/>
                    <a:pt x="14234" y="1"/>
                    <a:pt x="1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4642;p64">
              <a:extLst>
                <a:ext uri="{FF2B5EF4-FFF2-40B4-BE49-F238E27FC236}">
                  <a16:creationId xmlns:a16="http://schemas.microsoft.com/office/drawing/2014/main" id="{1686916A-ABD8-53E1-D01F-398E0C893078}"/>
                </a:ext>
              </a:extLst>
            </p:cNvPr>
            <p:cNvSpPr/>
            <p:nvPr/>
          </p:nvSpPr>
          <p:spPr>
            <a:xfrm>
              <a:off x="2722600" y="2520125"/>
              <a:ext cx="469550" cy="430750"/>
            </a:xfrm>
            <a:custGeom>
              <a:avLst/>
              <a:gdLst/>
              <a:ahLst/>
              <a:cxnLst/>
              <a:rect l="l" t="t" r="r" b="b"/>
              <a:pathLst>
                <a:path w="18782" h="17230" extrusionOk="0">
                  <a:moveTo>
                    <a:pt x="9391" y="1"/>
                  </a:moveTo>
                  <a:cubicBezTo>
                    <a:pt x="4215" y="1"/>
                    <a:pt x="0" y="3846"/>
                    <a:pt x="0" y="8615"/>
                  </a:cubicBezTo>
                  <a:cubicBezTo>
                    <a:pt x="0" y="13384"/>
                    <a:pt x="4215" y="17229"/>
                    <a:pt x="9391" y="17229"/>
                  </a:cubicBezTo>
                  <a:cubicBezTo>
                    <a:pt x="14567" y="17229"/>
                    <a:pt x="18781" y="13384"/>
                    <a:pt x="18781" y="8615"/>
                  </a:cubicBezTo>
                  <a:cubicBezTo>
                    <a:pt x="18781" y="3846"/>
                    <a:pt x="14567" y="1"/>
                    <a:pt x="9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4643;p64">
              <a:extLst>
                <a:ext uri="{FF2B5EF4-FFF2-40B4-BE49-F238E27FC236}">
                  <a16:creationId xmlns:a16="http://schemas.microsoft.com/office/drawing/2014/main" id="{4E2F8CED-B897-5B34-A5ED-02234274F588}"/>
                </a:ext>
              </a:extLst>
            </p:cNvPr>
            <p:cNvSpPr/>
            <p:nvPr/>
          </p:nvSpPr>
          <p:spPr>
            <a:xfrm>
              <a:off x="2714275" y="2512725"/>
              <a:ext cx="485250" cy="445525"/>
            </a:xfrm>
            <a:custGeom>
              <a:avLst/>
              <a:gdLst/>
              <a:ahLst/>
              <a:cxnLst/>
              <a:rect l="l" t="t" r="r" b="b"/>
              <a:pathLst>
                <a:path w="19410" h="17821" extrusionOk="0">
                  <a:moveTo>
                    <a:pt x="9724" y="592"/>
                  </a:moveTo>
                  <a:cubicBezTo>
                    <a:pt x="12238" y="592"/>
                    <a:pt x="14530" y="1554"/>
                    <a:pt x="16157" y="3069"/>
                  </a:cubicBezTo>
                  <a:cubicBezTo>
                    <a:pt x="17783" y="4548"/>
                    <a:pt x="18818" y="6619"/>
                    <a:pt x="18818" y="8911"/>
                  </a:cubicBezTo>
                  <a:cubicBezTo>
                    <a:pt x="18818" y="11203"/>
                    <a:pt x="17783" y="13273"/>
                    <a:pt x="16157" y="14789"/>
                  </a:cubicBezTo>
                  <a:cubicBezTo>
                    <a:pt x="14530" y="16305"/>
                    <a:pt x="12238" y="17229"/>
                    <a:pt x="9724" y="17229"/>
                  </a:cubicBezTo>
                  <a:cubicBezTo>
                    <a:pt x="7210" y="17229"/>
                    <a:pt x="4917" y="16305"/>
                    <a:pt x="3291" y="14789"/>
                  </a:cubicBezTo>
                  <a:cubicBezTo>
                    <a:pt x="1627" y="13273"/>
                    <a:pt x="629" y="11203"/>
                    <a:pt x="629" y="8911"/>
                  </a:cubicBezTo>
                  <a:cubicBezTo>
                    <a:pt x="629" y="6619"/>
                    <a:pt x="1627" y="4548"/>
                    <a:pt x="3291" y="3069"/>
                  </a:cubicBezTo>
                  <a:cubicBezTo>
                    <a:pt x="4917" y="1554"/>
                    <a:pt x="7210" y="592"/>
                    <a:pt x="9724" y="592"/>
                  </a:cubicBezTo>
                  <a:close/>
                  <a:moveTo>
                    <a:pt x="9724" y="1"/>
                  </a:moveTo>
                  <a:cubicBezTo>
                    <a:pt x="7062" y="1"/>
                    <a:pt x="4622" y="999"/>
                    <a:pt x="2884" y="2589"/>
                  </a:cubicBezTo>
                  <a:cubicBezTo>
                    <a:pt x="1109" y="4216"/>
                    <a:pt x="0" y="6434"/>
                    <a:pt x="0" y="8911"/>
                  </a:cubicBezTo>
                  <a:cubicBezTo>
                    <a:pt x="0" y="11388"/>
                    <a:pt x="1109" y="13606"/>
                    <a:pt x="2884" y="15233"/>
                  </a:cubicBezTo>
                  <a:cubicBezTo>
                    <a:pt x="4622" y="16860"/>
                    <a:pt x="7062" y="17821"/>
                    <a:pt x="9724" y="17821"/>
                  </a:cubicBezTo>
                  <a:cubicBezTo>
                    <a:pt x="12386" y="17821"/>
                    <a:pt x="14826" y="16860"/>
                    <a:pt x="16563" y="15233"/>
                  </a:cubicBezTo>
                  <a:cubicBezTo>
                    <a:pt x="18338" y="13606"/>
                    <a:pt x="19410" y="11388"/>
                    <a:pt x="19410" y="8911"/>
                  </a:cubicBezTo>
                  <a:cubicBezTo>
                    <a:pt x="19410" y="6434"/>
                    <a:pt x="18338" y="4216"/>
                    <a:pt x="16563" y="2589"/>
                  </a:cubicBezTo>
                  <a:cubicBezTo>
                    <a:pt x="14826" y="999"/>
                    <a:pt x="12386" y="1"/>
                    <a:pt x="9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4644;p64">
              <a:extLst>
                <a:ext uri="{FF2B5EF4-FFF2-40B4-BE49-F238E27FC236}">
                  <a16:creationId xmlns:a16="http://schemas.microsoft.com/office/drawing/2014/main" id="{ED43D872-A253-92D6-BD46-F73AFAE60C9D}"/>
                </a:ext>
              </a:extLst>
            </p:cNvPr>
            <p:cNvSpPr/>
            <p:nvPr/>
          </p:nvSpPr>
          <p:spPr>
            <a:xfrm>
              <a:off x="2772500" y="2565425"/>
              <a:ext cx="369725" cy="340150"/>
            </a:xfrm>
            <a:custGeom>
              <a:avLst/>
              <a:gdLst/>
              <a:ahLst/>
              <a:cxnLst/>
              <a:rect l="l" t="t" r="r" b="b"/>
              <a:pathLst>
                <a:path w="14789" h="13606" extrusionOk="0">
                  <a:moveTo>
                    <a:pt x="7395" y="629"/>
                  </a:moveTo>
                  <a:cubicBezTo>
                    <a:pt x="9280" y="629"/>
                    <a:pt x="10981" y="1331"/>
                    <a:pt x="12201" y="2440"/>
                  </a:cubicBezTo>
                  <a:cubicBezTo>
                    <a:pt x="13421" y="3586"/>
                    <a:pt x="14160" y="5102"/>
                    <a:pt x="14160" y="6803"/>
                  </a:cubicBezTo>
                  <a:cubicBezTo>
                    <a:pt x="14160" y="8504"/>
                    <a:pt x="13421" y="10056"/>
                    <a:pt x="12201" y="11165"/>
                  </a:cubicBezTo>
                  <a:cubicBezTo>
                    <a:pt x="10981" y="12275"/>
                    <a:pt x="9280" y="12977"/>
                    <a:pt x="7395" y="12977"/>
                  </a:cubicBezTo>
                  <a:cubicBezTo>
                    <a:pt x="5509" y="12977"/>
                    <a:pt x="3808" y="12275"/>
                    <a:pt x="2588" y="11165"/>
                  </a:cubicBezTo>
                  <a:cubicBezTo>
                    <a:pt x="1368" y="10056"/>
                    <a:pt x="629" y="8504"/>
                    <a:pt x="629" y="6803"/>
                  </a:cubicBezTo>
                  <a:cubicBezTo>
                    <a:pt x="629" y="5102"/>
                    <a:pt x="1368" y="3586"/>
                    <a:pt x="2588" y="2440"/>
                  </a:cubicBezTo>
                  <a:cubicBezTo>
                    <a:pt x="3808" y="1331"/>
                    <a:pt x="5509" y="629"/>
                    <a:pt x="7395" y="629"/>
                  </a:cubicBezTo>
                  <a:close/>
                  <a:moveTo>
                    <a:pt x="7395" y="0"/>
                  </a:moveTo>
                  <a:cubicBezTo>
                    <a:pt x="5361" y="0"/>
                    <a:pt x="3513" y="777"/>
                    <a:pt x="2182" y="1997"/>
                  </a:cubicBezTo>
                  <a:cubicBezTo>
                    <a:pt x="851" y="3217"/>
                    <a:pt x="1" y="4917"/>
                    <a:pt x="1" y="6803"/>
                  </a:cubicBezTo>
                  <a:cubicBezTo>
                    <a:pt x="1" y="8688"/>
                    <a:pt x="851" y="10389"/>
                    <a:pt x="2182" y="11609"/>
                  </a:cubicBezTo>
                  <a:cubicBezTo>
                    <a:pt x="3513" y="12866"/>
                    <a:pt x="5361" y="13605"/>
                    <a:pt x="7395" y="13605"/>
                  </a:cubicBezTo>
                  <a:cubicBezTo>
                    <a:pt x="9428" y="13605"/>
                    <a:pt x="11277" y="12866"/>
                    <a:pt x="12607" y="11609"/>
                  </a:cubicBezTo>
                  <a:cubicBezTo>
                    <a:pt x="13938" y="10389"/>
                    <a:pt x="14789" y="8688"/>
                    <a:pt x="14789" y="6803"/>
                  </a:cubicBezTo>
                  <a:cubicBezTo>
                    <a:pt x="14789" y="4917"/>
                    <a:pt x="13938" y="3217"/>
                    <a:pt x="12607" y="1997"/>
                  </a:cubicBezTo>
                  <a:cubicBezTo>
                    <a:pt x="11277" y="777"/>
                    <a:pt x="9428" y="0"/>
                    <a:pt x="7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4645;p64">
              <a:extLst>
                <a:ext uri="{FF2B5EF4-FFF2-40B4-BE49-F238E27FC236}">
                  <a16:creationId xmlns:a16="http://schemas.microsoft.com/office/drawing/2014/main" id="{8CDC66A2-A4AD-593D-6A30-834B1F902627}"/>
                </a:ext>
              </a:extLst>
            </p:cNvPr>
            <p:cNvSpPr/>
            <p:nvPr/>
          </p:nvSpPr>
          <p:spPr>
            <a:xfrm>
              <a:off x="2850150" y="2636600"/>
              <a:ext cx="214450" cy="197800"/>
            </a:xfrm>
            <a:custGeom>
              <a:avLst/>
              <a:gdLst/>
              <a:ahLst/>
              <a:cxnLst/>
              <a:rect l="l" t="t" r="r" b="b"/>
              <a:pathLst>
                <a:path w="8578" h="7912" extrusionOk="0">
                  <a:moveTo>
                    <a:pt x="4289" y="629"/>
                  </a:moveTo>
                  <a:cubicBezTo>
                    <a:pt x="5324" y="629"/>
                    <a:pt x="6248" y="998"/>
                    <a:pt x="6914" y="1590"/>
                  </a:cubicBezTo>
                  <a:cubicBezTo>
                    <a:pt x="7579" y="2218"/>
                    <a:pt x="7949" y="3032"/>
                    <a:pt x="7949" y="3956"/>
                  </a:cubicBezTo>
                  <a:cubicBezTo>
                    <a:pt x="7949" y="4880"/>
                    <a:pt x="7579" y="5693"/>
                    <a:pt x="6914" y="6322"/>
                  </a:cubicBezTo>
                  <a:cubicBezTo>
                    <a:pt x="6248" y="6914"/>
                    <a:pt x="5324" y="7320"/>
                    <a:pt x="4289" y="7320"/>
                  </a:cubicBezTo>
                  <a:cubicBezTo>
                    <a:pt x="3253" y="7320"/>
                    <a:pt x="2329" y="6914"/>
                    <a:pt x="1664" y="6322"/>
                  </a:cubicBezTo>
                  <a:cubicBezTo>
                    <a:pt x="998" y="5693"/>
                    <a:pt x="592" y="4880"/>
                    <a:pt x="592" y="3956"/>
                  </a:cubicBezTo>
                  <a:cubicBezTo>
                    <a:pt x="592" y="3032"/>
                    <a:pt x="998" y="2218"/>
                    <a:pt x="1664" y="1590"/>
                  </a:cubicBezTo>
                  <a:cubicBezTo>
                    <a:pt x="2329" y="998"/>
                    <a:pt x="3253" y="629"/>
                    <a:pt x="4289" y="629"/>
                  </a:cubicBezTo>
                  <a:close/>
                  <a:moveTo>
                    <a:pt x="4289" y="0"/>
                  </a:moveTo>
                  <a:cubicBezTo>
                    <a:pt x="3106" y="0"/>
                    <a:pt x="2033" y="444"/>
                    <a:pt x="1257" y="1146"/>
                  </a:cubicBezTo>
                  <a:cubicBezTo>
                    <a:pt x="481" y="1849"/>
                    <a:pt x="0" y="2847"/>
                    <a:pt x="0" y="3956"/>
                  </a:cubicBezTo>
                  <a:cubicBezTo>
                    <a:pt x="0" y="5065"/>
                    <a:pt x="481" y="6063"/>
                    <a:pt x="1257" y="6766"/>
                  </a:cubicBezTo>
                  <a:cubicBezTo>
                    <a:pt x="2033" y="7505"/>
                    <a:pt x="3106" y="7912"/>
                    <a:pt x="4289" y="7912"/>
                  </a:cubicBezTo>
                  <a:cubicBezTo>
                    <a:pt x="5472" y="7912"/>
                    <a:pt x="6544" y="7505"/>
                    <a:pt x="7320" y="6766"/>
                  </a:cubicBezTo>
                  <a:cubicBezTo>
                    <a:pt x="8097" y="6063"/>
                    <a:pt x="8577" y="5065"/>
                    <a:pt x="8577" y="3956"/>
                  </a:cubicBezTo>
                  <a:cubicBezTo>
                    <a:pt x="8577" y="2847"/>
                    <a:pt x="8097" y="1849"/>
                    <a:pt x="7320" y="1146"/>
                  </a:cubicBezTo>
                  <a:cubicBezTo>
                    <a:pt x="6544" y="444"/>
                    <a:pt x="5472" y="0"/>
                    <a:pt x="4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4646;p64">
              <a:extLst>
                <a:ext uri="{FF2B5EF4-FFF2-40B4-BE49-F238E27FC236}">
                  <a16:creationId xmlns:a16="http://schemas.microsoft.com/office/drawing/2014/main" id="{283CC999-13F4-7CCC-0241-C87523E9FF3A}"/>
                </a:ext>
              </a:extLst>
            </p:cNvPr>
            <p:cNvSpPr/>
            <p:nvPr/>
          </p:nvSpPr>
          <p:spPr>
            <a:xfrm>
              <a:off x="2957350" y="2520125"/>
              <a:ext cx="25" cy="430750"/>
            </a:xfrm>
            <a:custGeom>
              <a:avLst/>
              <a:gdLst/>
              <a:ahLst/>
              <a:cxnLst/>
              <a:rect l="l" t="t" r="r" b="b"/>
              <a:pathLst>
                <a:path w="1" h="17230" extrusionOk="0">
                  <a:moveTo>
                    <a:pt x="1" y="1"/>
                  </a:moveTo>
                  <a:lnTo>
                    <a:pt x="1" y="1722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4647;p64">
              <a:extLst>
                <a:ext uri="{FF2B5EF4-FFF2-40B4-BE49-F238E27FC236}">
                  <a16:creationId xmlns:a16="http://schemas.microsoft.com/office/drawing/2014/main" id="{E86E10E5-4BC6-E4C2-ABE0-329EE91AF847}"/>
                </a:ext>
              </a:extLst>
            </p:cNvPr>
            <p:cNvSpPr/>
            <p:nvPr/>
          </p:nvSpPr>
          <p:spPr>
            <a:xfrm>
              <a:off x="2949950" y="2512725"/>
              <a:ext cx="14825" cy="445525"/>
            </a:xfrm>
            <a:custGeom>
              <a:avLst/>
              <a:gdLst/>
              <a:ahLst/>
              <a:cxnLst/>
              <a:rect l="l" t="t" r="r" b="b"/>
              <a:pathLst>
                <a:path w="593" h="17821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lnTo>
                    <a:pt x="1" y="17525"/>
                  </a:lnTo>
                  <a:cubicBezTo>
                    <a:pt x="1" y="17710"/>
                    <a:pt x="112" y="17821"/>
                    <a:pt x="297" y="17821"/>
                  </a:cubicBezTo>
                  <a:cubicBezTo>
                    <a:pt x="445" y="17821"/>
                    <a:pt x="592" y="17710"/>
                    <a:pt x="592" y="17525"/>
                  </a:cubicBezTo>
                  <a:lnTo>
                    <a:pt x="592" y="297"/>
                  </a:lnTo>
                  <a:cubicBezTo>
                    <a:pt x="592" y="149"/>
                    <a:pt x="445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4648;p64">
              <a:extLst>
                <a:ext uri="{FF2B5EF4-FFF2-40B4-BE49-F238E27FC236}">
                  <a16:creationId xmlns:a16="http://schemas.microsoft.com/office/drawing/2014/main" id="{E7E37098-B11A-4F23-DCAE-E63FCE4AD2F1}"/>
                </a:ext>
              </a:extLst>
            </p:cNvPr>
            <p:cNvSpPr/>
            <p:nvPr/>
          </p:nvSpPr>
          <p:spPr>
            <a:xfrm>
              <a:off x="2722600" y="2735475"/>
              <a:ext cx="469550" cy="25"/>
            </a:xfrm>
            <a:custGeom>
              <a:avLst/>
              <a:gdLst/>
              <a:ahLst/>
              <a:cxnLst/>
              <a:rect l="l" t="t" r="r" b="b"/>
              <a:pathLst>
                <a:path w="18782" h="1" extrusionOk="0">
                  <a:moveTo>
                    <a:pt x="0" y="1"/>
                  </a:moveTo>
                  <a:lnTo>
                    <a:pt x="1878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4649;p64">
              <a:extLst>
                <a:ext uri="{FF2B5EF4-FFF2-40B4-BE49-F238E27FC236}">
                  <a16:creationId xmlns:a16="http://schemas.microsoft.com/office/drawing/2014/main" id="{B5DADAA4-EAA9-B0A7-92C1-3409BACBAA1D}"/>
                </a:ext>
              </a:extLst>
            </p:cNvPr>
            <p:cNvSpPr/>
            <p:nvPr/>
          </p:nvSpPr>
          <p:spPr>
            <a:xfrm>
              <a:off x="2714275" y="2728100"/>
              <a:ext cx="485250" cy="14800"/>
            </a:xfrm>
            <a:custGeom>
              <a:avLst/>
              <a:gdLst/>
              <a:ahLst/>
              <a:cxnLst/>
              <a:rect l="l" t="t" r="r" b="b"/>
              <a:pathLst>
                <a:path w="19410" h="592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19114" y="592"/>
                  </a:lnTo>
                  <a:cubicBezTo>
                    <a:pt x="19299" y="592"/>
                    <a:pt x="19410" y="481"/>
                    <a:pt x="19410" y="296"/>
                  </a:cubicBezTo>
                  <a:cubicBezTo>
                    <a:pt x="19410" y="148"/>
                    <a:pt x="19299" y="0"/>
                    <a:pt x="19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4650;p64">
              <a:extLst>
                <a:ext uri="{FF2B5EF4-FFF2-40B4-BE49-F238E27FC236}">
                  <a16:creationId xmlns:a16="http://schemas.microsoft.com/office/drawing/2014/main" id="{A381395B-F35D-76BF-8A55-4BD27A276961}"/>
                </a:ext>
              </a:extLst>
            </p:cNvPr>
            <p:cNvSpPr/>
            <p:nvPr/>
          </p:nvSpPr>
          <p:spPr>
            <a:xfrm>
              <a:off x="1932350" y="3051575"/>
              <a:ext cx="224625" cy="411425"/>
            </a:xfrm>
            <a:custGeom>
              <a:avLst/>
              <a:gdLst/>
              <a:ahLst/>
              <a:cxnLst/>
              <a:rect l="l" t="t" r="r" b="b"/>
              <a:pathLst>
                <a:path w="8985" h="16457" extrusionOk="0">
                  <a:moveTo>
                    <a:pt x="1183" y="1"/>
                  </a:moveTo>
                  <a:cubicBezTo>
                    <a:pt x="481" y="1"/>
                    <a:pt x="0" y="740"/>
                    <a:pt x="296" y="1369"/>
                  </a:cubicBezTo>
                  <a:lnTo>
                    <a:pt x="6729" y="15861"/>
                  </a:lnTo>
                  <a:cubicBezTo>
                    <a:pt x="6866" y="16239"/>
                    <a:pt x="7226" y="16457"/>
                    <a:pt x="7632" y="16457"/>
                  </a:cubicBezTo>
                  <a:cubicBezTo>
                    <a:pt x="7663" y="16457"/>
                    <a:pt x="7695" y="16455"/>
                    <a:pt x="7727" y="16453"/>
                  </a:cubicBezTo>
                  <a:lnTo>
                    <a:pt x="7949" y="16416"/>
                  </a:lnTo>
                  <a:cubicBezTo>
                    <a:pt x="8614" y="16342"/>
                    <a:pt x="8984" y="15639"/>
                    <a:pt x="8725" y="15048"/>
                  </a:cubicBezTo>
                  <a:lnTo>
                    <a:pt x="2071" y="592"/>
                  </a:lnTo>
                  <a:cubicBezTo>
                    <a:pt x="1923" y="223"/>
                    <a:pt x="1590" y="1"/>
                    <a:pt x="1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4651;p64">
              <a:extLst>
                <a:ext uri="{FF2B5EF4-FFF2-40B4-BE49-F238E27FC236}">
                  <a16:creationId xmlns:a16="http://schemas.microsoft.com/office/drawing/2014/main" id="{6272E753-FCF0-AD22-CFA2-5B8FB4BD68EA}"/>
                </a:ext>
              </a:extLst>
            </p:cNvPr>
            <p:cNvSpPr/>
            <p:nvPr/>
          </p:nvSpPr>
          <p:spPr>
            <a:xfrm>
              <a:off x="1929575" y="3044200"/>
              <a:ext cx="230175" cy="426100"/>
            </a:xfrm>
            <a:custGeom>
              <a:avLst/>
              <a:gdLst/>
              <a:ahLst/>
              <a:cxnLst/>
              <a:rect l="l" t="t" r="r" b="b"/>
              <a:pathLst>
                <a:path w="9207" h="17044" extrusionOk="0">
                  <a:moveTo>
                    <a:pt x="1294" y="629"/>
                  </a:moveTo>
                  <a:cubicBezTo>
                    <a:pt x="1553" y="629"/>
                    <a:pt x="1812" y="776"/>
                    <a:pt x="1923" y="998"/>
                  </a:cubicBezTo>
                  <a:lnTo>
                    <a:pt x="8541" y="15454"/>
                  </a:lnTo>
                  <a:cubicBezTo>
                    <a:pt x="8578" y="15565"/>
                    <a:pt x="8614" y="15639"/>
                    <a:pt x="8614" y="15750"/>
                  </a:cubicBezTo>
                  <a:cubicBezTo>
                    <a:pt x="8614" y="16082"/>
                    <a:pt x="8356" y="16378"/>
                    <a:pt x="8023" y="16415"/>
                  </a:cubicBezTo>
                  <a:lnTo>
                    <a:pt x="7801" y="16452"/>
                  </a:lnTo>
                  <a:lnTo>
                    <a:pt x="7727" y="16452"/>
                  </a:lnTo>
                  <a:cubicBezTo>
                    <a:pt x="7468" y="16452"/>
                    <a:pt x="7210" y="16304"/>
                    <a:pt x="7099" y="16045"/>
                  </a:cubicBezTo>
                  <a:lnTo>
                    <a:pt x="703" y="1553"/>
                  </a:lnTo>
                  <a:cubicBezTo>
                    <a:pt x="666" y="1442"/>
                    <a:pt x="629" y="1368"/>
                    <a:pt x="629" y="1294"/>
                  </a:cubicBezTo>
                  <a:cubicBezTo>
                    <a:pt x="629" y="1109"/>
                    <a:pt x="703" y="924"/>
                    <a:pt x="814" y="813"/>
                  </a:cubicBezTo>
                  <a:cubicBezTo>
                    <a:pt x="962" y="703"/>
                    <a:pt x="1109" y="629"/>
                    <a:pt x="1294" y="629"/>
                  </a:cubicBezTo>
                  <a:close/>
                  <a:moveTo>
                    <a:pt x="1294" y="0"/>
                  </a:moveTo>
                  <a:cubicBezTo>
                    <a:pt x="925" y="0"/>
                    <a:pt x="592" y="148"/>
                    <a:pt x="370" y="370"/>
                  </a:cubicBezTo>
                  <a:cubicBezTo>
                    <a:pt x="148" y="629"/>
                    <a:pt x="0" y="924"/>
                    <a:pt x="0" y="1294"/>
                  </a:cubicBezTo>
                  <a:cubicBezTo>
                    <a:pt x="0" y="1442"/>
                    <a:pt x="37" y="1627"/>
                    <a:pt x="111" y="1812"/>
                  </a:cubicBezTo>
                  <a:lnTo>
                    <a:pt x="6544" y="16304"/>
                  </a:lnTo>
                  <a:cubicBezTo>
                    <a:pt x="6766" y="16748"/>
                    <a:pt x="7210" y="17044"/>
                    <a:pt x="7727" y="17044"/>
                  </a:cubicBezTo>
                  <a:lnTo>
                    <a:pt x="7875" y="17044"/>
                  </a:lnTo>
                  <a:lnTo>
                    <a:pt x="8097" y="17007"/>
                  </a:lnTo>
                  <a:cubicBezTo>
                    <a:pt x="8762" y="16933"/>
                    <a:pt x="9206" y="16378"/>
                    <a:pt x="9206" y="15750"/>
                  </a:cubicBezTo>
                  <a:cubicBezTo>
                    <a:pt x="9206" y="15565"/>
                    <a:pt x="9169" y="15380"/>
                    <a:pt x="9095" y="15195"/>
                  </a:cubicBezTo>
                  <a:lnTo>
                    <a:pt x="2477" y="740"/>
                  </a:lnTo>
                  <a:cubicBezTo>
                    <a:pt x="2256" y="296"/>
                    <a:pt x="1812" y="0"/>
                    <a:pt x="1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4652;p64">
              <a:extLst>
                <a:ext uri="{FF2B5EF4-FFF2-40B4-BE49-F238E27FC236}">
                  <a16:creationId xmlns:a16="http://schemas.microsoft.com/office/drawing/2014/main" id="{D365C281-2C3D-A361-54B8-61E8D6A03BE5}"/>
                </a:ext>
              </a:extLst>
            </p:cNvPr>
            <p:cNvSpPr/>
            <p:nvPr/>
          </p:nvSpPr>
          <p:spPr>
            <a:xfrm>
              <a:off x="1860250" y="3071925"/>
              <a:ext cx="241250" cy="60100"/>
            </a:xfrm>
            <a:custGeom>
              <a:avLst/>
              <a:gdLst/>
              <a:ahLst/>
              <a:cxnLst/>
              <a:rect l="l" t="t" r="r" b="b"/>
              <a:pathLst>
                <a:path w="9650" h="2404" extrusionOk="0">
                  <a:moveTo>
                    <a:pt x="8467" y="0"/>
                  </a:moveTo>
                  <a:lnTo>
                    <a:pt x="1184" y="74"/>
                  </a:lnTo>
                  <a:cubicBezTo>
                    <a:pt x="555" y="74"/>
                    <a:pt x="1" y="592"/>
                    <a:pt x="1" y="1257"/>
                  </a:cubicBezTo>
                  <a:cubicBezTo>
                    <a:pt x="1" y="1886"/>
                    <a:pt x="555" y="2403"/>
                    <a:pt x="1184" y="2403"/>
                  </a:cubicBezTo>
                  <a:lnTo>
                    <a:pt x="8504" y="2366"/>
                  </a:lnTo>
                  <a:lnTo>
                    <a:pt x="8541" y="2366"/>
                  </a:lnTo>
                  <a:cubicBezTo>
                    <a:pt x="9169" y="2329"/>
                    <a:pt x="9650" y="1812"/>
                    <a:pt x="9650" y="1183"/>
                  </a:cubicBezTo>
                  <a:cubicBezTo>
                    <a:pt x="9650" y="518"/>
                    <a:pt x="9132" y="0"/>
                    <a:pt x="84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4653;p64">
              <a:extLst>
                <a:ext uri="{FF2B5EF4-FFF2-40B4-BE49-F238E27FC236}">
                  <a16:creationId xmlns:a16="http://schemas.microsoft.com/office/drawing/2014/main" id="{55339C69-E764-F0AE-BC6F-53ECD199A6AA}"/>
                </a:ext>
              </a:extLst>
            </p:cNvPr>
            <p:cNvSpPr/>
            <p:nvPr/>
          </p:nvSpPr>
          <p:spPr>
            <a:xfrm>
              <a:off x="1852850" y="3064525"/>
              <a:ext cx="256050" cy="74900"/>
            </a:xfrm>
            <a:custGeom>
              <a:avLst/>
              <a:gdLst/>
              <a:ahLst/>
              <a:cxnLst/>
              <a:rect l="l" t="t" r="r" b="b"/>
              <a:pathLst>
                <a:path w="10242" h="2996" extrusionOk="0">
                  <a:moveTo>
                    <a:pt x="8763" y="629"/>
                  </a:moveTo>
                  <a:cubicBezTo>
                    <a:pt x="9243" y="629"/>
                    <a:pt x="9650" y="999"/>
                    <a:pt x="9650" y="1479"/>
                  </a:cubicBezTo>
                  <a:cubicBezTo>
                    <a:pt x="9650" y="1960"/>
                    <a:pt x="9280" y="2330"/>
                    <a:pt x="8837" y="2330"/>
                  </a:cubicBezTo>
                  <a:lnTo>
                    <a:pt x="8763" y="2367"/>
                  </a:lnTo>
                  <a:lnTo>
                    <a:pt x="1480" y="2404"/>
                  </a:lnTo>
                  <a:cubicBezTo>
                    <a:pt x="999" y="2404"/>
                    <a:pt x="629" y="1997"/>
                    <a:pt x="629" y="1516"/>
                  </a:cubicBezTo>
                  <a:cubicBezTo>
                    <a:pt x="629" y="1294"/>
                    <a:pt x="703" y="1073"/>
                    <a:pt x="888" y="925"/>
                  </a:cubicBezTo>
                  <a:cubicBezTo>
                    <a:pt x="1036" y="777"/>
                    <a:pt x="1258" y="666"/>
                    <a:pt x="1480" y="666"/>
                  </a:cubicBezTo>
                  <a:lnTo>
                    <a:pt x="8763" y="629"/>
                  </a:lnTo>
                  <a:close/>
                  <a:moveTo>
                    <a:pt x="8763" y="0"/>
                  </a:moveTo>
                  <a:lnTo>
                    <a:pt x="1480" y="37"/>
                  </a:lnTo>
                  <a:cubicBezTo>
                    <a:pt x="666" y="37"/>
                    <a:pt x="1" y="703"/>
                    <a:pt x="1" y="1516"/>
                  </a:cubicBezTo>
                  <a:lnTo>
                    <a:pt x="1" y="1553"/>
                  </a:lnTo>
                  <a:cubicBezTo>
                    <a:pt x="1" y="2367"/>
                    <a:pt x="666" y="2995"/>
                    <a:pt x="1480" y="2995"/>
                  </a:cubicBezTo>
                  <a:lnTo>
                    <a:pt x="8800" y="2958"/>
                  </a:lnTo>
                  <a:lnTo>
                    <a:pt x="8837" y="2958"/>
                  </a:lnTo>
                  <a:cubicBezTo>
                    <a:pt x="9650" y="2921"/>
                    <a:pt x="10242" y="2293"/>
                    <a:pt x="10242" y="1479"/>
                  </a:cubicBezTo>
                  <a:cubicBezTo>
                    <a:pt x="10242" y="666"/>
                    <a:pt x="9576" y="0"/>
                    <a:pt x="8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4654;p64">
              <a:extLst>
                <a:ext uri="{FF2B5EF4-FFF2-40B4-BE49-F238E27FC236}">
                  <a16:creationId xmlns:a16="http://schemas.microsoft.com/office/drawing/2014/main" id="{22B3DB12-343E-DC52-7571-502530C15351}"/>
                </a:ext>
              </a:extLst>
            </p:cNvPr>
            <p:cNvSpPr/>
            <p:nvPr/>
          </p:nvSpPr>
          <p:spPr>
            <a:xfrm>
              <a:off x="2226250" y="3045125"/>
              <a:ext cx="224625" cy="411425"/>
            </a:xfrm>
            <a:custGeom>
              <a:avLst/>
              <a:gdLst/>
              <a:ahLst/>
              <a:cxnLst/>
              <a:rect l="l" t="t" r="r" b="b"/>
              <a:pathLst>
                <a:path w="8985" h="16457" extrusionOk="0">
                  <a:moveTo>
                    <a:pt x="1184" y="0"/>
                  </a:moveTo>
                  <a:cubicBezTo>
                    <a:pt x="482" y="0"/>
                    <a:pt x="1" y="739"/>
                    <a:pt x="297" y="1368"/>
                  </a:cubicBezTo>
                  <a:lnTo>
                    <a:pt x="6730" y="15860"/>
                  </a:lnTo>
                  <a:cubicBezTo>
                    <a:pt x="6867" y="16238"/>
                    <a:pt x="7227" y="16456"/>
                    <a:pt x="7632" y="16456"/>
                  </a:cubicBezTo>
                  <a:cubicBezTo>
                    <a:pt x="7664" y="16456"/>
                    <a:pt x="7696" y="16455"/>
                    <a:pt x="7728" y="16452"/>
                  </a:cubicBezTo>
                  <a:lnTo>
                    <a:pt x="7950" y="16415"/>
                  </a:lnTo>
                  <a:cubicBezTo>
                    <a:pt x="8615" y="16341"/>
                    <a:pt x="8985" y="15639"/>
                    <a:pt x="8726" y="15047"/>
                  </a:cubicBezTo>
                  <a:lnTo>
                    <a:pt x="2071" y="592"/>
                  </a:lnTo>
                  <a:cubicBezTo>
                    <a:pt x="1923" y="222"/>
                    <a:pt x="1591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4655;p64">
              <a:extLst>
                <a:ext uri="{FF2B5EF4-FFF2-40B4-BE49-F238E27FC236}">
                  <a16:creationId xmlns:a16="http://schemas.microsoft.com/office/drawing/2014/main" id="{51E7B9DD-DC43-BE0F-C733-22C3C3123165}"/>
                </a:ext>
              </a:extLst>
            </p:cNvPr>
            <p:cNvSpPr/>
            <p:nvPr/>
          </p:nvSpPr>
          <p:spPr>
            <a:xfrm>
              <a:off x="2224400" y="3037725"/>
              <a:ext cx="230175" cy="426100"/>
            </a:xfrm>
            <a:custGeom>
              <a:avLst/>
              <a:gdLst/>
              <a:ahLst/>
              <a:cxnLst/>
              <a:rect l="l" t="t" r="r" b="b"/>
              <a:pathLst>
                <a:path w="9207" h="17044" extrusionOk="0">
                  <a:moveTo>
                    <a:pt x="1258" y="629"/>
                  </a:moveTo>
                  <a:cubicBezTo>
                    <a:pt x="1517" y="629"/>
                    <a:pt x="1776" y="777"/>
                    <a:pt x="1886" y="999"/>
                  </a:cubicBezTo>
                  <a:lnTo>
                    <a:pt x="8504" y="15491"/>
                  </a:lnTo>
                  <a:cubicBezTo>
                    <a:pt x="8541" y="15565"/>
                    <a:pt x="8578" y="15676"/>
                    <a:pt x="8578" y="15750"/>
                  </a:cubicBezTo>
                  <a:cubicBezTo>
                    <a:pt x="8578" y="16083"/>
                    <a:pt x="8319" y="16378"/>
                    <a:pt x="7987" y="16415"/>
                  </a:cubicBezTo>
                  <a:lnTo>
                    <a:pt x="7765" y="16452"/>
                  </a:lnTo>
                  <a:lnTo>
                    <a:pt x="7691" y="16452"/>
                  </a:lnTo>
                  <a:cubicBezTo>
                    <a:pt x="7432" y="16452"/>
                    <a:pt x="7173" y="16304"/>
                    <a:pt x="7062" y="16046"/>
                  </a:cubicBezTo>
                  <a:lnTo>
                    <a:pt x="666" y="1553"/>
                  </a:lnTo>
                  <a:cubicBezTo>
                    <a:pt x="629" y="1442"/>
                    <a:pt x="592" y="1368"/>
                    <a:pt x="592" y="1294"/>
                  </a:cubicBezTo>
                  <a:cubicBezTo>
                    <a:pt x="592" y="1109"/>
                    <a:pt x="666" y="925"/>
                    <a:pt x="777" y="814"/>
                  </a:cubicBezTo>
                  <a:cubicBezTo>
                    <a:pt x="925" y="703"/>
                    <a:pt x="1073" y="629"/>
                    <a:pt x="1258" y="629"/>
                  </a:cubicBezTo>
                  <a:close/>
                  <a:moveTo>
                    <a:pt x="1258" y="0"/>
                  </a:moveTo>
                  <a:cubicBezTo>
                    <a:pt x="888" y="0"/>
                    <a:pt x="592" y="148"/>
                    <a:pt x="334" y="370"/>
                  </a:cubicBezTo>
                  <a:cubicBezTo>
                    <a:pt x="112" y="629"/>
                    <a:pt x="1" y="925"/>
                    <a:pt x="1" y="1294"/>
                  </a:cubicBezTo>
                  <a:cubicBezTo>
                    <a:pt x="1" y="1442"/>
                    <a:pt x="1" y="1627"/>
                    <a:pt x="112" y="1812"/>
                  </a:cubicBezTo>
                  <a:lnTo>
                    <a:pt x="6508" y="16304"/>
                  </a:lnTo>
                  <a:cubicBezTo>
                    <a:pt x="6730" y="16748"/>
                    <a:pt x="7173" y="17044"/>
                    <a:pt x="7691" y="17044"/>
                  </a:cubicBezTo>
                  <a:lnTo>
                    <a:pt x="8061" y="17044"/>
                  </a:lnTo>
                  <a:cubicBezTo>
                    <a:pt x="8726" y="16933"/>
                    <a:pt x="9207" y="16378"/>
                    <a:pt x="9207" y="15750"/>
                  </a:cubicBezTo>
                  <a:cubicBezTo>
                    <a:pt x="9207" y="15565"/>
                    <a:pt x="9170" y="15380"/>
                    <a:pt x="9059" y="15232"/>
                  </a:cubicBezTo>
                  <a:lnTo>
                    <a:pt x="2441" y="740"/>
                  </a:lnTo>
                  <a:cubicBezTo>
                    <a:pt x="2219" y="296"/>
                    <a:pt x="1776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4656;p64">
              <a:extLst>
                <a:ext uri="{FF2B5EF4-FFF2-40B4-BE49-F238E27FC236}">
                  <a16:creationId xmlns:a16="http://schemas.microsoft.com/office/drawing/2014/main" id="{F73A0B11-AAD7-43A5-4F4E-E1690E45D089}"/>
                </a:ext>
              </a:extLst>
            </p:cNvPr>
            <p:cNvSpPr/>
            <p:nvPr/>
          </p:nvSpPr>
          <p:spPr>
            <a:xfrm>
              <a:off x="2154175" y="3065450"/>
              <a:ext cx="241250" cy="60100"/>
            </a:xfrm>
            <a:custGeom>
              <a:avLst/>
              <a:gdLst/>
              <a:ahLst/>
              <a:cxnLst/>
              <a:rect l="l" t="t" r="r" b="b"/>
              <a:pathLst>
                <a:path w="9650" h="2404" extrusionOk="0">
                  <a:moveTo>
                    <a:pt x="8466" y="0"/>
                  </a:moveTo>
                  <a:lnTo>
                    <a:pt x="1183" y="74"/>
                  </a:lnTo>
                  <a:cubicBezTo>
                    <a:pt x="555" y="74"/>
                    <a:pt x="0" y="592"/>
                    <a:pt x="0" y="1257"/>
                  </a:cubicBezTo>
                  <a:cubicBezTo>
                    <a:pt x="37" y="1886"/>
                    <a:pt x="555" y="2404"/>
                    <a:pt x="1183" y="2404"/>
                  </a:cubicBezTo>
                  <a:lnTo>
                    <a:pt x="8503" y="2367"/>
                  </a:lnTo>
                  <a:lnTo>
                    <a:pt x="8540" y="2367"/>
                  </a:lnTo>
                  <a:cubicBezTo>
                    <a:pt x="9169" y="2330"/>
                    <a:pt x="9650" y="1812"/>
                    <a:pt x="9650" y="1183"/>
                  </a:cubicBezTo>
                  <a:cubicBezTo>
                    <a:pt x="9650" y="518"/>
                    <a:pt x="9132" y="0"/>
                    <a:pt x="84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4657;p64">
              <a:extLst>
                <a:ext uri="{FF2B5EF4-FFF2-40B4-BE49-F238E27FC236}">
                  <a16:creationId xmlns:a16="http://schemas.microsoft.com/office/drawing/2014/main" id="{B44C261D-9B53-E504-AD49-25C4B3FAF2F7}"/>
                </a:ext>
              </a:extLst>
            </p:cNvPr>
            <p:cNvSpPr/>
            <p:nvPr/>
          </p:nvSpPr>
          <p:spPr>
            <a:xfrm>
              <a:off x="2146775" y="3058050"/>
              <a:ext cx="256050" cy="75825"/>
            </a:xfrm>
            <a:custGeom>
              <a:avLst/>
              <a:gdLst/>
              <a:ahLst/>
              <a:cxnLst/>
              <a:rect l="l" t="t" r="r" b="b"/>
              <a:pathLst>
                <a:path w="10242" h="3033" extrusionOk="0">
                  <a:moveTo>
                    <a:pt x="8762" y="629"/>
                  </a:moveTo>
                  <a:cubicBezTo>
                    <a:pt x="9243" y="629"/>
                    <a:pt x="9650" y="999"/>
                    <a:pt x="9650" y="1479"/>
                  </a:cubicBezTo>
                  <a:cubicBezTo>
                    <a:pt x="9650" y="1960"/>
                    <a:pt x="9280" y="2330"/>
                    <a:pt x="8836" y="2367"/>
                  </a:cubicBezTo>
                  <a:lnTo>
                    <a:pt x="8762" y="2367"/>
                  </a:lnTo>
                  <a:lnTo>
                    <a:pt x="1479" y="2404"/>
                  </a:lnTo>
                  <a:cubicBezTo>
                    <a:pt x="999" y="2404"/>
                    <a:pt x="629" y="1997"/>
                    <a:pt x="629" y="1553"/>
                  </a:cubicBezTo>
                  <a:lnTo>
                    <a:pt x="629" y="1516"/>
                  </a:lnTo>
                  <a:cubicBezTo>
                    <a:pt x="629" y="1295"/>
                    <a:pt x="703" y="1073"/>
                    <a:pt x="888" y="925"/>
                  </a:cubicBezTo>
                  <a:cubicBezTo>
                    <a:pt x="1036" y="777"/>
                    <a:pt x="1257" y="666"/>
                    <a:pt x="1479" y="666"/>
                  </a:cubicBezTo>
                  <a:lnTo>
                    <a:pt x="8762" y="629"/>
                  </a:lnTo>
                  <a:close/>
                  <a:moveTo>
                    <a:pt x="8762" y="1"/>
                  </a:moveTo>
                  <a:lnTo>
                    <a:pt x="1479" y="38"/>
                  </a:lnTo>
                  <a:cubicBezTo>
                    <a:pt x="666" y="38"/>
                    <a:pt x="0" y="703"/>
                    <a:pt x="0" y="1516"/>
                  </a:cubicBezTo>
                  <a:lnTo>
                    <a:pt x="0" y="1553"/>
                  </a:lnTo>
                  <a:cubicBezTo>
                    <a:pt x="0" y="2367"/>
                    <a:pt x="666" y="3032"/>
                    <a:pt x="1479" y="3032"/>
                  </a:cubicBezTo>
                  <a:lnTo>
                    <a:pt x="8799" y="2958"/>
                  </a:lnTo>
                  <a:lnTo>
                    <a:pt x="8836" y="2958"/>
                  </a:lnTo>
                  <a:cubicBezTo>
                    <a:pt x="9650" y="2921"/>
                    <a:pt x="10241" y="2293"/>
                    <a:pt x="10241" y="1479"/>
                  </a:cubicBezTo>
                  <a:cubicBezTo>
                    <a:pt x="10241" y="666"/>
                    <a:pt x="9576" y="1"/>
                    <a:pt x="8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4658;p64">
              <a:extLst>
                <a:ext uri="{FF2B5EF4-FFF2-40B4-BE49-F238E27FC236}">
                  <a16:creationId xmlns:a16="http://schemas.microsoft.com/office/drawing/2014/main" id="{464AB0F7-9107-E30F-E295-3469DC7AFB08}"/>
                </a:ext>
              </a:extLst>
            </p:cNvPr>
            <p:cNvSpPr/>
            <p:nvPr/>
          </p:nvSpPr>
          <p:spPr>
            <a:xfrm>
              <a:off x="6411325" y="2750350"/>
              <a:ext cx="307800" cy="342775"/>
            </a:xfrm>
            <a:custGeom>
              <a:avLst/>
              <a:gdLst/>
              <a:ahLst/>
              <a:cxnLst/>
              <a:rect l="l" t="t" r="r" b="b"/>
              <a:pathLst>
                <a:path w="12312" h="13711" extrusionOk="0">
                  <a:moveTo>
                    <a:pt x="7907" y="0"/>
                  </a:moveTo>
                  <a:cubicBezTo>
                    <a:pt x="5765" y="0"/>
                    <a:pt x="3291" y="1801"/>
                    <a:pt x="1849" y="4656"/>
                  </a:cubicBezTo>
                  <a:cubicBezTo>
                    <a:pt x="1" y="8242"/>
                    <a:pt x="481" y="12124"/>
                    <a:pt x="2884" y="13344"/>
                  </a:cubicBezTo>
                  <a:cubicBezTo>
                    <a:pt x="3367" y="13593"/>
                    <a:pt x="3894" y="13711"/>
                    <a:pt x="4443" y="13711"/>
                  </a:cubicBezTo>
                  <a:cubicBezTo>
                    <a:pt x="6585" y="13711"/>
                    <a:pt x="9058" y="11910"/>
                    <a:pt x="10500" y="9055"/>
                  </a:cubicBezTo>
                  <a:cubicBezTo>
                    <a:pt x="12312" y="5469"/>
                    <a:pt x="11868" y="1587"/>
                    <a:pt x="9465" y="367"/>
                  </a:cubicBezTo>
                  <a:cubicBezTo>
                    <a:pt x="8983" y="118"/>
                    <a:pt x="8456" y="0"/>
                    <a:pt x="7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4659;p64">
              <a:extLst>
                <a:ext uri="{FF2B5EF4-FFF2-40B4-BE49-F238E27FC236}">
                  <a16:creationId xmlns:a16="http://schemas.microsoft.com/office/drawing/2014/main" id="{1D13288F-BB16-A2B4-EB7B-8D9A336B534A}"/>
                </a:ext>
              </a:extLst>
            </p:cNvPr>
            <p:cNvSpPr/>
            <p:nvPr/>
          </p:nvSpPr>
          <p:spPr>
            <a:xfrm>
              <a:off x="6421500" y="2742875"/>
              <a:ext cx="288400" cy="358650"/>
            </a:xfrm>
            <a:custGeom>
              <a:avLst/>
              <a:gdLst/>
              <a:ahLst/>
              <a:cxnLst/>
              <a:rect l="l" t="t" r="r" b="b"/>
              <a:pathLst>
                <a:path w="11536" h="14346" extrusionOk="0">
                  <a:moveTo>
                    <a:pt x="7505" y="592"/>
                  </a:moveTo>
                  <a:cubicBezTo>
                    <a:pt x="8023" y="592"/>
                    <a:pt x="8467" y="703"/>
                    <a:pt x="8910" y="925"/>
                  </a:cubicBezTo>
                  <a:cubicBezTo>
                    <a:pt x="9576" y="1258"/>
                    <a:pt x="10056" y="1775"/>
                    <a:pt x="10389" y="2478"/>
                  </a:cubicBezTo>
                  <a:cubicBezTo>
                    <a:pt x="10722" y="3180"/>
                    <a:pt x="10907" y="4030"/>
                    <a:pt x="10907" y="4992"/>
                  </a:cubicBezTo>
                  <a:cubicBezTo>
                    <a:pt x="10907" y="6286"/>
                    <a:pt x="10537" y="7764"/>
                    <a:pt x="9835" y="9206"/>
                  </a:cubicBezTo>
                  <a:cubicBezTo>
                    <a:pt x="8393" y="12016"/>
                    <a:pt x="5990" y="13717"/>
                    <a:pt x="4030" y="13717"/>
                  </a:cubicBezTo>
                  <a:cubicBezTo>
                    <a:pt x="3513" y="13717"/>
                    <a:pt x="3032" y="13606"/>
                    <a:pt x="2588" y="13384"/>
                  </a:cubicBezTo>
                  <a:cubicBezTo>
                    <a:pt x="1960" y="13051"/>
                    <a:pt x="1479" y="12534"/>
                    <a:pt x="1147" y="11831"/>
                  </a:cubicBezTo>
                  <a:cubicBezTo>
                    <a:pt x="814" y="11129"/>
                    <a:pt x="629" y="10278"/>
                    <a:pt x="629" y="9354"/>
                  </a:cubicBezTo>
                  <a:cubicBezTo>
                    <a:pt x="629" y="8023"/>
                    <a:pt x="962" y="6544"/>
                    <a:pt x="1701" y="5103"/>
                  </a:cubicBezTo>
                  <a:cubicBezTo>
                    <a:pt x="3106" y="2293"/>
                    <a:pt x="5509" y="592"/>
                    <a:pt x="7505" y="592"/>
                  </a:cubicBezTo>
                  <a:close/>
                  <a:moveTo>
                    <a:pt x="7505" y="1"/>
                  </a:moveTo>
                  <a:cubicBezTo>
                    <a:pt x="5176" y="1"/>
                    <a:pt x="2662" y="1886"/>
                    <a:pt x="1147" y="4807"/>
                  </a:cubicBezTo>
                  <a:cubicBezTo>
                    <a:pt x="370" y="6323"/>
                    <a:pt x="0" y="7912"/>
                    <a:pt x="0" y="9354"/>
                  </a:cubicBezTo>
                  <a:cubicBezTo>
                    <a:pt x="0" y="10352"/>
                    <a:pt x="185" y="11314"/>
                    <a:pt x="592" y="12090"/>
                  </a:cubicBezTo>
                  <a:cubicBezTo>
                    <a:pt x="962" y="12903"/>
                    <a:pt x="1553" y="13532"/>
                    <a:pt x="2330" y="13939"/>
                  </a:cubicBezTo>
                  <a:cubicBezTo>
                    <a:pt x="2847" y="14197"/>
                    <a:pt x="3439" y="14345"/>
                    <a:pt x="4030" y="14345"/>
                  </a:cubicBezTo>
                  <a:cubicBezTo>
                    <a:pt x="6359" y="14308"/>
                    <a:pt x="8873" y="12423"/>
                    <a:pt x="10352" y="9502"/>
                  </a:cubicBezTo>
                  <a:cubicBezTo>
                    <a:pt x="11129" y="7986"/>
                    <a:pt x="11535" y="6397"/>
                    <a:pt x="11535" y="4992"/>
                  </a:cubicBezTo>
                  <a:cubicBezTo>
                    <a:pt x="11535" y="3957"/>
                    <a:pt x="11313" y="2995"/>
                    <a:pt x="10944" y="2219"/>
                  </a:cubicBezTo>
                  <a:cubicBezTo>
                    <a:pt x="10574" y="1406"/>
                    <a:pt x="9982" y="777"/>
                    <a:pt x="9206" y="370"/>
                  </a:cubicBezTo>
                  <a:cubicBezTo>
                    <a:pt x="8689" y="112"/>
                    <a:pt x="8097" y="1"/>
                    <a:pt x="7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4660;p64">
              <a:extLst>
                <a:ext uri="{FF2B5EF4-FFF2-40B4-BE49-F238E27FC236}">
                  <a16:creationId xmlns:a16="http://schemas.microsoft.com/office/drawing/2014/main" id="{69C562E3-33FB-6EC9-3951-09F7A3471D39}"/>
                </a:ext>
              </a:extLst>
            </p:cNvPr>
            <p:cNvSpPr/>
            <p:nvPr/>
          </p:nvSpPr>
          <p:spPr>
            <a:xfrm>
              <a:off x="6367900" y="2718725"/>
              <a:ext cx="380800" cy="356000"/>
            </a:xfrm>
            <a:custGeom>
              <a:avLst/>
              <a:gdLst/>
              <a:ahLst/>
              <a:cxnLst/>
              <a:rect l="l" t="t" r="r" b="b"/>
              <a:pathLst>
                <a:path w="15232" h="14240" extrusionOk="0">
                  <a:moveTo>
                    <a:pt x="13049" y="0"/>
                  </a:moveTo>
                  <a:cubicBezTo>
                    <a:pt x="12563" y="0"/>
                    <a:pt x="12075" y="185"/>
                    <a:pt x="11683" y="560"/>
                  </a:cubicBezTo>
                  <a:lnTo>
                    <a:pt x="850" y="10838"/>
                  </a:lnTo>
                  <a:cubicBezTo>
                    <a:pt x="37" y="11577"/>
                    <a:pt x="0" y="12834"/>
                    <a:pt x="777" y="13611"/>
                  </a:cubicBezTo>
                  <a:cubicBezTo>
                    <a:pt x="1146" y="14017"/>
                    <a:pt x="1664" y="14239"/>
                    <a:pt x="2181" y="14239"/>
                  </a:cubicBezTo>
                  <a:cubicBezTo>
                    <a:pt x="2662" y="14239"/>
                    <a:pt x="3180" y="14054"/>
                    <a:pt x="3549" y="13685"/>
                  </a:cubicBezTo>
                  <a:lnTo>
                    <a:pt x="14419" y="3407"/>
                  </a:lnTo>
                  <a:cubicBezTo>
                    <a:pt x="15195" y="2667"/>
                    <a:pt x="15232" y="1410"/>
                    <a:pt x="14493" y="634"/>
                  </a:cubicBezTo>
                  <a:cubicBezTo>
                    <a:pt x="14091" y="213"/>
                    <a:pt x="13570" y="0"/>
                    <a:pt x="13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4661;p64">
              <a:extLst>
                <a:ext uri="{FF2B5EF4-FFF2-40B4-BE49-F238E27FC236}">
                  <a16:creationId xmlns:a16="http://schemas.microsoft.com/office/drawing/2014/main" id="{E70C7935-C223-45A9-CF20-A9F2A5A41458}"/>
                </a:ext>
              </a:extLst>
            </p:cNvPr>
            <p:cNvSpPr/>
            <p:nvPr/>
          </p:nvSpPr>
          <p:spPr>
            <a:xfrm>
              <a:off x="6007425" y="2810625"/>
              <a:ext cx="244025" cy="272225"/>
            </a:xfrm>
            <a:custGeom>
              <a:avLst/>
              <a:gdLst/>
              <a:ahLst/>
              <a:cxnLst/>
              <a:rect l="l" t="t" r="r" b="b"/>
              <a:pathLst>
                <a:path w="9761" h="10889" extrusionOk="0">
                  <a:moveTo>
                    <a:pt x="6283" y="0"/>
                  </a:moveTo>
                  <a:cubicBezTo>
                    <a:pt x="4573" y="0"/>
                    <a:pt x="2595" y="1449"/>
                    <a:pt x="1442" y="3724"/>
                  </a:cubicBezTo>
                  <a:cubicBezTo>
                    <a:pt x="1" y="6533"/>
                    <a:pt x="370" y="9639"/>
                    <a:pt x="2256" y="10600"/>
                  </a:cubicBezTo>
                  <a:cubicBezTo>
                    <a:pt x="2647" y="10796"/>
                    <a:pt x="3071" y="10889"/>
                    <a:pt x="3510" y="10889"/>
                  </a:cubicBezTo>
                  <a:cubicBezTo>
                    <a:pt x="5225" y="10889"/>
                    <a:pt x="7171" y="9466"/>
                    <a:pt x="8319" y="7199"/>
                  </a:cubicBezTo>
                  <a:cubicBezTo>
                    <a:pt x="9761" y="4352"/>
                    <a:pt x="9391" y="1247"/>
                    <a:pt x="7506" y="285"/>
                  </a:cubicBezTo>
                  <a:cubicBezTo>
                    <a:pt x="7127" y="92"/>
                    <a:pt x="6713" y="0"/>
                    <a:pt x="62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4662;p64">
              <a:extLst>
                <a:ext uri="{FF2B5EF4-FFF2-40B4-BE49-F238E27FC236}">
                  <a16:creationId xmlns:a16="http://schemas.microsoft.com/office/drawing/2014/main" id="{AC63EA4C-C77E-8AF1-6204-D937BA760718}"/>
                </a:ext>
              </a:extLst>
            </p:cNvPr>
            <p:cNvSpPr/>
            <p:nvPr/>
          </p:nvSpPr>
          <p:spPr>
            <a:xfrm>
              <a:off x="6013900" y="2802950"/>
              <a:ext cx="231100" cy="287475"/>
            </a:xfrm>
            <a:custGeom>
              <a:avLst/>
              <a:gdLst/>
              <a:ahLst/>
              <a:cxnLst/>
              <a:rect l="l" t="t" r="r" b="b"/>
              <a:pathLst>
                <a:path w="9244" h="11499" extrusionOk="0">
                  <a:moveTo>
                    <a:pt x="5990" y="629"/>
                  </a:moveTo>
                  <a:cubicBezTo>
                    <a:pt x="6396" y="629"/>
                    <a:pt x="6766" y="703"/>
                    <a:pt x="7099" y="888"/>
                  </a:cubicBezTo>
                  <a:cubicBezTo>
                    <a:pt x="7579" y="1147"/>
                    <a:pt x="7986" y="1554"/>
                    <a:pt x="8245" y="2071"/>
                  </a:cubicBezTo>
                  <a:cubicBezTo>
                    <a:pt x="8504" y="2626"/>
                    <a:pt x="8652" y="3291"/>
                    <a:pt x="8652" y="4031"/>
                  </a:cubicBezTo>
                  <a:cubicBezTo>
                    <a:pt x="8652" y="5066"/>
                    <a:pt x="8356" y="6249"/>
                    <a:pt x="7801" y="7358"/>
                  </a:cubicBezTo>
                  <a:cubicBezTo>
                    <a:pt x="6692" y="9539"/>
                    <a:pt x="4770" y="10907"/>
                    <a:pt x="3254" y="10907"/>
                  </a:cubicBezTo>
                  <a:cubicBezTo>
                    <a:pt x="2847" y="10870"/>
                    <a:pt x="2477" y="10796"/>
                    <a:pt x="2145" y="10648"/>
                  </a:cubicBezTo>
                  <a:cubicBezTo>
                    <a:pt x="1664" y="10390"/>
                    <a:pt x="1294" y="9983"/>
                    <a:pt x="1036" y="9428"/>
                  </a:cubicBezTo>
                  <a:cubicBezTo>
                    <a:pt x="740" y="8911"/>
                    <a:pt x="629" y="8245"/>
                    <a:pt x="629" y="7506"/>
                  </a:cubicBezTo>
                  <a:cubicBezTo>
                    <a:pt x="629" y="6471"/>
                    <a:pt x="888" y="5288"/>
                    <a:pt x="1479" y="4141"/>
                  </a:cubicBezTo>
                  <a:cubicBezTo>
                    <a:pt x="2034" y="3069"/>
                    <a:pt x="2773" y="2182"/>
                    <a:pt x="3587" y="1554"/>
                  </a:cubicBezTo>
                  <a:cubicBezTo>
                    <a:pt x="4363" y="962"/>
                    <a:pt x="5250" y="629"/>
                    <a:pt x="5990" y="629"/>
                  </a:cubicBezTo>
                  <a:close/>
                  <a:moveTo>
                    <a:pt x="5990" y="1"/>
                  </a:moveTo>
                  <a:cubicBezTo>
                    <a:pt x="4141" y="38"/>
                    <a:pt x="2108" y="1517"/>
                    <a:pt x="925" y="3883"/>
                  </a:cubicBezTo>
                  <a:cubicBezTo>
                    <a:pt x="296" y="5103"/>
                    <a:pt x="0" y="6360"/>
                    <a:pt x="0" y="7506"/>
                  </a:cubicBezTo>
                  <a:cubicBezTo>
                    <a:pt x="0" y="8319"/>
                    <a:pt x="148" y="9059"/>
                    <a:pt x="481" y="9687"/>
                  </a:cubicBezTo>
                  <a:cubicBezTo>
                    <a:pt x="777" y="10353"/>
                    <a:pt x="1257" y="10870"/>
                    <a:pt x="1886" y="11166"/>
                  </a:cubicBezTo>
                  <a:cubicBezTo>
                    <a:pt x="2293" y="11388"/>
                    <a:pt x="2773" y="11499"/>
                    <a:pt x="3254" y="11499"/>
                  </a:cubicBezTo>
                  <a:cubicBezTo>
                    <a:pt x="5139" y="11499"/>
                    <a:pt x="7136" y="9983"/>
                    <a:pt x="8319" y="7654"/>
                  </a:cubicBezTo>
                  <a:cubicBezTo>
                    <a:pt x="8947" y="6434"/>
                    <a:pt x="9243" y="5177"/>
                    <a:pt x="9243" y="4031"/>
                  </a:cubicBezTo>
                  <a:cubicBezTo>
                    <a:pt x="9243" y="3217"/>
                    <a:pt x="9095" y="2441"/>
                    <a:pt x="8799" y="1812"/>
                  </a:cubicBezTo>
                  <a:cubicBezTo>
                    <a:pt x="8467" y="1184"/>
                    <a:pt x="8023" y="666"/>
                    <a:pt x="7395" y="333"/>
                  </a:cubicBezTo>
                  <a:cubicBezTo>
                    <a:pt x="6951" y="112"/>
                    <a:pt x="6470" y="1"/>
                    <a:pt x="5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4663;p64">
              <a:extLst>
                <a:ext uri="{FF2B5EF4-FFF2-40B4-BE49-F238E27FC236}">
                  <a16:creationId xmlns:a16="http://schemas.microsoft.com/office/drawing/2014/main" id="{B4C9226B-FFB2-50CD-4B2A-72213C819857}"/>
                </a:ext>
              </a:extLst>
            </p:cNvPr>
            <p:cNvSpPr/>
            <p:nvPr/>
          </p:nvSpPr>
          <p:spPr>
            <a:xfrm>
              <a:off x="5994500" y="2772900"/>
              <a:ext cx="258800" cy="320975"/>
            </a:xfrm>
            <a:custGeom>
              <a:avLst/>
              <a:gdLst/>
              <a:ahLst/>
              <a:cxnLst/>
              <a:rect l="l" t="t" r="r" b="b"/>
              <a:pathLst>
                <a:path w="10352" h="12839" extrusionOk="0">
                  <a:moveTo>
                    <a:pt x="8574" y="1"/>
                  </a:moveTo>
                  <a:cubicBezTo>
                    <a:pt x="8085" y="1"/>
                    <a:pt x="7601" y="232"/>
                    <a:pt x="7283" y="685"/>
                  </a:cubicBezTo>
                  <a:lnTo>
                    <a:pt x="481" y="10371"/>
                  </a:lnTo>
                  <a:cubicBezTo>
                    <a:pt x="0" y="11074"/>
                    <a:pt x="185" y="12072"/>
                    <a:pt x="887" y="12553"/>
                  </a:cubicBezTo>
                  <a:cubicBezTo>
                    <a:pt x="1167" y="12749"/>
                    <a:pt x="1490" y="12839"/>
                    <a:pt x="1806" y="12839"/>
                  </a:cubicBezTo>
                  <a:cubicBezTo>
                    <a:pt x="1908" y="12839"/>
                    <a:pt x="2009" y="12829"/>
                    <a:pt x="2107" y="12812"/>
                  </a:cubicBezTo>
                  <a:cubicBezTo>
                    <a:pt x="2477" y="12738"/>
                    <a:pt x="2810" y="12516"/>
                    <a:pt x="3069" y="12183"/>
                  </a:cubicBezTo>
                  <a:lnTo>
                    <a:pt x="9871" y="2460"/>
                  </a:lnTo>
                  <a:cubicBezTo>
                    <a:pt x="10352" y="1757"/>
                    <a:pt x="10167" y="796"/>
                    <a:pt x="9464" y="278"/>
                  </a:cubicBezTo>
                  <a:cubicBezTo>
                    <a:pt x="9193" y="93"/>
                    <a:pt x="8882" y="1"/>
                    <a:pt x="8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4664;p64">
              <a:extLst>
                <a:ext uri="{FF2B5EF4-FFF2-40B4-BE49-F238E27FC236}">
                  <a16:creationId xmlns:a16="http://schemas.microsoft.com/office/drawing/2014/main" id="{C26844BF-AEC2-8AE7-BD0F-62AC5DE44257}"/>
                </a:ext>
              </a:extLst>
            </p:cNvPr>
            <p:cNvSpPr/>
            <p:nvPr/>
          </p:nvSpPr>
          <p:spPr>
            <a:xfrm>
              <a:off x="5838275" y="3220725"/>
              <a:ext cx="467725" cy="561975"/>
            </a:xfrm>
            <a:custGeom>
              <a:avLst/>
              <a:gdLst/>
              <a:ahLst/>
              <a:cxnLst/>
              <a:rect l="l" t="t" r="r" b="b"/>
              <a:pathLst>
                <a:path w="18709" h="22479" extrusionOk="0">
                  <a:moveTo>
                    <a:pt x="8467" y="0"/>
                  </a:moveTo>
                  <a:lnTo>
                    <a:pt x="1" y="18523"/>
                  </a:lnTo>
                  <a:lnTo>
                    <a:pt x="8948" y="22479"/>
                  </a:lnTo>
                  <a:lnTo>
                    <a:pt x="18708" y="555"/>
                  </a:lnTo>
                  <a:lnTo>
                    <a:pt x="8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4665;p64">
              <a:extLst>
                <a:ext uri="{FF2B5EF4-FFF2-40B4-BE49-F238E27FC236}">
                  <a16:creationId xmlns:a16="http://schemas.microsoft.com/office/drawing/2014/main" id="{D8106D2A-40B5-C948-D075-BC581B548500}"/>
                </a:ext>
              </a:extLst>
            </p:cNvPr>
            <p:cNvSpPr/>
            <p:nvPr/>
          </p:nvSpPr>
          <p:spPr>
            <a:xfrm>
              <a:off x="5829975" y="3213325"/>
              <a:ext cx="484325" cy="577500"/>
            </a:xfrm>
            <a:custGeom>
              <a:avLst/>
              <a:gdLst/>
              <a:ahLst/>
              <a:cxnLst/>
              <a:rect l="l" t="t" r="r" b="b"/>
              <a:pathLst>
                <a:path w="19373" h="23100" extrusionOk="0">
                  <a:moveTo>
                    <a:pt x="9006" y="639"/>
                  </a:moveTo>
                  <a:lnTo>
                    <a:pt x="18596" y="1110"/>
                  </a:lnTo>
                  <a:lnTo>
                    <a:pt x="9132" y="22368"/>
                  </a:lnTo>
                  <a:lnTo>
                    <a:pt x="740" y="18671"/>
                  </a:lnTo>
                  <a:lnTo>
                    <a:pt x="9006" y="639"/>
                  </a:lnTo>
                  <a:close/>
                  <a:moveTo>
                    <a:pt x="8836" y="1"/>
                  </a:moveTo>
                  <a:cubicBezTo>
                    <a:pt x="8688" y="1"/>
                    <a:pt x="8577" y="75"/>
                    <a:pt x="8540" y="186"/>
                  </a:cubicBezTo>
                  <a:lnTo>
                    <a:pt x="37" y="18708"/>
                  </a:lnTo>
                  <a:cubicBezTo>
                    <a:pt x="0" y="18782"/>
                    <a:pt x="0" y="18856"/>
                    <a:pt x="37" y="18930"/>
                  </a:cubicBezTo>
                  <a:cubicBezTo>
                    <a:pt x="74" y="19004"/>
                    <a:pt x="111" y="19078"/>
                    <a:pt x="222" y="19115"/>
                  </a:cubicBezTo>
                  <a:lnTo>
                    <a:pt x="9169" y="23070"/>
                  </a:lnTo>
                  <a:cubicBezTo>
                    <a:pt x="9209" y="23090"/>
                    <a:pt x="9251" y="23099"/>
                    <a:pt x="9293" y="23099"/>
                  </a:cubicBezTo>
                  <a:cubicBezTo>
                    <a:pt x="9408" y="23099"/>
                    <a:pt x="9521" y="23031"/>
                    <a:pt x="9576" y="22923"/>
                  </a:cubicBezTo>
                  <a:lnTo>
                    <a:pt x="19336" y="962"/>
                  </a:lnTo>
                  <a:cubicBezTo>
                    <a:pt x="19373" y="851"/>
                    <a:pt x="19373" y="777"/>
                    <a:pt x="19336" y="666"/>
                  </a:cubicBezTo>
                  <a:cubicBezTo>
                    <a:pt x="19262" y="592"/>
                    <a:pt x="19188" y="518"/>
                    <a:pt x="19077" y="518"/>
                  </a:cubicBezTo>
                  <a:lnTo>
                    <a:pt x="8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4666;p64">
              <a:extLst>
                <a:ext uri="{FF2B5EF4-FFF2-40B4-BE49-F238E27FC236}">
                  <a16:creationId xmlns:a16="http://schemas.microsoft.com/office/drawing/2014/main" id="{850AA323-E530-5F9E-60A0-B418105BC865}"/>
                </a:ext>
              </a:extLst>
            </p:cNvPr>
            <p:cNvSpPr/>
            <p:nvPr/>
          </p:nvSpPr>
          <p:spPr>
            <a:xfrm>
              <a:off x="6088775" y="3235525"/>
              <a:ext cx="500975" cy="665475"/>
            </a:xfrm>
            <a:custGeom>
              <a:avLst/>
              <a:gdLst/>
              <a:ahLst/>
              <a:cxnLst/>
              <a:rect l="l" t="t" r="r" b="b"/>
              <a:pathLst>
                <a:path w="20039" h="26619" extrusionOk="0">
                  <a:moveTo>
                    <a:pt x="9945" y="0"/>
                  </a:moveTo>
                  <a:lnTo>
                    <a:pt x="0" y="22367"/>
                  </a:lnTo>
                  <a:lnTo>
                    <a:pt x="9575" y="26619"/>
                  </a:lnTo>
                  <a:lnTo>
                    <a:pt x="20038" y="518"/>
                  </a:lnTo>
                  <a:lnTo>
                    <a:pt x="99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4667;p64">
              <a:extLst>
                <a:ext uri="{FF2B5EF4-FFF2-40B4-BE49-F238E27FC236}">
                  <a16:creationId xmlns:a16="http://schemas.microsoft.com/office/drawing/2014/main" id="{360BF570-D603-4737-A0FC-2E069CA56E68}"/>
                </a:ext>
              </a:extLst>
            </p:cNvPr>
            <p:cNvSpPr/>
            <p:nvPr/>
          </p:nvSpPr>
          <p:spPr>
            <a:xfrm>
              <a:off x="6081375" y="3228125"/>
              <a:ext cx="516675" cy="680050"/>
            </a:xfrm>
            <a:custGeom>
              <a:avLst/>
              <a:gdLst/>
              <a:ahLst/>
              <a:cxnLst/>
              <a:rect l="l" t="t" r="r" b="b"/>
              <a:pathLst>
                <a:path w="20667" h="27202" extrusionOk="0">
                  <a:moveTo>
                    <a:pt x="10450" y="639"/>
                  </a:moveTo>
                  <a:lnTo>
                    <a:pt x="19890" y="1109"/>
                  </a:lnTo>
                  <a:lnTo>
                    <a:pt x="9687" y="26471"/>
                  </a:lnTo>
                  <a:lnTo>
                    <a:pt x="740" y="22515"/>
                  </a:lnTo>
                  <a:lnTo>
                    <a:pt x="10450" y="639"/>
                  </a:lnTo>
                  <a:close/>
                  <a:moveTo>
                    <a:pt x="10278" y="0"/>
                  </a:moveTo>
                  <a:cubicBezTo>
                    <a:pt x="10130" y="0"/>
                    <a:pt x="10019" y="74"/>
                    <a:pt x="9982" y="185"/>
                  </a:cubicBezTo>
                  <a:lnTo>
                    <a:pt x="37" y="22552"/>
                  </a:lnTo>
                  <a:cubicBezTo>
                    <a:pt x="0" y="22626"/>
                    <a:pt x="0" y="22700"/>
                    <a:pt x="37" y="22774"/>
                  </a:cubicBezTo>
                  <a:cubicBezTo>
                    <a:pt x="74" y="22848"/>
                    <a:pt x="111" y="22922"/>
                    <a:pt x="185" y="22959"/>
                  </a:cubicBezTo>
                  <a:lnTo>
                    <a:pt x="9724" y="27174"/>
                  </a:lnTo>
                  <a:cubicBezTo>
                    <a:pt x="9779" y="27192"/>
                    <a:pt x="9825" y="27201"/>
                    <a:pt x="9867" y="27201"/>
                  </a:cubicBezTo>
                  <a:cubicBezTo>
                    <a:pt x="9908" y="27201"/>
                    <a:pt x="9945" y="27192"/>
                    <a:pt x="9982" y="27174"/>
                  </a:cubicBezTo>
                  <a:cubicBezTo>
                    <a:pt x="10056" y="27137"/>
                    <a:pt x="10130" y="27100"/>
                    <a:pt x="10167" y="27026"/>
                  </a:cubicBezTo>
                  <a:lnTo>
                    <a:pt x="20630" y="925"/>
                  </a:lnTo>
                  <a:cubicBezTo>
                    <a:pt x="20667" y="851"/>
                    <a:pt x="20667" y="740"/>
                    <a:pt x="20593" y="666"/>
                  </a:cubicBezTo>
                  <a:cubicBezTo>
                    <a:pt x="20556" y="592"/>
                    <a:pt x="20445" y="518"/>
                    <a:pt x="20371" y="518"/>
                  </a:cubicBezTo>
                  <a:lnTo>
                    <a:pt x="10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4668;p64">
              <a:extLst>
                <a:ext uri="{FF2B5EF4-FFF2-40B4-BE49-F238E27FC236}">
                  <a16:creationId xmlns:a16="http://schemas.microsoft.com/office/drawing/2014/main" id="{D044BE40-5E07-CA8C-784D-8CB899F7D4B2}"/>
                </a:ext>
              </a:extLst>
            </p:cNvPr>
            <p:cNvSpPr/>
            <p:nvPr/>
          </p:nvSpPr>
          <p:spPr>
            <a:xfrm>
              <a:off x="5663600" y="3210550"/>
              <a:ext cx="354950" cy="461250"/>
            </a:xfrm>
            <a:custGeom>
              <a:avLst/>
              <a:gdLst/>
              <a:ahLst/>
              <a:cxnLst/>
              <a:rect l="l" t="t" r="r" b="b"/>
              <a:pathLst>
                <a:path w="14198" h="18450" extrusionOk="0">
                  <a:moveTo>
                    <a:pt x="7136" y="1"/>
                  </a:moveTo>
                  <a:lnTo>
                    <a:pt x="1" y="15824"/>
                  </a:lnTo>
                  <a:lnTo>
                    <a:pt x="5916" y="18449"/>
                  </a:lnTo>
                  <a:lnTo>
                    <a:pt x="14197" y="371"/>
                  </a:lnTo>
                  <a:lnTo>
                    <a:pt x="71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4669;p64">
              <a:extLst>
                <a:ext uri="{FF2B5EF4-FFF2-40B4-BE49-F238E27FC236}">
                  <a16:creationId xmlns:a16="http://schemas.microsoft.com/office/drawing/2014/main" id="{BCB825EC-30F0-A408-EA2B-5B0A7BE4B658}"/>
                </a:ext>
              </a:extLst>
            </p:cNvPr>
            <p:cNvSpPr/>
            <p:nvPr/>
          </p:nvSpPr>
          <p:spPr>
            <a:xfrm>
              <a:off x="5655275" y="3202250"/>
              <a:ext cx="371575" cy="477650"/>
            </a:xfrm>
            <a:custGeom>
              <a:avLst/>
              <a:gdLst/>
              <a:ahLst/>
              <a:cxnLst/>
              <a:rect l="l" t="t" r="r" b="b"/>
              <a:pathLst>
                <a:path w="14863" h="19106" extrusionOk="0">
                  <a:moveTo>
                    <a:pt x="7691" y="629"/>
                  </a:moveTo>
                  <a:lnTo>
                    <a:pt x="14079" y="974"/>
                  </a:lnTo>
                  <a:lnTo>
                    <a:pt x="14079" y="974"/>
                  </a:lnTo>
                  <a:lnTo>
                    <a:pt x="6101" y="18375"/>
                  </a:lnTo>
                  <a:lnTo>
                    <a:pt x="740" y="16008"/>
                  </a:lnTo>
                  <a:lnTo>
                    <a:pt x="7691" y="629"/>
                  </a:lnTo>
                  <a:close/>
                  <a:moveTo>
                    <a:pt x="7506" y="0"/>
                  </a:moveTo>
                  <a:cubicBezTo>
                    <a:pt x="7358" y="0"/>
                    <a:pt x="7247" y="74"/>
                    <a:pt x="7210" y="185"/>
                  </a:cubicBezTo>
                  <a:lnTo>
                    <a:pt x="38" y="16045"/>
                  </a:lnTo>
                  <a:cubicBezTo>
                    <a:pt x="1" y="16119"/>
                    <a:pt x="1" y="16193"/>
                    <a:pt x="38" y="16267"/>
                  </a:cubicBezTo>
                  <a:cubicBezTo>
                    <a:pt x="75" y="16378"/>
                    <a:pt x="112" y="16415"/>
                    <a:pt x="186" y="16452"/>
                  </a:cubicBezTo>
                  <a:lnTo>
                    <a:pt x="6101" y="19077"/>
                  </a:lnTo>
                  <a:cubicBezTo>
                    <a:pt x="6150" y="19097"/>
                    <a:pt x="6200" y="19106"/>
                    <a:pt x="6247" y="19106"/>
                  </a:cubicBezTo>
                  <a:cubicBezTo>
                    <a:pt x="6374" y="19106"/>
                    <a:pt x="6481" y="19037"/>
                    <a:pt x="6508" y="18929"/>
                  </a:cubicBezTo>
                  <a:lnTo>
                    <a:pt x="14826" y="813"/>
                  </a:lnTo>
                  <a:cubicBezTo>
                    <a:pt x="14863" y="739"/>
                    <a:pt x="14863" y="629"/>
                    <a:pt x="14789" y="518"/>
                  </a:cubicBezTo>
                  <a:cubicBezTo>
                    <a:pt x="14752" y="444"/>
                    <a:pt x="14641" y="370"/>
                    <a:pt x="14567" y="370"/>
                  </a:cubicBezTo>
                  <a:lnTo>
                    <a:pt x="75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4670;p64">
              <a:extLst>
                <a:ext uri="{FF2B5EF4-FFF2-40B4-BE49-F238E27FC236}">
                  <a16:creationId xmlns:a16="http://schemas.microsoft.com/office/drawing/2014/main" id="{8897F9E0-44DA-1F98-D587-7AC30C800E7A}"/>
                </a:ext>
              </a:extLst>
            </p:cNvPr>
            <p:cNvSpPr/>
            <p:nvPr/>
          </p:nvSpPr>
          <p:spPr>
            <a:xfrm>
              <a:off x="1289975" y="3512800"/>
              <a:ext cx="232025" cy="192275"/>
            </a:xfrm>
            <a:custGeom>
              <a:avLst/>
              <a:gdLst/>
              <a:ahLst/>
              <a:cxnLst/>
              <a:rect l="l" t="t" r="r" b="b"/>
              <a:pathLst>
                <a:path w="9281" h="7691" extrusionOk="0">
                  <a:moveTo>
                    <a:pt x="7136" y="0"/>
                  </a:moveTo>
                  <a:lnTo>
                    <a:pt x="1" y="1775"/>
                  </a:lnTo>
                  <a:lnTo>
                    <a:pt x="2441" y="7690"/>
                  </a:lnTo>
                  <a:lnTo>
                    <a:pt x="9280" y="5065"/>
                  </a:lnTo>
                  <a:lnTo>
                    <a:pt x="7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4671;p64">
              <a:extLst>
                <a:ext uri="{FF2B5EF4-FFF2-40B4-BE49-F238E27FC236}">
                  <a16:creationId xmlns:a16="http://schemas.microsoft.com/office/drawing/2014/main" id="{BECD9A55-A814-EC3C-701F-2B47941E93B8}"/>
                </a:ext>
              </a:extLst>
            </p:cNvPr>
            <p:cNvSpPr/>
            <p:nvPr/>
          </p:nvSpPr>
          <p:spPr>
            <a:xfrm>
              <a:off x="1281650" y="3505175"/>
              <a:ext cx="247750" cy="207525"/>
            </a:xfrm>
            <a:custGeom>
              <a:avLst/>
              <a:gdLst/>
              <a:ahLst/>
              <a:cxnLst/>
              <a:rect l="l" t="t" r="r" b="b"/>
              <a:pathLst>
                <a:path w="9910" h="8301" extrusionOk="0">
                  <a:moveTo>
                    <a:pt x="7284" y="675"/>
                  </a:moveTo>
                  <a:lnTo>
                    <a:pt x="9195" y="5192"/>
                  </a:lnTo>
                  <a:lnTo>
                    <a:pt x="9195" y="5192"/>
                  </a:lnTo>
                  <a:lnTo>
                    <a:pt x="2959" y="7588"/>
                  </a:lnTo>
                  <a:lnTo>
                    <a:pt x="740" y="2265"/>
                  </a:lnTo>
                  <a:lnTo>
                    <a:pt x="7284" y="675"/>
                  </a:lnTo>
                  <a:close/>
                  <a:moveTo>
                    <a:pt x="7471" y="0"/>
                  </a:moveTo>
                  <a:cubicBezTo>
                    <a:pt x="7446" y="0"/>
                    <a:pt x="7420" y="3"/>
                    <a:pt x="7395" y="9"/>
                  </a:cubicBezTo>
                  <a:lnTo>
                    <a:pt x="260" y="1784"/>
                  </a:lnTo>
                  <a:cubicBezTo>
                    <a:pt x="186" y="1784"/>
                    <a:pt x="112" y="1858"/>
                    <a:pt x="38" y="1932"/>
                  </a:cubicBezTo>
                  <a:cubicBezTo>
                    <a:pt x="1" y="2006"/>
                    <a:pt x="1" y="2117"/>
                    <a:pt x="38" y="2191"/>
                  </a:cubicBezTo>
                  <a:lnTo>
                    <a:pt x="2478" y="8106"/>
                  </a:lnTo>
                  <a:cubicBezTo>
                    <a:pt x="2539" y="8229"/>
                    <a:pt x="2677" y="8300"/>
                    <a:pt x="2806" y="8300"/>
                  </a:cubicBezTo>
                  <a:cubicBezTo>
                    <a:pt x="2833" y="8300"/>
                    <a:pt x="2859" y="8297"/>
                    <a:pt x="2885" y="8291"/>
                  </a:cubicBezTo>
                  <a:lnTo>
                    <a:pt x="9724" y="5666"/>
                  </a:lnTo>
                  <a:cubicBezTo>
                    <a:pt x="9798" y="5629"/>
                    <a:pt x="9835" y="5555"/>
                    <a:pt x="9872" y="5481"/>
                  </a:cubicBezTo>
                  <a:cubicBezTo>
                    <a:pt x="9909" y="5407"/>
                    <a:pt x="9909" y="5333"/>
                    <a:pt x="9872" y="5259"/>
                  </a:cubicBezTo>
                  <a:lnTo>
                    <a:pt x="7765" y="194"/>
                  </a:lnTo>
                  <a:cubicBezTo>
                    <a:pt x="7704" y="72"/>
                    <a:pt x="7592" y="0"/>
                    <a:pt x="74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4672;p64">
              <a:extLst>
                <a:ext uri="{FF2B5EF4-FFF2-40B4-BE49-F238E27FC236}">
                  <a16:creationId xmlns:a16="http://schemas.microsoft.com/office/drawing/2014/main" id="{3755437C-7CA3-42FE-A051-182C322AC773}"/>
                </a:ext>
              </a:extLst>
            </p:cNvPr>
            <p:cNvSpPr/>
            <p:nvPr/>
          </p:nvSpPr>
          <p:spPr>
            <a:xfrm>
              <a:off x="1197550" y="3311300"/>
              <a:ext cx="243100" cy="176575"/>
            </a:xfrm>
            <a:custGeom>
              <a:avLst/>
              <a:gdLst/>
              <a:ahLst/>
              <a:cxnLst/>
              <a:rect l="l" t="t" r="r" b="b"/>
              <a:pathLst>
                <a:path w="9724" h="7063" extrusionOk="0">
                  <a:moveTo>
                    <a:pt x="7469" y="1"/>
                  </a:moveTo>
                  <a:lnTo>
                    <a:pt x="1" y="888"/>
                  </a:lnTo>
                  <a:lnTo>
                    <a:pt x="2552" y="7062"/>
                  </a:lnTo>
                  <a:lnTo>
                    <a:pt x="9724" y="5398"/>
                  </a:lnTo>
                  <a:lnTo>
                    <a:pt x="74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4673;p64">
              <a:extLst>
                <a:ext uri="{FF2B5EF4-FFF2-40B4-BE49-F238E27FC236}">
                  <a16:creationId xmlns:a16="http://schemas.microsoft.com/office/drawing/2014/main" id="{847AE706-5908-1173-3488-7E28E0A2C9E2}"/>
                </a:ext>
              </a:extLst>
            </p:cNvPr>
            <p:cNvSpPr/>
            <p:nvPr/>
          </p:nvSpPr>
          <p:spPr>
            <a:xfrm>
              <a:off x="1190150" y="3302975"/>
              <a:ext cx="258825" cy="192475"/>
            </a:xfrm>
            <a:custGeom>
              <a:avLst/>
              <a:gdLst/>
              <a:ahLst/>
              <a:cxnLst/>
              <a:rect l="l" t="t" r="r" b="b"/>
              <a:pathLst>
                <a:path w="10353" h="7699" extrusionOk="0">
                  <a:moveTo>
                    <a:pt x="7543" y="666"/>
                  </a:moveTo>
                  <a:lnTo>
                    <a:pt x="9613" y="5510"/>
                  </a:lnTo>
                  <a:lnTo>
                    <a:pt x="3041" y="7002"/>
                  </a:lnTo>
                  <a:lnTo>
                    <a:pt x="3041" y="7002"/>
                  </a:lnTo>
                  <a:lnTo>
                    <a:pt x="740" y="1480"/>
                  </a:lnTo>
                  <a:lnTo>
                    <a:pt x="7543" y="666"/>
                  </a:lnTo>
                  <a:close/>
                  <a:moveTo>
                    <a:pt x="7728" y="1"/>
                  </a:moveTo>
                  <a:lnTo>
                    <a:pt x="260" y="925"/>
                  </a:lnTo>
                  <a:cubicBezTo>
                    <a:pt x="186" y="925"/>
                    <a:pt x="75" y="999"/>
                    <a:pt x="38" y="1073"/>
                  </a:cubicBezTo>
                  <a:cubicBezTo>
                    <a:pt x="1" y="1147"/>
                    <a:pt x="1" y="1258"/>
                    <a:pt x="38" y="1332"/>
                  </a:cubicBezTo>
                  <a:lnTo>
                    <a:pt x="2552" y="7506"/>
                  </a:lnTo>
                  <a:cubicBezTo>
                    <a:pt x="2616" y="7602"/>
                    <a:pt x="2735" y="7698"/>
                    <a:pt x="2862" y="7698"/>
                  </a:cubicBezTo>
                  <a:cubicBezTo>
                    <a:pt x="2882" y="7698"/>
                    <a:pt x="2902" y="7696"/>
                    <a:pt x="2922" y="7691"/>
                  </a:cubicBezTo>
                  <a:lnTo>
                    <a:pt x="10094" y="6027"/>
                  </a:lnTo>
                  <a:cubicBezTo>
                    <a:pt x="10168" y="6027"/>
                    <a:pt x="10242" y="5953"/>
                    <a:pt x="10316" y="5879"/>
                  </a:cubicBezTo>
                  <a:cubicBezTo>
                    <a:pt x="10353" y="5805"/>
                    <a:pt x="10353" y="5694"/>
                    <a:pt x="10316" y="5620"/>
                  </a:cubicBezTo>
                  <a:lnTo>
                    <a:pt x="8023" y="186"/>
                  </a:lnTo>
                  <a:cubicBezTo>
                    <a:pt x="7987" y="75"/>
                    <a:pt x="7839" y="1"/>
                    <a:pt x="7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4674;p64">
              <a:extLst>
                <a:ext uri="{FF2B5EF4-FFF2-40B4-BE49-F238E27FC236}">
                  <a16:creationId xmlns:a16="http://schemas.microsoft.com/office/drawing/2014/main" id="{3895E490-3FC1-83BF-5B13-DC27F610543E}"/>
                </a:ext>
              </a:extLst>
            </p:cNvPr>
            <p:cNvSpPr/>
            <p:nvPr/>
          </p:nvSpPr>
          <p:spPr>
            <a:xfrm>
              <a:off x="1413825" y="3288200"/>
              <a:ext cx="203375" cy="151600"/>
            </a:xfrm>
            <a:custGeom>
              <a:avLst/>
              <a:gdLst/>
              <a:ahLst/>
              <a:cxnLst/>
              <a:rect l="l" t="t" r="r" b="b"/>
              <a:pathLst>
                <a:path w="8135" h="6064" extrusionOk="0">
                  <a:moveTo>
                    <a:pt x="6323" y="0"/>
                  </a:moveTo>
                  <a:lnTo>
                    <a:pt x="1" y="777"/>
                  </a:lnTo>
                  <a:lnTo>
                    <a:pt x="2256" y="6064"/>
                  </a:lnTo>
                  <a:lnTo>
                    <a:pt x="8134" y="4733"/>
                  </a:lnTo>
                  <a:lnTo>
                    <a:pt x="6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4675;p64">
              <a:extLst>
                <a:ext uri="{FF2B5EF4-FFF2-40B4-BE49-F238E27FC236}">
                  <a16:creationId xmlns:a16="http://schemas.microsoft.com/office/drawing/2014/main" id="{4A23E101-00F9-49F0-82D3-75912C08EEE9}"/>
                </a:ext>
              </a:extLst>
            </p:cNvPr>
            <p:cNvSpPr/>
            <p:nvPr/>
          </p:nvSpPr>
          <p:spPr>
            <a:xfrm>
              <a:off x="1406425" y="3280575"/>
              <a:ext cx="219100" cy="166850"/>
            </a:xfrm>
            <a:custGeom>
              <a:avLst/>
              <a:gdLst/>
              <a:ahLst/>
              <a:cxnLst/>
              <a:rect l="l" t="t" r="r" b="b"/>
              <a:pathLst>
                <a:path w="8764" h="6674" extrusionOk="0">
                  <a:moveTo>
                    <a:pt x="6397" y="638"/>
                  </a:moveTo>
                  <a:lnTo>
                    <a:pt x="8024" y="4816"/>
                  </a:lnTo>
                  <a:lnTo>
                    <a:pt x="2711" y="6020"/>
                  </a:lnTo>
                  <a:lnTo>
                    <a:pt x="2711" y="6020"/>
                  </a:lnTo>
                  <a:lnTo>
                    <a:pt x="740" y="1341"/>
                  </a:lnTo>
                  <a:lnTo>
                    <a:pt x="6397" y="638"/>
                  </a:lnTo>
                  <a:close/>
                  <a:moveTo>
                    <a:pt x="6641" y="0"/>
                  </a:moveTo>
                  <a:cubicBezTo>
                    <a:pt x="6621" y="0"/>
                    <a:pt x="6601" y="3"/>
                    <a:pt x="6582" y="10"/>
                  </a:cubicBezTo>
                  <a:lnTo>
                    <a:pt x="260" y="749"/>
                  </a:lnTo>
                  <a:cubicBezTo>
                    <a:pt x="186" y="786"/>
                    <a:pt x="75" y="823"/>
                    <a:pt x="38" y="897"/>
                  </a:cubicBezTo>
                  <a:cubicBezTo>
                    <a:pt x="1" y="1008"/>
                    <a:pt x="1" y="1082"/>
                    <a:pt x="38" y="1193"/>
                  </a:cubicBezTo>
                  <a:lnTo>
                    <a:pt x="2256" y="6479"/>
                  </a:lnTo>
                  <a:cubicBezTo>
                    <a:pt x="2287" y="6602"/>
                    <a:pt x="2394" y="6674"/>
                    <a:pt x="2513" y="6674"/>
                  </a:cubicBezTo>
                  <a:cubicBezTo>
                    <a:pt x="2538" y="6674"/>
                    <a:pt x="2564" y="6671"/>
                    <a:pt x="2589" y="6664"/>
                  </a:cubicBezTo>
                  <a:lnTo>
                    <a:pt x="8504" y="5333"/>
                  </a:lnTo>
                  <a:cubicBezTo>
                    <a:pt x="8615" y="5296"/>
                    <a:pt x="8689" y="5259"/>
                    <a:pt x="8726" y="5149"/>
                  </a:cubicBezTo>
                  <a:cubicBezTo>
                    <a:pt x="8763" y="5075"/>
                    <a:pt x="8763" y="5001"/>
                    <a:pt x="8726" y="4927"/>
                  </a:cubicBezTo>
                  <a:lnTo>
                    <a:pt x="6878" y="194"/>
                  </a:lnTo>
                  <a:cubicBezTo>
                    <a:pt x="6847" y="72"/>
                    <a:pt x="6740" y="0"/>
                    <a:pt x="6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4676;p64">
              <a:extLst>
                <a:ext uri="{FF2B5EF4-FFF2-40B4-BE49-F238E27FC236}">
                  <a16:creationId xmlns:a16="http://schemas.microsoft.com/office/drawing/2014/main" id="{A7CB134F-570A-0CBC-EBAC-9117C428E5B2}"/>
                </a:ext>
              </a:extLst>
            </p:cNvPr>
            <p:cNvSpPr/>
            <p:nvPr/>
          </p:nvSpPr>
          <p:spPr>
            <a:xfrm>
              <a:off x="1601450" y="3269700"/>
              <a:ext cx="162700" cy="129425"/>
            </a:xfrm>
            <a:custGeom>
              <a:avLst/>
              <a:gdLst/>
              <a:ahLst/>
              <a:cxnLst/>
              <a:rect l="l" t="t" r="r" b="b"/>
              <a:pathLst>
                <a:path w="6508" h="5177" extrusionOk="0">
                  <a:moveTo>
                    <a:pt x="4844" y="1"/>
                  </a:moveTo>
                  <a:lnTo>
                    <a:pt x="1" y="592"/>
                  </a:lnTo>
                  <a:lnTo>
                    <a:pt x="1812" y="5177"/>
                  </a:lnTo>
                  <a:lnTo>
                    <a:pt x="6508" y="4105"/>
                  </a:lnTo>
                  <a:lnTo>
                    <a:pt x="48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4677;p64">
              <a:extLst>
                <a:ext uri="{FF2B5EF4-FFF2-40B4-BE49-F238E27FC236}">
                  <a16:creationId xmlns:a16="http://schemas.microsoft.com/office/drawing/2014/main" id="{D062542A-2FA5-B872-B95C-F7C8BDA81319}"/>
                </a:ext>
              </a:extLst>
            </p:cNvPr>
            <p:cNvSpPr/>
            <p:nvPr/>
          </p:nvSpPr>
          <p:spPr>
            <a:xfrm>
              <a:off x="1593150" y="3262075"/>
              <a:ext cx="179325" cy="145375"/>
            </a:xfrm>
            <a:custGeom>
              <a:avLst/>
              <a:gdLst/>
              <a:ahLst/>
              <a:cxnLst/>
              <a:rect l="l" t="t" r="r" b="b"/>
              <a:pathLst>
                <a:path w="7173" h="5815" extrusionOk="0">
                  <a:moveTo>
                    <a:pt x="4969" y="632"/>
                  </a:moveTo>
                  <a:lnTo>
                    <a:pt x="6433" y="4188"/>
                  </a:lnTo>
                  <a:lnTo>
                    <a:pt x="2329" y="5149"/>
                  </a:lnTo>
                  <a:lnTo>
                    <a:pt x="776" y="1156"/>
                  </a:lnTo>
                  <a:lnTo>
                    <a:pt x="4969" y="632"/>
                  </a:lnTo>
                  <a:close/>
                  <a:moveTo>
                    <a:pt x="5199" y="1"/>
                  </a:moveTo>
                  <a:cubicBezTo>
                    <a:pt x="5178" y="1"/>
                    <a:pt x="5158" y="4"/>
                    <a:pt x="5139" y="10"/>
                  </a:cubicBezTo>
                  <a:lnTo>
                    <a:pt x="296" y="602"/>
                  </a:lnTo>
                  <a:cubicBezTo>
                    <a:pt x="222" y="602"/>
                    <a:pt x="111" y="639"/>
                    <a:pt x="74" y="750"/>
                  </a:cubicBezTo>
                  <a:cubicBezTo>
                    <a:pt x="37" y="824"/>
                    <a:pt x="0" y="897"/>
                    <a:pt x="37" y="1008"/>
                  </a:cubicBezTo>
                  <a:lnTo>
                    <a:pt x="1849" y="5593"/>
                  </a:lnTo>
                  <a:cubicBezTo>
                    <a:pt x="1886" y="5741"/>
                    <a:pt x="2033" y="5815"/>
                    <a:pt x="2218" y="5815"/>
                  </a:cubicBezTo>
                  <a:lnTo>
                    <a:pt x="6914" y="4742"/>
                  </a:lnTo>
                  <a:cubicBezTo>
                    <a:pt x="6987" y="4705"/>
                    <a:pt x="7061" y="4632"/>
                    <a:pt x="7135" y="4558"/>
                  </a:cubicBezTo>
                  <a:cubicBezTo>
                    <a:pt x="7172" y="4484"/>
                    <a:pt x="7172" y="4373"/>
                    <a:pt x="7135" y="4299"/>
                  </a:cubicBezTo>
                  <a:lnTo>
                    <a:pt x="5435" y="195"/>
                  </a:lnTo>
                  <a:cubicBezTo>
                    <a:pt x="5404" y="73"/>
                    <a:pt x="5297" y="1"/>
                    <a:pt x="5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4678;p64">
              <a:extLst>
                <a:ext uri="{FF2B5EF4-FFF2-40B4-BE49-F238E27FC236}">
                  <a16:creationId xmlns:a16="http://schemas.microsoft.com/office/drawing/2014/main" id="{3FAC7501-FE96-E5F7-9C03-3E77A3014939}"/>
                </a:ext>
              </a:extLst>
            </p:cNvPr>
            <p:cNvSpPr/>
            <p:nvPr/>
          </p:nvSpPr>
          <p:spPr>
            <a:xfrm>
              <a:off x="1497950" y="3470275"/>
              <a:ext cx="185800" cy="158075"/>
            </a:xfrm>
            <a:custGeom>
              <a:avLst/>
              <a:gdLst/>
              <a:ahLst/>
              <a:cxnLst/>
              <a:rect l="l" t="t" r="r" b="b"/>
              <a:pathLst>
                <a:path w="7432" h="6323" extrusionOk="0">
                  <a:moveTo>
                    <a:pt x="5767" y="1"/>
                  </a:moveTo>
                  <a:lnTo>
                    <a:pt x="0" y="1405"/>
                  </a:lnTo>
                  <a:lnTo>
                    <a:pt x="2033" y="6323"/>
                  </a:lnTo>
                  <a:lnTo>
                    <a:pt x="7431" y="4252"/>
                  </a:lnTo>
                  <a:lnTo>
                    <a:pt x="5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4679;p64">
              <a:extLst>
                <a:ext uri="{FF2B5EF4-FFF2-40B4-BE49-F238E27FC236}">
                  <a16:creationId xmlns:a16="http://schemas.microsoft.com/office/drawing/2014/main" id="{A8B0491D-6AF2-5D0F-B4E7-CE70F4FB23D5}"/>
                </a:ext>
              </a:extLst>
            </p:cNvPr>
            <p:cNvSpPr/>
            <p:nvPr/>
          </p:nvSpPr>
          <p:spPr>
            <a:xfrm>
              <a:off x="1489625" y="3462650"/>
              <a:ext cx="202425" cy="173825"/>
            </a:xfrm>
            <a:custGeom>
              <a:avLst/>
              <a:gdLst/>
              <a:ahLst/>
              <a:cxnLst/>
              <a:rect l="l" t="t" r="r" b="b"/>
              <a:pathLst>
                <a:path w="8097" h="6953" extrusionOk="0">
                  <a:moveTo>
                    <a:pt x="5935" y="660"/>
                  </a:moveTo>
                  <a:lnTo>
                    <a:pt x="7357" y="4372"/>
                  </a:lnTo>
                  <a:lnTo>
                    <a:pt x="2551" y="6258"/>
                  </a:lnTo>
                  <a:lnTo>
                    <a:pt x="740" y="1932"/>
                  </a:lnTo>
                  <a:lnTo>
                    <a:pt x="5935" y="660"/>
                  </a:lnTo>
                  <a:close/>
                  <a:moveTo>
                    <a:pt x="6105" y="0"/>
                  </a:moveTo>
                  <a:cubicBezTo>
                    <a:pt x="6078" y="0"/>
                    <a:pt x="6052" y="3"/>
                    <a:pt x="6027" y="10"/>
                  </a:cubicBezTo>
                  <a:lnTo>
                    <a:pt x="259" y="1415"/>
                  </a:lnTo>
                  <a:cubicBezTo>
                    <a:pt x="148" y="1452"/>
                    <a:pt x="74" y="1489"/>
                    <a:pt x="37" y="1600"/>
                  </a:cubicBezTo>
                  <a:cubicBezTo>
                    <a:pt x="0" y="1674"/>
                    <a:pt x="0" y="1747"/>
                    <a:pt x="37" y="1858"/>
                  </a:cubicBezTo>
                  <a:lnTo>
                    <a:pt x="2108" y="6775"/>
                  </a:lnTo>
                  <a:cubicBezTo>
                    <a:pt x="2135" y="6884"/>
                    <a:pt x="2241" y="6952"/>
                    <a:pt x="2354" y="6952"/>
                  </a:cubicBezTo>
                  <a:cubicBezTo>
                    <a:pt x="2395" y="6952"/>
                    <a:pt x="2438" y="6943"/>
                    <a:pt x="2477" y="6923"/>
                  </a:cubicBezTo>
                  <a:lnTo>
                    <a:pt x="7875" y="4853"/>
                  </a:lnTo>
                  <a:cubicBezTo>
                    <a:pt x="7949" y="4816"/>
                    <a:pt x="8023" y="4779"/>
                    <a:pt x="8060" y="4705"/>
                  </a:cubicBezTo>
                  <a:cubicBezTo>
                    <a:pt x="8097" y="4631"/>
                    <a:pt x="8097" y="4520"/>
                    <a:pt x="8060" y="4446"/>
                  </a:cubicBezTo>
                  <a:lnTo>
                    <a:pt x="6396" y="195"/>
                  </a:lnTo>
                  <a:cubicBezTo>
                    <a:pt x="6366" y="72"/>
                    <a:pt x="6233" y="0"/>
                    <a:pt x="61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4680;p64">
              <a:extLst>
                <a:ext uri="{FF2B5EF4-FFF2-40B4-BE49-F238E27FC236}">
                  <a16:creationId xmlns:a16="http://schemas.microsoft.com/office/drawing/2014/main" id="{F5E3AFCD-4FAE-5245-AD07-927663AF3C05}"/>
                </a:ext>
              </a:extLst>
            </p:cNvPr>
            <p:cNvSpPr/>
            <p:nvPr/>
          </p:nvSpPr>
          <p:spPr>
            <a:xfrm>
              <a:off x="1004375" y="3337175"/>
              <a:ext cx="228325" cy="193200"/>
            </a:xfrm>
            <a:custGeom>
              <a:avLst/>
              <a:gdLst/>
              <a:ahLst/>
              <a:cxnLst/>
              <a:rect l="l" t="t" r="r" b="b"/>
              <a:pathLst>
                <a:path w="9133" h="7728" extrusionOk="0">
                  <a:moveTo>
                    <a:pt x="6545" y="1"/>
                  </a:moveTo>
                  <a:lnTo>
                    <a:pt x="1" y="814"/>
                  </a:lnTo>
                  <a:lnTo>
                    <a:pt x="2811" y="7728"/>
                  </a:lnTo>
                  <a:lnTo>
                    <a:pt x="9133" y="6286"/>
                  </a:lnTo>
                  <a:lnTo>
                    <a:pt x="65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4681;p64">
              <a:extLst>
                <a:ext uri="{FF2B5EF4-FFF2-40B4-BE49-F238E27FC236}">
                  <a16:creationId xmlns:a16="http://schemas.microsoft.com/office/drawing/2014/main" id="{B0B778F1-437B-4695-C2D3-D7D4215E56A2}"/>
                </a:ext>
              </a:extLst>
            </p:cNvPr>
            <p:cNvSpPr/>
            <p:nvPr/>
          </p:nvSpPr>
          <p:spPr>
            <a:xfrm>
              <a:off x="996075" y="3329800"/>
              <a:ext cx="244025" cy="208150"/>
            </a:xfrm>
            <a:custGeom>
              <a:avLst/>
              <a:gdLst/>
              <a:ahLst/>
              <a:cxnLst/>
              <a:rect l="l" t="t" r="r" b="b"/>
              <a:pathLst>
                <a:path w="9761" h="8326" extrusionOk="0">
                  <a:moveTo>
                    <a:pt x="6683" y="656"/>
                  </a:moveTo>
                  <a:lnTo>
                    <a:pt x="9021" y="6359"/>
                  </a:lnTo>
                  <a:lnTo>
                    <a:pt x="3327" y="7653"/>
                  </a:lnTo>
                  <a:lnTo>
                    <a:pt x="776" y="1368"/>
                  </a:lnTo>
                  <a:lnTo>
                    <a:pt x="6683" y="656"/>
                  </a:lnTo>
                  <a:close/>
                  <a:moveTo>
                    <a:pt x="6840" y="0"/>
                  </a:moveTo>
                  <a:lnTo>
                    <a:pt x="296" y="813"/>
                  </a:lnTo>
                  <a:cubicBezTo>
                    <a:pt x="222" y="813"/>
                    <a:pt x="111" y="850"/>
                    <a:pt x="74" y="961"/>
                  </a:cubicBezTo>
                  <a:cubicBezTo>
                    <a:pt x="37" y="1035"/>
                    <a:pt x="0" y="1146"/>
                    <a:pt x="37" y="1220"/>
                  </a:cubicBezTo>
                  <a:lnTo>
                    <a:pt x="2847" y="8134"/>
                  </a:lnTo>
                  <a:cubicBezTo>
                    <a:pt x="2911" y="8230"/>
                    <a:pt x="3030" y="8326"/>
                    <a:pt x="3157" y="8326"/>
                  </a:cubicBezTo>
                  <a:cubicBezTo>
                    <a:pt x="3177" y="8326"/>
                    <a:pt x="3197" y="8323"/>
                    <a:pt x="3216" y="8318"/>
                  </a:cubicBezTo>
                  <a:lnTo>
                    <a:pt x="9501" y="6877"/>
                  </a:lnTo>
                  <a:cubicBezTo>
                    <a:pt x="9612" y="6840"/>
                    <a:pt x="9686" y="6803"/>
                    <a:pt x="9723" y="6692"/>
                  </a:cubicBezTo>
                  <a:cubicBezTo>
                    <a:pt x="9760" y="6618"/>
                    <a:pt x="9760" y="6544"/>
                    <a:pt x="9723" y="6433"/>
                  </a:cubicBezTo>
                  <a:lnTo>
                    <a:pt x="7135" y="185"/>
                  </a:lnTo>
                  <a:cubicBezTo>
                    <a:pt x="7098" y="74"/>
                    <a:pt x="6951" y="0"/>
                    <a:pt x="6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4682;p64">
              <a:extLst>
                <a:ext uri="{FF2B5EF4-FFF2-40B4-BE49-F238E27FC236}">
                  <a16:creationId xmlns:a16="http://schemas.microsoft.com/office/drawing/2014/main" id="{91290BC6-7402-9DE6-5D34-591F962E8608}"/>
                </a:ext>
              </a:extLst>
            </p:cNvPr>
            <p:cNvSpPr/>
            <p:nvPr/>
          </p:nvSpPr>
          <p:spPr>
            <a:xfrm>
              <a:off x="1752100" y="3259550"/>
              <a:ext cx="92475" cy="106300"/>
            </a:xfrm>
            <a:custGeom>
              <a:avLst/>
              <a:gdLst/>
              <a:ahLst/>
              <a:cxnLst/>
              <a:rect l="l" t="t" r="r" b="b"/>
              <a:pathLst>
                <a:path w="3699" h="4252" extrusionOk="0">
                  <a:moveTo>
                    <a:pt x="2108" y="0"/>
                  </a:moveTo>
                  <a:lnTo>
                    <a:pt x="1" y="259"/>
                  </a:lnTo>
                  <a:lnTo>
                    <a:pt x="1628" y="4252"/>
                  </a:lnTo>
                  <a:lnTo>
                    <a:pt x="3698" y="3808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4683;p64">
              <a:extLst>
                <a:ext uri="{FF2B5EF4-FFF2-40B4-BE49-F238E27FC236}">
                  <a16:creationId xmlns:a16="http://schemas.microsoft.com/office/drawing/2014/main" id="{30406068-10A8-29B3-7C60-C22C57B25F1F}"/>
                </a:ext>
              </a:extLst>
            </p:cNvPr>
            <p:cNvSpPr/>
            <p:nvPr/>
          </p:nvSpPr>
          <p:spPr>
            <a:xfrm>
              <a:off x="1743800" y="3251925"/>
              <a:ext cx="109075" cy="121575"/>
            </a:xfrm>
            <a:custGeom>
              <a:avLst/>
              <a:gdLst/>
              <a:ahLst/>
              <a:cxnLst/>
              <a:rect l="l" t="t" r="r" b="b"/>
              <a:pathLst>
                <a:path w="4363" h="4863" extrusionOk="0">
                  <a:moveTo>
                    <a:pt x="2218" y="638"/>
                  </a:moveTo>
                  <a:lnTo>
                    <a:pt x="3623" y="3891"/>
                  </a:lnTo>
                  <a:lnTo>
                    <a:pt x="2159" y="4210"/>
                  </a:lnTo>
                  <a:lnTo>
                    <a:pt x="2159" y="4210"/>
                  </a:lnTo>
                  <a:lnTo>
                    <a:pt x="777" y="823"/>
                  </a:lnTo>
                  <a:lnTo>
                    <a:pt x="2218" y="638"/>
                  </a:lnTo>
                  <a:close/>
                  <a:moveTo>
                    <a:pt x="2463" y="0"/>
                  </a:moveTo>
                  <a:cubicBezTo>
                    <a:pt x="2442" y="0"/>
                    <a:pt x="2422" y="3"/>
                    <a:pt x="2403" y="9"/>
                  </a:cubicBezTo>
                  <a:lnTo>
                    <a:pt x="296" y="268"/>
                  </a:lnTo>
                  <a:cubicBezTo>
                    <a:pt x="222" y="268"/>
                    <a:pt x="111" y="305"/>
                    <a:pt x="74" y="416"/>
                  </a:cubicBezTo>
                  <a:cubicBezTo>
                    <a:pt x="37" y="490"/>
                    <a:pt x="0" y="601"/>
                    <a:pt x="37" y="675"/>
                  </a:cubicBezTo>
                  <a:lnTo>
                    <a:pt x="1701" y="4668"/>
                  </a:lnTo>
                  <a:cubicBezTo>
                    <a:pt x="1732" y="4790"/>
                    <a:pt x="1838" y="4862"/>
                    <a:pt x="1958" y="4862"/>
                  </a:cubicBezTo>
                  <a:cubicBezTo>
                    <a:pt x="1983" y="4862"/>
                    <a:pt x="2008" y="4859"/>
                    <a:pt x="2034" y="4853"/>
                  </a:cubicBezTo>
                  <a:lnTo>
                    <a:pt x="4104" y="4409"/>
                  </a:lnTo>
                  <a:cubicBezTo>
                    <a:pt x="4215" y="4372"/>
                    <a:pt x="4289" y="4335"/>
                    <a:pt x="4326" y="4224"/>
                  </a:cubicBezTo>
                  <a:cubicBezTo>
                    <a:pt x="4363" y="4150"/>
                    <a:pt x="4363" y="4076"/>
                    <a:pt x="4326" y="3965"/>
                  </a:cubicBezTo>
                  <a:lnTo>
                    <a:pt x="2699" y="194"/>
                  </a:lnTo>
                  <a:cubicBezTo>
                    <a:pt x="2668" y="72"/>
                    <a:pt x="2562" y="0"/>
                    <a:pt x="2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4684;p64">
              <a:extLst>
                <a:ext uri="{FF2B5EF4-FFF2-40B4-BE49-F238E27FC236}">
                  <a16:creationId xmlns:a16="http://schemas.microsoft.com/office/drawing/2014/main" id="{E553C52D-788B-63C1-33C9-D538A320B6AD}"/>
                </a:ext>
              </a:extLst>
            </p:cNvPr>
            <p:cNvSpPr/>
            <p:nvPr/>
          </p:nvSpPr>
          <p:spPr>
            <a:xfrm>
              <a:off x="1087575" y="3563625"/>
              <a:ext cx="235700" cy="215375"/>
            </a:xfrm>
            <a:custGeom>
              <a:avLst/>
              <a:gdLst/>
              <a:ahLst/>
              <a:cxnLst/>
              <a:rect l="l" t="t" r="r" b="b"/>
              <a:pathLst>
                <a:path w="9428" h="8615" extrusionOk="0">
                  <a:moveTo>
                    <a:pt x="6951" y="1"/>
                  </a:moveTo>
                  <a:lnTo>
                    <a:pt x="0" y="1701"/>
                  </a:lnTo>
                  <a:lnTo>
                    <a:pt x="2810" y="8615"/>
                  </a:lnTo>
                  <a:lnTo>
                    <a:pt x="9428" y="6064"/>
                  </a:lnTo>
                  <a:lnTo>
                    <a:pt x="6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4685;p64">
              <a:extLst>
                <a:ext uri="{FF2B5EF4-FFF2-40B4-BE49-F238E27FC236}">
                  <a16:creationId xmlns:a16="http://schemas.microsoft.com/office/drawing/2014/main" id="{FE30FE55-4518-715E-820A-B6C13DDAFE4C}"/>
                </a:ext>
              </a:extLst>
            </p:cNvPr>
            <p:cNvSpPr/>
            <p:nvPr/>
          </p:nvSpPr>
          <p:spPr>
            <a:xfrm>
              <a:off x="1079250" y="3556000"/>
              <a:ext cx="252350" cy="231100"/>
            </a:xfrm>
            <a:custGeom>
              <a:avLst/>
              <a:gdLst/>
              <a:ahLst/>
              <a:cxnLst/>
              <a:rect l="l" t="t" r="r" b="b"/>
              <a:pathLst>
                <a:path w="10094" h="9244" extrusionOk="0">
                  <a:moveTo>
                    <a:pt x="7091" y="667"/>
                  </a:moveTo>
                  <a:lnTo>
                    <a:pt x="9354" y="6184"/>
                  </a:lnTo>
                  <a:lnTo>
                    <a:pt x="3328" y="8513"/>
                  </a:lnTo>
                  <a:lnTo>
                    <a:pt x="740" y="2228"/>
                  </a:lnTo>
                  <a:lnTo>
                    <a:pt x="7091" y="667"/>
                  </a:lnTo>
                  <a:close/>
                  <a:moveTo>
                    <a:pt x="7285" y="0"/>
                  </a:moveTo>
                  <a:cubicBezTo>
                    <a:pt x="7260" y="0"/>
                    <a:pt x="7235" y="4"/>
                    <a:pt x="7210" y="10"/>
                  </a:cubicBezTo>
                  <a:lnTo>
                    <a:pt x="259" y="1711"/>
                  </a:lnTo>
                  <a:cubicBezTo>
                    <a:pt x="185" y="1747"/>
                    <a:pt x="111" y="1821"/>
                    <a:pt x="74" y="1895"/>
                  </a:cubicBezTo>
                  <a:cubicBezTo>
                    <a:pt x="37" y="1969"/>
                    <a:pt x="0" y="2043"/>
                    <a:pt x="37" y="2154"/>
                  </a:cubicBezTo>
                  <a:lnTo>
                    <a:pt x="2847" y="9031"/>
                  </a:lnTo>
                  <a:cubicBezTo>
                    <a:pt x="2902" y="9168"/>
                    <a:pt x="3018" y="9244"/>
                    <a:pt x="3134" y="9244"/>
                  </a:cubicBezTo>
                  <a:cubicBezTo>
                    <a:pt x="3175" y="9244"/>
                    <a:pt x="3216" y="9235"/>
                    <a:pt x="3254" y="9216"/>
                  </a:cubicBezTo>
                  <a:lnTo>
                    <a:pt x="9872" y="6665"/>
                  </a:lnTo>
                  <a:cubicBezTo>
                    <a:pt x="9945" y="6628"/>
                    <a:pt x="10019" y="6591"/>
                    <a:pt x="10056" y="6480"/>
                  </a:cubicBezTo>
                  <a:cubicBezTo>
                    <a:pt x="10093" y="6406"/>
                    <a:pt x="10093" y="6332"/>
                    <a:pt x="10056" y="6258"/>
                  </a:cubicBezTo>
                  <a:lnTo>
                    <a:pt x="7542" y="195"/>
                  </a:lnTo>
                  <a:cubicBezTo>
                    <a:pt x="7512" y="72"/>
                    <a:pt x="7405" y="0"/>
                    <a:pt x="7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4686;p64">
              <a:extLst>
                <a:ext uri="{FF2B5EF4-FFF2-40B4-BE49-F238E27FC236}">
                  <a16:creationId xmlns:a16="http://schemas.microsoft.com/office/drawing/2014/main" id="{047CA6F7-B79E-2F37-8E08-07968823F241}"/>
                </a:ext>
              </a:extLst>
            </p:cNvPr>
            <p:cNvSpPr/>
            <p:nvPr/>
          </p:nvSpPr>
          <p:spPr>
            <a:xfrm>
              <a:off x="1670775" y="3434225"/>
              <a:ext cx="154375" cy="132200"/>
            </a:xfrm>
            <a:custGeom>
              <a:avLst/>
              <a:gdLst/>
              <a:ahLst/>
              <a:cxnLst/>
              <a:rect l="l" t="t" r="r" b="b"/>
              <a:pathLst>
                <a:path w="6175" h="5288" extrusionOk="0">
                  <a:moveTo>
                    <a:pt x="4733" y="1"/>
                  </a:moveTo>
                  <a:lnTo>
                    <a:pt x="1" y="1147"/>
                  </a:lnTo>
                  <a:lnTo>
                    <a:pt x="1627" y="5288"/>
                  </a:lnTo>
                  <a:lnTo>
                    <a:pt x="6175" y="3513"/>
                  </a:lnTo>
                  <a:lnTo>
                    <a:pt x="47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4687;p64">
              <a:extLst>
                <a:ext uri="{FF2B5EF4-FFF2-40B4-BE49-F238E27FC236}">
                  <a16:creationId xmlns:a16="http://schemas.microsoft.com/office/drawing/2014/main" id="{436ED177-0241-730B-CA80-E549DB6D0D83}"/>
                </a:ext>
              </a:extLst>
            </p:cNvPr>
            <p:cNvSpPr/>
            <p:nvPr/>
          </p:nvSpPr>
          <p:spPr>
            <a:xfrm>
              <a:off x="1663375" y="3426600"/>
              <a:ext cx="170100" cy="147450"/>
            </a:xfrm>
            <a:custGeom>
              <a:avLst/>
              <a:gdLst/>
              <a:ahLst/>
              <a:cxnLst/>
              <a:rect l="l" t="t" r="r" b="b"/>
              <a:pathLst>
                <a:path w="6804" h="5898" extrusionOk="0">
                  <a:moveTo>
                    <a:pt x="4867" y="660"/>
                  </a:moveTo>
                  <a:lnTo>
                    <a:pt x="6064" y="3670"/>
                  </a:lnTo>
                  <a:lnTo>
                    <a:pt x="2108" y="5186"/>
                  </a:lnTo>
                  <a:lnTo>
                    <a:pt x="740" y="1674"/>
                  </a:lnTo>
                  <a:lnTo>
                    <a:pt x="4867" y="660"/>
                  </a:lnTo>
                  <a:close/>
                  <a:moveTo>
                    <a:pt x="5031" y="1"/>
                  </a:moveTo>
                  <a:cubicBezTo>
                    <a:pt x="5006" y="1"/>
                    <a:pt x="4980" y="4"/>
                    <a:pt x="4955" y="10"/>
                  </a:cubicBezTo>
                  <a:lnTo>
                    <a:pt x="223" y="1156"/>
                  </a:lnTo>
                  <a:cubicBezTo>
                    <a:pt x="149" y="1193"/>
                    <a:pt x="75" y="1230"/>
                    <a:pt x="38" y="1304"/>
                  </a:cubicBezTo>
                  <a:cubicBezTo>
                    <a:pt x="1" y="1415"/>
                    <a:pt x="1" y="1489"/>
                    <a:pt x="38" y="1563"/>
                  </a:cubicBezTo>
                  <a:lnTo>
                    <a:pt x="1628" y="5703"/>
                  </a:lnTo>
                  <a:cubicBezTo>
                    <a:pt x="1689" y="5826"/>
                    <a:pt x="1826" y="5898"/>
                    <a:pt x="1956" y="5898"/>
                  </a:cubicBezTo>
                  <a:cubicBezTo>
                    <a:pt x="1982" y="5898"/>
                    <a:pt x="2009" y="5895"/>
                    <a:pt x="2034" y="5888"/>
                  </a:cubicBezTo>
                  <a:lnTo>
                    <a:pt x="6582" y="4114"/>
                  </a:lnTo>
                  <a:cubicBezTo>
                    <a:pt x="6656" y="4077"/>
                    <a:pt x="6729" y="4040"/>
                    <a:pt x="6766" y="3966"/>
                  </a:cubicBezTo>
                  <a:cubicBezTo>
                    <a:pt x="6803" y="3892"/>
                    <a:pt x="6803" y="3781"/>
                    <a:pt x="6766" y="3707"/>
                  </a:cubicBezTo>
                  <a:lnTo>
                    <a:pt x="5325" y="195"/>
                  </a:lnTo>
                  <a:cubicBezTo>
                    <a:pt x="5263" y="72"/>
                    <a:pt x="5151" y="1"/>
                    <a:pt x="5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4688;p64">
              <a:extLst>
                <a:ext uri="{FF2B5EF4-FFF2-40B4-BE49-F238E27FC236}">
                  <a16:creationId xmlns:a16="http://schemas.microsoft.com/office/drawing/2014/main" id="{58D90AB7-D10D-1DD1-817A-9D0A853F8C9C}"/>
                </a:ext>
              </a:extLst>
            </p:cNvPr>
            <p:cNvSpPr/>
            <p:nvPr/>
          </p:nvSpPr>
          <p:spPr>
            <a:xfrm>
              <a:off x="1817725" y="3414825"/>
              <a:ext cx="87850" cy="97075"/>
            </a:xfrm>
            <a:custGeom>
              <a:avLst/>
              <a:gdLst/>
              <a:ahLst/>
              <a:cxnLst/>
              <a:rect l="l" t="t" r="r" b="b"/>
              <a:pathLst>
                <a:path w="3514" h="3883" extrusionOk="0">
                  <a:moveTo>
                    <a:pt x="1997" y="0"/>
                  </a:moveTo>
                  <a:lnTo>
                    <a:pt x="1" y="481"/>
                  </a:lnTo>
                  <a:lnTo>
                    <a:pt x="1406" y="3882"/>
                  </a:lnTo>
                  <a:lnTo>
                    <a:pt x="3513" y="3069"/>
                  </a:lnTo>
                  <a:lnTo>
                    <a:pt x="19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4689;p64">
              <a:extLst>
                <a:ext uri="{FF2B5EF4-FFF2-40B4-BE49-F238E27FC236}">
                  <a16:creationId xmlns:a16="http://schemas.microsoft.com/office/drawing/2014/main" id="{2C3E0104-437E-175E-C1C6-11DC839AB7F2}"/>
                </a:ext>
              </a:extLst>
            </p:cNvPr>
            <p:cNvSpPr/>
            <p:nvPr/>
          </p:nvSpPr>
          <p:spPr>
            <a:xfrm>
              <a:off x="1810350" y="3407175"/>
              <a:ext cx="103525" cy="112350"/>
            </a:xfrm>
            <a:custGeom>
              <a:avLst/>
              <a:gdLst/>
              <a:ahLst/>
              <a:cxnLst/>
              <a:rect l="l" t="t" r="r" b="b"/>
              <a:pathLst>
                <a:path w="4141" h="4494" extrusionOk="0">
                  <a:moveTo>
                    <a:pt x="2107" y="676"/>
                  </a:moveTo>
                  <a:lnTo>
                    <a:pt x="3401" y="3227"/>
                  </a:lnTo>
                  <a:lnTo>
                    <a:pt x="1878" y="3787"/>
                  </a:lnTo>
                  <a:lnTo>
                    <a:pt x="1878" y="3787"/>
                  </a:lnTo>
                  <a:lnTo>
                    <a:pt x="740" y="1009"/>
                  </a:lnTo>
                  <a:lnTo>
                    <a:pt x="2107" y="676"/>
                  </a:lnTo>
                  <a:close/>
                  <a:moveTo>
                    <a:pt x="2280" y="1"/>
                  </a:moveTo>
                  <a:cubicBezTo>
                    <a:pt x="2259" y="1"/>
                    <a:pt x="2238" y="4"/>
                    <a:pt x="2218" y="11"/>
                  </a:cubicBezTo>
                  <a:lnTo>
                    <a:pt x="222" y="491"/>
                  </a:lnTo>
                  <a:cubicBezTo>
                    <a:pt x="148" y="528"/>
                    <a:pt x="74" y="565"/>
                    <a:pt x="37" y="639"/>
                  </a:cubicBezTo>
                  <a:cubicBezTo>
                    <a:pt x="0" y="713"/>
                    <a:pt x="0" y="824"/>
                    <a:pt x="37" y="898"/>
                  </a:cubicBezTo>
                  <a:lnTo>
                    <a:pt x="1405" y="4299"/>
                  </a:lnTo>
                  <a:cubicBezTo>
                    <a:pt x="1466" y="4422"/>
                    <a:pt x="1604" y="4493"/>
                    <a:pt x="1733" y="4493"/>
                  </a:cubicBezTo>
                  <a:cubicBezTo>
                    <a:pt x="1760" y="4493"/>
                    <a:pt x="1786" y="4490"/>
                    <a:pt x="1812" y="4484"/>
                  </a:cubicBezTo>
                  <a:lnTo>
                    <a:pt x="3919" y="3671"/>
                  </a:lnTo>
                  <a:cubicBezTo>
                    <a:pt x="3993" y="3634"/>
                    <a:pt x="4067" y="3560"/>
                    <a:pt x="4104" y="3486"/>
                  </a:cubicBezTo>
                  <a:cubicBezTo>
                    <a:pt x="4141" y="3412"/>
                    <a:pt x="4141" y="3301"/>
                    <a:pt x="4104" y="3227"/>
                  </a:cubicBezTo>
                  <a:lnTo>
                    <a:pt x="2551" y="158"/>
                  </a:lnTo>
                  <a:cubicBezTo>
                    <a:pt x="2490" y="67"/>
                    <a:pt x="2379" y="1"/>
                    <a:pt x="2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4690;p64">
              <a:extLst>
                <a:ext uri="{FF2B5EF4-FFF2-40B4-BE49-F238E27FC236}">
                  <a16:creationId xmlns:a16="http://schemas.microsoft.com/office/drawing/2014/main" id="{0377279F-CA90-F5D2-E63C-A3C7B8AA70F8}"/>
                </a:ext>
              </a:extLst>
            </p:cNvPr>
            <p:cNvSpPr/>
            <p:nvPr/>
          </p:nvSpPr>
          <p:spPr>
            <a:xfrm>
              <a:off x="6467700" y="3108900"/>
              <a:ext cx="396550" cy="1791250"/>
            </a:xfrm>
            <a:custGeom>
              <a:avLst/>
              <a:gdLst/>
              <a:ahLst/>
              <a:cxnLst/>
              <a:rect l="l" t="t" r="r" b="b"/>
              <a:pathLst>
                <a:path w="15862" h="71650" extrusionOk="0">
                  <a:moveTo>
                    <a:pt x="15529" y="0"/>
                  </a:moveTo>
                  <a:cubicBezTo>
                    <a:pt x="15381" y="0"/>
                    <a:pt x="15233" y="148"/>
                    <a:pt x="15233" y="296"/>
                  </a:cubicBezTo>
                  <a:lnTo>
                    <a:pt x="15233" y="55456"/>
                  </a:lnTo>
                  <a:lnTo>
                    <a:pt x="297" y="55456"/>
                  </a:lnTo>
                  <a:cubicBezTo>
                    <a:pt x="223" y="55456"/>
                    <a:pt x="149" y="55493"/>
                    <a:pt x="112" y="55530"/>
                  </a:cubicBezTo>
                  <a:cubicBezTo>
                    <a:pt x="38" y="55604"/>
                    <a:pt x="1" y="55678"/>
                    <a:pt x="1" y="55752"/>
                  </a:cubicBezTo>
                  <a:lnTo>
                    <a:pt x="1" y="71354"/>
                  </a:lnTo>
                  <a:cubicBezTo>
                    <a:pt x="1" y="71538"/>
                    <a:pt x="149" y="71649"/>
                    <a:pt x="297" y="71649"/>
                  </a:cubicBezTo>
                  <a:cubicBezTo>
                    <a:pt x="482" y="71649"/>
                    <a:pt x="629" y="71538"/>
                    <a:pt x="629" y="71354"/>
                  </a:cubicBezTo>
                  <a:lnTo>
                    <a:pt x="629" y="56085"/>
                  </a:lnTo>
                  <a:lnTo>
                    <a:pt x="15529" y="56085"/>
                  </a:lnTo>
                  <a:cubicBezTo>
                    <a:pt x="15603" y="56085"/>
                    <a:pt x="15713" y="56048"/>
                    <a:pt x="15750" y="55974"/>
                  </a:cubicBezTo>
                  <a:cubicBezTo>
                    <a:pt x="15824" y="55937"/>
                    <a:pt x="15861" y="55863"/>
                    <a:pt x="15861" y="55752"/>
                  </a:cubicBezTo>
                  <a:lnTo>
                    <a:pt x="15861" y="296"/>
                  </a:lnTo>
                  <a:cubicBezTo>
                    <a:pt x="15861" y="148"/>
                    <a:pt x="15713" y="0"/>
                    <a:pt x="155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4691;p64">
              <a:extLst>
                <a:ext uri="{FF2B5EF4-FFF2-40B4-BE49-F238E27FC236}">
                  <a16:creationId xmlns:a16="http://schemas.microsoft.com/office/drawing/2014/main" id="{79C5F129-8FA2-CB8E-FBCC-A3B3847C531A}"/>
                </a:ext>
              </a:extLst>
            </p:cNvPr>
            <p:cNvSpPr/>
            <p:nvPr/>
          </p:nvSpPr>
          <p:spPr>
            <a:xfrm>
              <a:off x="6694150" y="3425900"/>
              <a:ext cx="170100" cy="713575"/>
            </a:xfrm>
            <a:custGeom>
              <a:avLst/>
              <a:gdLst/>
              <a:ahLst/>
              <a:cxnLst/>
              <a:rect l="l" t="t" r="r" b="b"/>
              <a:pathLst>
                <a:path w="6804" h="28543" extrusionOk="0">
                  <a:moveTo>
                    <a:pt x="333" y="1"/>
                  </a:moveTo>
                  <a:cubicBezTo>
                    <a:pt x="149" y="1"/>
                    <a:pt x="1" y="149"/>
                    <a:pt x="1" y="297"/>
                  </a:cubicBezTo>
                  <a:lnTo>
                    <a:pt x="1" y="28210"/>
                  </a:lnTo>
                  <a:cubicBezTo>
                    <a:pt x="1" y="28321"/>
                    <a:pt x="38" y="28395"/>
                    <a:pt x="112" y="28431"/>
                  </a:cubicBezTo>
                  <a:cubicBezTo>
                    <a:pt x="149" y="28505"/>
                    <a:pt x="223" y="28542"/>
                    <a:pt x="333" y="28542"/>
                  </a:cubicBezTo>
                  <a:lnTo>
                    <a:pt x="6471" y="28542"/>
                  </a:lnTo>
                  <a:cubicBezTo>
                    <a:pt x="6655" y="28542"/>
                    <a:pt x="6803" y="28395"/>
                    <a:pt x="6803" y="28210"/>
                  </a:cubicBezTo>
                  <a:cubicBezTo>
                    <a:pt x="6803" y="28062"/>
                    <a:pt x="6655" y="27914"/>
                    <a:pt x="6471" y="27914"/>
                  </a:cubicBezTo>
                  <a:lnTo>
                    <a:pt x="629" y="27914"/>
                  </a:lnTo>
                  <a:lnTo>
                    <a:pt x="629" y="297"/>
                  </a:lnTo>
                  <a:cubicBezTo>
                    <a:pt x="629" y="149"/>
                    <a:pt x="481" y="1"/>
                    <a:pt x="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4692;p64">
              <a:extLst>
                <a:ext uri="{FF2B5EF4-FFF2-40B4-BE49-F238E27FC236}">
                  <a16:creationId xmlns:a16="http://schemas.microsoft.com/office/drawing/2014/main" id="{56A0EA13-B352-56C8-641C-74B66BAD77E6}"/>
                </a:ext>
              </a:extLst>
            </p:cNvPr>
            <p:cNvSpPr/>
            <p:nvPr/>
          </p:nvSpPr>
          <p:spPr>
            <a:xfrm>
              <a:off x="5578575" y="4023925"/>
              <a:ext cx="478775" cy="632200"/>
            </a:xfrm>
            <a:custGeom>
              <a:avLst/>
              <a:gdLst/>
              <a:ahLst/>
              <a:cxnLst/>
              <a:rect l="l" t="t" r="r" b="b"/>
              <a:pathLst>
                <a:path w="19151" h="25288" extrusionOk="0">
                  <a:moveTo>
                    <a:pt x="362" y="0"/>
                  </a:moveTo>
                  <a:cubicBezTo>
                    <a:pt x="255" y="0"/>
                    <a:pt x="148" y="49"/>
                    <a:pt x="74" y="148"/>
                  </a:cubicBezTo>
                  <a:cubicBezTo>
                    <a:pt x="0" y="296"/>
                    <a:pt x="37" y="481"/>
                    <a:pt x="185" y="592"/>
                  </a:cubicBezTo>
                  <a:lnTo>
                    <a:pt x="18523" y="11720"/>
                  </a:lnTo>
                  <a:lnTo>
                    <a:pt x="18523" y="24955"/>
                  </a:lnTo>
                  <a:cubicBezTo>
                    <a:pt x="18523" y="25140"/>
                    <a:pt x="18670" y="25288"/>
                    <a:pt x="18855" y="25288"/>
                  </a:cubicBezTo>
                  <a:cubicBezTo>
                    <a:pt x="19003" y="25288"/>
                    <a:pt x="19151" y="25140"/>
                    <a:pt x="19151" y="24955"/>
                  </a:cubicBezTo>
                  <a:lnTo>
                    <a:pt x="19151" y="11535"/>
                  </a:lnTo>
                  <a:cubicBezTo>
                    <a:pt x="19151" y="11461"/>
                    <a:pt x="19077" y="11350"/>
                    <a:pt x="19003" y="11276"/>
                  </a:cubicBezTo>
                  <a:lnTo>
                    <a:pt x="518" y="37"/>
                  </a:lnTo>
                  <a:cubicBezTo>
                    <a:pt x="469" y="12"/>
                    <a:pt x="415" y="0"/>
                    <a:pt x="3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4693;p64">
              <a:extLst>
                <a:ext uri="{FF2B5EF4-FFF2-40B4-BE49-F238E27FC236}">
                  <a16:creationId xmlns:a16="http://schemas.microsoft.com/office/drawing/2014/main" id="{974FD406-EF4F-212E-F430-FDA21AF6F8E6}"/>
                </a:ext>
              </a:extLst>
            </p:cNvPr>
            <p:cNvSpPr/>
            <p:nvPr/>
          </p:nvSpPr>
          <p:spPr>
            <a:xfrm>
              <a:off x="5824425" y="4187500"/>
              <a:ext cx="15725" cy="314275"/>
            </a:xfrm>
            <a:custGeom>
              <a:avLst/>
              <a:gdLst/>
              <a:ahLst/>
              <a:cxnLst/>
              <a:rect l="l" t="t" r="r" b="b"/>
              <a:pathLst>
                <a:path w="629" h="12571" extrusionOk="0">
                  <a:moveTo>
                    <a:pt x="296" y="1"/>
                  </a:moveTo>
                  <a:cubicBezTo>
                    <a:pt x="148" y="1"/>
                    <a:pt x="0" y="112"/>
                    <a:pt x="0" y="297"/>
                  </a:cubicBezTo>
                  <a:lnTo>
                    <a:pt x="0" y="12275"/>
                  </a:lnTo>
                  <a:cubicBezTo>
                    <a:pt x="0" y="12423"/>
                    <a:pt x="148" y="12571"/>
                    <a:pt x="296" y="12571"/>
                  </a:cubicBezTo>
                  <a:cubicBezTo>
                    <a:pt x="481" y="12571"/>
                    <a:pt x="629" y="12423"/>
                    <a:pt x="629" y="12275"/>
                  </a:cubicBezTo>
                  <a:lnTo>
                    <a:pt x="629" y="297"/>
                  </a:lnTo>
                  <a:cubicBezTo>
                    <a:pt x="629" y="112"/>
                    <a:pt x="481" y="1"/>
                    <a:pt x="2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4694;p64">
              <a:extLst>
                <a:ext uri="{FF2B5EF4-FFF2-40B4-BE49-F238E27FC236}">
                  <a16:creationId xmlns:a16="http://schemas.microsoft.com/office/drawing/2014/main" id="{20CBEB44-0735-3909-5944-C3C8A26FE36E}"/>
                </a:ext>
              </a:extLst>
            </p:cNvPr>
            <p:cNvSpPr/>
            <p:nvPr/>
          </p:nvSpPr>
          <p:spPr>
            <a:xfrm>
              <a:off x="5823500" y="3806475"/>
              <a:ext cx="396525" cy="794825"/>
            </a:xfrm>
            <a:custGeom>
              <a:avLst/>
              <a:gdLst/>
              <a:ahLst/>
              <a:cxnLst/>
              <a:rect l="l" t="t" r="r" b="b"/>
              <a:pathLst>
                <a:path w="15861" h="31793" extrusionOk="0">
                  <a:moveTo>
                    <a:pt x="335" y="1"/>
                  </a:moveTo>
                  <a:cubicBezTo>
                    <a:pt x="310" y="1"/>
                    <a:pt x="284" y="4"/>
                    <a:pt x="259" y="10"/>
                  </a:cubicBezTo>
                  <a:cubicBezTo>
                    <a:pt x="74" y="84"/>
                    <a:pt x="0" y="232"/>
                    <a:pt x="37" y="417"/>
                  </a:cubicBezTo>
                  <a:lnTo>
                    <a:pt x="1849" y="6221"/>
                  </a:lnTo>
                  <a:cubicBezTo>
                    <a:pt x="1886" y="6258"/>
                    <a:pt x="1923" y="6332"/>
                    <a:pt x="1997" y="6369"/>
                  </a:cubicBezTo>
                  <a:lnTo>
                    <a:pt x="15269" y="14613"/>
                  </a:lnTo>
                  <a:lnTo>
                    <a:pt x="15269" y="30844"/>
                  </a:lnTo>
                  <a:lnTo>
                    <a:pt x="9243" y="26185"/>
                  </a:lnTo>
                  <a:cubicBezTo>
                    <a:pt x="9174" y="26134"/>
                    <a:pt x="9098" y="26106"/>
                    <a:pt x="9024" y="26106"/>
                  </a:cubicBezTo>
                  <a:cubicBezTo>
                    <a:pt x="8940" y="26106"/>
                    <a:pt x="8859" y="26143"/>
                    <a:pt x="8799" y="26222"/>
                  </a:cubicBezTo>
                  <a:cubicBezTo>
                    <a:pt x="8689" y="26370"/>
                    <a:pt x="8726" y="26555"/>
                    <a:pt x="8836" y="26666"/>
                  </a:cubicBezTo>
                  <a:lnTo>
                    <a:pt x="15380" y="31731"/>
                  </a:lnTo>
                  <a:cubicBezTo>
                    <a:pt x="15424" y="31774"/>
                    <a:pt x="15492" y="31792"/>
                    <a:pt x="15564" y="31792"/>
                  </a:cubicBezTo>
                  <a:cubicBezTo>
                    <a:pt x="15615" y="31792"/>
                    <a:pt x="15667" y="31783"/>
                    <a:pt x="15713" y="31768"/>
                  </a:cubicBezTo>
                  <a:cubicBezTo>
                    <a:pt x="15824" y="31731"/>
                    <a:pt x="15861" y="31620"/>
                    <a:pt x="15861" y="31472"/>
                  </a:cubicBezTo>
                  <a:lnTo>
                    <a:pt x="15861" y="14465"/>
                  </a:lnTo>
                  <a:cubicBezTo>
                    <a:pt x="15861" y="14355"/>
                    <a:pt x="15824" y="14244"/>
                    <a:pt x="15713" y="14207"/>
                  </a:cubicBezTo>
                  <a:lnTo>
                    <a:pt x="2404" y="5925"/>
                  </a:lnTo>
                  <a:lnTo>
                    <a:pt x="629" y="232"/>
                  </a:lnTo>
                  <a:cubicBezTo>
                    <a:pt x="598" y="78"/>
                    <a:pt x="465" y="1"/>
                    <a:pt x="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4695;p64">
              <a:extLst>
                <a:ext uri="{FF2B5EF4-FFF2-40B4-BE49-F238E27FC236}">
                  <a16:creationId xmlns:a16="http://schemas.microsoft.com/office/drawing/2014/main" id="{C0B76FEE-339A-AB53-0B93-3C02609890A2}"/>
                </a:ext>
              </a:extLst>
            </p:cNvPr>
            <p:cNvSpPr/>
            <p:nvPr/>
          </p:nvSpPr>
          <p:spPr>
            <a:xfrm>
              <a:off x="694750" y="2954525"/>
              <a:ext cx="15750" cy="1954850"/>
            </a:xfrm>
            <a:custGeom>
              <a:avLst/>
              <a:gdLst/>
              <a:ahLst/>
              <a:cxnLst/>
              <a:rect l="l" t="t" r="r" b="b"/>
              <a:pathLst>
                <a:path w="630" h="78194" extrusionOk="0">
                  <a:moveTo>
                    <a:pt x="333" y="1"/>
                  </a:moveTo>
                  <a:cubicBezTo>
                    <a:pt x="149" y="1"/>
                    <a:pt x="1" y="149"/>
                    <a:pt x="1" y="334"/>
                  </a:cubicBezTo>
                  <a:lnTo>
                    <a:pt x="1" y="77898"/>
                  </a:lnTo>
                  <a:cubicBezTo>
                    <a:pt x="1" y="78046"/>
                    <a:pt x="149" y="78194"/>
                    <a:pt x="333" y="78194"/>
                  </a:cubicBezTo>
                  <a:cubicBezTo>
                    <a:pt x="481" y="78194"/>
                    <a:pt x="629" y="78046"/>
                    <a:pt x="629" y="77898"/>
                  </a:cubicBezTo>
                  <a:lnTo>
                    <a:pt x="629" y="334"/>
                  </a:lnTo>
                  <a:cubicBezTo>
                    <a:pt x="629" y="149"/>
                    <a:pt x="481" y="1"/>
                    <a:pt x="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4696;p64">
              <a:extLst>
                <a:ext uri="{FF2B5EF4-FFF2-40B4-BE49-F238E27FC236}">
                  <a16:creationId xmlns:a16="http://schemas.microsoft.com/office/drawing/2014/main" id="{161C6BDC-5C26-135C-7EC9-45D30FC368FB}"/>
                </a:ext>
              </a:extLst>
            </p:cNvPr>
            <p:cNvSpPr/>
            <p:nvPr/>
          </p:nvSpPr>
          <p:spPr>
            <a:xfrm>
              <a:off x="758525" y="3878800"/>
              <a:ext cx="223700" cy="15750"/>
            </a:xfrm>
            <a:custGeom>
              <a:avLst/>
              <a:gdLst/>
              <a:ahLst/>
              <a:cxnLst/>
              <a:rect l="l" t="t" r="r" b="b"/>
              <a:pathLst>
                <a:path w="8948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8652" y="629"/>
                  </a:lnTo>
                  <a:cubicBezTo>
                    <a:pt x="8800" y="629"/>
                    <a:pt x="8947" y="481"/>
                    <a:pt x="8947" y="333"/>
                  </a:cubicBezTo>
                  <a:cubicBezTo>
                    <a:pt x="8947" y="149"/>
                    <a:pt x="8800" y="1"/>
                    <a:pt x="86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4697;p64">
              <a:extLst>
                <a:ext uri="{FF2B5EF4-FFF2-40B4-BE49-F238E27FC236}">
                  <a16:creationId xmlns:a16="http://schemas.microsoft.com/office/drawing/2014/main" id="{5B1631CD-D58A-D15A-8762-1E21B52A51D4}"/>
                </a:ext>
              </a:extLst>
            </p:cNvPr>
            <p:cNvSpPr/>
            <p:nvPr/>
          </p:nvSpPr>
          <p:spPr>
            <a:xfrm>
              <a:off x="966475" y="3697650"/>
              <a:ext cx="170100" cy="1175700"/>
            </a:xfrm>
            <a:custGeom>
              <a:avLst/>
              <a:gdLst/>
              <a:ahLst/>
              <a:cxnLst/>
              <a:rect l="l" t="t" r="r" b="b"/>
              <a:pathLst>
                <a:path w="6804" h="47028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lnTo>
                    <a:pt x="1" y="46731"/>
                  </a:lnTo>
                  <a:cubicBezTo>
                    <a:pt x="1" y="46805"/>
                    <a:pt x="38" y="46879"/>
                    <a:pt x="112" y="46916"/>
                  </a:cubicBezTo>
                  <a:cubicBezTo>
                    <a:pt x="149" y="46990"/>
                    <a:pt x="260" y="47027"/>
                    <a:pt x="334" y="47027"/>
                  </a:cubicBezTo>
                  <a:lnTo>
                    <a:pt x="6471" y="47027"/>
                  </a:lnTo>
                  <a:cubicBezTo>
                    <a:pt x="6656" y="47027"/>
                    <a:pt x="6804" y="46879"/>
                    <a:pt x="6804" y="46731"/>
                  </a:cubicBezTo>
                  <a:cubicBezTo>
                    <a:pt x="6804" y="46547"/>
                    <a:pt x="6656" y="46399"/>
                    <a:pt x="6471" y="46399"/>
                  </a:cubicBezTo>
                  <a:lnTo>
                    <a:pt x="629" y="46399"/>
                  </a:lnTo>
                  <a:lnTo>
                    <a:pt x="629" y="333"/>
                  </a:lnTo>
                  <a:cubicBezTo>
                    <a:pt x="629" y="148"/>
                    <a:pt x="482" y="0"/>
                    <a:pt x="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4698;p64">
              <a:extLst>
                <a:ext uri="{FF2B5EF4-FFF2-40B4-BE49-F238E27FC236}">
                  <a16:creationId xmlns:a16="http://schemas.microsoft.com/office/drawing/2014/main" id="{6EB2F7F4-DABB-B598-6E2D-D46A94E2F3D6}"/>
                </a:ext>
              </a:extLst>
            </p:cNvPr>
            <p:cNvSpPr/>
            <p:nvPr/>
          </p:nvSpPr>
          <p:spPr>
            <a:xfrm>
              <a:off x="794575" y="4078450"/>
              <a:ext cx="187650" cy="332750"/>
            </a:xfrm>
            <a:custGeom>
              <a:avLst/>
              <a:gdLst/>
              <a:ahLst/>
              <a:cxnLst/>
              <a:rect l="l" t="t" r="r" b="b"/>
              <a:pathLst>
                <a:path w="7506" h="13310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3014"/>
                  </a:lnTo>
                  <a:cubicBezTo>
                    <a:pt x="0" y="13088"/>
                    <a:pt x="37" y="13162"/>
                    <a:pt x="111" y="13199"/>
                  </a:cubicBezTo>
                  <a:cubicBezTo>
                    <a:pt x="148" y="13273"/>
                    <a:pt x="222" y="13310"/>
                    <a:pt x="296" y="13310"/>
                  </a:cubicBezTo>
                  <a:lnTo>
                    <a:pt x="6840" y="13310"/>
                  </a:lnTo>
                  <a:cubicBezTo>
                    <a:pt x="7025" y="13310"/>
                    <a:pt x="7136" y="13162"/>
                    <a:pt x="7136" y="13014"/>
                  </a:cubicBezTo>
                  <a:cubicBezTo>
                    <a:pt x="7136" y="12829"/>
                    <a:pt x="7025" y="12681"/>
                    <a:pt x="6840" y="12681"/>
                  </a:cubicBezTo>
                  <a:lnTo>
                    <a:pt x="629" y="12681"/>
                  </a:lnTo>
                  <a:lnTo>
                    <a:pt x="629" y="629"/>
                  </a:lnTo>
                  <a:lnTo>
                    <a:pt x="7210" y="629"/>
                  </a:lnTo>
                  <a:cubicBezTo>
                    <a:pt x="7358" y="629"/>
                    <a:pt x="7505" y="481"/>
                    <a:pt x="7505" y="296"/>
                  </a:cubicBezTo>
                  <a:cubicBezTo>
                    <a:pt x="7505" y="148"/>
                    <a:pt x="7358" y="0"/>
                    <a:pt x="72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4699;p64">
              <a:extLst>
                <a:ext uri="{FF2B5EF4-FFF2-40B4-BE49-F238E27FC236}">
                  <a16:creationId xmlns:a16="http://schemas.microsoft.com/office/drawing/2014/main" id="{0B7EAC7F-222B-295A-7BCB-C4A3E49A37A3}"/>
                </a:ext>
              </a:extLst>
            </p:cNvPr>
            <p:cNvSpPr/>
            <p:nvPr/>
          </p:nvSpPr>
          <p:spPr>
            <a:xfrm>
              <a:off x="1193850" y="4105250"/>
              <a:ext cx="14825" cy="813375"/>
            </a:xfrm>
            <a:custGeom>
              <a:avLst/>
              <a:gdLst/>
              <a:ahLst/>
              <a:cxnLst/>
              <a:rect l="l" t="t" r="r" b="b"/>
              <a:pathLst>
                <a:path w="593" h="32535" extrusionOk="0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lnTo>
                    <a:pt x="1" y="32239"/>
                  </a:lnTo>
                  <a:cubicBezTo>
                    <a:pt x="1" y="32387"/>
                    <a:pt x="112" y="32535"/>
                    <a:pt x="297" y="32535"/>
                  </a:cubicBezTo>
                  <a:cubicBezTo>
                    <a:pt x="444" y="32535"/>
                    <a:pt x="592" y="32387"/>
                    <a:pt x="592" y="32239"/>
                  </a:cubicBezTo>
                  <a:lnTo>
                    <a:pt x="592" y="333"/>
                  </a:lnTo>
                  <a:cubicBezTo>
                    <a:pt x="592" y="148"/>
                    <a:pt x="444" y="0"/>
                    <a:pt x="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4700;p64">
              <a:extLst>
                <a:ext uri="{FF2B5EF4-FFF2-40B4-BE49-F238E27FC236}">
                  <a16:creationId xmlns:a16="http://schemas.microsoft.com/office/drawing/2014/main" id="{EC08480D-ECD1-9CB5-E356-F05C6267BF86}"/>
                </a:ext>
              </a:extLst>
            </p:cNvPr>
            <p:cNvSpPr/>
            <p:nvPr/>
          </p:nvSpPr>
          <p:spPr>
            <a:xfrm>
              <a:off x="6377125" y="4105250"/>
              <a:ext cx="15750" cy="857750"/>
            </a:xfrm>
            <a:custGeom>
              <a:avLst/>
              <a:gdLst/>
              <a:ahLst/>
              <a:cxnLst/>
              <a:rect l="l" t="t" r="r" b="b"/>
              <a:pathLst>
                <a:path w="630" h="34310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lnTo>
                    <a:pt x="1" y="34014"/>
                  </a:lnTo>
                  <a:cubicBezTo>
                    <a:pt x="1" y="34161"/>
                    <a:pt x="149" y="34309"/>
                    <a:pt x="297" y="34309"/>
                  </a:cubicBezTo>
                  <a:cubicBezTo>
                    <a:pt x="481" y="34309"/>
                    <a:pt x="629" y="34161"/>
                    <a:pt x="629" y="34014"/>
                  </a:cubicBezTo>
                  <a:lnTo>
                    <a:pt x="629" y="333"/>
                  </a:lnTo>
                  <a:cubicBezTo>
                    <a:pt x="629" y="148"/>
                    <a:pt x="481" y="0"/>
                    <a:pt x="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4701;p64">
              <a:extLst>
                <a:ext uri="{FF2B5EF4-FFF2-40B4-BE49-F238E27FC236}">
                  <a16:creationId xmlns:a16="http://schemas.microsoft.com/office/drawing/2014/main" id="{84D8481F-7C68-3414-D9ED-7860BF97BC59}"/>
                </a:ext>
              </a:extLst>
            </p:cNvPr>
            <p:cNvSpPr/>
            <p:nvPr/>
          </p:nvSpPr>
          <p:spPr>
            <a:xfrm>
              <a:off x="1301075" y="3906075"/>
              <a:ext cx="715400" cy="278475"/>
            </a:xfrm>
            <a:custGeom>
              <a:avLst/>
              <a:gdLst/>
              <a:ahLst/>
              <a:cxnLst/>
              <a:rect l="l" t="t" r="r" b="b"/>
              <a:pathLst>
                <a:path w="28616" h="11139" extrusionOk="0">
                  <a:moveTo>
                    <a:pt x="19941" y="0"/>
                  </a:moveTo>
                  <a:cubicBezTo>
                    <a:pt x="19891" y="0"/>
                    <a:pt x="19835" y="19"/>
                    <a:pt x="19780" y="56"/>
                  </a:cubicBezTo>
                  <a:lnTo>
                    <a:pt x="222" y="10555"/>
                  </a:lnTo>
                  <a:cubicBezTo>
                    <a:pt x="74" y="10629"/>
                    <a:pt x="0" y="10814"/>
                    <a:pt x="74" y="10962"/>
                  </a:cubicBezTo>
                  <a:cubicBezTo>
                    <a:pt x="128" y="11070"/>
                    <a:pt x="242" y="11139"/>
                    <a:pt x="357" y="11139"/>
                  </a:cubicBezTo>
                  <a:cubicBezTo>
                    <a:pt x="399" y="11139"/>
                    <a:pt x="441" y="11130"/>
                    <a:pt x="481" y="11110"/>
                  </a:cubicBezTo>
                  <a:lnTo>
                    <a:pt x="19632" y="832"/>
                  </a:lnTo>
                  <a:lnTo>
                    <a:pt x="19632" y="9372"/>
                  </a:lnTo>
                  <a:cubicBezTo>
                    <a:pt x="19632" y="9483"/>
                    <a:pt x="19669" y="9594"/>
                    <a:pt x="19780" y="9668"/>
                  </a:cubicBezTo>
                  <a:cubicBezTo>
                    <a:pt x="19826" y="9683"/>
                    <a:pt x="19878" y="9692"/>
                    <a:pt x="19929" y="9692"/>
                  </a:cubicBezTo>
                  <a:cubicBezTo>
                    <a:pt x="20000" y="9692"/>
                    <a:pt x="20069" y="9674"/>
                    <a:pt x="20112" y="9631"/>
                  </a:cubicBezTo>
                  <a:lnTo>
                    <a:pt x="28468" y="3087"/>
                  </a:lnTo>
                  <a:cubicBezTo>
                    <a:pt x="28579" y="2976"/>
                    <a:pt x="28616" y="2792"/>
                    <a:pt x="28505" y="2681"/>
                  </a:cubicBezTo>
                  <a:cubicBezTo>
                    <a:pt x="28437" y="2591"/>
                    <a:pt x="28343" y="2542"/>
                    <a:pt x="28246" y="2542"/>
                  </a:cubicBezTo>
                  <a:cubicBezTo>
                    <a:pt x="28183" y="2542"/>
                    <a:pt x="28119" y="2563"/>
                    <a:pt x="28061" y="2607"/>
                  </a:cubicBezTo>
                  <a:lnTo>
                    <a:pt x="20223" y="8744"/>
                  </a:lnTo>
                  <a:lnTo>
                    <a:pt x="20223" y="315"/>
                  </a:lnTo>
                  <a:cubicBezTo>
                    <a:pt x="20223" y="204"/>
                    <a:pt x="20186" y="93"/>
                    <a:pt x="20075" y="56"/>
                  </a:cubicBezTo>
                  <a:cubicBezTo>
                    <a:pt x="20038" y="19"/>
                    <a:pt x="19992" y="0"/>
                    <a:pt x="199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4702;p64">
              <a:extLst>
                <a:ext uri="{FF2B5EF4-FFF2-40B4-BE49-F238E27FC236}">
                  <a16:creationId xmlns:a16="http://schemas.microsoft.com/office/drawing/2014/main" id="{BB5F44A6-5E96-9982-98A6-3A4410CCC72B}"/>
                </a:ext>
              </a:extLst>
            </p:cNvPr>
            <p:cNvSpPr/>
            <p:nvPr/>
          </p:nvSpPr>
          <p:spPr>
            <a:xfrm>
              <a:off x="1355600" y="3997100"/>
              <a:ext cx="297650" cy="595025"/>
            </a:xfrm>
            <a:custGeom>
              <a:avLst/>
              <a:gdLst/>
              <a:ahLst/>
              <a:cxnLst/>
              <a:rect l="l" t="t" r="r" b="b"/>
              <a:pathLst>
                <a:path w="11906" h="23801" extrusionOk="0">
                  <a:moveTo>
                    <a:pt x="11572" y="1"/>
                  </a:moveTo>
                  <a:cubicBezTo>
                    <a:pt x="11425" y="1"/>
                    <a:pt x="11277" y="149"/>
                    <a:pt x="11277" y="297"/>
                  </a:cubicBezTo>
                  <a:lnTo>
                    <a:pt x="11277" y="15381"/>
                  </a:lnTo>
                  <a:lnTo>
                    <a:pt x="185" y="23255"/>
                  </a:lnTo>
                  <a:cubicBezTo>
                    <a:pt x="38" y="23329"/>
                    <a:pt x="1" y="23551"/>
                    <a:pt x="112" y="23662"/>
                  </a:cubicBezTo>
                  <a:cubicBezTo>
                    <a:pt x="156" y="23752"/>
                    <a:pt x="242" y="23801"/>
                    <a:pt x="335" y="23801"/>
                  </a:cubicBezTo>
                  <a:cubicBezTo>
                    <a:pt x="396" y="23801"/>
                    <a:pt x="460" y="23780"/>
                    <a:pt x="518" y="23736"/>
                  </a:cubicBezTo>
                  <a:lnTo>
                    <a:pt x="11757" y="15787"/>
                  </a:lnTo>
                  <a:cubicBezTo>
                    <a:pt x="11831" y="15713"/>
                    <a:pt x="11905" y="15640"/>
                    <a:pt x="11905" y="15529"/>
                  </a:cubicBezTo>
                  <a:lnTo>
                    <a:pt x="11905" y="297"/>
                  </a:lnTo>
                  <a:cubicBezTo>
                    <a:pt x="11905" y="149"/>
                    <a:pt x="11757" y="1"/>
                    <a:pt x="115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4703;p64">
              <a:extLst>
                <a:ext uri="{FF2B5EF4-FFF2-40B4-BE49-F238E27FC236}">
                  <a16:creationId xmlns:a16="http://schemas.microsoft.com/office/drawing/2014/main" id="{351AC21B-9586-0A21-D1E2-FDFB04CFA7E0}"/>
                </a:ext>
              </a:extLst>
            </p:cNvPr>
            <p:cNvSpPr/>
            <p:nvPr/>
          </p:nvSpPr>
          <p:spPr>
            <a:xfrm>
              <a:off x="1882425" y="4069200"/>
              <a:ext cx="14825" cy="206150"/>
            </a:xfrm>
            <a:custGeom>
              <a:avLst/>
              <a:gdLst/>
              <a:ahLst/>
              <a:cxnLst/>
              <a:rect l="l" t="t" r="r" b="b"/>
              <a:pathLst>
                <a:path w="593" h="8246" extrusionOk="0">
                  <a:moveTo>
                    <a:pt x="297" y="1"/>
                  </a:moveTo>
                  <a:cubicBezTo>
                    <a:pt x="112" y="1"/>
                    <a:pt x="1" y="148"/>
                    <a:pt x="1" y="333"/>
                  </a:cubicBezTo>
                  <a:lnTo>
                    <a:pt x="1" y="7912"/>
                  </a:lnTo>
                  <a:cubicBezTo>
                    <a:pt x="1" y="8097"/>
                    <a:pt x="112" y="8245"/>
                    <a:pt x="297" y="8245"/>
                  </a:cubicBezTo>
                  <a:cubicBezTo>
                    <a:pt x="481" y="8245"/>
                    <a:pt x="592" y="8097"/>
                    <a:pt x="592" y="7912"/>
                  </a:cubicBezTo>
                  <a:lnTo>
                    <a:pt x="592" y="333"/>
                  </a:lnTo>
                  <a:cubicBezTo>
                    <a:pt x="592" y="148"/>
                    <a:pt x="481" y="1"/>
                    <a:pt x="2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4704;p64">
              <a:extLst>
                <a:ext uri="{FF2B5EF4-FFF2-40B4-BE49-F238E27FC236}">
                  <a16:creationId xmlns:a16="http://schemas.microsoft.com/office/drawing/2014/main" id="{F0A60DE5-FF6E-4670-66E9-C778944FC00B}"/>
                </a:ext>
              </a:extLst>
            </p:cNvPr>
            <p:cNvSpPr/>
            <p:nvPr/>
          </p:nvSpPr>
          <p:spPr>
            <a:xfrm>
              <a:off x="3261425" y="5005475"/>
              <a:ext cx="265300" cy="191150"/>
            </a:xfrm>
            <a:custGeom>
              <a:avLst/>
              <a:gdLst/>
              <a:ahLst/>
              <a:cxnLst/>
              <a:rect l="l" t="t" r="r" b="b"/>
              <a:pathLst>
                <a:path w="10612" h="7646" extrusionOk="0">
                  <a:moveTo>
                    <a:pt x="5879" y="1"/>
                  </a:moveTo>
                  <a:lnTo>
                    <a:pt x="851" y="6397"/>
                  </a:lnTo>
                  <a:cubicBezTo>
                    <a:pt x="851" y="6397"/>
                    <a:pt x="1" y="7395"/>
                    <a:pt x="1517" y="7580"/>
                  </a:cubicBezTo>
                  <a:cubicBezTo>
                    <a:pt x="2022" y="7629"/>
                    <a:pt x="3201" y="7646"/>
                    <a:pt x="4548" y="7646"/>
                  </a:cubicBezTo>
                  <a:cubicBezTo>
                    <a:pt x="7243" y="7646"/>
                    <a:pt x="10612" y="7580"/>
                    <a:pt x="10612" y="7580"/>
                  </a:cubicBezTo>
                  <a:lnTo>
                    <a:pt x="10612" y="99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4705;p64">
              <a:extLst>
                <a:ext uri="{FF2B5EF4-FFF2-40B4-BE49-F238E27FC236}">
                  <a16:creationId xmlns:a16="http://schemas.microsoft.com/office/drawing/2014/main" id="{785E8BCE-9139-2488-F5B7-D175F31DDF65}"/>
                </a:ext>
              </a:extLst>
            </p:cNvPr>
            <p:cNvSpPr/>
            <p:nvPr/>
          </p:nvSpPr>
          <p:spPr>
            <a:xfrm>
              <a:off x="3268825" y="4997850"/>
              <a:ext cx="265300" cy="206375"/>
            </a:xfrm>
            <a:custGeom>
              <a:avLst/>
              <a:gdLst/>
              <a:ahLst/>
              <a:cxnLst/>
              <a:rect l="l" t="t" r="r" b="b"/>
              <a:pathLst>
                <a:path w="10612" h="8255" extrusionOk="0">
                  <a:moveTo>
                    <a:pt x="5724" y="640"/>
                  </a:moveTo>
                  <a:lnTo>
                    <a:pt x="9983" y="1563"/>
                  </a:lnTo>
                  <a:lnTo>
                    <a:pt x="9983" y="7566"/>
                  </a:lnTo>
                  <a:lnTo>
                    <a:pt x="9983" y="7566"/>
                  </a:lnTo>
                  <a:cubicBezTo>
                    <a:pt x="9629" y="7580"/>
                    <a:pt x="9021" y="7603"/>
                    <a:pt x="8282" y="7626"/>
                  </a:cubicBezTo>
                  <a:cubicBezTo>
                    <a:pt x="7099" y="7626"/>
                    <a:pt x="5583" y="7663"/>
                    <a:pt x="4252" y="7663"/>
                  </a:cubicBezTo>
                  <a:cubicBezTo>
                    <a:pt x="2921" y="7663"/>
                    <a:pt x="1738" y="7626"/>
                    <a:pt x="1258" y="7589"/>
                  </a:cubicBezTo>
                  <a:cubicBezTo>
                    <a:pt x="925" y="7552"/>
                    <a:pt x="777" y="7441"/>
                    <a:pt x="703" y="7404"/>
                  </a:cubicBezTo>
                  <a:cubicBezTo>
                    <a:pt x="629" y="7330"/>
                    <a:pt x="629" y="7330"/>
                    <a:pt x="629" y="7256"/>
                  </a:cubicBezTo>
                  <a:cubicBezTo>
                    <a:pt x="629" y="7219"/>
                    <a:pt x="666" y="7109"/>
                    <a:pt x="703" y="7035"/>
                  </a:cubicBezTo>
                  <a:lnTo>
                    <a:pt x="777" y="6924"/>
                  </a:lnTo>
                  <a:lnTo>
                    <a:pt x="777" y="6887"/>
                  </a:lnTo>
                  <a:lnTo>
                    <a:pt x="5724" y="640"/>
                  </a:lnTo>
                  <a:close/>
                  <a:moveTo>
                    <a:pt x="5596" y="0"/>
                  </a:moveTo>
                  <a:cubicBezTo>
                    <a:pt x="5507" y="0"/>
                    <a:pt x="5422" y="61"/>
                    <a:pt x="5361" y="121"/>
                  </a:cubicBezTo>
                  <a:lnTo>
                    <a:pt x="296" y="6517"/>
                  </a:lnTo>
                  <a:lnTo>
                    <a:pt x="308" y="6525"/>
                  </a:lnTo>
                  <a:lnTo>
                    <a:pt x="308" y="6525"/>
                  </a:lnTo>
                  <a:cubicBezTo>
                    <a:pt x="268" y="6548"/>
                    <a:pt x="208" y="6620"/>
                    <a:pt x="149" y="6739"/>
                  </a:cubicBezTo>
                  <a:cubicBezTo>
                    <a:pt x="112" y="6850"/>
                    <a:pt x="1" y="7035"/>
                    <a:pt x="1" y="7256"/>
                  </a:cubicBezTo>
                  <a:cubicBezTo>
                    <a:pt x="1" y="7478"/>
                    <a:pt x="112" y="7737"/>
                    <a:pt x="296" y="7885"/>
                  </a:cubicBezTo>
                  <a:cubicBezTo>
                    <a:pt x="518" y="8033"/>
                    <a:pt x="814" y="8144"/>
                    <a:pt x="1184" y="8181"/>
                  </a:cubicBezTo>
                  <a:cubicBezTo>
                    <a:pt x="1738" y="8255"/>
                    <a:pt x="2884" y="8255"/>
                    <a:pt x="4252" y="8255"/>
                  </a:cubicBezTo>
                  <a:cubicBezTo>
                    <a:pt x="6951" y="8255"/>
                    <a:pt x="10316" y="8181"/>
                    <a:pt x="10316" y="8181"/>
                  </a:cubicBezTo>
                  <a:cubicBezTo>
                    <a:pt x="10463" y="8181"/>
                    <a:pt x="10611" y="8033"/>
                    <a:pt x="10611" y="7885"/>
                  </a:cubicBezTo>
                  <a:lnTo>
                    <a:pt x="10611" y="1304"/>
                  </a:lnTo>
                  <a:cubicBezTo>
                    <a:pt x="10611" y="1193"/>
                    <a:pt x="10500" y="1045"/>
                    <a:pt x="10352" y="1008"/>
                  </a:cubicBezTo>
                  <a:lnTo>
                    <a:pt x="5657" y="10"/>
                  </a:lnTo>
                  <a:cubicBezTo>
                    <a:pt x="5637" y="3"/>
                    <a:pt x="5617" y="0"/>
                    <a:pt x="5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4706;p64">
              <a:extLst>
                <a:ext uri="{FF2B5EF4-FFF2-40B4-BE49-F238E27FC236}">
                  <a16:creationId xmlns:a16="http://schemas.microsoft.com/office/drawing/2014/main" id="{E322856A-3FE1-9015-C673-98112AEB2B67}"/>
                </a:ext>
              </a:extLst>
            </p:cNvPr>
            <p:cNvSpPr/>
            <p:nvPr/>
          </p:nvSpPr>
          <p:spPr>
            <a:xfrm>
              <a:off x="3389900" y="4063650"/>
              <a:ext cx="271775" cy="1028750"/>
            </a:xfrm>
            <a:custGeom>
              <a:avLst/>
              <a:gdLst/>
              <a:ahLst/>
              <a:cxnLst/>
              <a:rect l="l" t="t" r="r" b="b"/>
              <a:pathLst>
                <a:path w="10871" h="41150" extrusionOk="0">
                  <a:moveTo>
                    <a:pt x="297" y="1"/>
                  </a:moveTo>
                  <a:lnTo>
                    <a:pt x="1" y="39264"/>
                  </a:lnTo>
                  <a:cubicBezTo>
                    <a:pt x="1" y="40299"/>
                    <a:pt x="851" y="41149"/>
                    <a:pt x="1886" y="41149"/>
                  </a:cubicBezTo>
                  <a:lnTo>
                    <a:pt x="3365" y="41149"/>
                  </a:lnTo>
                  <a:cubicBezTo>
                    <a:pt x="4289" y="41149"/>
                    <a:pt x="5066" y="40484"/>
                    <a:pt x="5214" y="39559"/>
                  </a:cubicBezTo>
                  <a:lnTo>
                    <a:pt x="10870" y="388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4707;p64">
              <a:extLst>
                <a:ext uri="{FF2B5EF4-FFF2-40B4-BE49-F238E27FC236}">
                  <a16:creationId xmlns:a16="http://schemas.microsoft.com/office/drawing/2014/main" id="{2F55A336-DD6B-2566-C988-802B73EC2FBE}"/>
                </a:ext>
              </a:extLst>
            </p:cNvPr>
            <p:cNvSpPr/>
            <p:nvPr/>
          </p:nvSpPr>
          <p:spPr>
            <a:xfrm>
              <a:off x="3382525" y="4055650"/>
              <a:ext cx="287450" cy="1044125"/>
            </a:xfrm>
            <a:custGeom>
              <a:avLst/>
              <a:gdLst/>
              <a:ahLst/>
              <a:cxnLst/>
              <a:rect l="l" t="t" r="r" b="b"/>
              <a:pathLst>
                <a:path w="11498" h="41765" extrusionOk="0">
                  <a:moveTo>
                    <a:pt x="921" y="777"/>
                  </a:moveTo>
                  <a:lnTo>
                    <a:pt x="10832" y="4388"/>
                  </a:lnTo>
                  <a:lnTo>
                    <a:pt x="5213" y="39842"/>
                  </a:lnTo>
                  <a:cubicBezTo>
                    <a:pt x="5102" y="40619"/>
                    <a:pt x="4437" y="41173"/>
                    <a:pt x="3660" y="41173"/>
                  </a:cubicBezTo>
                  <a:lnTo>
                    <a:pt x="2181" y="41173"/>
                  </a:lnTo>
                  <a:cubicBezTo>
                    <a:pt x="1331" y="41173"/>
                    <a:pt x="629" y="40471"/>
                    <a:pt x="629" y="39584"/>
                  </a:cubicBezTo>
                  <a:lnTo>
                    <a:pt x="921" y="777"/>
                  </a:lnTo>
                  <a:close/>
                  <a:moveTo>
                    <a:pt x="597" y="1"/>
                  </a:moveTo>
                  <a:cubicBezTo>
                    <a:pt x="543" y="1"/>
                    <a:pt x="487" y="19"/>
                    <a:pt x="444" y="62"/>
                  </a:cubicBezTo>
                  <a:cubicBezTo>
                    <a:pt x="333" y="99"/>
                    <a:pt x="296" y="210"/>
                    <a:pt x="296" y="321"/>
                  </a:cubicBezTo>
                  <a:lnTo>
                    <a:pt x="0" y="39584"/>
                  </a:lnTo>
                  <a:cubicBezTo>
                    <a:pt x="0" y="40804"/>
                    <a:pt x="961" y="41765"/>
                    <a:pt x="2181" y="41765"/>
                  </a:cubicBezTo>
                  <a:lnTo>
                    <a:pt x="3660" y="41765"/>
                  </a:lnTo>
                  <a:cubicBezTo>
                    <a:pt x="4732" y="41765"/>
                    <a:pt x="5657" y="40989"/>
                    <a:pt x="5804" y="39953"/>
                  </a:cubicBezTo>
                  <a:lnTo>
                    <a:pt x="11461" y="4240"/>
                  </a:lnTo>
                  <a:cubicBezTo>
                    <a:pt x="11498" y="4092"/>
                    <a:pt x="11424" y="3944"/>
                    <a:pt x="11276" y="3907"/>
                  </a:cubicBezTo>
                  <a:lnTo>
                    <a:pt x="703" y="25"/>
                  </a:lnTo>
                  <a:cubicBezTo>
                    <a:pt x="672" y="10"/>
                    <a:pt x="635" y="1"/>
                    <a:pt x="5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4708;p64">
              <a:extLst>
                <a:ext uri="{FF2B5EF4-FFF2-40B4-BE49-F238E27FC236}">
                  <a16:creationId xmlns:a16="http://schemas.microsoft.com/office/drawing/2014/main" id="{F686E5A2-9220-9A70-A674-D5D521A0DC91}"/>
                </a:ext>
              </a:extLst>
            </p:cNvPr>
            <p:cNvSpPr/>
            <p:nvPr/>
          </p:nvSpPr>
          <p:spPr>
            <a:xfrm>
              <a:off x="3397300" y="3850150"/>
              <a:ext cx="427050" cy="427050"/>
            </a:xfrm>
            <a:custGeom>
              <a:avLst/>
              <a:gdLst/>
              <a:ahLst/>
              <a:cxnLst/>
              <a:rect l="l" t="t" r="r" b="b"/>
              <a:pathLst>
                <a:path w="17082" h="17082" extrusionOk="0">
                  <a:moveTo>
                    <a:pt x="8541" y="1"/>
                  </a:moveTo>
                  <a:cubicBezTo>
                    <a:pt x="3846" y="1"/>
                    <a:pt x="1" y="3809"/>
                    <a:pt x="1" y="8541"/>
                  </a:cubicBezTo>
                  <a:cubicBezTo>
                    <a:pt x="1" y="13236"/>
                    <a:pt x="3846" y="17081"/>
                    <a:pt x="8541" y="17081"/>
                  </a:cubicBezTo>
                  <a:cubicBezTo>
                    <a:pt x="13273" y="17081"/>
                    <a:pt x="17081" y="13236"/>
                    <a:pt x="17081" y="8541"/>
                  </a:cubicBezTo>
                  <a:cubicBezTo>
                    <a:pt x="17081" y="3809"/>
                    <a:pt x="13273" y="1"/>
                    <a:pt x="8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4709;p64">
              <a:extLst>
                <a:ext uri="{FF2B5EF4-FFF2-40B4-BE49-F238E27FC236}">
                  <a16:creationId xmlns:a16="http://schemas.microsoft.com/office/drawing/2014/main" id="{4DB7574A-59E0-2FAE-952F-2BD909BF4925}"/>
                </a:ext>
              </a:extLst>
            </p:cNvPr>
            <p:cNvSpPr/>
            <p:nvPr/>
          </p:nvSpPr>
          <p:spPr>
            <a:xfrm>
              <a:off x="3389900" y="3841825"/>
              <a:ext cx="442750" cy="442750"/>
            </a:xfrm>
            <a:custGeom>
              <a:avLst/>
              <a:gdLst/>
              <a:ahLst/>
              <a:cxnLst/>
              <a:rect l="l" t="t" r="r" b="b"/>
              <a:pathLst>
                <a:path w="17710" h="17710" extrusionOk="0">
                  <a:moveTo>
                    <a:pt x="8837" y="629"/>
                  </a:moveTo>
                  <a:cubicBezTo>
                    <a:pt x="11129" y="629"/>
                    <a:pt x="13199" y="1554"/>
                    <a:pt x="14678" y="3032"/>
                  </a:cubicBezTo>
                  <a:cubicBezTo>
                    <a:pt x="16157" y="4548"/>
                    <a:pt x="17081" y="6582"/>
                    <a:pt x="17081" y="8874"/>
                  </a:cubicBezTo>
                  <a:cubicBezTo>
                    <a:pt x="17081" y="11129"/>
                    <a:pt x="16157" y="13199"/>
                    <a:pt x="14678" y="14678"/>
                  </a:cubicBezTo>
                  <a:cubicBezTo>
                    <a:pt x="13199" y="16194"/>
                    <a:pt x="11129" y="17081"/>
                    <a:pt x="8837" y="17081"/>
                  </a:cubicBezTo>
                  <a:cubicBezTo>
                    <a:pt x="6582" y="17081"/>
                    <a:pt x="4511" y="16194"/>
                    <a:pt x="3032" y="14678"/>
                  </a:cubicBezTo>
                  <a:cubicBezTo>
                    <a:pt x="1554" y="13199"/>
                    <a:pt x="629" y="11129"/>
                    <a:pt x="629" y="8874"/>
                  </a:cubicBezTo>
                  <a:cubicBezTo>
                    <a:pt x="629" y="6582"/>
                    <a:pt x="1554" y="4548"/>
                    <a:pt x="3032" y="3032"/>
                  </a:cubicBezTo>
                  <a:cubicBezTo>
                    <a:pt x="4511" y="1554"/>
                    <a:pt x="6582" y="629"/>
                    <a:pt x="8837" y="629"/>
                  </a:cubicBezTo>
                  <a:close/>
                  <a:moveTo>
                    <a:pt x="8837" y="1"/>
                  </a:moveTo>
                  <a:cubicBezTo>
                    <a:pt x="3957" y="1"/>
                    <a:pt x="1" y="3994"/>
                    <a:pt x="1" y="8874"/>
                  </a:cubicBezTo>
                  <a:cubicBezTo>
                    <a:pt x="1" y="13754"/>
                    <a:pt x="3957" y="17710"/>
                    <a:pt x="8837" y="17710"/>
                  </a:cubicBezTo>
                  <a:cubicBezTo>
                    <a:pt x="13754" y="17710"/>
                    <a:pt x="17710" y="13754"/>
                    <a:pt x="17710" y="8874"/>
                  </a:cubicBezTo>
                  <a:cubicBezTo>
                    <a:pt x="17710" y="3994"/>
                    <a:pt x="13754" y="1"/>
                    <a:pt x="8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4710;p64">
              <a:extLst>
                <a:ext uri="{FF2B5EF4-FFF2-40B4-BE49-F238E27FC236}">
                  <a16:creationId xmlns:a16="http://schemas.microsoft.com/office/drawing/2014/main" id="{85690D31-13C4-6E48-6179-88D24C551073}"/>
                </a:ext>
              </a:extLst>
            </p:cNvPr>
            <p:cNvSpPr/>
            <p:nvPr/>
          </p:nvSpPr>
          <p:spPr>
            <a:xfrm>
              <a:off x="4143175" y="5005475"/>
              <a:ext cx="265300" cy="191150"/>
            </a:xfrm>
            <a:custGeom>
              <a:avLst/>
              <a:gdLst/>
              <a:ahLst/>
              <a:cxnLst/>
              <a:rect l="l" t="t" r="r" b="b"/>
              <a:pathLst>
                <a:path w="10612" h="7646" extrusionOk="0">
                  <a:moveTo>
                    <a:pt x="4733" y="1"/>
                  </a:moveTo>
                  <a:lnTo>
                    <a:pt x="1" y="999"/>
                  </a:lnTo>
                  <a:lnTo>
                    <a:pt x="1" y="7580"/>
                  </a:lnTo>
                  <a:cubicBezTo>
                    <a:pt x="1" y="7580"/>
                    <a:pt x="3369" y="7646"/>
                    <a:pt x="6064" y="7646"/>
                  </a:cubicBezTo>
                  <a:cubicBezTo>
                    <a:pt x="7411" y="7646"/>
                    <a:pt x="8590" y="7629"/>
                    <a:pt x="9096" y="7580"/>
                  </a:cubicBezTo>
                  <a:cubicBezTo>
                    <a:pt x="10611" y="7395"/>
                    <a:pt x="9761" y="6397"/>
                    <a:pt x="9761" y="6397"/>
                  </a:cubicBezTo>
                  <a:lnTo>
                    <a:pt x="47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4711;p64">
              <a:extLst>
                <a:ext uri="{FF2B5EF4-FFF2-40B4-BE49-F238E27FC236}">
                  <a16:creationId xmlns:a16="http://schemas.microsoft.com/office/drawing/2014/main" id="{676E5B53-05EE-0902-76C9-2463935E5D46}"/>
                </a:ext>
              </a:extLst>
            </p:cNvPr>
            <p:cNvSpPr/>
            <p:nvPr/>
          </p:nvSpPr>
          <p:spPr>
            <a:xfrm>
              <a:off x="4135800" y="4997850"/>
              <a:ext cx="265275" cy="206375"/>
            </a:xfrm>
            <a:custGeom>
              <a:avLst/>
              <a:gdLst/>
              <a:ahLst/>
              <a:cxnLst/>
              <a:rect l="l" t="t" r="r" b="b"/>
              <a:pathLst>
                <a:path w="10611" h="8255" extrusionOk="0">
                  <a:moveTo>
                    <a:pt x="4887" y="640"/>
                  </a:moveTo>
                  <a:lnTo>
                    <a:pt x="9797" y="6887"/>
                  </a:lnTo>
                  <a:lnTo>
                    <a:pt x="9834" y="6887"/>
                  </a:lnTo>
                  <a:cubicBezTo>
                    <a:pt x="9834" y="6887"/>
                    <a:pt x="9871" y="6961"/>
                    <a:pt x="9908" y="7035"/>
                  </a:cubicBezTo>
                  <a:cubicBezTo>
                    <a:pt x="9945" y="7109"/>
                    <a:pt x="9982" y="7219"/>
                    <a:pt x="9982" y="7256"/>
                  </a:cubicBezTo>
                  <a:cubicBezTo>
                    <a:pt x="9982" y="7330"/>
                    <a:pt x="9982" y="7330"/>
                    <a:pt x="9908" y="7404"/>
                  </a:cubicBezTo>
                  <a:cubicBezTo>
                    <a:pt x="9834" y="7441"/>
                    <a:pt x="9686" y="7552"/>
                    <a:pt x="9354" y="7589"/>
                  </a:cubicBezTo>
                  <a:cubicBezTo>
                    <a:pt x="8873" y="7626"/>
                    <a:pt x="7690" y="7663"/>
                    <a:pt x="6359" y="7663"/>
                  </a:cubicBezTo>
                  <a:cubicBezTo>
                    <a:pt x="5028" y="7663"/>
                    <a:pt x="3512" y="7626"/>
                    <a:pt x="2329" y="7626"/>
                  </a:cubicBezTo>
                  <a:cubicBezTo>
                    <a:pt x="1564" y="7602"/>
                    <a:pt x="938" y="7578"/>
                    <a:pt x="592" y="7564"/>
                  </a:cubicBezTo>
                  <a:lnTo>
                    <a:pt x="592" y="7564"/>
                  </a:lnTo>
                  <a:lnTo>
                    <a:pt x="592" y="1563"/>
                  </a:lnTo>
                  <a:lnTo>
                    <a:pt x="4887" y="640"/>
                  </a:lnTo>
                  <a:close/>
                  <a:moveTo>
                    <a:pt x="5015" y="0"/>
                  </a:moveTo>
                  <a:cubicBezTo>
                    <a:pt x="4995" y="0"/>
                    <a:pt x="4975" y="3"/>
                    <a:pt x="4954" y="10"/>
                  </a:cubicBezTo>
                  <a:lnTo>
                    <a:pt x="222" y="1008"/>
                  </a:lnTo>
                  <a:cubicBezTo>
                    <a:pt x="111" y="1045"/>
                    <a:pt x="0" y="1193"/>
                    <a:pt x="0" y="1304"/>
                  </a:cubicBezTo>
                  <a:lnTo>
                    <a:pt x="0" y="7885"/>
                  </a:lnTo>
                  <a:cubicBezTo>
                    <a:pt x="0" y="8033"/>
                    <a:pt x="111" y="8181"/>
                    <a:pt x="296" y="8181"/>
                  </a:cubicBezTo>
                  <a:cubicBezTo>
                    <a:pt x="296" y="8181"/>
                    <a:pt x="3660" y="8255"/>
                    <a:pt x="6359" y="8255"/>
                  </a:cubicBezTo>
                  <a:cubicBezTo>
                    <a:pt x="7690" y="8255"/>
                    <a:pt x="8873" y="8255"/>
                    <a:pt x="9428" y="8181"/>
                  </a:cubicBezTo>
                  <a:cubicBezTo>
                    <a:pt x="9797" y="8144"/>
                    <a:pt x="10093" y="8033"/>
                    <a:pt x="10278" y="7885"/>
                  </a:cubicBezTo>
                  <a:cubicBezTo>
                    <a:pt x="10500" y="7737"/>
                    <a:pt x="10611" y="7478"/>
                    <a:pt x="10611" y="7256"/>
                  </a:cubicBezTo>
                  <a:cubicBezTo>
                    <a:pt x="10611" y="7035"/>
                    <a:pt x="10500" y="6850"/>
                    <a:pt x="10426" y="6739"/>
                  </a:cubicBezTo>
                  <a:cubicBezTo>
                    <a:pt x="10352" y="6591"/>
                    <a:pt x="10315" y="6517"/>
                    <a:pt x="10278" y="6517"/>
                  </a:cubicBezTo>
                  <a:lnTo>
                    <a:pt x="5250" y="121"/>
                  </a:lnTo>
                  <a:cubicBezTo>
                    <a:pt x="5190" y="61"/>
                    <a:pt x="5105" y="0"/>
                    <a:pt x="5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4712;p64">
              <a:extLst>
                <a:ext uri="{FF2B5EF4-FFF2-40B4-BE49-F238E27FC236}">
                  <a16:creationId xmlns:a16="http://schemas.microsoft.com/office/drawing/2014/main" id="{1FFA59C8-3CAC-70CA-6908-BF2A09F8E1A8}"/>
                </a:ext>
              </a:extLst>
            </p:cNvPr>
            <p:cNvSpPr/>
            <p:nvPr/>
          </p:nvSpPr>
          <p:spPr>
            <a:xfrm>
              <a:off x="4008250" y="4063650"/>
              <a:ext cx="271750" cy="1028750"/>
            </a:xfrm>
            <a:custGeom>
              <a:avLst/>
              <a:gdLst/>
              <a:ahLst/>
              <a:cxnLst/>
              <a:rect l="l" t="t" r="r" b="b"/>
              <a:pathLst>
                <a:path w="10870" h="41150" extrusionOk="0">
                  <a:moveTo>
                    <a:pt x="10574" y="1"/>
                  </a:moveTo>
                  <a:lnTo>
                    <a:pt x="0" y="3883"/>
                  </a:lnTo>
                  <a:lnTo>
                    <a:pt x="5657" y="39559"/>
                  </a:lnTo>
                  <a:cubicBezTo>
                    <a:pt x="5805" y="40484"/>
                    <a:pt x="6581" y="41149"/>
                    <a:pt x="7505" y="41149"/>
                  </a:cubicBezTo>
                  <a:lnTo>
                    <a:pt x="8984" y="41149"/>
                  </a:lnTo>
                  <a:cubicBezTo>
                    <a:pt x="10019" y="41149"/>
                    <a:pt x="10870" y="40299"/>
                    <a:pt x="10870" y="39264"/>
                  </a:cubicBezTo>
                  <a:lnTo>
                    <a:pt x="105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4713;p64">
              <a:extLst>
                <a:ext uri="{FF2B5EF4-FFF2-40B4-BE49-F238E27FC236}">
                  <a16:creationId xmlns:a16="http://schemas.microsoft.com/office/drawing/2014/main" id="{AE12744F-21E9-0AB1-A9D4-93A84DC8C98F}"/>
                </a:ext>
              </a:extLst>
            </p:cNvPr>
            <p:cNvSpPr/>
            <p:nvPr/>
          </p:nvSpPr>
          <p:spPr>
            <a:xfrm>
              <a:off x="3999925" y="4055650"/>
              <a:ext cx="287475" cy="1044125"/>
            </a:xfrm>
            <a:custGeom>
              <a:avLst/>
              <a:gdLst/>
              <a:ahLst/>
              <a:cxnLst/>
              <a:rect l="l" t="t" r="r" b="b"/>
              <a:pathLst>
                <a:path w="11499" h="41765" extrusionOk="0">
                  <a:moveTo>
                    <a:pt x="10577" y="764"/>
                  </a:moveTo>
                  <a:lnTo>
                    <a:pt x="10870" y="39584"/>
                  </a:lnTo>
                  <a:cubicBezTo>
                    <a:pt x="10870" y="40471"/>
                    <a:pt x="10167" y="41173"/>
                    <a:pt x="9317" y="41173"/>
                  </a:cubicBezTo>
                  <a:lnTo>
                    <a:pt x="7838" y="41173"/>
                  </a:lnTo>
                  <a:cubicBezTo>
                    <a:pt x="7062" y="41173"/>
                    <a:pt x="6396" y="40619"/>
                    <a:pt x="6285" y="39842"/>
                  </a:cubicBezTo>
                  <a:lnTo>
                    <a:pt x="666" y="4388"/>
                  </a:lnTo>
                  <a:lnTo>
                    <a:pt x="10577" y="764"/>
                  </a:lnTo>
                  <a:close/>
                  <a:moveTo>
                    <a:pt x="10902" y="1"/>
                  </a:moveTo>
                  <a:cubicBezTo>
                    <a:pt x="10863" y="1"/>
                    <a:pt x="10827" y="10"/>
                    <a:pt x="10796" y="25"/>
                  </a:cubicBezTo>
                  <a:lnTo>
                    <a:pt x="222" y="3907"/>
                  </a:lnTo>
                  <a:cubicBezTo>
                    <a:pt x="74" y="3944"/>
                    <a:pt x="0" y="4092"/>
                    <a:pt x="37" y="4240"/>
                  </a:cubicBezTo>
                  <a:lnTo>
                    <a:pt x="5657" y="39953"/>
                  </a:lnTo>
                  <a:cubicBezTo>
                    <a:pt x="5842" y="40989"/>
                    <a:pt x="6766" y="41765"/>
                    <a:pt x="7838" y="41765"/>
                  </a:cubicBezTo>
                  <a:lnTo>
                    <a:pt x="9317" y="41765"/>
                  </a:lnTo>
                  <a:cubicBezTo>
                    <a:pt x="10500" y="41765"/>
                    <a:pt x="11498" y="40804"/>
                    <a:pt x="11498" y="39584"/>
                  </a:cubicBezTo>
                  <a:lnTo>
                    <a:pt x="11203" y="321"/>
                  </a:lnTo>
                  <a:cubicBezTo>
                    <a:pt x="11203" y="210"/>
                    <a:pt x="11129" y="99"/>
                    <a:pt x="11055" y="62"/>
                  </a:cubicBezTo>
                  <a:cubicBezTo>
                    <a:pt x="11011" y="19"/>
                    <a:pt x="10955" y="1"/>
                    <a:pt x="10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4714;p64">
              <a:extLst>
                <a:ext uri="{FF2B5EF4-FFF2-40B4-BE49-F238E27FC236}">
                  <a16:creationId xmlns:a16="http://schemas.microsoft.com/office/drawing/2014/main" id="{6946419A-B9D5-5EE2-1E79-84E02C62C58A}"/>
                </a:ext>
              </a:extLst>
            </p:cNvPr>
            <p:cNvSpPr/>
            <p:nvPr/>
          </p:nvSpPr>
          <p:spPr>
            <a:xfrm>
              <a:off x="3844650" y="3850150"/>
              <a:ext cx="427950" cy="427050"/>
            </a:xfrm>
            <a:custGeom>
              <a:avLst/>
              <a:gdLst/>
              <a:ahLst/>
              <a:cxnLst/>
              <a:rect l="l" t="t" r="r" b="b"/>
              <a:pathLst>
                <a:path w="17118" h="17082" extrusionOk="0">
                  <a:moveTo>
                    <a:pt x="8541" y="1"/>
                  </a:moveTo>
                  <a:cubicBezTo>
                    <a:pt x="3845" y="1"/>
                    <a:pt x="0" y="3809"/>
                    <a:pt x="0" y="8541"/>
                  </a:cubicBezTo>
                  <a:cubicBezTo>
                    <a:pt x="0" y="13236"/>
                    <a:pt x="3845" y="17081"/>
                    <a:pt x="8541" y="17081"/>
                  </a:cubicBezTo>
                  <a:cubicBezTo>
                    <a:pt x="13273" y="17081"/>
                    <a:pt x="17118" y="13236"/>
                    <a:pt x="17118" y="8541"/>
                  </a:cubicBezTo>
                  <a:cubicBezTo>
                    <a:pt x="17118" y="3809"/>
                    <a:pt x="13273" y="1"/>
                    <a:pt x="8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4715;p64">
              <a:extLst>
                <a:ext uri="{FF2B5EF4-FFF2-40B4-BE49-F238E27FC236}">
                  <a16:creationId xmlns:a16="http://schemas.microsoft.com/office/drawing/2014/main" id="{2C7C1FF8-D688-99E4-A16D-C3DA862EDA2A}"/>
                </a:ext>
              </a:extLst>
            </p:cNvPr>
            <p:cNvSpPr/>
            <p:nvPr/>
          </p:nvSpPr>
          <p:spPr>
            <a:xfrm>
              <a:off x="3837250" y="3841825"/>
              <a:ext cx="442750" cy="442750"/>
            </a:xfrm>
            <a:custGeom>
              <a:avLst/>
              <a:gdLst/>
              <a:ahLst/>
              <a:cxnLst/>
              <a:rect l="l" t="t" r="r" b="b"/>
              <a:pathLst>
                <a:path w="17710" h="17710" extrusionOk="0">
                  <a:moveTo>
                    <a:pt x="8837" y="629"/>
                  </a:moveTo>
                  <a:cubicBezTo>
                    <a:pt x="11129" y="629"/>
                    <a:pt x="13199" y="1554"/>
                    <a:pt x="14678" y="3032"/>
                  </a:cubicBezTo>
                  <a:cubicBezTo>
                    <a:pt x="16157" y="4548"/>
                    <a:pt x="17081" y="6582"/>
                    <a:pt x="17081" y="8874"/>
                  </a:cubicBezTo>
                  <a:cubicBezTo>
                    <a:pt x="17081" y="11129"/>
                    <a:pt x="16157" y="13199"/>
                    <a:pt x="14678" y="14678"/>
                  </a:cubicBezTo>
                  <a:cubicBezTo>
                    <a:pt x="13199" y="16194"/>
                    <a:pt x="11129" y="17081"/>
                    <a:pt x="8837" y="17081"/>
                  </a:cubicBezTo>
                  <a:cubicBezTo>
                    <a:pt x="6581" y="17081"/>
                    <a:pt x="4511" y="16194"/>
                    <a:pt x="3032" y="14678"/>
                  </a:cubicBezTo>
                  <a:cubicBezTo>
                    <a:pt x="1553" y="13199"/>
                    <a:pt x="629" y="11129"/>
                    <a:pt x="629" y="8874"/>
                  </a:cubicBezTo>
                  <a:cubicBezTo>
                    <a:pt x="629" y="6582"/>
                    <a:pt x="1553" y="4548"/>
                    <a:pt x="3032" y="3032"/>
                  </a:cubicBezTo>
                  <a:cubicBezTo>
                    <a:pt x="4511" y="1554"/>
                    <a:pt x="6581" y="629"/>
                    <a:pt x="8837" y="629"/>
                  </a:cubicBezTo>
                  <a:close/>
                  <a:moveTo>
                    <a:pt x="8837" y="1"/>
                  </a:moveTo>
                  <a:cubicBezTo>
                    <a:pt x="3956" y="1"/>
                    <a:pt x="1" y="3994"/>
                    <a:pt x="1" y="8874"/>
                  </a:cubicBezTo>
                  <a:cubicBezTo>
                    <a:pt x="1" y="13754"/>
                    <a:pt x="3956" y="17710"/>
                    <a:pt x="8837" y="17710"/>
                  </a:cubicBezTo>
                  <a:cubicBezTo>
                    <a:pt x="13754" y="17710"/>
                    <a:pt x="17710" y="13754"/>
                    <a:pt x="17710" y="8874"/>
                  </a:cubicBezTo>
                  <a:cubicBezTo>
                    <a:pt x="17710" y="3994"/>
                    <a:pt x="13754" y="1"/>
                    <a:pt x="8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4716;p64">
              <a:extLst>
                <a:ext uri="{FF2B5EF4-FFF2-40B4-BE49-F238E27FC236}">
                  <a16:creationId xmlns:a16="http://schemas.microsoft.com/office/drawing/2014/main" id="{00324317-552B-12AF-1F51-9AA81C3E8E72}"/>
                </a:ext>
              </a:extLst>
            </p:cNvPr>
            <p:cNvSpPr/>
            <p:nvPr/>
          </p:nvSpPr>
          <p:spPr>
            <a:xfrm>
              <a:off x="3685675" y="2397200"/>
              <a:ext cx="332750" cy="450150"/>
            </a:xfrm>
            <a:custGeom>
              <a:avLst/>
              <a:gdLst/>
              <a:ahLst/>
              <a:cxnLst/>
              <a:rect l="l" t="t" r="r" b="b"/>
              <a:pathLst>
                <a:path w="13310" h="18006" extrusionOk="0">
                  <a:moveTo>
                    <a:pt x="6433" y="1"/>
                  </a:moveTo>
                  <a:cubicBezTo>
                    <a:pt x="5657" y="1"/>
                    <a:pt x="4881" y="112"/>
                    <a:pt x="4252" y="333"/>
                  </a:cubicBezTo>
                  <a:cubicBezTo>
                    <a:pt x="0" y="2034"/>
                    <a:pt x="1442" y="9280"/>
                    <a:pt x="2034" y="12755"/>
                  </a:cubicBezTo>
                  <a:cubicBezTo>
                    <a:pt x="2516" y="15718"/>
                    <a:pt x="5405" y="18006"/>
                    <a:pt x="8369" y="18006"/>
                  </a:cubicBezTo>
                  <a:cubicBezTo>
                    <a:pt x="8586" y="18006"/>
                    <a:pt x="8804" y="17994"/>
                    <a:pt x="9021" y="17968"/>
                  </a:cubicBezTo>
                  <a:cubicBezTo>
                    <a:pt x="13125" y="17525"/>
                    <a:pt x="13310" y="12534"/>
                    <a:pt x="13162" y="9391"/>
                  </a:cubicBezTo>
                  <a:cubicBezTo>
                    <a:pt x="12903" y="4770"/>
                    <a:pt x="12090" y="38"/>
                    <a:pt x="64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4717;p64">
              <a:extLst>
                <a:ext uri="{FF2B5EF4-FFF2-40B4-BE49-F238E27FC236}">
                  <a16:creationId xmlns:a16="http://schemas.microsoft.com/office/drawing/2014/main" id="{9DCA6420-9349-E97C-CBCA-BF2042D372C0}"/>
                </a:ext>
              </a:extLst>
            </p:cNvPr>
            <p:cNvSpPr/>
            <p:nvPr/>
          </p:nvSpPr>
          <p:spPr>
            <a:xfrm>
              <a:off x="3710625" y="2388875"/>
              <a:ext cx="312425" cy="466800"/>
            </a:xfrm>
            <a:custGeom>
              <a:avLst/>
              <a:gdLst/>
              <a:ahLst/>
              <a:cxnLst/>
              <a:rect l="l" t="t" r="r" b="b"/>
              <a:pathLst>
                <a:path w="12497" h="18672" extrusionOk="0">
                  <a:moveTo>
                    <a:pt x="5435" y="629"/>
                  </a:moveTo>
                  <a:cubicBezTo>
                    <a:pt x="6803" y="629"/>
                    <a:pt x="7838" y="925"/>
                    <a:pt x="8689" y="1406"/>
                  </a:cubicBezTo>
                  <a:cubicBezTo>
                    <a:pt x="9909" y="2145"/>
                    <a:pt x="10648" y="3365"/>
                    <a:pt x="11092" y="4807"/>
                  </a:cubicBezTo>
                  <a:cubicBezTo>
                    <a:pt x="11572" y="6286"/>
                    <a:pt x="11757" y="8023"/>
                    <a:pt x="11831" y="9761"/>
                  </a:cubicBezTo>
                  <a:cubicBezTo>
                    <a:pt x="11868" y="10168"/>
                    <a:pt x="11868" y="10648"/>
                    <a:pt x="11868" y="11129"/>
                  </a:cubicBezTo>
                  <a:cubicBezTo>
                    <a:pt x="11868" y="12645"/>
                    <a:pt x="11720" y="14309"/>
                    <a:pt x="11129" y="15602"/>
                  </a:cubicBezTo>
                  <a:cubicBezTo>
                    <a:pt x="10870" y="16231"/>
                    <a:pt x="10463" y="16786"/>
                    <a:pt x="9983" y="17229"/>
                  </a:cubicBezTo>
                  <a:cubicBezTo>
                    <a:pt x="9465" y="17636"/>
                    <a:pt x="8837" y="17932"/>
                    <a:pt x="8023" y="18006"/>
                  </a:cubicBezTo>
                  <a:cubicBezTo>
                    <a:pt x="7801" y="18043"/>
                    <a:pt x="7617" y="18043"/>
                    <a:pt x="7395" y="18043"/>
                  </a:cubicBezTo>
                  <a:cubicBezTo>
                    <a:pt x="5990" y="18043"/>
                    <a:pt x="4585" y="17488"/>
                    <a:pt x="3476" y="16601"/>
                  </a:cubicBezTo>
                  <a:cubicBezTo>
                    <a:pt x="2367" y="15676"/>
                    <a:pt x="1553" y="14419"/>
                    <a:pt x="1332" y="13052"/>
                  </a:cubicBezTo>
                  <a:cubicBezTo>
                    <a:pt x="1073" y="11462"/>
                    <a:pt x="629" y="9059"/>
                    <a:pt x="629" y="6840"/>
                  </a:cubicBezTo>
                  <a:cubicBezTo>
                    <a:pt x="629" y="5509"/>
                    <a:pt x="777" y="4216"/>
                    <a:pt x="1221" y="3217"/>
                  </a:cubicBezTo>
                  <a:cubicBezTo>
                    <a:pt x="1627" y="2182"/>
                    <a:pt x="2293" y="1406"/>
                    <a:pt x="3365" y="962"/>
                  </a:cubicBezTo>
                  <a:cubicBezTo>
                    <a:pt x="3957" y="740"/>
                    <a:pt x="4659" y="629"/>
                    <a:pt x="5398" y="629"/>
                  </a:cubicBezTo>
                  <a:close/>
                  <a:moveTo>
                    <a:pt x="5398" y="1"/>
                  </a:moveTo>
                  <a:cubicBezTo>
                    <a:pt x="4585" y="1"/>
                    <a:pt x="3809" y="149"/>
                    <a:pt x="3143" y="408"/>
                  </a:cubicBezTo>
                  <a:cubicBezTo>
                    <a:pt x="1886" y="888"/>
                    <a:pt x="1110" y="1812"/>
                    <a:pt x="629" y="2959"/>
                  </a:cubicBezTo>
                  <a:cubicBezTo>
                    <a:pt x="149" y="4105"/>
                    <a:pt x="1" y="5473"/>
                    <a:pt x="1" y="6840"/>
                  </a:cubicBezTo>
                  <a:cubicBezTo>
                    <a:pt x="1" y="9133"/>
                    <a:pt x="481" y="11573"/>
                    <a:pt x="740" y="13162"/>
                  </a:cubicBezTo>
                  <a:cubicBezTo>
                    <a:pt x="999" y="14715"/>
                    <a:pt x="1886" y="16083"/>
                    <a:pt x="3069" y="17081"/>
                  </a:cubicBezTo>
                  <a:cubicBezTo>
                    <a:pt x="4289" y="18043"/>
                    <a:pt x="5842" y="18671"/>
                    <a:pt x="7395" y="18671"/>
                  </a:cubicBezTo>
                  <a:cubicBezTo>
                    <a:pt x="7617" y="18671"/>
                    <a:pt x="7838" y="18634"/>
                    <a:pt x="8060" y="18634"/>
                  </a:cubicBezTo>
                  <a:cubicBezTo>
                    <a:pt x="9021" y="18523"/>
                    <a:pt x="9761" y="18190"/>
                    <a:pt x="10352" y="17673"/>
                  </a:cubicBezTo>
                  <a:cubicBezTo>
                    <a:pt x="11277" y="16970"/>
                    <a:pt x="11794" y="15861"/>
                    <a:pt x="12090" y="14715"/>
                  </a:cubicBezTo>
                  <a:cubicBezTo>
                    <a:pt x="12423" y="13569"/>
                    <a:pt x="12497" y="12312"/>
                    <a:pt x="12497" y="11129"/>
                  </a:cubicBezTo>
                  <a:cubicBezTo>
                    <a:pt x="12497" y="10648"/>
                    <a:pt x="12497" y="10168"/>
                    <a:pt x="12460" y="9724"/>
                  </a:cubicBezTo>
                  <a:cubicBezTo>
                    <a:pt x="12312" y="7395"/>
                    <a:pt x="12053" y="4992"/>
                    <a:pt x="11092" y="3143"/>
                  </a:cubicBezTo>
                  <a:cubicBezTo>
                    <a:pt x="10611" y="2219"/>
                    <a:pt x="9909" y="1443"/>
                    <a:pt x="8985" y="888"/>
                  </a:cubicBezTo>
                  <a:cubicBezTo>
                    <a:pt x="8060" y="334"/>
                    <a:pt x="6877" y="38"/>
                    <a:pt x="5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4718;p64">
              <a:extLst>
                <a:ext uri="{FF2B5EF4-FFF2-40B4-BE49-F238E27FC236}">
                  <a16:creationId xmlns:a16="http://schemas.microsoft.com/office/drawing/2014/main" id="{4AE10AE9-EA7C-8352-813C-B245429DD679}"/>
                </a:ext>
              </a:extLst>
            </p:cNvPr>
            <p:cNvSpPr/>
            <p:nvPr/>
          </p:nvSpPr>
          <p:spPr>
            <a:xfrm>
              <a:off x="3762400" y="2725350"/>
              <a:ext cx="136800" cy="153425"/>
            </a:xfrm>
            <a:custGeom>
              <a:avLst/>
              <a:gdLst/>
              <a:ahLst/>
              <a:cxnLst/>
              <a:rect l="l" t="t" r="r" b="b"/>
              <a:pathLst>
                <a:path w="5472" h="6137" extrusionOk="0">
                  <a:moveTo>
                    <a:pt x="1639" y="0"/>
                  </a:moveTo>
                  <a:cubicBezTo>
                    <a:pt x="994" y="0"/>
                    <a:pt x="403" y="187"/>
                    <a:pt x="0" y="702"/>
                  </a:cubicBezTo>
                  <a:lnTo>
                    <a:pt x="444" y="5730"/>
                  </a:lnTo>
                  <a:lnTo>
                    <a:pt x="5250" y="6136"/>
                  </a:lnTo>
                  <a:lnTo>
                    <a:pt x="5472" y="1330"/>
                  </a:lnTo>
                  <a:cubicBezTo>
                    <a:pt x="5472" y="1330"/>
                    <a:pt x="3360" y="0"/>
                    <a:pt x="16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4719;p64">
              <a:extLst>
                <a:ext uri="{FF2B5EF4-FFF2-40B4-BE49-F238E27FC236}">
                  <a16:creationId xmlns:a16="http://schemas.microsoft.com/office/drawing/2014/main" id="{49636BE0-6F9F-C192-6821-014C9550ECD9}"/>
                </a:ext>
              </a:extLst>
            </p:cNvPr>
            <p:cNvSpPr/>
            <p:nvPr/>
          </p:nvSpPr>
          <p:spPr>
            <a:xfrm>
              <a:off x="3755000" y="2717000"/>
              <a:ext cx="151600" cy="169525"/>
            </a:xfrm>
            <a:custGeom>
              <a:avLst/>
              <a:gdLst/>
              <a:ahLst/>
              <a:cxnLst/>
              <a:rect l="l" t="t" r="r" b="b"/>
              <a:pathLst>
                <a:path w="6064" h="6781" extrusionOk="0">
                  <a:moveTo>
                    <a:pt x="1923" y="629"/>
                  </a:moveTo>
                  <a:cubicBezTo>
                    <a:pt x="2699" y="629"/>
                    <a:pt x="3660" y="925"/>
                    <a:pt x="4363" y="1257"/>
                  </a:cubicBezTo>
                  <a:cubicBezTo>
                    <a:pt x="4732" y="1442"/>
                    <a:pt x="5028" y="1590"/>
                    <a:pt x="5250" y="1701"/>
                  </a:cubicBezTo>
                  <a:cubicBezTo>
                    <a:pt x="5321" y="1749"/>
                    <a:pt x="5377" y="1781"/>
                    <a:pt x="5428" y="1807"/>
                  </a:cubicBezTo>
                  <a:lnTo>
                    <a:pt x="5428" y="1807"/>
                  </a:lnTo>
                  <a:lnTo>
                    <a:pt x="5250" y="6138"/>
                  </a:lnTo>
                  <a:lnTo>
                    <a:pt x="998" y="5768"/>
                  </a:lnTo>
                  <a:lnTo>
                    <a:pt x="638" y="1112"/>
                  </a:lnTo>
                  <a:lnTo>
                    <a:pt x="638" y="1112"/>
                  </a:lnTo>
                  <a:cubicBezTo>
                    <a:pt x="779" y="950"/>
                    <a:pt x="963" y="838"/>
                    <a:pt x="1146" y="777"/>
                  </a:cubicBezTo>
                  <a:cubicBezTo>
                    <a:pt x="1368" y="666"/>
                    <a:pt x="1664" y="629"/>
                    <a:pt x="1923" y="629"/>
                  </a:cubicBezTo>
                  <a:close/>
                  <a:moveTo>
                    <a:pt x="1923" y="0"/>
                  </a:moveTo>
                  <a:cubicBezTo>
                    <a:pt x="1590" y="0"/>
                    <a:pt x="1257" y="74"/>
                    <a:pt x="925" y="185"/>
                  </a:cubicBezTo>
                  <a:cubicBezTo>
                    <a:pt x="592" y="333"/>
                    <a:pt x="296" y="518"/>
                    <a:pt x="74" y="814"/>
                  </a:cubicBezTo>
                  <a:cubicBezTo>
                    <a:pt x="0" y="888"/>
                    <a:pt x="0" y="962"/>
                    <a:pt x="0" y="1036"/>
                  </a:cubicBezTo>
                  <a:lnTo>
                    <a:pt x="407" y="6064"/>
                  </a:lnTo>
                  <a:cubicBezTo>
                    <a:pt x="444" y="6212"/>
                    <a:pt x="555" y="6359"/>
                    <a:pt x="703" y="6359"/>
                  </a:cubicBezTo>
                  <a:lnTo>
                    <a:pt x="5509" y="6766"/>
                  </a:lnTo>
                  <a:cubicBezTo>
                    <a:pt x="5539" y="6776"/>
                    <a:pt x="5566" y="6781"/>
                    <a:pt x="5591" y="6781"/>
                  </a:cubicBezTo>
                  <a:cubicBezTo>
                    <a:pt x="5659" y="6781"/>
                    <a:pt x="5714" y="6746"/>
                    <a:pt x="5768" y="6692"/>
                  </a:cubicBezTo>
                  <a:cubicBezTo>
                    <a:pt x="5805" y="6655"/>
                    <a:pt x="5842" y="6581"/>
                    <a:pt x="5842" y="6470"/>
                  </a:cubicBezTo>
                  <a:lnTo>
                    <a:pt x="6063" y="1664"/>
                  </a:lnTo>
                  <a:cubicBezTo>
                    <a:pt x="6063" y="1553"/>
                    <a:pt x="6026" y="1442"/>
                    <a:pt x="5916" y="1405"/>
                  </a:cubicBezTo>
                  <a:cubicBezTo>
                    <a:pt x="5916" y="1368"/>
                    <a:pt x="5398" y="1036"/>
                    <a:pt x="4622" y="703"/>
                  </a:cubicBezTo>
                  <a:cubicBezTo>
                    <a:pt x="3845" y="370"/>
                    <a:pt x="2884" y="0"/>
                    <a:pt x="19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4720;p64">
              <a:extLst>
                <a:ext uri="{FF2B5EF4-FFF2-40B4-BE49-F238E27FC236}">
                  <a16:creationId xmlns:a16="http://schemas.microsoft.com/office/drawing/2014/main" id="{114F7F2C-046F-5A36-E932-CDAAE8B2F5FA}"/>
                </a:ext>
              </a:extLst>
            </p:cNvPr>
            <p:cNvSpPr/>
            <p:nvPr/>
          </p:nvSpPr>
          <p:spPr>
            <a:xfrm>
              <a:off x="3642950" y="2338775"/>
              <a:ext cx="450350" cy="524625"/>
            </a:xfrm>
            <a:custGeom>
              <a:avLst/>
              <a:gdLst/>
              <a:ahLst/>
              <a:cxnLst/>
              <a:rect l="l" t="t" r="r" b="b"/>
              <a:pathLst>
                <a:path w="18014" h="20985" extrusionOk="0">
                  <a:moveTo>
                    <a:pt x="11262" y="9730"/>
                  </a:moveTo>
                  <a:cubicBezTo>
                    <a:pt x="11883" y="9730"/>
                    <a:pt x="12619" y="11617"/>
                    <a:pt x="12727" y="11913"/>
                  </a:cubicBezTo>
                  <a:cubicBezTo>
                    <a:pt x="12727" y="12911"/>
                    <a:pt x="12616" y="14538"/>
                    <a:pt x="12357" y="15092"/>
                  </a:cubicBezTo>
                  <a:cubicBezTo>
                    <a:pt x="12209" y="15351"/>
                    <a:pt x="11913" y="15647"/>
                    <a:pt x="11544" y="15906"/>
                  </a:cubicBezTo>
                  <a:cubicBezTo>
                    <a:pt x="12024" y="15277"/>
                    <a:pt x="12172" y="14760"/>
                    <a:pt x="11728" y="14686"/>
                  </a:cubicBezTo>
                  <a:cubicBezTo>
                    <a:pt x="10250" y="14464"/>
                    <a:pt x="10028" y="13429"/>
                    <a:pt x="10656" y="10693"/>
                  </a:cubicBezTo>
                  <a:cubicBezTo>
                    <a:pt x="10817" y="9991"/>
                    <a:pt x="11032" y="9730"/>
                    <a:pt x="11262" y="9730"/>
                  </a:cubicBezTo>
                  <a:close/>
                  <a:moveTo>
                    <a:pt x="6846" y="1"/>
                  </a:moveTo>
                  <a:cubicBezTo>
                    <a:pt x="3183" y="1"/>
                    <a:pt x="1" y="4529"/>
                    <a:pt x="1229" y="9658"/>
                  </a:cubicBezTo>
                  <a:cubicBezTo>
                    <a:pt x="1931" y="12652"/>
                    <a:pt x="3743" y="17348"/>
                    <a:pt x="7144" y="18272"/>
                  </a:cubicBezTo>
                  <a:cubicBezTo>
                    <a:pt x="7305" y="18314"/>
                    <a:pt x="7471" y="18333"/>
                    <a:pt x="7640" y="18333"/>
                  </a:cubicBezTo>
                  <a:cubicBezTo>
                    <a:pt x="8367" y="18333"/>
                    <a:pt x="9153" y="17975"/>
                    <a:pt x="9843" y="17496"/>
                  </a:cubicBezTo>
                  <a:lnTo>
                    <a:pt x="9843" y="17496"/>
                  </a:lnTo>
                  <a:cubicBezTo>
                    <a:pt x="9806" y="17606"/>
                    <a:pt x="9806" y="17717"/>
                    <a:pt x="9806" y="17828"/>
                  </a:cubicBezTo>
                  <a:cubicBezTo>
                    <a:pt x="10019" y="18643"/>
                    <a:pt x="9824" y="20985"/>
                    <a:pt x="11498" y="20985"/>
                  </a:cubicBezTo>
                  <a:cubicBezTo>
                    <a:pt x="11571" y="20985"/>
                    <a:pt x="11648" y="20980"/>
                    <a:pt x="11728" y="20971"/>
                  </a:cubicBezTo>
                  <a:cubicBezTo>
                    <a:pt x="13614" y="20749"/>
                    <a:pt x="14871" y="17422"/>
                    <a:pt x="14871" y="15943"/>
                  </a:cubicBezTo>
                  <a:cubicBezTo>
                    <a:pt x="14871" y="14464"/>
                    <a:pt x="13392" y="13614"/>
                    <a:pt x="13392" y="13614"/>
                  </a:cubicBezTo>
                  <a:lnTo>
                    <a:pt x="12985" y="7957"/>
                  </a:lnTo>
                  <a:cubicBezTo>
                    <a:pt x="12985" y="7957"/>
                    <a:pt x="14649" y="7957"/>
                    <a:pt x="16313" y="5887"/>
                  </a:cubicBezTo>
                  <a:cubicBezTo>
                    <a:pt x="18013" y="3779"/>
                    <a:pt x="11285" y="230"/>
                    <a:pt x="7107" y="8"/>
                  </a:cubicBezTo>
                  <a:cubicBezTo>
                    <a:pt x="7020" y="3"/>
                    <a:pt x="6933" y="1"/>
                    <a:pt x="6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4721;p64">
              <a:extLst>
                <a:ext uri="{FF2B5EF4-FFF2-40B4-BE49-F238E27FC236}">
                  <a16:creationId xmlns:a16="http://schemas.microsoft.com/office/drawing/2014/main" id="{783476E6-FDDD-3D30-8566-10A6BACD8643}"/>
                </a:ext>
              </a:extLst>
            </p:cNvPr>
            <p:cNvSpPr/>
            <p:nvPr/>
          </p:nvSpPr>
          <p:spPr>
            <a:xfrm>
              <a:off x="3658875" y="2330650"/>
              <a:ext cx="406700" cy="540725"/>
            </a:xfrm>
            <a:custGeom>
              <a:avLst/>
              <a:gdLst/>
              <a:ahLst/>
              <a:cxnLst/>
              <a:rect l="l" t="t" r="r" b="b"/>
              <a:pathLst>
                <a:path w="16268" h="21629" extrusionOk="0">
                  <a:moveTo>
                    <a:pt x="10685" y="10389"/>
                  </a:moveTo>
                  <a:cubicBezTo>
                    <a:pt x="10796" y="10463"/>
                    <a:pt x="10907" y="10574"/>
                    <a:pt x="11018" y="10759"/>
                  </a:cubicBezTo>
                  <a:cubicBezTo>
                    <a:pt x="11376" y="11248"/>
                    <a:pt x="11677" y="11966"/>
                    <a:pt x="11794" y="12256"/>
                  </a:cubicBezTo>
                  <a:lnTo>
                    <a:pt x="11794" y="12256"/>
                  </a:lnTo>
                  <a:cubicBezTo>
                    <a:pt x="11793" y="12736"/>
                    <a:pt x="11756" y="13392"/>
                    <a:pt x="11683" y="13976"/>
                  </a:cubicBezTo>
                  <a:cubicBezTo>
                    <a:pt x="11646" y="14271"/>
                    <a:pt x="11609" y="14530"/>
                    <a:pt x="11572" y="14752"/>
                  </a:cubicBezTo>
                  <a:cubicBezTo>
                    <a:pt x="11562" y="14821"/>
                    <a:pt x="11550" y="14885"/>
                    <a:pt x="11536" y="14943"/>
                  </a:cubicBezTo>
                  <a:lnTo>
                    <a:pt x="11536" y="14943"/>
                  </a:lnTo>
                  <a:cubicBezTo>
                    <a:pt x="11524" y="14928"/>
                    <a:pt x="11512" y="14914"/>
                    <a:pt x="11498" y="14900"/>
                  </a:cubicBezTo>
                  <a:cubicBezTo>
                    <a:pt x="11424" y="14789"/>
                    <a:pt x="11276" y="14715"/>
                    <a:pt x="11128" y="14715"/>
                  </a:cubicBezTo>
                  <a:cubicBezTo>
                    <a:pt x="10685" y="14641"/>
                    <a:pt x="10426" y="14493"/>
                    <a:pt x="10278" y="14308"/>
                  </a:cubicBezTo>
                  <a:cubicBezTo>
                    <a:pt x="10093" y="14124"/>
                    <a:pt x="9982" y="13791"/>
                    <a:pt x="9982" y="13273"/>
                  </a:cubicBezTo>
                  <a:cubicBezTo>
                    <a:pt x="9982" y="12756"/>
                    <a:pt x="10093" y="12016"/>
                    <a:pt x="10315" y="11092"/>
                  </a:cubicBezTo>
                  <a:cubicBezTo>
                    <a:pt x="10389" y="10759"/>
                    <a:pt x="10500" y="10537"/>
                    <a:pt x="10574" y="10463"/>
                  </a:cubicBezTo>
                  <a:lnTo>
                    <a:pt x="10611" y="10389"/>
                  </a:lnTo>
                  <a:close/>
                  <a:moveTo>
                    <a:pt x="6433" y="629"/>
                  </a:moveTo>
                  <a:cubicBezTo>
                    <a:pt x="8245" y="740"/>
                    <a:pt x="10611" y="1480"/>
                    <a:pt x="12459" y="2478"/>
                  </a:cubicBezTo>
                  <a:cubicBezTo>
                    <a:pt x="13384" y="2958"/>
                    <a:pt x="14234" y="3513"/>
                    <a:pt x="14789" y="4031"/>
                  </a:cubicBezTo>
                  <a:cubicBezTo>
                    <a:pt x="15084" y="4289"/>
                    <a:pt x="15306" y="4585"/>
                    <a:pt x="15417" y="4807"/>
                  </a:cubicBezTo>
                  <a:cubicBezTo>
                    <a:pt x="15565" y="5066"/>
                    <a:pt x="15639" y="5288"/>
                    <a:pt x="15639" y="5472"/>
                  </a:cubicBezTo>
                  <a:cubicBezTo>
                    <a:pt x="15639" y="5657"/>
                    <a:pt x="15602" y="5842"/>
                    <a:pt x="15454" y="5990"/>
                  </a:cubicBezTo>
                  <a:cubicBezTo>
                    <a:pt x="14641" y="7025"/>
                    <a:pt x="13864" y="7506"/>
                    <a:pt x="13273" y="7765"/>
                  </a:cubicBezTo>
                  <a:cubicBezTo>
                    <a:pt x="12977" y="7875"/>
                    <a:pt x="12718" y="7912"/>
                    <a:pt x="12570" y="7949"/>
                  </a:cubicBezTo>
                  <a:cubicBezTo>
                    <a:pt x="12496" y="7986"/>
                    <a:pt x="12422" y="7986"/>
                    <a:pt x="12385" y="7986"/>
                  </a:cubicBezTo>
                  <a:lnTo>
                    <a:pt x="12348" y="7986"/>
                  </a:lnTo>
                  <a:cubicBezTo>
                    <a:pt x="12238" y="7986"/>
                    <a:pt x="12164" y="8023"/>
                    <a:pt x="12090" y="8097"/>
                  </a:cubicBezTo>
                  <a:cubicBezTo>
                    <a:pt x="12053" y="8134"/>
                    <a:pt x="12016" y="8245"/>
                    <a:pt x="12016" y="8319"/>
                  </a:cubicBezTo>
                  <a:lnTo>
                    <a:pt x="12294" y="11868"/>
                  </a:lnTo>
                  <a:lnTo>
                    <a:pt x="12294" y="11868"/>
                  </a:lnTo>
                  <a:cubicBezTo>
                    <a:pt x="12196" y="11621"/>
                    <a:pt x="12030" y="11256"/>
                    <a:pt x="11831" y="10907"/>
                  </a:cubicBezTo>
                  <a:cubicBezTo>
                    <a:pt x="11683" y="10648"/>
                    <a:pt x="11535" y="10389"/>
                    <a:pt x="11350" y="10168"/>
                  </a:cubicBezTo>
                  <a:cubicBezTo>
                    <a:pt x="11239" y="10057"/>
                    <a:pt x="11165" y="9946"/>
                    <a:pt x="11055" y="9872"/>
                  </a:cubicBezTo>
                  <a:cubicBezTo>
                    <a:pt x="10907" y="9798"/>
                    <a:pt x="10796" y="9761"/>
                    <a:pt x="10648" y="9761"/>
                  </a:cubicBezTo>
                  <a:cubicBezTo>
                    <a:pt x="10500" y="9761"/>
                    <a:pt x="10389" y="9798"/>
                    <a:pt x="10278" y="9872"/>
                  </a:cubicBezTo>
                  <a:cubicBezTo>
                    <a:pt x="10130" y="9946"/>
                    <a:pt x="10056" y="10094"/>
                    <a:pt x="9945" y="10279"/>
                  </a:cubicBezTo>
                  <a:cubicBezTo>
                    <a:pt x="9871" y="10463"/>
                    <a:pt x="9798" y="10685"/>
                    <a:pt x="9724" y="10944"/>
                  </a:cubicBezTo>
                  <a:cubicBezTo>
                    <a:pt x="9502" y="11905"/>
                    <a:pt x="9391" y="12645"/>
                    <a:pt x="9391" y="13273"/>
                  </a:cubicBezTo>
                  <a:cubicBezTo>
                    <a:pt x="9391" y="13865"/>
                    <a:pt x="9502" y="14345"/>
                    <a:pt x="9798" y="14678"/>
                  </a:cubicBezTo>
                  <a:cubicBezTo>
                    <a:pt x="10056" y="15048"/>
                    <a:pt x="10500" y="15233"/>
                    <a:pt x="11018" y="15307"/>
                  </a:cubicBezTo>
                  <a:lnTo>
                    <a:pt x="11055" y="15307"/>
                  </a:lnTo>
                  <a:cubicBezTo>
                    <a:pt x="11055" y="15344"/>
                    <a:pt x="11018" y="15454"/>
                    <a:pt x="10944" y="15602"/>
                  </a:cubicBezTo>
                  <a:cubicBezTo>
                    <a:pt x="10907" y="15713"/>
                    <a:pt x="10796" y="15898"/>
                    <a:pt x="10648" y="16046"/>
                  </a:cubicBezTo>
                  <a:cubicBezTo>
                    <a:pt x="10574" y="16194"/>
                    <a:pt x="10574" y="16379"/>
                    <a:pt x="10685" y="16453"/>
                  </a:cubicBezTo>
                  <a:cubicBezTo>
                    <a:pt x="10749" y="16517"/>
                    <a:pt x="10839" y="16557"/>
                    <a:pt x="10924" y="16557"/>
                  </a:cubicBezTo>
                  <a:cubicBezTo>
                    <a:pt x="10986" y="16557"/>
                    <a:pt x="11045" y="16536"/>
                    <a:pt x="11091" y="16490"/>
                  </a:cubicBezTo>
                  <a:cubicBezTo>
                    <a:pt x="11461" y="16194"/>
                    <a:pt x="11794" y="15898"/>
                    <a:pt x="11979" y="15565"/>
                  </a:cubicBezTo>
                  <a:cubicBezTo>
                    <a:pt x="12090" y="15381"/>
                    <a:pt x="12127" y="15159"/>
                    <a:pt x="12201" y="14900"/>
                  </a:cubicBezTo>
                  <a:cubicBezTo>
                    <a:pt x="12303" y="14362"/>
                    <a:pt x="12352" y="13665"/>
                    <a:pt x="12385" y="13029"/>
                  </a:cubicBezTo>
                  <a:lnTo>
                    <a:pt x="12385" y="13029"/>
                  </a:lnTo>
                  <a:lnTo>
                    <a:pt x="12459" y="13976"/>
                  </a:lnTo>
                  <a:cubicBezTo>
                    <a:pt x="12459" y="14087"/>
                    <a:pt x="12496" y="14160"/>
                    <a:pt x="12607" y="14234"/>
                  </a:cubicBezTo>
                  <a:cubicBezTo>
                    <a:pt x="12681" y="14271"/>
                    <a:pt x="13014" y="14493"/>
                    <a:pt x="13310" y="14826"/>
                  </a:cubicBezTo>
                  <a:cubicBezTo>
                    <a:pt x="13642" y="15196"/>
                    <a:pt x="13901" y="15676"/>
                    <a:pt x="13901" y="16268"/>
                  </a:cubicBezTo>
                  <a:cubicBezTo>
                    <a:pt x="13901" y="16933"/>
                    <a:pt x="13605" y="18116"/>
                    <a:pt x="13088" y="19115"/>
                  </a:cubicBezTo>
                  <a:cubicBezTo>
                    <a:pt x="12829" y="19595"/>
                    <a:pt x="12496" y="20076"/>
                    <a:pt x="12164" y="20409"/>
                  </a:cubicBezTo>
                  <a:cubicBezTo>
                    <a:pt x="11794" y="20741"/>
                    <a:pt x="11424" y="20963"/>
                    <a:pt x="11055" y="21000"/>
                  </a:cubicBezTo>
                  <a:lnTo>
                    <a:pt x="10870" y="21000"/>
                  </a:lnTo>
                  <a:cubicBezTo>
                    <a:pt x="10500" y="21000"/>
                    <a:pt x="10315" y="20889"/>
                    <a:pt x="10167" y="20704"/>
                  </a:cubicBezTo>
                  <a:cubicBezTo>
                    <a:pt x="9908" y="20446"/>
                    <a:pt x="9761" y="19965"/>
                    <a:pt x="9687" y="19447"/>
                  </a:cubicBezTo>
                  <a:cubicBezTo>
                    <a:pt x="9576" y="18930"/>
                    <a:pt x="9576" y="18449"/>
                    <a:pt x="9502" y="18079"/>
                  </a:cubicBezTo>
                  <a:lnTo>
                    <a:pt x="9465" y="18042"/>
                  </a:lnTo>
                  <a:lnTo>
                    <a:pt x="9502" y="17931"/>
                  </a:lnTo>
                  <a:cubicBezTo>
                    <a:pt x="9539" y="17821"/>
                    <a:pt x="9502" y="17673"/>
                    <a:pt x="9428" y="17599"/>
                  </a:cubicBezTo>
                  <a:cubicBezTo>
                    <a:pt x="9367" y="17538"/>
                    <a:pt x="9294" y="17510"/>
                    <a:pt x="9223" y="17510"/>
                  </a:cubicBezTo>
                  <a:cubicBezTo>
                    <a:pt x="9165" y="17510"/>
                    <a:pt x="9108" y="17529"/>
                    <a:pt x="9058" y="17562"/>
                  </a:cubicBezTo>
                  <a:cubicBezTo>
                    <a:pt x="8356" y="18042"/>
                    <a:pt x="7616" y="18338"/>
                    <a:pt x="7025" y="18338"/>
                  </a:cubicBezTo>
                  <a:cubicBezTo>
                    <a:pt x="6877" y="18338"/>
                    <a:pt x="6729" y="18338"/>
                    <a:pt x="6581" y="18301"/>
                  </a:cubicBezTo>
                  <a:cubicBezTo>
                    <a:pt x="4991" y="17858"/>
                    <a:pt x="3734" y="16527"/>
                    <a:pt x="2810" y="14900"/>
                  </a:cubicBezTo>
                  <a:cubicBezTo>
                    <a:pt x="1849" y="13273"/>
                    <a:pt x="1257" y="11388"/>
                    <a:pt x="888" y="9909"/>
                  </a:cubicBezTo>
                  <a:cubicBezTo>
                    <a:pt x="703" y="9169"/>
                    <a:pt x="629" y="8430"/>
                    <a:pt x="629" y="7728"/>
                  </a:cubicBezTo>
                  <a:cubicBezTo>
                    <a:pt x="629" y="5731"/>
                    <a:pt x="1294" y="3957"/>
                    <a:pt x="2329" y="2663"/>
                  </a:cubicBezTo>
                  <a:cubicBezTo>
                    <a:pt x="3365" y="1369"/>
                    <a:pt x="4770" y="629"/>
                    <a:pt x="6211" y="629"/>
                  </a:cubicBezTo>
                  <a:close/>
                  <a:moveTo>
                    <a:pt x="6211" y="1"/>
                  </a:moveTo>
                  <a:cubicBezTo>
                    <a:pt x="4548" y="1"/>
                    <a:pt x="2995" y="888"/>
                    <a:pt x="1849" y="2293"/>
                  </a:cubicBezTo>
                  <a:cubicBezTo>
                    <a:pt x="740" y="3661"/>
                    <a:pt x="0" y="5583"/>
                    <a:pt x="0" y="7728"/>
                  </a:cubicBezTo>
                  <a:cubicBezTo>
                    <a:pt x="0" y="8467"/>
                    <a:pt x="111" y="9243"/>
                    <a:pt x="296" y="10057"/>
                  </a:cubicBezTo>
                  <a:cubicBezTo>
                    <a:pt x="666" y="11573"/>
                    <a:pt x="1294" y="13532"/>
                    <a:pt x="2256" y="15233"/>
                  </a:cubicBezTo>
                  <a:cubicBezTo>
                    <a:pt x="3254" y="16933"/>
                    <a:pt x="4585" y="18412"/>
                    <a:pt x="6433" y="18893"/>
                  </a:cubicBezTo>
                  <a:cubicBezTo>
                    <a:pt x="6618" y="18930"/>
                    <a:pt x="6803" y="18967"/>
                    <a:pt x="7025" y="18967"/>
                  </a:cubicBezTo>
                  <a:cubicBezTo>
                    <a:pt x="7663" y="18967"/>
                    <a:pt x="8301" y="18716"/>
                    <a:pt x="8903" y="18377"/>
                  </a:cubicBezTo>
                  <a:lnTo>
                    <a:pt x="8903" y="18377"/>
                  </a:lnTo>
                  <a:cubicBezTo>
                    <a:pt x="8930" y="18537"/>
                    <a:pt x="8957" y="18760"/>
                    <a:pt x="8984" y="19004"/>
                  </a:cubicBezTo>
                  <a:cubicBezTo>
                    <a:pt x="9058" y="19521"/>
                    <a:pt x="9132" y="20150"/>
                    <a:pt x="9391" y="20667"/>
                  </a:cubicBezTo>
                  <a:cubicBezTo>
                    <a:pt x="9502" y="20926"/>
                    <a:pt x="9687" y="21148"/>
                    <a:pt x="9945" y="21333"/>
                  </a:cubicBezTo>
                  <a:cubicBezTo>
                    <a:pt x="10167" y="21518"/>
                    <a:pt x="10500" y="21629"/>
                    <a:pt x="10870" y="21629"/>
                  </a:cubicBezTo>
                  <a:cubicBezTo>
                    <a:pt x="10944" y="21629"/>
                    <a:pt x="11018" y="21629"/>
                    <a:pt x="11091" y="21592"/>
                  </a:cubicBezTo>
                  <a:cubicBezTo>
                    <a:pt x="11683" y="21555"/>
                    <a:pt x="12164" y="21259"/>
                    <a:pt x="12570" y="20852"/>
                  </a:cubicBezTo>
                  <a:cubicBezTo>
                    <a:pt x="13199" y="20261"/>
                    <a:pt x="13679" y="19410"/>
                    <a:pt x="14012" y="18560"/>
                  </a:cubicBezTo>
                  <a:cubicBezTo>
                    <a:pt x="14345" y="17710"/>
                    <a:pt x="14530" y="16859"/>
                    <a:pt x="14530" y="16268"/>
                  </a:cubicBezTo>
                  <a:cubicBezTo>
                    <a:pt x="14530" y="15417"/>
                    <a:pt x="14123" y="14789"/>
                    <a:pt x="13716" y="14345"/>
                  </a:cubicBezTo>
                  <a:cubicBezTo>
                    <a:pt x="13455" y="14084"/>
                    <a:pt x="13194" y="13899"/>
                    <a:pt x="13040" y="13790"/>
                  </a:cubicBezTo>
                  <a:lnTo>
                    <a:pt x="13040" y="13790"/>
                  </a:lnTo>
                  <a:lnTo>
                    <a:pt x="12666" y="8578"/>
                  </a:lnTo>
                  <a:lnTo>
                    <a:pt x="12666" y="8578"/>
                  </a:lnTo>
                  <a:cubicBezTo>
                    <a:pt x="13265" y="8469"/>
                    <a:pt x="14621" y="8046"/>
                    <a:pt x="15935" y="6397"/>
                  </a:cubicBezTo>
                  <a:cubicBezTo>
                    <a:pt x="16156" y="6101"/>
                    <a:pt x="16267" y="5805"/>
                    <a:pt x="16267" y="5472"/>
                  </a:cubicBezTo>
                  <a:cubicBezTo>
                    <a:pt x="16267" y="5140"/>
                    <a:pt x="16156" y="4807"/>
                    <a:pt x="15972" y="4511"/>
                  </a:cubicBezTo>
                  <a:cubicBezTo>
                    <a:pt x="15639" y="3957"/>
                    <a:pt x="15084" y="3439"/>
                    <a:pt x="14419" y="2921"/>
                  </a:cubicBezTo>
                  <a:cubicBezTo>
                    <a:pt x="12348" y="1443"/>
                    <a:pt x="9021" y="149"/>
                    <a:pt x="64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4722;p64">
              <a:extLst>
                <a:ext uri="{FF2B5EF4-FFF2-40B4-BE49-F238E27FC236}">
                  <a16:creationId xmlns:a16="http://schemas.microsoft.com/office/drawing/2014/main" id="{E2913948-F120-01B8-43DE-BA831FF20238}"/>
                </a:ext>
              </a:extLst>
            </p:cNvPr>
            <p:cNvSpPr/>
            <p:nvPr/>
          </p:nvSpPr>
          <p:spPr>
            <a:xfrm>
              <a:off x="3633000" y="2838275"/>
              <a:ext cx="438125" cy="93175"/>
            </a:xfrm>
            <a:custGeom>
              <a:avLst/>
              <a:gdLst/>
              <a:ahLst/>
              <a:cxnLst/>
              <a:rect l="l" t="t" r="r" b="b"/>
              <a:pathLst>
                <a:path w="17525" h="3727" extrusionOk="0">
                  <a:moveTo>
                    <a:pt x="6167" y="0"/>
                  </a:moveTo>
                  <a:cubicBezTo>
                    <a:pt x="5883" y="0"/>
                    <a:pt x="5625" y="10"/>
                    <a:pt x="5398" y="30"/>
                  </a:cubicBezTo>
                  <a:cubicBezTo>
                    <a:pt x="2884" y="251"/>
                    <a:pt x="1738" y="1619"/>
                    <a:pt x="1738" y="1619"/>
                  </a:cubicBezTo>
                  <a:lnTo>
                    <a:pt x="0" y="3061"/>
                  </a:lnTo>
                  <a:lnTo>
                    <a:pt x="17524" y="3727"/>
                  </a:lnTo>
                  <a:cubicBezTo>
                    <a:pt x="17524" y="3727"/>
                    <a:pt x="17007" y="2728"/>
                    <a:pt x="15676" y="1804"/>
                  </a:cubicBezTo>
                  <a:cubicBezTo>
                    <a:pt x="14431" y="963"/>
                    <a:pt x="9025" y="0"/>
                    <a:pt x="6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4723;p64">
              <a:extLst>
                <a:ext uri="{FF2B5EF4-FFF2-40B4-BE49-F238E27FC236}">
                  <a16:creationId xmlns:a16="http://schemas.microsoft.com/office/drawing/2014/main" id="{103D960A-45D9-7B91-D11E-A9BCDB643787}"/>
                </a:ext>
              </a:extLst>
            </p:cNvPr>
            <p:cNvSpPr/>
            <p:nvPr/>
          </p:nvSpPr>
          <p:spPr>
            <a:xfrm>
              <a:off x="3624675" y="2830675"/>
              <a:ext cx="454750" cy="108425"/>
            </a:xfrm>
            <a:custGeom>
              <a:avLst/>
              <a:gdLst/>
              <a:ahLst/>
              <a:cxnLst/>
              <a:rect l="l" t="t" r="r" b="b"/>
              <a:pathLst>
                <a:path w="18190" h="4337" extrusionOk="0">
                  <a:moveTo>
                    <a:pt x="6544" y="592"/>
                  </a:moveTo>
                  <a:cubicBezTo>
                    <a:pt x="7949" y="592"/>
                    <a:pt x="9982" y="851"/>
                    <a:pt x="11831" y="1184"/>
                  </a:cubicBezTo>
                  <a:cubicBezTo>
                    <a:pt x="12755" y="1369"/>
                    <a:pt x="13606" y="1554"/>
                    <a:pt x="14345" y="1775"/>
                  </a:cubicBezTo>
                  <a:cubicBezTo>
                    <a:pt x="15047" y="1960"/>
                    <a:pt x="15602" y="2182"/>
                    <a:pt x="15824" y="2367"/>
                  </a:cubicBezTo>
                  <a:cubicBezTo>
                    <a:pt x="16489" y="2811"/>
                    <a:pt x="16933" y="3254"/>
                    <a:pt x="17192" y="3624"/>
                  </a:cubicBezTo>
                  <a:cubicBezTo>
                    <a:pt x="17221" y="3653"/>
                    <a:pt x="17249" y="3683"/>
                    <a:pt x="17275" y="3712"/>
                  </a:cubicBezTo>
                  <a:lnTo>
                    <a:pt x="17275" y="3712"/>
                  </a:lnTo>
                  <a:lnTo>
                    <a:pt x="1146" y="3106"/>
                  </a:lnTo>
                  <a:lnTo>
                    <a:pt x="2293" y="2182"/>
                  </a:lnTo>
                  <a:lnTo>
                    <a:pt x="2330" y="2145"/>
                  </a:lnTo>
                  <a:cubicBezTo>
                    <a:pt x="2367" y="2108"/>
                    <a:pt x="3439" y="851"/>
                    <a:pt x="5768" y="629"/>
                  </a:cubicBezTo>
                  <a:cubicBezTo>
                    <a:pt x="5990" y="629"/>
                    <a:pt x="6248" y="592"/>
                    <a:pt x="6544" y="592"/>
                  </a:cubicBezTo>
                  <a:close/>
                  <a:moveTo>
                    <a:pt x="6544" y="1"/>
                  </a:moveTo>
                  <a:cubicBezTo>
                    <a:pt x="6211" y="1"/>
                    <a:pt x="5953" y="1"/>
                    <a:pt x="5694" y="38"/>
                  </a:cubicBezTo>
                  <a:cubicBezTo>
                    <a:pt x="3241" y="245"/>
                    <a:pt x="2047" y="1517"/>
                    <a:pt x="1871" y="1714"/>
                  </a:cubicBezTo>
                  <a:lnTo>
                    <a:pt x="1871" y="1714"/>
                  </a:lnTo>
                  <a:lnTo>
                    <a:pt x="148" y="3143"/>
                  </a:lnTo>
                  <a:cubicBezTo>
                    <a:pt x="37" y="3217"/>
                    <a:pt x="0" y="3365"/>
                    <a:pt x="37" y="3476"/>
                  </a:cubicBezTo>
                  <a:cubicBezTo>
                    <a:pt x="74" y="3587"/>
                    <a:pt x="185" y="3661"/>
                    <a:pt x="296" y="3661"/>
                  </a:cubicBezTo>
                  <a:lnTo>
                    <a:pt x="17857" y="4326"/>
                  </a:lnTo>
                  <a:cubicBezTo>
                    <a:pt x="17878" y="4333"/>
                    <a:pt x="17898" y="4336"/>
                    <a:pt x="17918" y="4336"/>
                  </a:cubicBezTo>
                  <a:cubicBezTo>
                    <a:pt x="18006" y="4336"/>
                    <a:pt x="18086" y="4276"/>
                    <a:pt x="18116" y="4216"/>
                  </a:cubicBezTo>
                  <a:cubicBezTo>
                    <a:pt x="18190" y="4105"/>
                    <a:pt x="18190" y="3994"/>
                    <a:pt x="18153" y="3883"/>
                  </a:cubicBezTo>
                  <a:cubicBezTo>
                    <a:pt x="18116" y="3883"/>
                    <a:pt x="17598" y="2811"/>
                    <a:pt x="16194" y="1849"/>
                  </a:cubicBezTo>
                  <a:cubicBezTo>
                    <a:pt x="15824" y="1591"/>
                    <a:pt x="15232" y="1406"/>
                    <a:pt x="14493" y="1184"/>
                  </a:cubicBezTo>
                  <a:cubicBezTo>
                    <a:pt x="12312" y="555"/>
                    <a:pt x="8725" y="1"/>
                    <a:pt x="6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4724;p64">
              <a:extLst>
                <a:ext uri="{FF2B5EF4-FFF2-40B4-BE49-F238E27FC236}">
                  <a16:creationId xmlns:a16="http://schemas.microsoft.com/office/drawing/2014/main" id="{59125B60-931A-F059-618A-469ABB1CA228}"/>
                </a:ext>
              </a:extLst>
            </p:cNvPr>
            <p:cNvSpPr/>
            <p:nvPr/>
          </p:nvSpPr>
          <p:spPr>
            <a:xfrm>
              <a:off x="3174550" y="2857500"/>
              <a:ext cx="244950" cy="223675"/>
            </a:xfrm>
            <a:custGeom>
              <a:avLst/>
              <a:gdLst/>
              <a:ahLst/>
              <a:cxnLst/>
              <a:rect l="l" t="t" r="r" b="b"/>
              <a:pathLst>
                <a:path w="9798" h="8947" extrusionOk="0">
                  <a:moveTo>
                    <a:pt x="6545" y="0"/>
                  </a:moveTo>
                  <a:lnTo>
                    <a:pt x="4992" y="148"/>
                  </a:lnTo>
                  <a:lnTo>
                    <a:pt x="4289" y="2403"/>
                  </a:lnTo>
                  <a:lnTo>
                    <a:pt x="1" y="3623"/>
                  </a:lnTo>
                  <a:lnTo>
                    <a:pt x="1221" y="8947"/>
                  </a:lnTo>
                  <a:lnTo>
                    <a:pt x="5103" y="8762"/>
                  </a:lnTo>
                  <a:lnTo>
                    <a:pt x="6729" y="7061"/>
                  </a:lnTo>
                  <a:lnTo>
                    <a:pt x="9798" y="3771"/>
                  </a:lnTo>
                  <a:lnTo>
                    <a:pt x="9132" y="3253"/>
                  </a:lnTo>
                  <a:lnTo>
                    <a:pt x="6027" y="5176"/>
                  </a:lnTo>
                  <a:lnTo>
                    <a:pt x="6360" y="2218"/>
                  </a:lnTo>
                  <a:lnTo>
                    <a:pt x="6877" y="2921"/>
                  </a:lnTo>
                  <a:lnTo>
                    <a:pt x="7580" y="2218"/>
                  </a:lnTo>
                  <a:lnTo>
                    <a:pt x="65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4725;p64">
              <a:extLst>
                <a:ext uri="{FF2B5EF4-FFF2-40B4-BE49-F238E27FC236}">
                  <a16:creationId xmlns:a16="http://schemas.microsoft.com/office/drawing/2014/main" id="{F1045315-C0C2-CED5-DCE5-A8B5396BEB65}"/>
                </a:ext>
              </a:extLst>
            </p:cNvPr>
            <p:cNvSpPr/>
            <p:nvPr/>
          </p:nvSpPr>
          <p:spPr>
            <a:xfrm>
              <a:off x="3165325" y="2849175"/>
              <a:ext cx="261575" cy="239575"/>
            </a:xfrm>
            <a:custGeom>
              <a:avLst/>
              <a:gdLst/>
              <a:ahLst/>
              <a:cxnLst/>
              <a:rect l="l" t="t" r="r" b="b"/>
              <a:pathLst>
                <a:path w="10463" h="9583" extrusionOk="0">
                  <a:moveTo>
                    <a:pt x="6729" y="666"/>
                  </a:moveTo>
                  <a:lnTo>
                    <a:pt x="7579" y="2514"/>
                  </a:lnTo>
                  <a:lnTo>
                    <a:pt x="7283" y="2773"/>
                  </a:lnTo>
                  <a:lnTo>
                    <a:pt x="6987" y="2366"/>
                  </a:lnTo>
                  <a:cubicBezTo>
                    <a:pt x="6914" y="2292"/>
                    <a:pt x="6803" y="2255"/>
                    <a:pt x="6655" y="2255"/>
                  </a:cubicBezTo>
                  <a:cubicBezTo>
                    <a:pt x="6544" y="2292"/>
                    <a:pt x="6470" y="2403"/>
                    <a:pt x="6433" y="2514"/>
                  </a:cubicBezTo>
                  <a:lnTo>
                    <a:pt x="6100" y="5472"/>
                  </a:lnTo>
                  <a:cubicBezTo>
                    <a:pt x="6063" y="5583"/>
                    <a:pt x="6137" y="5694"/>
                    <a:pt x="6248" y="5768"/>
                  </a:cubicBezTo>
                  <a:cubicBezTo>
                    <a:pt x="6285" y="5805"/>
                    <a:pt x="6340" y="5823"/>
                    <a:pt x="6396" y="5823"/>
                  </a:cubicBezTo>
                  <a:cubicBezTo>
                    <a:pt x="6451" y="5823"/>
                    <a:pt x="6507" y="5805"/>
                    <a:pt x="6544" y="5768"/>
                  </a:cubicBezTo>
                  <a:lnTo>
                    <a:pt x="9501" y="3993"/>
                  </a:lnTo>
                  <a:lnTo>
                    <a:pt x="9686" y="4141"/>
                  </a:lnTo>
                  <a:lnTo>
                    <a:pt x="6877" y="7210"/>
                  </a:lnTo>
                  <a:lnTo>
                    <a:pt x="5324" y="8799"/>
                  </a:lnTo>
                  <a:lnTo>
                    <a:pt x="1831" y="8972"/>
                  </a:lnTo>
                  <a:lnTo>
                    <a:pt x="1831" y="8972"/>
                  </a:lnTo>
                  <a:lnTo>
                    <a:pt x="702" y="4178"/>
                  </a:lnTo>
                  <a:lnTo>
                    <a:pt x="4769" y="3032"/>
                  </a:lnTo>
                  <a:cubicBezTo>
                    <a:pt x="4843" y="2995"/>
                    <a:pt x="4954" y="2921"/>
                    <a:pt x="4954" y="2847"/>
                  </a:cubicBezTo>
                  <a:lnTo>
                    <a:pt x="5583" y="777"/>
                  </a:lnTo>
                  <a:lnTo>
                    <a:pt x="6729" y="666"/>
                  </a:lnTo>
                  <a:close/>
                  <a:moveTo>
                    <a:pt x="6877" y="0"/>
                  </a:moveTo>
                  <a:lnTo>
                    <a:pt x="5324" y="185"/>
                  </a:lnTo>
                  <a:cubicBezTo>
                    <a:pt x="5213" y="185"/>
                    <a:pt x="5102" y="296"/>
                    <a:pt x="5065" y="407"/>
                  </a:cubicBezTo>
                  <a:lnTo>
                    <a:pt x="4436" y="2477"/>
                  </a:lnTo>
                  <a:lnTo>
                    <a:pt x="259" y="3660"/>
                  </a:lnTo>
                  <a:cubicBezTo>
                    <a:pt x="111" y="3697"/>
                    <a:pt x="0" y="3845"/>
                    <a:pt x="37" y="4030"/>
                  </a:cubicBezTo>
                  <a:lnTo>
                    <a:pt x="1294" y="9354"/>
                  </a:lnTo>
                  <a:cubicBezTo>
                    <a:pt x="1326" y="9482"/>
                    <a:pt x="1442" y="9583"/>
                    <a:pt x="1569" y="9583"/>
                  </a:cubicBezTo>
                  <a:cubicBezTo>
                    <a:pt x="1588" y="9583"/>
                    <a:pt x="1607" y="9581"/>
                    <a:pt x="1627" y="9576"/>
                  </a:cubicBezTo>
                  <a:lnTo>
                    <a:pt x="5472" y="9391"/>
                  </a:lnTo>
                  <a:cubicBezTo>
                    <a:pt x="5546" y="9391"/>
                    <a:pt x="5620" y="9354"/>
                    <a:pt x="5693" y="9317"/>
                  </a:cubicBezTo>
                  <a:lnTo>
                    <a:pt x="7320" y="7616"/>
                  </a:lnTo>
                  <a:lnTo>
                    <a:pt x="10389" y="4289"/>
                  </a:lnTo>
                  <a:cubicBezTo>
                    <a:pt x="10426" y="4252"/>
                    <a:pt x="10463" y="4141"/>
                    <a:pt x="10463" y="4067"/>
                  </a:cubicBezTo>
                  <a:cubicBezTo>
                    <a:pt x="10463" y="3993"/>
                    <a:pt x="10426" y="3919"/>
                    <a:pt x="10352" y="3845"/>
                  </a:cubicBezTo>
                  <a:lnTo>
                    <a:pt x="9686" y="3365"/>
                  </a:lnTo>
                  <a:cubicBezTo>
                    <a:pt x="9643" y="3321"/>
                    <a:pt x="9574" y="3303"/>
                    <a:pt x="9503" y="3303"/>
                  </a:cubicBezTo>
                  <a:cubicBezTo>
                    <a:pt x="9452" y="3303"/>
                    <a:pt x="9400" y="3312"/>
                    <a:pt x="9354" y="3328"/>
                  </a:cubicBezTo>
                  <a:lnTo>
                    <a:pt x="6766" y="4917"/>
                  </a:lnTo>
                  <a:lnTo>
                    <a:pt x="6950" y="3365"/>
                  </a:lnTo>
                  <a:lnTo>
                    <a:pt x="7024" y="3439"/>
                  </a:lnTo>
                  <a:cubicBezTo>
                    <a:pt x="7061" y="3512"/>
                    <a:pt x="7135" y="3549"/>
                    <a:pt x="7246" y="3549"/>
                  </a:cubicBezTo>
                  <a:cubicBezTo>
                    <a:pt x="7266" y="3559"/>
                    <a:pt x="7289" y="3564"/>
                    <a:pt x="7312" y="3564"/>
                  </a:cubicBezTo>
                  <a:cubicBezTo>
                    <a:pt x="7374" y="3564"/>
                    <a:pt x="7441" y="3530"/>
                    <a:pt x="7468" y="3476"/>
                  </a:cubicBezTo>
                  <a:lnTo>
                    <a:pt x="8171" y="2773"/>
                  </a:lnTo>
                  <a:cubicBezTo>
                    <a:pt x="8281" y="2699"/>
                    <a:pt x="8281" y="2551"/>
                    <a:pt x="8244" y="2440"/>
                  </a:cubicBezTo>
                  <a:lnTo>
                    <a:pt x="7209" y="185"/>
                  </a:lnTo>
                  <a:cubicBezTo>
                    <a:pt x="7135" y="74"/>
                    <a:pt x="7024" y="0"/>
                    <a:pt x="6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4726;p64">
              <a:extLst>
                <a:ext uri="{FF2B5EF4-FFF2-40B4-BE49-F238E27FC236}">
                  <a16:creationId xmlns:a16="http://schemas.microsoft.com/office/drawing/2014/main" id="{98AD2313-8D09-A5ED-C095-8F0FB54514B9}"/>
                </a:ext>
              </a:extLst>
            </p:cNvPr>
            <p:cNvSpPr/>
            <p:nvPr/>
          </p:nvSpPr>
          <p:spPr>
            <a:xfrm>
              <a:off x="3119100" y="3076550"/>
              <a:ext cx="183025" cy="423600"/>
            </a:xfrm>
            <a:custGeom>
              <a:avLst/>
              <a:gdLst/>
              <a:ahLst/>
              <a:cxnLst/>
              <a:rect l="l" t="t" r="r" b="b"/>
              <a:pathLst>
                <a:path w="7321" h="16944" extrusionOk="0">
                  <a:moveTo>
                    <a:pt x="7321" y="0"/>
                  </a:moveTo>
                  <a:lnTo>
                    <a:pt x="3439" y="185"/>
                  </a:lnTo>
                  <a:lnTo>
                    <a:pt x="148" y="13975"/>
                  </a:lnTo>
                  <a:lnTo>
                    <a:pt x="0" y="14345"/>
                  </a:lnTo>
                  <a:cubicBezTo>
                    <a:pt x="1103" y="16435"/>
                    <a:pt x="2918" y="16943"/>
                    <a:pt x="4422" y="16943"/>
                  </a:cubicBezTo>
                  <a:cubicBezTo>
                    <a:pt x="5844" y="16943"/>
                    <a:pt x="6988" y="16489"/>
                    <a:pt x="6988" y="16489"/>
                  </a:cubicBezTo>
                  <a:lnTo>
                    <a:pt x="73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4727;p64">
              <a:extLst>
                <a:ext uri="{FF2B5EF4-FFF2-40B4-BE49-F238E27FC236}">
                  <a16:creationId xmlns:a16="http://schemas.microsoft.com/office/drawing/2014/main" id="{CDD35CC9-C001-998A-31D1-D4F8D95D84C6}"/>
                </a:ext>
              </a:extLst>
            </p:cNvPr>
            <p:cNvSpPr/>
            <p:nvPr/>
          </p:nvSpPr>
          <p:spPr>
            <a:xfrm>
              <a:off x="3110775" y="3068775"/>
              <a:ext cx="198750" cy="439425"/>
            </a:xfrm>
            <a:custGeom>
              <a:avLst/>
              <a:gdLst/>
              <a:ahLst/>
              <a:cxnLst/>
              <a:rect l="l" t="t" r="r" b="b"/>
              <a:pathLst>
                <a:path w="7950" h="17577" extrusionOk="0">
                  <a:moveTo>
                    <a:pt x="7321" y="644"/>
                  </a:moveTo>
                  <a:lnTo>
                    <a:pt x="6993" y="16588"/>
                  </a:lnTo>
                  <a:lnTo>
                    <a:pt x="6993" y="16588"/>
                  </a:lnTo>
                  <a:cubicBezTo>
                    <a:pt x="6621" y="16705"/>
                    <a:pt x="5745" y="16948"/>
                    <a:pt x="4733" y="16948"/>
                  </a:cubicBezTo>
                  <a:cubicBezTo>
                    <a:pt x="3994" y="16948"/>
                    <a:pt x="3217" y="16837"/>
                    <a:pt x="2515" y="16467"/>
                  </a:cubicBezTo>
                  <a:cubicBezTo>
                    <a:pt x="1841" y="16113"/>
                    <a:pt x="1168" y="15555"/>
                    <a:pt x="658" y="14663"/>
                  </a:cubicBezTo>
                  <a:lnTo>
                    <a:pt x="658" y="14663"/>
                  </a:lnTo>
                  <a:lnTo>
                    <a:pt x="740" y="14360"/>
                  </a:lnTo>
                  <a:lnTo>
                    <a:pt x="777" y="14360"/>
                  </a:lnTo>
                  <a:lnTo>
                    <a:pt x="4031" y="792"/>
                  </a:lnTo>
                  <a:lnTo>
                    <a:pt x="7321" y="644"/>
                  </a:lnTo>
                  <a:close/>
                  <a:moveTo>
                    <a:pt x="7699" y="1"/>
                  </a:moveTo>
                  <a:cubicBezTo>
                    <a:pt x="7673" y="1"/>
                    <a:pt x="7646" y="5"/>
                    <a:pt x="7617" y="15"/>
                  </a:cubicBezTo>
                  <a:lnTo>
                    <a:pt x="3772" y="200"/>
                  </a:lnTo>
                  <a:cubicBezTo>
                    <a:pt x="3624" y="200"/>
                    <a:pt x="3513" y="311"/>
                    <a:pt x="3476" y="422"/>
                  </a:cubicBezTo>
                  <a:lnTo>
                    <a:pt x="149" y="14175"/>
                  </a:lnTo>
                  <a:lnTo>
                    <a:pt x="38" y="14582"/>
                  </a:lnTo>
                  <a:cubicBezTo>
                    <a:pt x="1" y="14656"/>
                    <a:pt x="38" y="14730"/>
                    <a:pt x="75" y="14804"/>
                  </a:cubicBezTo>
                  <a:cubicBezTo>
                    <a:pt x="629" y="15913"/>
                    <a:pt x="1406" y="16615"/>
                    <a:pt x="2256" y="17022"/>
                  </a:cubicBezTo>
                  <a:cubicBezTo>
                    <a:pt x="3069" y="17429"/>
                    <a:pt x="3957" y="17576"/>
                    <a:pt x="4733" y="17576"/>
                  </a:cubicBezTo>
                  <a:cubicBezTo>
                    <a:pt x="6212" y="17576"/>
                    <a:pt x="7395" y="17096"/>
                    <a:pt x="7432" y="17096"/>
                  </a:cubicBezTo>
                  <a:cubicBezTo>
                    <a:pt x="7543" y="17022"/>
                    <a:pt x="7617" y="16948"/>
                    <a:pt x="7617" y="16800"/>
                  </a:cubicBezTo>
                  <a:lnTo>
                    <a:pt x="7949" y="311"/>
                  </a:lnTo>
                  <a:cubicBezTo>
                    <a:pt x="7949" y="237"/>
                    <a:pt x="7912" y="126"/>
                    <a:pt x="7875" y="89"/>
                  </a:cubicBezTo>
                  <a:cubicBezTo>
                    <a:pt x="7821" y="35"/>
                    <a:pt x="7767" y="1"/>
                    <a:pt x="7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4728;p64">
              <a:extLst>
                <a:ext uri="{FF2B5EF4-FFF2-40B4-BE49-F238E27FC236}">
                  <a16:creationId xmlns:a16="http://schemas.microsoft.com/office/drawing/2014/main" id="{DA0EB777-9AFD-CECF-CDCE-08105E81D421}"/>
                </a:ext>
              </a:extLst>
            </p:cNvPr>
            <p:cNvSpPr/>
            <p:nvPr/>
          </p:nvSpPr>
          <p:spPr>
            <a:xfrm>
              <a:off x="3104300" y="2951775"/>
              <a:ext cx="378050" cy="561575"/>
            </a:xfrm>
            <a:custGeom>
              <a:avLst/>
              <a:gdLst/>
              <a:ahLst/>
              <a:cxnLst/>
              <a:rect l="l" t="t" r="r" b="b"/>
              <a:pathLst>
                <a:path w="15122" h="22463" extrusionOk="0">
                  <a:moveTo>
                    <a:pt x="12608" y="0"/>
                  </a:moveTo>
                  <a:lnTo>
                    <a:pt x="777" y="18559"/>
                  </a:lnTo>
                  <a:cubicBezTo>
                    <a:pt x="777" y="18559"/>
                    <a:pt x="1" y="20888"/>
                    <a:pt x="2922" y="22072"/>
                  </a:cubicBezTo>
                  <a:cubicBezTo>
                    <a:pt x="3637" y="22356"/>
                    <a:pt x="4284" y="22463"/>
                    <a:pt x="4852" y="22463"/>
                  </a:cubicBezTo>
                  <a:cubicBezTo>
                    <a:pt x="6576" y="22463"/>
                    <a:pt x="7580" y="21480"/>
                    <a:pt x="7580" y="21480"/>
                  </a:cubicBezTo>
                  <a:lnTo>
                    <a:pt x="15122" y="14714"/>
                  </a:lnTo>
                  <a:lnTo>
                    <a:pt x="126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4729;p64">
              <a:extLst>
                <a:ext uri="{FF2B5EF4-FFF2-40B4-BE49-F238E27FC236}">
                  <a16:creationId xmlns:a16="http://schemas.microsoft.com/office/drawing/2014/main" id="{4EF87327-B7EF-19E4-59CE-E1655F0A4A64}"/>
                </a:ext>
              </a:extLst>
            </p:cNvPr>
            <p:cNvSpPr/>
            <p:nvPr/>
          </p:nvSpPr>
          <p:spPr>
            <a:xfrm>
              <a:off x="3113550" y="2944025"/>
              <a:ext cx="376200" cy="577100"/>
            </a:xfrm>
            <a:custGeom>
              <a:avLst/>
              <a:gdLst/>
              <a:ahLst/>
              <a:cxnLst/>
              <a:rect l="l" t="t" r="r" b="b"/>
              <a:pathLst>
                <a:path w="15048" h="23084" extrusionOk="0">
                  <a:moveTo>
                    <a:pt x="12046" y="1166"/>
                  </a:moveTo>
                  <a:lnTo>
                    <a:pt x="14419" y="14913"/>
                  </a:lnTo>
                  <a:lnTo>
                    <a:pt x="6988" y="21568"/>
                  </a:lnTo>
                  <a:cubicBezTo>
                    <a:pt x="6951" y="21605"/>
                    <a:pt x="6027" y="22455"/>
                    <a:pt x="4511" y="22455"/>
                  </a:cubicBezTo>
                  <a:cubicBezTo>
                    <a:pt x="3957" y="22455"/>
                    <a:pt x="3365" y="22345"/>
                    <a:pt x="2663" y="22086"/>
                  </a:cubicBezTo>
                  <a:cubicBezTo>
                    <a:pt x="1775" y="21716"/>
                    <a:pt x="1258" y="21272"/>
                    <a:pt x="999" y="20829"/>
                  </a:cubicBezTo>
                  <a:cubicBezTo>
                    <a:pt x="703" y="20385"/>
                    <a:pt x="629" y="19941"/>
                    <a:pt x="629" y="19572"/>
                  </a:cubicBezTo>
                  <a:cubicBezTo>
                    <a:pt x="629" y="19387"/>
                    <a:pt x="666" y="19239"/>
                    <a:pt x="666" y="19128"/>
                  </a:cubicBezTo>
                  <a:lnTo>
                    <a:pt x="703" y="19017"/>
                  </a:lnTo>
                  <a:lnTo>
                    <a:pt x="703" y="18996"/>
                  </a:lnTo>
                  <a:lnTo>
                    <a:pt x="703" y="18996"/>
                  </a:lnTo>
                  <a:lnTo>
                    <a:pt x="12046" y="1166"/>
                  </a:lnTo>
                  <a:close/>
                  <a:moveTo>
                    <a:pt x="12187" y="0"/>
                  </a:moveTo>
                  <a:cubicBezTo>
                    <a:pt x="12097" y="0"/>
                    <a:pt x="12007" y="42"/>
                    <a:pt x="11979" y="125"/>
                  </a:cubicBezTo>
                  <a:lnTo>
                    <a:pt x="149" y="18721"/>
                  </a:lnTo>
                  <a:lnTo>
                    <a:pt x="112" y="18795"/>
                  </a:lnTo>
                  <a:cubicBezTo>
                    <a:pt x="112" y="18795"/>
                    <a:pt x="1" y="19128"/>
                    <a:pt x="1" y="19572"/>
                  </a:cubicBezTo>
                  <a:cubicBezTo>
                    <a:pt x="1" y="20015"/>
                    <a:pt x="112" y="20570"/>
                    <a:pt x="481" y="21162"/>
                  </a:cubicBezTo>
                  <a:cubicBezTo>
                    <a:pt x="814" y="21716"/>
                    <a:pt x="1443" y="22271"/>
                    <a:pt x="2441" y="22640"/>
                  </a:cubicBezTo>
                  <a:cubicBezTo>
                    <a:pt x="3180" y="22973"/>
                    <a:pt x="3883" y="23084"/>
                    <a:pt x="4511" y="23084"/>
                  </a:cubicBezTo>
                  <a:cubicBezTo>
                    <a:pt x="6323" y="23084"/>
                    <a:pt x="7395" y="22049"/>
                    <a:pt x="7395" y="22012"/>
                  </a:cubicBezTo>
                  <a:lnTo>
                    <a:pt x="14937" y="15246"/>
                  </a:lnTo>
                  <a:cubicBezTo>
                    <a:pt x="15011" y="15172"/>
                    <a:pt x="15048" y="15061"/>
                    <a:pt x="15048" y="14950"/>
                  </a:cubicBezTo>
                  <a:lnTo>
                    <a:pt x="12534" y="236"/>
                  </a:lnTo>
                  <a:cubicBezTo>
                    <a:pt x="12497" y="125"/>
                    <a:pt x="12423" y="14"/>
                    <a:pt x="12275" y="14"/>
                  </a:cubicBezTo>
                  <a:cubicBezTo>
                    <a:pt x="12247" y="5"/>
                    <a:pt x="12217" y="0"/>
                    <a:pt x="12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4730;p64">
              <a:extLst>
                <a:ext uri="{FF2B5EF4-FFF2-40B4-BE49-F238E27FC236}">
                  <a16:creationId xmlns:a16="http://schemas.microsoft.com/office/drawing/2014/main" id="{720CFA5B-C628-E649-236A-048AD813934B}"/>
                </a:ext>
              </a:extLst>
            </p:cNvPr>
            <p:cNvSpPr/>
            <p:nvPr/>
          </p:nvSpPr>
          <p:spPr>
            <a:xfrm>
              <a:off x="4058150" y="2922175"/>
              <a:ext cx="1011175" cy="521400"/>
            </a:xfrm>
            <a:custGeom>
              <a:avLst/>
              <a:gdLst/>
              <a:ahLst/>
              <a:cxnLst/>
              <a:rect l="l" t="t" r="r" b="b"/>
              <a:pathLst>
                <a:path w="40447" h="20856" extrusionOk="0">
                  <a:moveTo>
                    <a:pt x="7173" y="1"/>
                  </a:moveTo>
                  <a:lnTo>
                    <a:pt x="1" y="10649"/>
                  </a:lnTo>
                  <a:lnTo>
                    <a:pt x="15861" y="20113"/>
                  </a:lnTo>
                  <a:cubicBezTo>
                    <a:pt x="16705" y="20604"/>
                    <a:pt x="17644" y="20855"/>
                    <a:pt x="18582" y="20855"/>
                  </a:cubicBezTo>
                  <a:cubicBezTo>
                    <a:pt x="19410" y="20855"/>
                    <a:pt x="20237" y="20660"/>
                    <a:pt x="21000" y="20261"/>
                  </a:cubicBezTo>
                  <a:lnTo>
                    <a:pt x="40446" y="10353"/>
                  </a:lnTo>
                  <a:lnTo>
                    <a:pt x="38968" y="7617"/>
                  </a:lnTo>
                  <a:lnTo>
                    <a:pt x="21591" y="13680"/>
                  </a:lnTo>
                  <a:lnTo>
                    <a:pt x="71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4731;p64">
              <a:extLst>
                <a:ext uri="{FF2B5EF4-FFF2-40B4-BE49-F238E27FC236}">
                  <a16:creationId xmlns:a16="http://schemas.microsoft.com/office/drawing/2014/main" id="{8E666B5D-FE81-EF37-E7B8-0AD1E2EFB917}"/>
                </a:ext>
              </a:extLst>
            </p:cNvPr>
            <p:cNvSpPr/>
            <p:nvPr/>
          </p:nvSpPr>
          <p:spPr>
            <a:xfrm>
              <a:off x="4049825" y="2914800"/>
              <a:ext cx="1026900" cy="537025"/>
            </a:xfrm>
            <a:custGeom>
              <a:avLst/>
              <a:gdLst/>
              <a:ahLst/>
              <a:cxnLst/>
              <a:rect l="l" t="t" r="r" b="b"/>
              <a:pathLst>
                <a:path w="41076" h="21481" extrusionOk="0">
                  <a:moveTo>
                    <a:pt x="7540" y="760"/>
                  </a:moveTo>
                  <a:lnTo>
                    <a:pt x="21740" y="14197"/>
                  </a:lnTo>
                  <a:cubicBezTo>
                    <a:pt x="21794" y="14251"/>
                    <a:pt x="21868" y="14285"/>
                    <a:pt x="21947" y="14285"/>
                  </a:cubicBezTo>
                  <a:cubicBezTo>
                    <a:pt x="21976" y="14285"/>
                    <a:pt x="22006" y="14281"/>
                    <a:pt x="22035" y="14271"/>
                  </a:cubicBezTo>
                  <a:lnTo>
                    <a:pt x="39153" y="8282"/>
                  </a:lnTo>
                  <a:lnTo>
                    <a:pt x="40336" y="10500"/>
                  </a:lnTo>
                  <a:lnTo>
                    <a:pt x="21222" y="20297"/>
                  </a:lnTo>
                  <a:cubicBezTo>
                    <a:pt x="20483" y="20667"/>
                    <a:pt x="19706" y="20852"/>
                    <a:pt x="18930" y="20852"/>
                  </a:cubicBezTo>
                  <a:cubicBezTo>
                    <a:pt x="18043" y="20852"/>
                    <a:pt x="17155" y="20593"/>
                    <a:pt x="16342" y="20149"/>
                  </a:cubicBezTo>
                  <a:lnTo>
                    <a:pt x="740" y="10833"/>
                  </a:lnTo>
                  <a:lnTo>
                    <a:pt x="7540" y="760"/>
                  </a:lnTo>
                  <a:close/>
                  <a:moveTo>
                    <a:pt x="7469" y="0"/>
                  </a:moveTo>
                  <a:cubicBezTo>
                    <a:pt x="7358" y="0"/>
                    <a:pt x="7284" y="74"/>
                    <a:pt x="7247" y="148"/>
                  </a:cubicBezTo>
                  <a:lnTo>
                    <a:pt x="75" y="10759"/>
                  </a:lnTo>
                  <a:cubicBezTo>
                    <a:pt x="1" y="10833"/>
                    <a:pt x="1" y="10944"/>
                    <a:pt x="38" y="11017"/>
                  </a:cubicBezTo>
                  <a:cubicBezTo>
                    <a:pt x="38" y="11091"/>
                    <a:pt x="75" y="11165"/>
                    <a:pt x="149" y="11202"/>
                  </a:cubicBezTo>
                  <a:lnTo>
                    <a:pt x="16046" y="20667"/>
                  </a:lnTo>
                  <a:cubicBezTo>
                    <a:pt x="16933" y="21184"/>
                    <a:pt x="17932" y="21480"/>
                    <a:pt x="18930" y="21480"/>
                  </a:cubicBezTo>
                  <a:cubicBezTo>
                    <a:pt x="19817" y="21480"/>
                    <a:pt x="20667" y="21258"/>
                    <a:pt x="21481" y="20852"/>
                  </a:cubicBezTo>
                  <a:lnTo>
                    <a:pt x="40927" y="10907"/>
                  </a:lnTo>
                  <a:cubicBezTo>
                    <a:pt x="40964" y="10870"/>
                    <a:pt x="41038" y="10833"/>
                    <a:pt x="41075" y="10722"/>
                  </a:cubicBezTo>
                  <a:cubicBezTo>
                    <a:pt x="41075" y="10648"/>
                    <a:pt x="41075" y="10574"/>
                    <a:pt x="41038" y="10500"/>
                  </a:cubicBezTo>
                  <a:lnTo>
                    <a:pt x="39559" y="7764"/>
                  </a:lnTo>
                  <a:cubicBezTo>
                    <a:pt x="39531" y="7651"/>
                    <a:pt x="39417" y="7603"/>
                    <a:pt x="39298" y="7603"/>
                  </a:cubicBezTo>
                  <a:cubicBezTo>
                    <a:pt x="39262" y="7603"/>
                    <a:pt x="39225" y="7607"/>
                    <a:pt x="39190" y="7616"/>
                  </a:cubicBezTo>
                  <a:lnTo>
                    <a:pt x="21998" y="13605"/>
                  </a:lnTo>
                  <a:lnTo>
                    <a:pt x="7691" y="74"/>
                  </a:lnTo>
                  <a:cubicBezTo>
                    <a:pt x="7617" y="37"/>
                    <a:pt x="7543" y="0"/>
                    <a:pt x="7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4732;p64">
              <a:extLst>
                <a:ext uri="{FF2B5EF4-FFF2-40B4-BE49-F238E27FC236}">
                  <a16:creationId xmlns:a16="http://schemas.microsoft.com/office/drawing/2014/main" id="{2AA77C37-780F-C25D-C773-421987DA8174}"/>
                </a:ext>
              </a:extLst>
            </p:cNvPr>
            <p:cNvSpPr/>
            <p:nvPr/>
          </p:nvSpPr>
          <p:spPr>
            <a:xfrm>
              <a:off x="5032325" y="2936500"/>
              <a:ext cx="282850" cy="248425"/>
            </a:xfrm>
            <a:custGeom>
              <a:avLst/>
              <a:gdLst/>
              <a:ahLst/>
              <a:cxnLst/>
              <a:rect l="l" t="t" r="r" b="b"/>
              <a:pathLst>
                <a:path w="11314" h="9937" extrusionOk="0">
                  <a:moveTo>
                    <a:pt x="3692" y="1"/>
                  </a:moveTo>
                  <a:cubicBezTo>
                    <a:pt x="3456" y="1"/>
                    <a:pt x="3291" y="130"/>
                    <a:pt x="3291" y="130"/>
                  </a:cubicBezTo>
                  <a:lnTo>
                    <a:pt x="1479" y="4197"/>
                  </a:lnTo>
                  <a:lnTo>
                    <a:pt x="1" y="7044"/>
                  </a:lnTo>
                  <a:lnTo>
                    <a:pt x="1479" y="9780"/>
                  </a:lnTo>
                  <a:cubicBezTo>
                    <a:pt x="1479" y="9780"/>
                    <a:pt x="2594" y="9936"/>
                    <a:pt x="3401" y="9936"/>
                  </a:cubicBezTo>
                  <a:cubicBezTo>
                    <a:pt x="3704" y="9936"/>
                    <a:pt x="3963" y="9914"/>
                    <a:pt x="4104" y="9854"/>
                  </a:cubicBezTo>
                  <a:cubicBezTo>
                    <a:pt x="4474" y="9669"/>
                    <a:pt x="5546" y="9077"/>
                    <a:pt x="6175" y="8671"/>
                  </a:cubicBezTo>
                  <a:cubicBezTo>
                    <a:pt x="6470" y="8486"/>
                    <a:pt x="6692" y="8153"/>
                    <a:pt x="6766" y="7783"/>
                  </a:cubicBezTo>
                  <a:lnTo>
                    <a:pt x="7173" y="4863"/>
                  </a:lnTo>
                  <a:cubicBezTo>
                    <a:pt x="7173" y="4863"/>
                    <a:pt x="9391" y="3864"/>
                    <a:pt x="10796" y="3014"/>
                  </a:cubicBezTo>
                  <a:cubicBezTo>
                    <a:pt x="11314" y="2681"/>
                    <a:pt x="10759" y="2090"/>
                    <a:pt x="10537" y="1905"/>
                  </a:cubicBezTo>
                  <a:cubicBezTo>
                    <a:pt x="10467" y="1835"/>
                    <a:pt x="10382" y="1809"/>
                    <a:pt x="10291" y="1809"/>
                  </a:cubicBezTo>
                  <a:cubicBezTo>
                    <a:pt x="10239" y="1809"/>
                    <a:pt x="10185" y="1818"/>
                    <a:pt x="10131" y="1831"/>
                  </a:cubicBezTo>
                  <a:lnTo>
                    <a:pt x="5805" y="3495"/>
                  </a:lnTo>
                  <a:lnTo>
                    <a:pt x="3846" y="3162"/>
                  </a:lnTo>
                  <a:cubicBezTo>
                    <a:pt x="4067" y="2423"/>
                    <a:pt x="4659" y="722"/>
                    <a:pt x="4326" y="352"/>
                  </a:cubicBezTo>
                  <a:cubicBezTo>
                    <a:pt x="4101" y="78"/>
                    <a:pt x="3875" y="1"/>
                    <a:pt x="36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4733;p64">
              <a:extLst>
                <a:ext uri="{FF2B5EF4-FFF2-40B4-BE49-F238E27FC236}">
                  <a16:creationId xmlns:a16="http://schemas.microsoft.com/office/drawing/2014/main" id="{75304255-8680-FB14-362C-91899E439CBD}"/>
                </a:ext>
              </a:extLst>
            </p:cNvPr>
            <p:cNvSpPr/>
            <p:nvPr/>
          </p:nvSpPr>
          <p:spPr>
            <a:xfrm>
              <a:off x="5024000" y="2928650"/>
              <a:ext cx="291175" cy="263450"/>
            </a:xfrm>
            <a:custGeom>
              <a:avLst/>
              <a:gdLst/>
              <a:ahLst/>
              <a:cxnLst/>
              <a:rect l="l" t="t" r="r" b="b"/>
              <a:pathLst>
                <a:path w="11647" h="10538" extrusionOk="0">
                  <a:moveTo>
                    <a:pt x="4031" y="629"/>
                  </a:moveTo>
                  <a:cubicBezTo>
                    <a:pt x="4142" y="629"/>
                    <a:pt x="4252" y="666"/>
                    <a:pt x="4400" y="851"/>
                  </a:cubicBezTo>
                  <a:cubicBezTo>
                    <a:pt x="4437" y="851"/>
                    <a:pt x="4437" y="925"/>
                    <a:pt x="4437" y="1036"/>
                  </a:cubicBezTo>
                  <a:cubicBezTo>
                    <a:pt x="4437" y="1295"/>
                    <a:pt x="4363" y="1775"/>
                    <a:pt x="4216" y="2219"/>
                  </a:cubicBezTo>
                  <a:cubicBezTo>
                    <a:pt x="4105" y="2663"/>
                    <a:pt x="3957" y="3069"/>
                    <a:pt x="3883" y="3402"/>
                  </a:cubicBezTo>
                  <a:cubicBezTo>
                    <a:pt x="3883" y="3476"/>
                    <a:pt x="3883" y="3550"/>
                    <a:pt x="3920" y="3624"/>
                  </a:cubicBezTo>
                  <a:cubicBezTo>
                    <a:pt x="3957" y="3698"/>
                    <a:pt x="4031" y="3772"/>
                    <a:pt x="4142" y="3772"/>
                  </a:cubicBezTo>
                  <a:lnTo>
                    <a:pt x="6101" y="4104"/>
                  </a:lnTo>
                  <a:lnTo>
                    <a:pt x="6249" y="4104"/>
                  </a:lnTo>
                  <a:lnTo>
                    <a:pt x="10574" y="2441"/>
                  </a:lnTo>
                  <a:lnTo>
                    <a:pt x="10685" y="2441"/>
                  </a:lnTo>
                  <a:cubicBezTo>
                    <a:pt x="10722" y="2515"/>
                    <a:pt x="10833" y="2589"/>
                    <a:pt x="10907" y="2700"/>
                  </a:cubicBezTo>
                  <a:cubicBezTo>
                    <a:pt x="10981" y="2811"/>
                    <a:pt x="11018" y="2921"/>
                    <a:pt x="11018" y="2958"/>
                  </a:cubicBezTo>
                  <a:lnTo>
                    <a:pt x="11018" y="2995"/>
                  </a:lnTo>
                  <a:lnTo>
                    <a:pt x="10944" y="3069"/>
                  </a:lnTo>
                  <a:cubicBezTo>
                    <a:pt x="10279" y="3476"/>
                    <a:pt x="9391" y="3920"/>
                    <a:pt x="8652" y="4289"/>
                  </a:cubicBezTo>
                  <a:cubicBezTo>
                    <a:pt x="8319" y="4437"/>
                    <a:pt x="7987" y="4622"/>
                    <a:pt x="7765" y="4696"/>
                  </a:cubicBezTo>
                  <a:cubicBezTo>
                    <a:pt x="7543" y="4807"/>
                    <a:pt x="7395" y="4881"/>
                    <a:pt x="7395" y="4881"/>
                  </a:cubicBezTo>
                  <a:cubicBezTo>
                    <a:pt x="7284" y="4918"/>
                    <a:pt x="7247" y="5029"/>
                    <a:pt x="7210" y="5103"/>
                  </a:cubicBezTo>
                  <a:lnTo>
                    <a:pt x="6766" y="8060"/>
                  </a:lnTo>
                  <a:cubicBezTo>
                    <a:pt x="6730" y="8356"/>
                    <a:pt x="6582" y="8578"/>
                    <a:pt x="6323" y="8726"/>
                  </a:cubicBezTo>
                  <a:cubicBezTo>
                    <a:pt x="6027" y="8911"/>
                    <a:pt x="5620" y="9169"/>
                    <a:pt x="5214" y="9391"/>
                  </a:cubicBezTo>
                  <a:cubicBezTo>
                    <a:pt x="4844" y="9613"/>
                    <a:pt x="4474" y="9798"/>
                    <a:pt x="4326" y="9872"/>
                  </a:cubicBezTo>
                  <a:cubicBezTo>
                    <a:pt x="4326" y="9872"/>
                    <a:pt x="4216" y="9909"/>
                    <a:pt x="4105" y="9909"/>
                  </a:cubicBezTo>
                  <a:cubicBezTo>
                    <a:pt x="3994" y="9909"/>
                    <a:pt x="3846" y="9946"/>
                    <a:pt x="3698" y="9946"/>
                  </a:cubicBezTo>
                  <a:cubicBezTo>
                    <a:pt x="3328" y="9946"/>
                    <a:pt x="2848" y="9909"/>
                    <a:pt x="2478" y="9872"/>
                  </a:cubicBezTo>
                  <a:cubicBezTo>
                    <a:pt x="2281" y="9852"/>
                    <a:pt x="2116" y="9833"/>
                    <a:pt x="2004" y="9818"/>
                  </a:cubicBezTo>
                  <a:lnTo>
                    <a:pt x="2004" y="9818"/>
                  </a:lnTo>
                  <a:lnTo>
                    <a:pt x="703" y="7358"/>
                  </a:lnTo>
                  <a:lnTo>
                    <a:pt x="2071" y="4659"/>
                  </a:lnTo>
                  <a:lnTo>
                    <a:pt x="2108" y="4659"/>
                  </a:lnTo>
                  <a:lnTo>
                    <a:pt x="3885" y="670"/>
                  </a:lnTo>
                  <a:lnTo>
                    <a:pt x="3885" y="670"/>
                  </a:lnTo>
                  <a:cubicBezTo>
                    <a:pt x="3923" y="650"/>
                    <a:pt x="3972" y="629"/>
                    <a:pt x="4031" y="629"/>
                  </a:cubicBezTo>
                  <a:close/>
                  <a:moveTo>
                    <a:pt x="4031" y="1"/>
                  </a:moveTo>
                  <a:cubicBezTo>
                    <a:pt x="3698" y="1"/>
                    <a:pt x="3476" y="186"/>
                    <a:pt x="3439" y="223"/>
                  </a:cubicBezTo>
                  <a:lnTo>
                    <a:pt x="3365" y="333"/>
                  </a:lnTo>
                  <a:lnTo>
                    <a:pt x="1517" y="4400"/>
                  </a:lnTo>
                  <a:lnTo>
                    <a:pt x="75" y="7210"/>
                  </a:lnTo>
                  <a:cubicBezTo>
                    <a:pt x="1" y="7284"/>
                    <a:pt x="1" y="7395"/>
                    <a:pt x="75" y="7506"/>
                  </a:cubicBezTo>
                  <a:lnTo>
                    <a:pt x="1517" y="10242"/>
                  </a:lnTo>
                  <a:cubicBezTo>
                    <a:pt x="1591" y="10316"/>
                    <a:pt x="1665" y="10390"/>
                    <a:pt x="1775" y="10390"/>
                  </a:cubicBezTo>
                  <a:cubicBezTo>
                    <a:pt x="1775" y="10390"/>
                    <a:pt x="2848" y="10537"/>
                    <a:pt x="3698" y="10537"/>
                  </a:cubicBezTo>
                  <a:lnTo>
                    <a:pt x="4179" y="10537"/>
                  </a:lnTo>
                  <a:cubicBezTo>
                    <a:pt x="4326" y="10500"/>
                    <a:pt x="4437" y="10500"/>
                    <a:pt x="4585" y="10426"/>
                  </a:cubicBezTo>
                  <a:cubicBezTo>
                    <a:pt x="4770" y="10353"/>
                    <a:pt x="5140" y="10168"/>
                    <a:pt x="5546" y="9909"/>
                  </a:cubicBezTo>
                  <a:cubicBezTo>
                    <a:pt x="5916" y="9687"/>
                    <a:pt x="6323" y="9465"/>
                    <a:pt x="6656" y="9243"/>
                  </a:cubicBezTo>
                  <a:cubicBezTo>
                    <a:pt x="7062" y="9022"/>
                    <a:pt x="7321" y="8615"/>
                    <a:pt x="7395" y="8171"/>
                  </a:cubicBezTo>
                  <a:lnTo>
                    <a:pt x="7816" y="5361"/>
                  </a:lnTo>
                  <a:lnTo>
                    <a:pt x="7816" y="5361"/>
                  </a:lnTo>
                  <a:cubicBezTo>
                    <a:pt x="8353" y="5115"/>
                    <a:pt x="10100" y="4299"/>
                    <a:pt x="11277" y="3587"/>
                  </a:cubicBezTo>
                  <a:cubicBezTo>
                    <a:pt x="11388" y="3513"/>
                    <a:pt x="11499" y="3439"/>
                    <a:pt x="11536" y="3328"/>
                  </a:cubicBezTo>
                  <a:cubicBezTo>
                    <a:pt x="11610" y="3217"/>
                    <a:pt x="11647" y="3069"/>
                    <a:pt x="11647" y="2958"/>
                  </a:cubicBezTo>
                  <a:cubicBezTo>
                    <a:pt x="11647" y="2700"/>
                    <a:pt x="11536" y="2515"/>
                    <a:pt x="11425" y="2330"/>
                  </a:cubicBezTo>
                  <a:cubicBezTo>
                    <a:pt x="11277" y="2182"/>
                    <a:pt x="11166" y="2071"/>
                    <a:pt x="11055" y="1960"/>
                  </a:cubicBezTo>
                  <a:cubicBezTo>
                    <a:pt x="10944" y="1886"/>
                    <a:pt x="10759" y="1812"/>
                    <a:pt x="10611" y="1812"/>
                  </a:cubicBezTo>
                  <a:cubicBezTo>
                    <a:pt x="10537" y="1812"/>
                    <a:pt x="10427" y="1849"/>
                    <a:pt x="10353" y="1886"/>
                  </a:cubicBezTo>
                  <a:lnTo>
                    <a:pt x="6101" y="3476"/>
                  </a:lnTo>
                  <a:lnTo>
                    <a:pt x="4563" y="3230"/>
                  </a:lnTo>
                  <a:lnTo>
                    <a:pt x="4563" y="3230"/>
                  </a:lnTo>
                  <a:cubicBezTo>
                    <a:pt x="4638" y="2974"/>
                    <a:pt x="4731" y="2670"/>
                    <a:pt x="4807" y="2367"/>
                  </a:cubicBezTo>
                  <a:cubicBezTo>
                    <a:pt x="4955" y="1886"/>
                    <a:pt x="5066" y="1443"/>
                    <a:pt x="5066" y="1036"/>
                  </a:cubicBezTo>
                  <a:cubicBezTo>
                    <a:pt x="5066" y="851"/>
                    <a:pt x="5029" y="629"/>
                    <a:pt x="4881" y="444"/>
                  </a:cubicBezTo>
                  <a:cubicBezTo>
                    <a:pt x="4622" y="149"/>
                    <a:pt x="4326" y="1"/>
                    <a:pt x="4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4734;p64">
              <a:extLst>
                <a:ext uri="{FF2B5EF4-FFF2-40B4-BE49-F238E27FC236}">
                  <a16:creationId xmlns:a16="http://schemas.microsoft.com/office/drawing/2014/main" id="{2B20E6E3-86B1-A2D1-E342-BD75D05B8D01}"/>
                </a:ext>
              </a:extLst>
            </p:cNvPr>
            <p:cNvSpPr/>
            <p:nvPr/>
          </p:nvSpPr>
          <p:spPr>
            <a:xfrm>
              <a:off x="5170975" y="3049725"/>
              <a:ext cx="49925" cy="34225"/>
            </a:xfrm>
            <a:custGeom>
              <a:avLst/>
              <a:gdLst/>
              <a:ahLst/>
              <a:cxnLst/>
              <a:rect l="l" t="t" r="r" b="b"/>
              <a:pathLst>
                <a:path w="1997" h="1369" extrusionOk="0">
                  <a:moveTo>
                    <a:pt x="1635" y="1"/>
                  </a:moveTo>
                  <a:cubicBezTo>
                    <a:pt x="1582" y="1"/>
                    <a:pt x="1528" y="13"/>
                    <a:pt x="1479" y="38"/>
                  </a:cubicBezTo>
                  <a:lnTo>
                    <a:pt x="185" y="777"/>
                  </a:lnTo>
                  <a:cubicBezTo>
                    <a:pt x="37" y="888"/>
                    <a:pt x="0" y="1073"/>
                    <a:pt x="74" y="1221"/>
                  </a:cubicBezTo>
                  <a:cubicBezTo>
                    <a:pt x="123" y="1320"/>
                    <a:pt x="222" y="1369"/>
                    <a:pt x="326" y="1369"/>
                  </a:cubicBezTo>
                  <a:cubicBezTo>
                    <a:pt x="378" y="1369"/>
                    <a:pt x="432" y="1357"/>
                    <a:pt x="481" y="1332"/>
                  </a:cubicBezTo>
                  <a:lnTo>
                    <a:pt x="1812" y="592"/>
                  </a:lnTo>
                  <a:cubicBezTo>
                    <a:pt x="1960" y="519"/>
                    <a:pt x="1997" y="297"/>
                    <a:pt x="1923" y="149"/>
                  </a:cubicBezTo>
                  <a:cubicBezTo>
                    <a:pt x="1849" y="50"/>
                    <a:pt x="1742" y="1"/>
                    <a:pt x="1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4735;p64">
              <a:extLst>
                <a:ext uri="{FF2B5EF4-FFF2-40B4-BE49-F238E27FC236}">
                  <a16:creationId xmlns:a16="http://schemas.microsoft.com/office/drawing/2014/main" id="{26CA9F3B-6A95-73E7-AD72-9E9974A87F6C}"/>
                </a:ext>
              </a:extLst>
            </p:cNvPr>
            <p:cNvSpPr/>
            <p:nvPr/>
          </p:nvSpPr>
          <p:spPr>
            <a:xfrm>
              <a:off x="5177425" y="3078150"/>
              <a:ext cx="36075" cy="32750"/>
            </a:xfrm>
            <a:custGeom>
              <a:avLst/>
              <a:gdLst/>
              <a:ahLst/>
              <a:cxnLst/>
              <a:rect l="l" t="t" r="r" b="b"/>
              <a:pathLst>
                <a:path w="1443" h="1310" extrusionOk="0">
                  <a:moveTo>
                    <a:pt x="1124" y="1"/>
                  </a:moveTo>
                  <a:cubicBezTo>
                    <a:pt x="1045" y="1"/>
                    <a:pt x="962" y="28"/>
                    <a:pt x="888" y="84"/>
                  </a:cubicBezTo>
                  <a:lnTo>
                    <a:pt x="149" y="786"/>
                  </a:lnTo>
                  <a:cubicBezTo>
                    <a:pt x="1" y="897"/>
                    <a:pt x="1" y="1082"/>
                    <a:pt x="112" y="1193"/>
                  </a:cubicBezTo>
                  <a:cubicBezTo>
                    <a:pt x="171" y="1272"/>
                    <a:pt x="263" y="1309"/>
                    <a:pt x="352" y="1309"/>
                  </a:cubicBezTo>
                  <a:cubicBezTo>
                    <a:pt x="429" y="1309"/>
                    <a:pt x="504" y="1282"/>
                    <a:pt x="556" y="1230"/>
                  </a:cubicBezTo>
                  <a:lnTo>
                    <a:pt x="1332" y="528"/>
                  </a:lnTo>
                  <a:cubicBezTo>
                    <a:pt x="1443" y="417"/>
                    <a:pt x="1443" y="232"/>
                    <a:pt x="1332" y="84"/>
                  </a:cubicBezTo>
                  <a:cubicBezTo>
                    <a:pt x="1276" y="28"/>
                    <a:pt x="1203" y="1"/>
                    <a:pt x="1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4736;p64">
              <a:extLst>
                <a:ext uri="{FF2B5EF4-FFF2-40B4-BE49-F238E27FC236}">
                  <a16:creationId xmlns:a16="http://schemas.microsoft.com/office/drawing/2014/main" id="{61C6F151-C838-3E2B-51A2-E4D631B33426}"/>
                </a:ext>
              </a:extLst>
            </p:cNvPr>
            <p:cNvSpPr/>
            <p:nvPr/>
          </p:nvSpPr>
          <p:spPr>
            <a:xfrm>
              <a:off x="5175600" y="3110600"/>
              <a:ext cx="33275" cy="33575"/>
            </a:xfrm>
            <a:custGeom>
              <a:avLst/>
              <a:gdLst/>
              <a:ahLst/>
              <a:cxnLst/>
              <a:rect l="l" t="t" r="r" b="b"/>
              <a:pathLst>
                <a:path w="1331" h="1343" extrusionOk="0">
                  <a:moveTo>
                    <a:pt x="964" y="1"/>
                  </a:moveTo>
                  <a:cubicBezTo>
                    <a:pt x="880" y="1"/>
                    <a:pt x="799" y="38"/>
                    <a:pt x="739" y="117"/>
                  </a:cubicBezTo>
                  <a:lnTo>
                    <a:pt x="111" y="819"/>
                  </a:lnTo>
                  <a:cubicBezTo>
                    <a:pt x="0" y="967"/>
                    <a:pt x="37" y="1152"/>
                    <a:pt x="148" y="1263"/>
                  </a:cubicBezTo>
                  <a:cubicBezTo>
                    <a:pt x="217" y="1314"/>
                    <a:pt x="293" y="1342"/>
                    <a:pt x="367" y="1342"/>
                  </a:cubicBezTo>
                  <a:cubicBezTo>
                    <a:pt x="451" y="1342"/>
                    <a:pt x="532" y="1305"/>
                    <a:pt x="592" y="1226"/>
                  </a:cubicBezTo>
                  <a:lnTo>
                    <a:pt x="1220" y="524"/>
                  </a:lnTo>
                  <a:cubicBezTo>
                    <a:pt x="1331" y="376"/>
                    <a:pt x="1294" y="191"/>
                    <a:pt x="1183" y="80"/>
                  </a:cubicBezTo>
                  <a:cubicBezTo>
                    <a:pt x="1114" y="28"/>
                    <a:pt x="1038" y="1"/>
                    <a:pt x="9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4737;p64">
              <a:extLst>
                <a:ext uri="{FF2B5EF4-FFF2-40B4-BE49-F238E27FC236}">
                  <a16:creationId xmlns:a16="http://schemas.microsoft.com/office/drawing/2014/main" id="{AB2CF324-405B-EB3E-B0CD-1C2B36B8CA29}"/>
                </a:ext>
              </a:extLst>
            </p:cNvPr>
            <p:cNvSpPr/>
            <p:nvPr/>
          </p:nvSpPr>
          <p:spPr>
            <a:xfrm>
              <a:off x="5094250" y="3007225"/>
              <a:ext cx="42550" cy="15725"/>
            </a:xfrm>
            <a:custGeom>
              <a:avLst/>
              <a:gdLst/>
              <a:ahLst/>
              <a:cxnLst/>
              <a:rect l="l" t="t" r="r" b="b"/>
              <a:pathLst>
                <a:path w="1702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1369" y="629"/>
                  </a:lnTo>
                  <a:cubicBezTo>
                    <a:pt x="1553" y="629"/>
                    <a:pt x="1664" y="481"/>
                    <a:pt x="1701" y="333"/>
                  </a:cubicBezTo>
                  <a:cubicBezTo>
                    <a:pt x="1701" y="148"/>
                    <a:pt x="1553" y="0"/>
                    <a:pt x="1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4738;p64">
              <a:extLst>
                <a:ext uri="{FF2B5EF4-FFF2-40B4-BE49-F238E27FC236}">
                  <a16:creationId xmlns:a16="http://schemas.microsoft.com/office/drawing/2014/main" id="{571B74DE-4A40-221E-F4DD-9D417606C945}"/>
                </a:ext>
              </a:extLst>
            </p:cNvPr>
            <p:cNvSpPr/>
            <p:nvPr/>
          </p:nvSpPr>
          <p:spPr>
            <a:xfrm>
              <a:off x="3419475" y="2893525"/>
              <a:ext cx="818000" cy="942775"/>
            </a:xfrm>
            <a:custGeom>
              <a:avLst/>
              <a:gdLst/>
              <a:ahLst/>
              <a:cxnLst/>
              <a:rect l="l" t="t" r="r" b="b"/>
              <a:pathLst>
                <a:path w="32720" h="37711" extrusionOk="0">
                  <a:moveTo>
                    <a:pt x="13162" y="1"/>
                  </a:moveTo>
                  <a:cubicBezTo>
                    <a:pt x="7543" y="1"/>
                    <a:pt x="1" y="2330"/>
                    <a:pt x="1" y="2330"/>
                  </a:cubicBezTo>
                  <a:lnTo>
                    <a:pt x="4253" y="37711"/>
                  </a:lnTo>
                  <a:lnTo>
                    <a:pt x="28246" y="37711"/>
                  </a:lnTo>
                  <a:lnTo>
                    <a:pt x="32720" y="1147"/>
                  </a:lnTo>
                  <a:lnTo>
                    <a:pt x="28838" y="962"/>
                  </a:lnTo>
                  <a:cubicBezTo>
                    <a:pt x="28838" y="962"/>
                    <a:pt x="18782" y="1"/>
                    <a:pt x="13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4739;p64">
              <a:extLst>
                <a:ext uri="{FF2B5EF4-FFF2-40B4-BE49-F238E27FC236}">
                  <a16:creationId xmlns:a16="http://schemas.microsoft.com/office/drawing/2014/main" id="{C6986ACE-5484-97C0-3852-647B52ACD0E8}"/>
                </a:ext>
              </a:extLst>
            </p:cNvPr>
            <p:cNvSpPr/>
            <p:nvPr/>
          </p:nvSpPr>
          <p:spPr>
            <a:xfrm>
              <a:off x="3411175" y="2886150"/>
              <a:ext cx="833700" cy="957550"/>
            </a:xfrm>
            <a:custGeom>
              <a:avLst/>
              <a:gdLst/>
              <a:ahLst/>
              <a:cxnLst/>
              <a:rect l="l" t="t" r="r" b="b"/>
              <a:pathLst>
                <a:path w="33348" h="38302" extrusionOk="0">
                  <a:moveTo>
                    <a:pt x="13494" y="592"/>
                  </a:moveTo>
                  <a:cubicBezTo>
                    <a:pt x="16267" y="592"/>
                    <a:pt x="20186" y="850"/>
                    <a:pt x="23403" y="1072"/>
                  </a:cubicBezTo>
                  <a:cubicBezTo>
                    <a:pt x="25029" y="1220"/>
                    <a:pt x="26434" y="1331"/>
                    <a:pt x="27469" y="1405"/>
                  </a:cubicBezTo>
                  <a:cubicBezTo>
                    <a:pt x="28505" y="1516"/>
                    <a:pt x="29133" y="1553"/>
                    <a:pt x="29133" y="1553"/>
                  </a:cubicBezTo>
                  <a:lnTo>
                    <a:pt x="32682" y="1738"/>
                  </a:lnTo>
                  <a:lnTo>
                    <a:pt x="28320" y="37710"/>
                  </a:lnTo>
                  <a:lnTo>
                    <a:pt x="4843" y="37710"/>
                  </a:lnTo>
                  <a:lnTo>
                    <a:pt x="659" y="2837"/>
                  </a:lnTo>
                  <a:lnTo>
                    <a:pt x="659" y="2837"/>
                  </a:lnTo>
                  <a:cubicBezTo>
                    <a:pt x="684" y="2829"/>
                    <a:pt x="711" y="2820"/>
                    <a:pt x="740" y="2810"/>
                  </a:cubicBezTo>
                  <a:cubicBezTo>
                    <a:pt x="2255" y="2366"/>
                    <a:pt x="8651" y="592"/>
                    <a:pt x="13494" y="592"/>
                  </a:cubicBezTo>
                  <a:close/>
                  <a:moveTo>
                    <a:pt x="13494" y="0"/>
                  </a:moveTo>
                  <a:cubicBezTo>
                    <a:pt x="7801" y="0"/>
                    <a:pt x="259" y="2329"/>
                    <a:pt x="222" y="2329"/>
                  </a:cubicBezTo>
                  <a:cubicBezTo>
                    <a:pt x="74" y="2366"/>
                    <a:pt x="0" y="2514"/>
                    <a:pt x="0" y="2662"/>
                  </a:cubicBezTo>
                  <a:lnTo>
                    <a:pt x="4289" y="38043"/>
                  </a:lnTo>
                  <a:cubicBezTo>
                    <a:pt x="4289" y="38191"/>
                    <a:pt x="4437" y="38302"/>
                    <a:pt x="4585" y="38302"/>
                  </a:cubicBezTo>
                  <a:lnTo>
                    <a:pt x="28578" y="38302"/>
                  </a:lnTo>
                  <a:cubicBezTo>
                    <a:pt x="28726" y="38302"/>
                    <a:pt x="28874" y="38191"/>
                    <a:pt x="28874" y="38043"/>
                  </a:cubicBezTo>
                  <a:lnTo>
                    <a:pt x="33348" y="1479"/>
                  </a:lnTo>
                  <a:cubicBezTo>
                    <a:pt x="33348" y="1405"/>
                    <a:pt x="33311" y="1331"/>
                    <a:pt x="33274" y="1257"/>
                  </a:cubicBezTo>
                  <a:cubicBezTo>
                    <a:pt x="33200" y="1183"/>
                    <a:pt x="33126" y="1146"/>
                    <a:pt x="33052" y="1146"/>
                  </a:cubicBezTo>
                  <a:lnTo>
                    <a:pt x="29207" y="963"/>
                  </a:lnTo>
                  <a:lnTo>
                    <a:pt x="29207" y="963"/>
                  </a:lnTo>
                  <a:lnTo>
                    <a:pt x="29207" y="961"/>
                  </a:lnTo>
                  <a:cubicBezTo>
                    <a:pt x="29170" y="961"/>
                    <a:pt x="19114" y="0"/>
                    <a:pt x="13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4740;p64">
              <a:extLst>
                <a:ext uri="{FF2B5EF4-FFF2-40B4-BE49-F238E27FC236}">
                  <a16:creationId xmlns:a16="http://schemas.microsoft.com/office/drawing/2014/main" id="{7D11B4BF-FD25-BF1C-F194-A1441E160BDC}"/>
                </a:ext>
              </a:extLst>
            </p:cNvPr>
            <p:cNvSpPr/>
            <p:nvPr/>
          </p:nvSpPr>
          <p:spPr>
            <a:xfrm>
              <a:off x="3472175" y="3836275"/>
              <a:ext cx="732025" cy="440925"/>
            </a:xfrm>
            <a:custGeom>
              <a:avLst/>
              <a:gdLst/>
              <a:ahLst/>
              <a:cxnLst/>
              <a:rect l="l" t="t" r="r" b="b"/>
              <a:pathLst>
                <a:path w="29281" h="17637" extrusionOk="0">
                  <a:moveTo>
                    <a:pt x="2145" y="1"/>
                  </a:moveTo>
                  <a:lnTo>
                    <a:pt x="333" y="7284"/>
                  </a:lnTo>
                  <a:cubicBezTo>
                    <a:pt x="0" y="8541"/>
                    <a:pt x="185" y="9872"/>
                    <a:pt x="777" y="11055"/>
                  </a:cubicBezTo>
                  <a:lnTo>
                    <a:pt x="4178" y="17636"/>
                  </a:lnTo>
                  <a:lnTo>
                    <a:pt x="24992" y="17636"/>
                  </a:lnTo>
                  <a:lnTo>
                    <a:pt x="28283" y="11462"/>
                  </a:lnTo>
                  <a:cubicBezTo>
                    <a:pt x="29170" y="9872"/>
                    <a:pt x="29281" y="7950"/>
                    <a:pt x="28615" y="6249"/>
                  </a:cubicBezTo>
                  <a:lnTo>
                    <a:pt x="26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4741;p64">
              <a:extLst>
                <a:ext uri="{FF2B5EF4-FFF2-40B4-BE49-F238E27FC236}">
                  <a16:creationId xmlns:a16="http://schemas.microsoft.com/office/drawing/2014/main" id="{FBB24066-8B73-55BB-6683-F131C2C605B5}"/>
                </a:ext>
              </a:extLst>
            </p:cNvPr>
            <p:cNvSpPr/>
            <p:nvPr/>
          </p:nvSpPr>
          <p:spPr>
            <a:xfrm>
              <a:off x="3468475" y="3828900"/>
              <a:ext cx="737575" cy="455675"/>
            </a:xfrm>
            <a:custGeom>
              <a:avLst/>
              <a:gdLst/>
              <a:ahLst/>
              <a:cxnLst/>
              <a:rect l="l" t="t" r="r" b="b"/>
              <a:pathLst>
                <a:path w="29503" h="18227" extrusionOk="0">
                  <a:moveTo>
                    <a:pt x="26065" y="592"/>
                  </a:moveTo>
                  <a:lnTo>
                    <a:pt x="28468" y="6655"/>
                  </a:lnTo>
                  <a:cubicBezTo>
                    <a:pt x="28727" y="7357"/>
                    <a:pt x="28874" y="8097"/>
                    <a:pt x="28874" y="8836"/>
                  </a:cubicBezTo>
                  <a:cubicBezTo>
                    <a:pt x="28874" y="9797"/>
                    <a:pt x="28653" y="10759"/>
                    <a:pt x="28172" y="11646"/>
                  </a:cubicBezTo>
                  <a:lnTo>
                    <a:pt x="24956" y="17598"/>
                  </a:lnTo>
                  <a:lnTo>
                    <a:pt x="4511" y="17598"/>
                  </a:lnTo>
                  <a:lnTo>
                    <a:pt x="1183" y="11202"/>
                  </a:lnTo>
                  <a:cubicBezTo>
                    <a:pt x="814" y="10463"/>
                    <a:pt x="629" y="9687"/>
                    <a:pt x="629" y="8873"/>
                  </a:cubicBezTo>
                  <a:cubicBezTo>
                    <a:pt x="629" y="8467"/>
                    <a:pt x="666" y="8060"/>
                    <a:pt x="777" y="7653"/>
                  </a:cubicBezTo>
                  <a:lnTo>
                    <a:pt x="2533" y="592"/>
                  </a:lnTo>
                  <a:close/>
                  <a:moveTo>
                    <a:pt x="2293" y="0"/>
                  </a:moveTo>
                  <a:cubicBezTo>
                    <a:pt x="2145" y="0"/>
                    <a:pt x="2034" y="74"/>
                    <a:pt x="1997" y="222"/>
                  </a:cubicBezTo>
                  <a:lnTo>
                    <a:pt x="185" y="7505"/>
                  </a:lnTo>
                  <a:cubicBezTo>
                    <a:pt x="74" y="7949"/>
                    <a:pt x="0" y="8393"/>
                    <a:pt x="0" y="8873"/>
                  </a:cubicBezTo>
                  <a:cubicBezTo>
                    <a:pt x="0" y="9760"/>
                    <a:pt x="222" y="10685"/>
                    <a:pt x="629" y="11498"/>
                  </a:cubicBezTo>
                  <a:lnTo>
                    <a:pt x="4067" y="18079"/>
                  </a:lnTo>
                  <a:cubicBezTo>
                    <a:pt x="4104" y="18153"/>
                    <a:pt x="4215" y="18227"/>
                    <a:pt x="4326" y="18227"/>
                  </a:cubicBezTo>
                  <a:lnTo>
                    <a:pt x="25140" y="18227"/>
                  </a:lnTo>
                  <a:cubicBezTo>
                    <a:pt x="25251" y="18227"/>
                    <a:pt x="25362" y="18153"/>
                    <a:pt x="25399" y="18079"/>
                  </a:cubicBezTo>
                  <a:lnTo>
                    <a:pt x="28727" y="11905"/>
                  </a:lnTo>
                  <a:cubicBezTo>
                    <a:pt x="29244" y="10944"/>
                    <a:pt x="29503" y="9908"/>
                    <a:pt x="29503" y="8836"/>
                  </a:cubicBezTo>
                  <a:cubicBezTo>
                    <a:pt x="29503" y="8023"/>
                    <a:pt x="29318" y="7210"/>
                    <a:pt x="29022" y="6433"/>
                  </a:cubicBezTo>
                  <a:lnTo>
                    <a:pt x="26582" y="185"/>
                  </a:lnTo>
                  <a:cubicBezTo>
                    <a:pt x="26545" y="74"/>
                    <a:pt x="26434" y="0"/>
                    <a:pt x="26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4742;p64">
              <a:extLst>
                <a:ext uri="{FF2B5EF4-FFF2-40B4-BE49-F238E27FC236}">
                  <a16:creationId xmlns:a16="http://schemas.microsoft.com/office/drawing/2014/main" id="{A43937C6-8DCF-2B5B-669B-2877635EE102}"/>
                </a:ext>
              </a:extLst>
            </p:cNvPr>
            <p:cNvSpPr/>
            <p:nvPr/>
          </p:nvSpPr>
          <p:spPr>
            <a:xfrm>
              <a:off x="3795650" y="4161625"/>
              <a:ext cx="109100" cy="415025"/>
            </a:xfrm>
            <a:custGeom>
              <a:avLst/>
              <a:gdLst/>
              <a:ahLst/>
              <a:cxnLst/>
              <a:rect l="l" t="t" r="r" b="b"/>
              <a:pathLst>
                <a:path w="4364" h="16601" extrusionOk="0">
                  <a:moveTo>
                    <a:pt x="1" y="1"/>
                  </a:moveTo>
                  <a:lnTo>
                    <a:pt x="1" y="16601"/>
                  </a:lnTo>
                  <a:lnTo>
                    <a:pt x="4363" y="16601"/>
                  </a:lnTo>
                  <a:lnTo>
                    <a:pt x="43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4743;p64">
              <a:extLst>
                <a:ext uri="{FF2B5EF4-FFF2-40B4-BE49-F238E27FC236}">
                  <a16:creationId xmlns:a16="http://schemas.microsoft.com/office/drawing/2014/main" id="{FD4AE3AA-9CA5-E12A-6FAA-A7ECFBB1A9A3}"/>
                </a:ext>
              </a:extLst>
            </p:cNvPr>
            <p:cNvSpPr/>
            <p:nvPr/>
          </p:nvSpPr>
          <p:spPr>
            <a:xfrm>
              <a:off x="3788275" y="4154225"/>
              <a:ext cx="123875" cy="430750"/>
            </a:xfrm>
            <a:custGeom>
              <a:avLst/>
              <a:gdLst/>
              <a:ahLst/>
              <a:cxnLst/>
              <a:rect l="l" t="t" r="r" b="b"/>
              <a:pathLst>
                <a:path w="4955" h="17230" extrusionOk="0">
                  <a:moveTo>
                    <a:pt x="4363" y="592"/>
                  </a:moveTo>
                  <a:lnTo>
                    <a:pt x="4363" y="16601"/>
                  </a:lnTo>
                  <a:lnTo>
                    <a:pt x="629" y="16601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75"/>
                  </a:cubicBezTo>
                  <a:cubicBezTo>
                    <a:pt x="37" y="149"/>
                    <a:pt x="0" y="223"/>
                    <a:pt x="0" y="297"/>
                  </a:cubicBezTo>
                  <a:lnTo>
                    <a:pt x="0" y="16897"/>
                  </a:lnTo>
                  <a:cubicBezTo>
                    <a:pt x="0" y="17007"/>
                    <a:pt x="37" y="17081"/>
                    <a:pt x="74" y="17118"/>
                  </a:cubicBezTo>
                  <a:cubicBezTo>
                    <a:pt x="148" y="17192"/>
                    <a:pt x="222" y="17229"/>
                    <a:pt x="296" y="17229"/>
                  </a:cubicBezTo>
                  <a:lnTo>
                    <a:pt x="4658" y="17229"/>
                  </a:lnTo>
                  <a:cubicBezTo>
                    <a:pt x="4732" y="17229"/>
                    <a:pt x="4806" y="17192"/>
                    <a:pt x="4880" y="17118"/>
                  </a:cubicBezTo>
                  <a:cubicBezTo>
                    <a:pt x="4954" y="17081"/>
                    <a:pt x="4954" y="17007"/>
                    <a:pt x="4954" y="16897"/>
                  </a:cubicBezTo>
                  <a:lnTo>
                    <a:pt x="4954" y="297"/>
                  </a:lnTo>
                  <a:cubicBezTo>
                    <a:pt x="4954" y="223"/>
                    <a:pt x="4954" y="149"/>
                    <a:pt x="4880" y="75"/>
                  </a:cubicBezTo>
                  <a:cubicBezTo>
                    <a:pt x="4806" y="38"/>
                    <a:pt x="4732" y="1"/>
                    <a:pt x="4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4744;p64">
              <a:extLst>
                <a:ext uri="{FF2B5EF4-FFF2-40B4-BE49-F238E27FC236}">
                  <a16:creationId xmlns:a16="http://schemas.microsoft.com/office/drawing/2014/main" id="{F7128E36-F5C9-3F2E-D87C-566924A26681}"/>
                </a:ext>
              </a:extLst>
            </p:cNvPr>
            <p:cNvSpPr/>
            <p:nvPr/>
          </p:nvSpPr>
          <p:spPr>
            <a:xfrm>
              <a:off x="3767925" y="4511925"/>
              <a:ext cx="164550" cy="525000"/>
            </a:xfrm>
            <a:custGeom>
              <a:avLst/>
              <a:gdLst/>
              <a:ahLst/>
              <a:cxnLst/>
              <a:rect l="l" t="t" r="r" b="b"/>
              <a:pathLst>
                <a:path w="6582" h="21000" extrusionOk="0">
                  <a:moveTo>
                    <a:pt x="1" y="1"/>
                  </a:moveTo>
                  <a:lnTo>
                    <a:pt x="1" y="21000"/>
                  </a:lnTo>
                  <a:lnTo>
                    <a:pt x="6582" y="21000"/>
                  </a:lnTo>
                  <a:lnTo>
                    <a:pt x="65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4745;p64">
              <a:extLst>
                <a:ext uri="{FF2B5EF4-FFF2-40B4-BE49-F238E27FC236}">
                  <a16:creationId xmlns:a16="http://schemas.microsoft.com/office/drawing/2014/main" id="{58DC28D2-81B9-1BD7-7AE3-0CC6115D1E44}"/>
                </a:ext>
              </a:extLst>
            </p:cNvPr>
            <p:cNvSpPr/>
            <p:nvPr/>
          </p:nvSpPr>
          <p:spPr>
            <a:xfrm>
              <a:off x="3760550" y="4503600"/>
              <a:ext cx="179325" cy="540725"/>
            </a:xfrm>
            <a:custGeom>
              <a:avLst/>
              <a:gdLst/>
              <a:ahLst/>
              <a:cxnLst/>
              <a:rect l="l" t="t" r="r" b="b"/>
              <a:pathLst>
                <a:path w="7173" h="21629" extrusionOk="0">
                  <a:moveTo>
                    <a:pt x="6581" y="629"/>
                  </a:moveTo>
                  <a:lnTo>
                    <a:pt x="6581" y="21037"/>
                  </a:lnTo>
                  <a:lnTo>
                    <a:pt x="629" y="21037"/>
                  </a:lnTo>
                  <a:lnTo>
                    <a:pt x="629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111" y="112"/>
                  </a:cubicBezTo>
                  <a:cubicBezTo>
                    <a:pt x="37" y="149"/>
                    <a:pt x="0" y="260"/>
                    <a:pt x="0" y="334"/>
                  </a:cubicBezTo>
                  <a:lnTo>
                    <a:pt x="0" y="21333"/>
                  </a:lnTo>
                  <a:cubicBezTo>
                    <a:pt x="0" y="21407"/>
                    <a:pt x="37" y="21481"/>
                    <a:pt x="111" y="21555"/>
                  </a:cubicBezTo>
                  <a:cubicBezTo>
                    <a:pt x="148" y="21592"/>
                    <a:pt x="222" y="21629"/>
                    <a:pt x="296" y="21629"/>
                  </a:cubicBezTo>
                  <a:lnTo>
                    <a:pt x="6877" y="21629"/>
                  </a:lnTo>
                  <a:cubicBezTo>
                    <a:pt x="6951" y="21629"/>
                    <a:pt x="7024" y="21592"/>
                    <a:pt x="7098" y="21555"/>
                  </a:cubicBezTo>
                  <a:cubicBezTo>
                    <a:pt x="7172" y="21481"/>
                    <a:pt x="7172" y="21407"/>
                    <a:pt x="7172" y="21333"/>
                  </a:cubicBezTo>
                  <a:lnTo>
                    <a:pt x="7172" y="334"/>
                  </a:lnTo>
                  <a:cubicBezTo>
                    <a:pt x="7172" y="260"/>
                    <a:pt x="7172" y="149"/>
                    <a:pt x="7098" y="112"/>
                  </a:cubicBezTo>
                  <a:cubicBezTo>
                    <a:pt x="7024" y="38"/>
                    <a:pt x="6951" y="1"/>
                    <a:pt x="6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4746;p64">
              <a:extLst>
                <a:ext uri="{FF2B5EF4-FFF2-40B4-BE49-F238E27FC236}">
                  <a16:creationId xmlns:a16="http://schemas.microsoft.com/office/drawing/2014/main" id="{09DA1F7A-6BD2-CBDE-92F1-588CB17E4B70}"/>
                </a:ext>
              </a:extLst>
            </p:cNvPr>
            <p:cNvSpPr/>
            <p:nvPr/>
          </p:nvSpPr>
          <p:spPr>
            <a:xfrm>
              <a:off x="3244800" y="4999025"/>
              <a:ext cx="1202500" cy="159000"/>
            </a:xfrm>
            <a:custGeom>
              <a:avLst/>
              <a:gdLst/>
              <a:ahLst/>
              <a:cxnLst/>
              <a:rect l="l" t="t" r="r" b="b"/>
              <a:pathLst>
                <a:path w="48100" h="6360" extrusionOk="0">
                  <a:moveTo>
                    <a:pt x="23773" y="0"/>
                  </a:moveTo>
                  <a:lnTo>
                    <a:pt x="23773" y="148"/>
                  </a:lnTo>
                  <a:lnTo>
                    <a:pt x="20741" y="961"/>
                  </a:lnTo>
                  <a:lnTo>
                    <a:pt x="0" y="4843"/>
                  </a:lnTo>
                  <a:lnTo>
                    <a:pt x="0" y="6359"/>
                  </a:lnTo>
                  <a:lnTo>
                    <a:pt x="48099" y="6359"/>
                  </a:lnTo>
                  <a:lnTo>
                    <a:pt x="48099" y="4843"/>
                  </a:lnTo>
                  <a:lnTo>
                    <a:pt x="27359" y="961"/>
                  </a:lnTo>
                  <a:lnTo>
                    <a:pt x="24327" y="148"/>
                  </a:lnTo>
                  <a:lnTo>
                    <a:pt x="24327" y="0"/>
                  </a:lnTo>
                  <a:lnTo>
                    <a:pt x="24068" y="74"/>
                  </a:lnTo>
                  <a:lnTo>
                    <a:pt x="237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4747;p64">
              <a:extLst>
                <a:ext uri="{FF2B5EF4-FFF2-40B4-BE49-F238E27FC236}">
                  <a16:creationId xmlns:a16="http://schemas.microsoft.com/office/drawing/2014/main" id="{3978F550-3287-A4E4-F3B5-4CE916B91399}"/>
                </a:ext>
              </a:extLst>
            </p:cNvPr>
            <p:cNvSpPr/>
            <p:nvPr/>
          </p:nvSpPr>
          <p:spPr>
            <a:xfrm>
              <a:off x="3237400" y="4991250"/>
              <a:ext cx="1217275" cy="174150"/>
            </a:xfrm>
            <a:custGeom>
              <a:avLst/>
              <a:gdLst/>
              <a:ahLst/>
              <a:cxnLst/>
              <a:rect l="l" t="t" r="r" b="b"/>
              <a:pathLst>
                <a:path w="48691" h="6966" extrusionOk="0">
                  <a:moveTo>
                    <a:pt x="24411" y="681"/>
                  </a:moveTo>
                  <a:cubicBezTo>
                    <a:pt x="24446" y="715"/>
                    <a:pt x="24492" y="740"/>
                    <a:pt x="24549" y="755"/>
                  </a:cubicBezTo>
                  <a:lnTo>
                    <a:pt x="27581" y="1568"/>
                  </a:lnTo>
                  <a:lnTo>
                    <a:pt x="27618" y="1568"/>
                  </a:lnTo>
                  <a:lnTo>
                    <a:pt x="48099" y="5413"/>
                  </a:lnTo>
                  <a:lnTo>
                    <a:pt x="48099" y="6374"/>
                  </a:lnTo>
                  <a:lnTo>
                    <a:pt x="592" y="6374"/>
                  </a:lnTo>
                  <a:lnTo>
                    <a:pt x="592" y="5413"/>
                  </a:lnTo>
                  <a:lnTo>
                    <a:pt x="21074" y="1568"/>
                  </a:lnTo>
                  <a:lnTo>
                    <a:pt x="21111" y="1568"/>
                  </a:lnTo>
                  <a:lnTo>
                    <a:pt x="24143" y="755"/>
                  </a:lnTo>
                  <a:cubicBezTo>
                    <a:pt x="24200" y="740"/>
                    <a:pt x="24246" y="715"/>
                    <a:pt x="24281" y="681"/>
                  </a:cubicBezTo>
                  <a:close/>
                  <a:moveTo>
                    <a:pt x="24070" y="0"/>
                  </a:moveTo>
                  <a:cubicBezTo>
                    <a:pt x="24007" y="0"/>
                    <a:pt x="23936" y="26"/>
                    <a:pt x="23884" y="52"/>
                  </a:cubicBezTo>
                  <a:cubicBezTo>
                    <a:pt x="23832" y="104"/>
                    <a:pt x="23798" y="156"/>
                    <a:pt x="23783" y="220"/>
                  </a:cubicBezTo>
                  <a:lnTo>
                    <a:pt x="23783" y="220"/>
                  </a:lnTo>
                  <a:lnTo>
                    <a:pt x="20963" y="977"/>
                  </a:lnTo>
                  <a:lnTo>
                    <a:pt x="260" y="4859"/>
                  </a:lnTo>
                  <a:cubicBezTo>
                    <a:pt x="112" y="4859"/>
                    <a:pt x="1" y="5006"/>
                    <a:pt x="1" y="5154"/>
                  </a:cubicBezTo>
                  <a:lnTo>
                    <a:pt x="1" y="6670"/>
                  </a:lnTo>
                  <a:cubicBezTo>
                    <a:pt x="1" y="6744"/>
                    <a:pt x="38" y="6818"/>
                    <a:pt x="75" y="6892"/>
                  </a:cubicBezTo>
                  <a:cubicBezTo>
                    <a:pt x="149" y="6929"/>
                    <a:pt x="223" y="6966"/>
                    <a:pt x="296" y="6966"/>
                  </a:cubicBezTo>
                  <a:lnTo>
                    <a:pt x="48395" y="6966"/>
                  </a:lnTo>
                  <a:cubicBezTo>
                    <a:pt x="48469" y="6966"/>
                    <a:pt x="48543" y="6929"/>
                    <a:pt x="48617" y="6892"/>
                  </a:cubicBezTo>
                  <a:cubicBezTo>
                    <a:pt x="48691" y="6818"/>
                    <a:pt x="48691" y="6744"/>
                    <a:pt x="48691" y="6670"/>
                  </a:cubicBezTo>
                  <a:lnTo>
                    <a:pt x="48691" y="5154"/>
                  </a:lnTo>
                  <a:cubicBezTo>
                    <a:pt x="48691" y="5006"/>
                    <a:pt x="48617" y="4859"/>
                    <a:pt x="48469" y="4859"/>
                  </a:cubicBezTo>
                  <a:lnTo>
                    <a:pt x="27729" y="977"/>
                  </a:lnTo>
                  <a:lnTo>
                    <a:pt x="24909" y="220"/>
                  </a:lnTo>
                  <a:lnTo>
                    <a:pt x="24909" y="220"/>
                  </a:lnTo>
                  <a:cubicBezTo>
                    <a:pt x="24893" y="156"/>
                    <a:pt x="24860" y="104"/>
                    <a:pt x="24808" y="52"/>
                  </a:cubicBezTo>
                  <a:cubicBezTo>
                    <a:pt x="24756" y="26"/>
                    <a:pt x="24685" y="0"/>
                    <a:pt x="24622" y="0"/>
                  </a:cubicBezTo>
                  <a:cubicBezTo>
                    <a:pt x="24596" y="0"/>
                    <a:pt x="24571" y="5"/>
                    <a:pt x="24549" y="15"/>
                  </a:cubicBezTo>
                  <a:lnTo>
                    <a:pt x="24364" y="52"/>
                  </a:lnTo>
                  <a:lnTo>
                    <a:pt x="24143" y="15"/>
                  </a:lnTo>
                  <a:cubicBezTo>
                    <a:pt x="24121" y="5"/>
                    <a:pt x="24096" y="0"/>
                    <a:pt x="24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4748;p64">
              <a:extLst>
                <a:ext uri="{FF2B5EF4-FFF2-40B4-BE49-F238E27FC236}">
                  <a16:creationId xmlns:a16="http://schemas.microsoft.com/office/drawing/2014/main" id="{0C3DBFD0-D81E-F5C9-DCD7-F7CEFF74FDC6}"/>
                </a:ext>
              </a:extLst>
            </p:cNvPr>
            <p:cNvSpPr/>
            <p:nvPr/>
          </p:nvSpPr>
          <p:spPr>
            <a:xfrm>
              <a:off x="3253125" y="5145975"/>
              <a:ext cx="73025" cy="72125"/>
            </a:xfrm>
            <a:custGeom>
              <a:avLst/>
              <a:gdLst/>
              <a:ahLst/>
              <a:cxnLst/>
              <a:rect l="l" t="t" r="r" b="b"/>
              <a:pathLst>
                <a:path w="2921" h="2885" extrusionOk="0">
                  <a:moveTo>
                    <a:pt x="1479" y="0"/>
                  </a:moveTo>
                  <a:cubicBezTo>
                    <a:pt x="666" y="0"/>
                    <a:pt x="0" y="629"/>
                    <a:pt x="0" y="1442"/>
                  </a:cubicBezTo>
                  <a:cubicBezTo>
                    <a:pt x="0" y="2256"/>
                    <a:pt x="666" y="2884"/>
                    <a:pt x="1479" y="2884"/>
                  </a:cubicBezTo>
                  <a:cubicBezTo>
                    <a:pt x="2255" y="2884"/>
                    <a:pt x="2921" y="2256"/>
                    <a:pt x="2921" y="1442"/>
                  </a:cubicBezTo>
                  <a:cubicBezTo>
                    <a:pt x="2921" y="629"/>
                    <a:pt x="2255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4749;p64">
              <a:extLst>
                <a:ext uri="{FF2B5EF4-FFF2-40B4-BE49-F238E27FC236}">
                  <a16:creationId xmlns:a16="http://schemas.microsoft.com/office/drawing/2014/main" id="{86D52C31-B128-C768-01E3-8BA441A0E4BC}"/>
                </a:ext>
              </a:extLst>
            </p:cNvPr>
            <p:cNvSpPr/>
            <p:nvPr/>
          </p:nvSpPr>
          <p:spPr>
            <a:xfrm>
              <a:off x="3245725" y="5137650"/>
              <a:ext cx="87825" cy="88750"/>
            </a:xfrm>
            <a:custGeom>
              <a:avLst/>
              <a:gdLst/>
              <a:ahLst/>
              <a:cxnLst/>
              <a:rect l="l" t="t" r="r" b="b"/>
              <a:pathLst>
                <a:path w="3513" h="3550" extrusionOk="0">
                  <a:moveTo>
                    <a:pt x="1775" y="629"/>
                  </a:moveTo>
                  <a:cubicBezTo>
                    <a:pt x="2404" y="629"/>
                    <a:pt x="2921" y="1147"/>
                    <a:pt x="2921" y="1775"/>
                  </a:cubicBezTo>
                  <a:cubicBezTo>
                    <a:pt x="2921" y="2404"/>
                    <a:pt x="2404" y="2921"/>
                    <a:pt x="1775" y="2921"/>
                  </a:cubicBezTo>
                  <a:cubicBezTo>
                    <a:pt x="1147" y="2921"/>
                    <a:pt x="629" y="2404"/>
                    <a:pt x="629" y="1775"/>
                  </a:cubicBezTo>
                  <a:cubicBezTo>
                    <a:pt x="629" y="1147"/>
                    <a:pt x="1147" y="629"/>
                    <a:pt x="1775" y="629"/>
                  </a:cubicBezTo>
                  <a:close/>
                  <a:moveTo>
                    <a:pt x="1775" y="1"/>
                  </a:moveTo>
                  <a:cubicBezTo>
                    <a:pt x="777" y="1"/>
                    <a:pt x="0" y="814"/>
                    <a:pt x="0" y="1775"/>
                  </a:cubicBezTo>
                  <a:cubicBezTo>
                    <a:pt x="0" y="2737"/>
                    <a:pt x="777" y="3550"/>
                    <a:pt x="1775" y="3550"/>
                  </a:cubicBezTo>
                  <a:cubicBezTo>
                    <a:pt x="2736" y="3550"/>
                    <a:pt x="3513" y="2737"/>
                    <a:pt x="3513" y="1775"/>
                  </a:cubicBezTo>
                  <a:cubicBezTo>
                    <a:pt x="3513" y="814"/>
                    <a:pt x="2736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4750;p64">
              <a:extLst>
                <a:ext uri="{FF2B5EF4-FFF2-40B4-BE49-F238E27FC236}">
                  <a16:creationId xmlns:a16="http://schemas.microsoft.com/office/drawing/2014/main" id="{39811B05-97CE-BE37-B2FF-1E15AB9E0050}"/>
                </a:ext>
              </a:extLst>
            </p:cNvPr>
            <p:cNvSpPr/>
            <p:nvPr/>
          </p:nvSpPr>
          <p:spPr>
            <a:xfrm>
              <a:off x="3809525" y="5145975"/>
              <a:ext cx="73050" cy="72125"/>
            </a:xfrm>
            <a:custGeom>
              <a:avLst/>
              <a:gdLst/>
              <a:ahLst/>
              <a:cxnLst/>
              <a:rect l="l" t="t" r="r" b="b"/>
              <a:pathLst>
                <a:path w="2922" h="2885" extrusionOk="0">
                  <a:moveTo>
                    <a:pt x="1479" y="0"/>
                  </a:moveTo>
                  <a:cubicBezTo>
                    <a:pt x="666" y="0"/>
                    <a:pt x="1" y="629"/>
                    <a:pt x="1" y="1442"/>
                  </a:cubicBezTo>
                  <a:cubicBezTo>
                    <a:pt x="1" y="2256"/>
                    <a:pt x="666" y="2884"/>
                    <a:pt x="1479" y="2884"/>
                  </a:cubicBezTo>
                  <a:cubicBezTo>
                    <a:pt x="2256" y="2884"/>
                    <a:pt x="2921" y="2256"/>
                    <a:pt x="2921" y="1442"/>
                  </a:cubicBezTo>
                  <a:cubicBezTo>
                    <a:pt x="2921" y="629"/>
                    <a:pt x="2256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4751;p64">
              <a:extLst>
                <a:ext uri="{FF2B5EF4-FFF2-40B4-BE49-F238E27FC236}">
                  <a16:creationId xmlns:a16="http://schemas.microsoft.com/office/drawing/2014/main" id="{0F4BABF8-C975-4191-B794-B1AE91264695}"/>
                </a:ext>
              </a:extLst>
            </p:cNvPr>
            <p:cNvSpPr/>
            <p:nvPr/>
          </p:nvSpPr>
          <p:spPr>
            <a:xfrm>
              <a:off x="3802125" y="5137650"/>
              <a:ext cx="87825" cy="88750"/>
            </a:xfrm>
            <a:custGeom>
              <a:avLst/>
              <a:gdLst/>
              <a:ahLst/>
              <a:cxnLst/>
              <a:rect l="l" t="t" r="r" b="b"/>
              <a:pathLst>
                <a:path w="3513" h="3550" extrusionOk="0">
                  <a:moveTo>
                    <a:pt x="1775" y="629"/>
                  </a:moveTo>
                  <a:cubicBezTo>
                    <a:pt x="2404" y="629"/>
                    <a:pt x="2884" y="1147"/>
                    <a:pt x="2921" y="1775"/>
                  </a:cubicBezTo>
                  <a:cubicBezTo>
                    <a:pt x="2884" y="2404"/>
                    <a:pt x="2404" y="2921"/>
                    <a:pt x="1775" y="2921"/>
                  </a:cubicBezTo>
                  <a:cubicBezTo>
                    <a:pt x="1147" y="2921"/>
                    <a:pt x="629" y="2404"/>
                    <a:pt x="629" y="1775"/>
                  </a:cubicBezTo>
                  <a:cubicBezTo>
                    <a:pt x="629" y="1147"/>
                    <a:pt x="1147" y="629"/>
                    <a:pt x="1775" y="629"/>
                  </a:cubicBezTo>
                  <a:close/>
                  <a:moveTo>
                    <a:pt x="1775" y="1"/>
                  </a:moveTo>
                  <a:cubicBezTo>
                    <a:pt x="777" y="1"/>
                    <a:pt x="1" y="814"/>
                    <a:pt x="1" y="1775"/>
                  </a:cubicBezTo>
                  <a:cubicBezTo>
                    <a:pt x="1" y="2737"/>
                    <a:pt x="777" y="3550"/>
                    <a:pt x="1775" y="3550"/>
                  </a:cubicBezTo>
                  <a:cubicBezTo>
                    <a:pt x="2737" y="3550"/>
                    <a:pt x="3513" y="2737"/>
                    <a:pt x="3513" y="1775"/>
                  </a:cubicBezTo>
                  <a:cubicBezTo>
                    <a:pt x="3513" y="814"/>
                    <a:pt x="2737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4752;p64">
              <a:extLst>
                <a:ext uri="{FF2B5EF4-FFF2-40B4-BE49-F238E27FC236}">
                  <a16:creationId xmlns:a16="http://schemas.microsoft.com/office/drawing/2014/main" id="{88AB5C43-A5C5-E2BD-A7EE-3D77C3F26409}"/>
                </a:ext>
              </a:extLst>
            </p:cNvPr>
            <p:cNvSpPr/>
            <p:nvPr/>
          </p:nvSpPr>
          <p:spPr>
            <a:xfrm>
              <a:off x="4369625" y="5145975"/>
              <a:ext cx="72125" cy="72125"/>
            </a:xfrm>
            <a:custGeom>
              <a:avLst/>
              <a:gdLst/>
              <a:ahLst/>
              <a:cxnLst/>
              <a:rect l="l" t="t" r="r" b="b"/>
              <a:pathLst>
                <a:path w="2885" h="2885" extrusionOk="0">
                  <a:moveTo>
                    <a:pt x="1443" y="0"/>
                  </a:moveTo>
                  <a:cubicBezTo>
                    <a:pt x="666" y="0"/>
                    <a:pt x="1" y="629"/>
                    <a:pt x="1" y="1442"/>
                  </a:cubicBezTo>
                  <a:cubicBezTo>
                    <a:pt x="1" y="2256"/>
                    <a:pt x="666" y="2884"/>
                    <a:pt x="1443" y="2884"/>
                  </a:cubicBezTo>
                  <a:cubicBezTo>
                    <a:pt x="2256" y="2884"/>
                    <a:pt x="2884" y="2256"/>
                    <a:pt x="2884" y="1442"/>
                  </a:cubicBezTo>
                  <a:cubicBezTo>
                    <a:pt x="2884" y="629"/>
                    <a:pt x="2256" y="0"/>
                    <a:pt x="1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4753;p64">
              <a:extLst>
                <a:ext uri="{FF2B5EF4-FFF2-40B4-BE49-F238E27FC236}">
                  <a16:creationId xmlns:a16="http://schemas.microsoft.com/office/drawing/2014/main" id="{F1B96258-595D-4AF3-DFD7-40B3870713AA}"/>
                </a:ext>
              </a:extLst>
            </p:cNvPr>
            <p:cNvSpPr/>
            <p:nvPr/>
          </p:nvSpPr>
          <p:spPr>
            <a:xfrm>
              <a:off x="4362225" y="5137650"/>
              <a:ext cx="87850" cy="88750"/>
            </a:xfrm>
            <a:custGeom>
              <a:avLst/>
              <a:gdLst/>
              <a:ahLst/>
              <a:cxnLst/>
              <a:rect l="l" t="t" r="r" b="b"/>
              <a:pathLst>
                <a:path w="3514" h="3550" extrusionOk="0">
                  <a:moveTo>
                    <a:pt x="1739" y="629"/>
                  </a:moveTo>
                  <a:cubicBezTo>
                    <a:pt x="2367" y="629"/>
                    <a:pt x="2885" y="1147"/>
                    <a:pt x="2885" y="1775"/>
                  </a:cubicBezTo>
                  <a:cubicBezTo>
                    <a:pt x="2885" y="2404"/>
                    <a:pt x="2367" y="2921"/>
                    <a:pt x="1739" y="2921"/>
                  </a:cubicBezTo>
                  <a:cubicBezTo>
                    <a:pt x="1110" y="2921"/>
                    <a:pt x="592" y="2404"/>
                    <a:pt x="592" y="1775"/>
                  </a:cubicBezTo>
                  <a:cubicBezTo>
                    <a:pt x="592" y="1147"/>
                    <a:pt x="1110" y="629"/>
                    <a:pt x="1739" y="629"/>
                  </a:cubicBezTo>
                  <a:close/>
                  <a:moveTo>
                    <a:pt x="1739" y="1"/>
                  </a:moveTo>
                  <a:cubicBezTo>
                    <a:pt x="777" y="1"/>
                    <a:pt x="1" y="814"/>
                    <a:pt x="1" y="1775"/>
                  </a:cubicBezTo>
                  <a:cubicBezTo>
                    <a:pt x="1" y="2737"/>
                    <a:pt x="777" y="3550"/>
                    <a:pt x="1739" y="3550"/>
                  </a:cubicBezTo>
                  <a:cubicBezTo>
                    <a:pt x="2700" y="3550"/>
                    <a:pt x="3513" y="2737"/>
                    <a:pt x="3513" y="1775"/>
                  </a:cubicBezTo>
                  <a:cubicBezTo>
                    <a:pt x="3513" y="814"/>
                    <a:pt x="2700" y="1"/>
                    <a:pt x="1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4754;p64">
              <a:extLst>
                <a:ext uri="{FF2B5EF4-FFF2-40B4-BE49-F238E27FC236}">
                  <a16:creationId xmlns:a16="http://schemas.microsoft.com/office/drawing/2014/main" id="{C989D3AC-064F-3024-2E32-369973D620B0}"/>
                </a:ext>
              </a:extLst>
            </p:cNvPr>
            <p:cNvSpPr/>
            <p:nvPr/>
          </p:nvSpPr>
          <p:spPr>
            <a:xfrm>
              <a:off x="3325200" y="3763275"/>
              <a:ext cx="108175" cy="466775"/>
            </a:xfrm>
            <a:custGeom>
              <a:avLst/>
              <a:gdLst/>
              <a:ahLst/>
              <a:cxnLst/>
              <a:rect l="l" t="t" r="r" b="b"/>
              <a:pathLst>
                <a:path w="4327" h="18671" extrusionOk="0">
                  <a:moveTo>
                    <a:pt x="1" y="0"/>
                  </a:moveTo>
                  <a:lnTo>
                    <a:pt x="1" y="14382"/>
                  </a:lnTo>
                  <a:cubicBezTo>
                    <a:pt x="1" y="16748"/>
                    <a:pt x="1923" y="18671"/>
                    <a:pt x="4326" y="18671"/>
                  </a:cubicBezTo>
                  <a:lnTo>
                    <a:pt x="43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4755;p64">
              <a:extLst>
                <a:ext uri="{FF2B5EF4-FFF2-40B4-BE49-F238E27FC236}">
                  <a16:creationId xmlns:a16="http://schemas.microsoft.com/office/drawing/2014/main" id="{F12DB18B-D717-2277-01BE-5725A4634993}"/>
                </a:ext>
              </a:extLst>
            </p:cNvPr>
            <p:cNvSpPr/>
            <p:nvPr/>
          </p:nvSpPr>
          <p:spPr>
            <a:xfrm>
              <a:off x="3317825" y="3755875"/>
              <a:ext cx="122950" cy="482500"/>
            </a:xfrm>
            <a:custGeom>
              <a:avLst/>
              <a:gdLst/>
              <a:ahLst/>
              <a:cxnLst/>
              <a:rect l="l" t="t" r="r" b="b"/>
              <a:pathLst>
                <a:path w="4918" h="19300" extrusionOk="0">
                  <a:moveTo>
                    <a:pt x="4289" y="629"/>
                  </a:moveTo>
                  <a:lnTo>
                    <a:pt x="4289" y="18657"/>
                  </a:lnTo>
                  <a:lnTo>
                    <a:pt x="4289" y="18657"/>
                  </a:lnTo>
                  <a:cubicBezTo>
                    <a:pt x="3313" y="18578"/>
                    <a:pt x="2439" y="18152"/>
                    <a:pt x="1775" y="17488"/>
                  </a:cubicBezTo>
                  <a:cubicBezTo>
                    <a:pt x="1072" y="16785"/>
                    <a:pt x="629" y="15787"/>
                    <a:pt x="592" y="14678"/>
                  </a:cubicBez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1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4678"/>
                  </a:lnTo>
                  <a:cubicBezTo>
                    <a:pt x="0" y="17229"/>
                    <a:pt x="2071" y="19262"/>
                    <a:pt x="4621" y="19299"/>
                  </a:cubicBezTo>
                  <a:cubicBezTo>
                    <a:pt x="4695" y="19299"/>
                    <a:pt x="4769" y="19262"/>
                    <a:pt x="4843" y="19188"/>
                  </a:cubicBezTo>
                  <a:cubicBezTo>
                    <a:pt x="4880" y="19151"/>
                    <a:pt x="4917" y="19040"/>
                    <a:pt x="4917" y="18967"/>
                  </a:cubicBezTo>
                  <a:lnTo>
                    <a:pt x="4917" y="296"/>
                  </a:lnTo>
                  <a:cubicBezTo>
                    <a:pt x="4917" y="222"/>
                    <a:pt x="4880" y="148"/>
                    <a:pt x="4843" y="111"/>
                  </a:cubicBezTo>
                  <a:cubicBezTo>
                    <a:pt x="4769" y="38"/>
                    <a:pt x="4695" y="1"/>
                    <a:pt x="4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4756;p64">
              <a:extLst>
                <a:ext uri="{FF2B5EF4-FFF2-40B4-BE49-F238E27FC236}">
                  <a16:creationId xmlns:a16="http://schemas.microsoft.com/office/drawing/2014/main" id="{42E674C9-B95C-FBC3-F80F-7CB3131BBF7D}"/>
                </a:ext>
              </a:extLst>
            </p:cNvPr>
            <p:cNvSpPr/>
            <p:nvPr/>
          </p:nvSpPr>
          <p:spPr>
            <a:xfrm>
              <a:off x="3264200" y="3666225"/>
              <a:ext cx="169175" cy="86900"/>
            </a:xfrm>
            <a:custGeom>
              <a:avLst/>
              <a:gdLst/>
              <a:ahLst/>
              <a:cxnLst/>
              <a:rect l="l" t="t" r="r" b="b"/>
              <a:pathLst>
                <a:path w="6767" h="3476" extrusionOk="0">
                  <a:moveTo>
                    <a:pt x="1" y="0"/>
                  </a:moveTo>
                  <a:lnTo>
                    <a:pt x="1" y="3476"/>
                  </a:lnTo>
                  <a:lnTo>
                    <a:pt x="6766" y="3476"/>
                  </a:lnTo>
                  <a:lnTo>
                    <a:pt x="67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4757;p64">
              <a:extLst>
                <a:ext uri="{FF2B5EF4-FFF2-40B4-BE49-F238E27FC236}">
                  <a16:creationId xmlns:a16="http://schemas.microsoft.com/office/drawing/2014/main" id="{0E34C6F4-4104-906D-50B4-D8A7D46369B4}"/>
                </a:ext>
              </a:extLst>
            </p:cNvPr>
            <p:cNvSpPr/>
            <p:nvPr/>
          </p:nvSpPr>
          <p:spPr>
            <a:xfrm>
              <a:off x="3255900" y="3658825"/>
              <a:ext cx="184875" cy="102625"/>
            </a:xfrm>
            <a:custGeom>
              <a:avLst/>
              <a:gdLst/>
              <a:ahLst/>
              <a:cxnLst/>
              <a:rect l="l" t="t" r="r" b="b"/>
              <a:pathLst>
                <a:path w="7395" h="4105" extrusionOk="0">
                  <a:moveTo>
                    <a:pt x="6766" y="592"/>
                  </a:moveTo>
                  <a:lnTo>
                    <a:pt x="6766" y="3476"/>
                  </a:lnTo>
                  <a:lnTo>
                    <a:pt x="629" y="3476"/>
                  </a:lnTo>
                  <a:lnTo>
                    <a:pt x="629" y="592"/>
                  </a:lnTo>
                  <a:close/>
                  <a:moveTo>
                    <a:pt x="333" y="1"/>
                  </a:moveTo>
                  <a:cubicBezTo>
                    <a:pt x="222" y="1"/>
                    <a:pt x="148" y="38"/>
                    <a:pt x="111" y="75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3772"/>
                  </a:lnTo>
                  <a:cubicBezTo>
                    <a:pt x="0" y="3846"/>
                    <a:pt x="37" y="3956"/>
                    <a:pt x="111" y="3993"/>
                  </a:cubicBezTo>
                  <a:cubicBezTo>
                    <a:pt x="148" y="4067"/>
                    <a:pt x="222" y="4104"/>
                    <a:pt x="333" y="4104"/>
                  </a:cubicBezTo>
                  <a:lnTo>
                    <a:pt x="7098" y="4104"/>
                  </a:lnTo>
                  <a:cubicBezTo>
                    <a:pt x="7172" y="4104"/>
                    <a:pt x="7246" y="4067"/>
                    <a:pt x="7320" y="3993"/>
                  </a:cubicBezTo>
                  <a:cubicBezTo>
                    <a:pt x="7357" y="3956"/>
                    <a:pt x="7394" y="3883"/>
                    <a:pt x="7394" y="3772"/>
                  </a:cubicBezTo>
                  <a:lnTo>
                    <a:pt x="7394" y="296"/>
                  </a:lnTo>
                  <a:cubicBezTo>
                    <a:pt x="7394" y="222"/>
                    <a:pt x="7357" y="148"/>
                    <a:pt x="7320" y="75"/>
                  </a:cubicBezTo>
                  <a:cubicBezTo>
                    <a:pt x="7246" y="38"/>
                    <a:pt x="7172" y="1"/>
                    <a:pt x="70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4758;p64">
              <a:extLst>
                <a:ext uri="{FF2B5EF4-FFF2-40B4-BE49-F238E27FC236}">
                  <a16:creationId xmlns:a16="http://schemas.microsoft.com/office/drawing/2014/main" id="{F8DCF17B-FFBA-665E-FA47-5ECEB5E7E2E3}"/>
                </a:ext>
              </a:extLst>
            </p:cNvPr>
            <p:cNvSpPr/>
            <p:nvPr/>
          </p:nvSpPr>
          <p:spPr>
            <a:xfrm>
              <a:off x="4271650" y="3763275"/>
              <a:ext cx="107250" cy="466775"/>
            </a:xfrm>
            <a:custGeom>
              <a:avLst/>
              <a:gdLst/>
              <a:ahLst/>
              <a:cxnLst/>
              <a:rect l="l" t="t" r="r" b="b"/>
              <a:pathLst>
                <a:path w="4290" h="18671" extrusionOk="0">
                  <a:moveTo>
                    <a:pt x="1" y="0"/>
                  </a:moveTo>
                  <a:lnTo>
                    <a:pt x="1" y="18671"/>
                  </a:lnTo>
                  <a:cubicBezTo>
                    <a:pt x="2367" y="18671"/>
                    <a:pt x="4289" y="16748"/>
                    <a:pt x="4289" y="14382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4759;p64">
              <a:extLst>
                <a:ext uri="{FF2B5EF4-FFF2-40B4-BE49-F238E27FC236}">
                  <a16:creationId xmlns:a16="http://schemas.microsoft.com/office/drawing/2014/main" id="{ABA68A0B-1158-B8B1-3431-A77EFB5BCF5C}"/>
                </a:ext>
              </a:extLst>
            </p:cNvPr>
            <p:cNvSpPr/>
            <p:nvPr/>
          </p:nvSpPr>
          <p:spPr>
            <a:xfrm>
              <a:off x="4264275" y="3755875"/>
              <a:ext cx="122950" cy="482500"/>
            </a:xfrm>
            <a:custGeom>
              <a:avLst/>
              <a:gdLst/>
              <a:ahLst/>
              <a:cxnLst/>
              <a:rect l="l" t="t" r="r" b="b"/>
              <a:pathLst>
                <a:path w="4918" h="19300" extrusionOk="0">
                  <a:moveTo>
                    <a:pt x="4289" y="629"/>
                  </a:moveTo>
                  <a:lnTo>
                    <a:pt x="4289" y="14678"/>
                  </a:lnTo>
                  <a:cubicBezTo>
                    <a:pt x="4289" y="15787"/>
                    <a:pt x="3845" y="16785"/>
                    <a:pt x="3106" y="17488"/>
                  </a:cubicBezTo>
                  <a:cubicBezTo>
                    <a:pt x="2466" y="18161"/>
                    <a:pt x="1582" y="18589"/>
                    <a:pt x="592" y="18660"/>
                  </a:cubicBezTo>
                  <a:lnTo>
                    <a:pt x="592" y="18660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1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8967"/>
                  </a:lnTo>
                  <a:cubicBezTo>
                    <a:pt x="0" y="19040"/>
                    <a:pt x="37" y="19151"/>
                    <a:pt x="74" y="19188"/>
                  </a:cubicBezTo>
                  <a:cubicBezTo>
                    <a:pt x="148" y="19262"/>
                    <a:pt x="222" y="19299"/>
                    <a:pt x="296" y="19299"/>
                  </a:cubicBezTo>
                  <a:cubicBezTo>
                    <a:pt x="2847" y="19262"/>
                    <a:pt x="4917" y="17229"/>
                    <a:pt x="4917" y="14678"/>
                  </a:cubicBezTo>
                  <a:lnTo>
                    <a:pt x="4917" y="296"/>
                  </a:lnTo>
                  <a:cubicBezTo>
                    <a:pt x="4917" y="222"/>
                    <a:pt x="4880" y="148"/>
                    <a:pt x="4806" y="111"/>
                  </a:cubicBezTo>
                  <a:cubicBezTo>
                    <a:pt x="4769" y="38"/>
                    <a:pt x="4695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4760;p64">
              <a:extLst>
                <a:ext uri="{FF2B5EF4-FFF2-40B4-BE49-F238E27FC236}">
                  <a16:creationId xmlns:a16="http://schemas.microsoft.com/office/drawing/2014/main" id="{E2CE617B-48DF-63A5-3751-09835ED67700}"/>
                </a:ext>
              </a:extLst>
            </p:cNvPr>
            <p:cNvSpPr/>
            <p:nvPr/>
          </p:nvSpPr>
          <p:spPr>
            <a:xfrm>
              <a:off x="4271650" y="3666225"/>
              <a:ext cx="169175" cy="86900"/>
            </a:xfrm>
            <a:custGeom>
              <a:avLst/>
              <a:gdLst/>
              <a:ahLst/>
              <a:cxnLst/>
              <a:rect l="l" t="t" r="r" b="b"/>
              <a:pathLst>
                <a:path w="6767" h="3476" extrusionOk="0">
                  <a:moveTo>
                    <a:pt x="1" y="0"/>
                  </a:moveTo>
                  <a:lnTo>
                    <a:pt x="1" y="3476"/>
                  </a:lnTo>
                  <a:lnTo>
                    <a:pt x="6766" y="3476"/>
                  </a:lnTo>
                  <a:lnTo>
                    <a:pt x="67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4761;p64">
              <a:extLst>
                <a:ext uri="{FF2B5EF4-FFF2-40B4-BE49-F238E27FC236}">
                  <a16:creationId xmlns:a16="http://schemas.microsoft.com/office/drawing/2014/main" id="{08C8A280-852A-FAC7-3547-7201763A3607}"/>
                </a:ext>
              </a:extLst>
            </p:cNvPr>
            <p:cNvSpPr/>
            <p:nvPr/>
          </p:nvSpPr>
          <p:spPr>
            <a:xfrm>
              <a:off x="4264275" y="3658825"/>
              <a:ext cx="183950" cy="102625"/>
            </a:xfrm>
            <a:custGeom>
              <a:avLst/>
              <a:gdLst/>
              <a:ahLst/>
              <a:cxnLst/>
              <a:rect l="l" t="t" r="r" b="b"/>
              <a:pathLst>
                <a:path w="7358" h="4105" extrusionOk="0">
                  <a:moveTo>
                    <a:pt x="6766" y="592"/>
                  </a:moveTo>
                  <a:lnTo>
                    <a:pt x="6766" y="3476"/>
                  </a:lnTo>
                  <a:lnTo>
                    <a:pt x="592" y="3476"/>
                  </a:lnTo>
                  <a:lnTo>
                    <a:pt x="592" y="592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75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3772"/>
                  </a:lnTo>
                  <a:cubicBezTo>
                    <a:pt x="0" y="3846"/>
                    <a:pt x="37" y="3956"/>
                    <a:pt x="74" y="3993"/>
                  </a:cubicBezTo>
                  <a:cubicBezTo>
                    <a:pt x="148" y="4067"/>
                    <a:pt x="222" y="4104"/>
                    <a:pt x="296" y="4104"/>
                  </a:cubicBezTo>
                  <a:lnTo>
                    <a:pt x="7061" y="4104"/>
                  </a:lnTo>
                  <a:cubicBezTo>
                    <a:pt x="7135" y="4104"/>
                    <a:pt x="7209" y="4067"/>
                    <a:pt x="7283" y="3993"/>
                  </a:cubicBezTo>
                  <a:cubicBezTo>
                    <a:pt x="7320" y="3956"/>
                    <a:pt x="7357" y="3883"/>
                    <a:pt x="7357" y="3772"/>
                  </a:cubicBezTo>
                  <a:lnTo>
                    <a:pt x="7357" y="296"/>
                  </a:lnTo>
                  <a:cubicBezTo>
                    <a:pt x="7357" y="222"/>
                    <a:pt x="7320" y="148"/>
                    <a:pt x="7283" y="75"/>
                  </a:cubicBezTo>
                  <a:cubicBezTo>
                    <a:pt x="7209" y="38"/>
                    <a:pt x="7135" y="1"/>
                    <a:pt x="70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4762;p64">
              <a:extLst>
                <a:ext uri="{FF2B5EF4-FFF2-40B4-BE49-F238E27FC236}">
                  <a16:creationId xmlns:a16="http://schemas.microsoft.com/office/drawing/2014/main" id="{D9B8BBA7-8F88-7F1E-1D88-613D448CA2B5}"/>
                </a:ext>
              </a:extLst>
            </p:cNvPr>
            <p:cNvSpPr/>
            <p:nvPr/>
          </p:nvSpPr>
          <p:spPr>
            <a:xfrm>
              <a:off x="3376050" y="3036800"/>
              <a:ext cx="949250" cy="1256100"/>
            </a:xfrm>
            <a:custGeom>
              <a:avLst/>
              <a:gdLst/>
              <a:ahLst/>
              <a:cxnLst/>
              <a:rect l="l" t="t" r="r" b="b"/>
              <a:pathLst>
                <a:path w="37970" h="50244" extrusionOk="0">
                  <a:moveTo>
                    <a:pt x="7875" y="0"/>
                  </a:moveTo>
                  <a:cubicBezTo>
                    <a:pt x="5250" y="0"/>
                    <a:pt x="3143" y="2108"/>
                    <a:pt x="3143" y="4696"/>
                  </a:cubicBezTo>
                  <a:lnTo>
                    <a:pt x="0" y="44587"/>
                  </a:lnTo>
                  <a:cubicBezTo>
                    <a:pt x="0" y="47730"/>
                    <a:pt x="2514" y="50244"/>
                    <a:pt x="5620" y="50244"/>
                  </a:cubicBezTo>
                  <a:lnTo>
                    <a:pt x="32313" y="50244"/>
                  </a:lnTo>
                  <a:cubicBezTo>
                    <a:pt x="35418" y="50244"/>
                    <a:pt x="37969" y="47730"/>
                    <a:pt x="37969" y="44587"/>
                  </a:cubicBezTo>
                  <a:lnTo>
                    <a:pt x="34790" y="4696"/>
                  </a:lnTo>
                  <a:cubicBezTo>
                    <a:pt x="34790" y="2108"/>
                    <a:pt x="32682" y="0"/>
                    <a:pt x="30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4763;p64">
              <a:extLst>
                <a:ext uri="{FF2B5EF4-FFF2-40B4-BE49-F238E27FC236}">
                  <a16:creationId xmlns:a16="http://schemas.microsoft.com/office/drawing/2014/main" id="{1F3D19C9-9499-C9A7-7A2B-37FDEF26A3DB}"/>
                </a:ext>
              </a:extLst>
            </p:cNvPr>
            <p:cNvSpPr/>
            <p:nvPr/>
          </p:nvSpPr>
          <p:spPr>
            <a:xfrm>
              <a:off x="3367725" y="3029400"/>
              <a:ext cx="964950" cy="1271825"/>
            </a:xfrm>
            <a:custGeom>
              <a:avLst/>
              <a:gdLst/>
              <a:ahLst/>
              <a:cxnLst/>
              <a:rect l="l" t="t" r="r" b="b"/>
              <a:pathLst>
                <a:path w="38598" h="50873" extrusionOk="0">
                  <a:moveTo>
                    <a:pt x="30427" y="592"/>
                  </a:moveTo>
                  <a:cubicBezTo>
                    <a:pt x="31647" y="629"/>
                    <a:pt x="32757" y="1110"/>
                    <a:pt x="33533" y="1886"/>
                  </a:cubicBezTo>
                  <a:cubicBezTo>
                    <a:pt x="34346" y="2699"/>
                    <a:pt x="34827" y="3809"/>
                    <a:pt x="34827" y="4992"/>
                  </a:cubicBezTo>
                  <a:lnTo>
                    <a:pt x="34827" y="5029"/>
                  </a:lnTo>
                  <a:lnTo>
                    <a:pt x="38006" y="44918"/>
                  </a:lnTo>
                  <a:lnTo>
                    <a:pt x="38006" y="44918"/>
                  </a:lnTo>
                  <a:cubicBezTo>
                    <a:pt x="37996" y="46383"/>
                    <a:pt x="37370" y="47701"/>
                    <a:pt x="36417" y="48691"/>
                  </a:cubicBezTo>
                  <a:cubicBezTo>
                    <a:pt x="35455" y="49652"/>
                    <a:pt x="34124" y="50244"/>
                    <a:pt x="32646" y="50244"/>
                  </a:cubicBezTo>
                  <a:lnTo>
                    <a:pt x="5953" y="50244"/>
                  </a:lnTo>
                  <a:cubicBezTo>
                    <a:pt x="4511" y="50244"/>
                    <a:pt x="3143" y="49652"/>
                    <a:pt x="2182" y="48691"/>
                  </a:cubicBezTo>
                  <a:cubicBezTo>
                    <a:pt x="1228" y="47701"/>
                    <a:pt x="639" y="46383"/>
                    <a:pt x="629" y="44919"/>
                  </a:cubicBezTo>
                  <a:lnTo>
                    <a:pt x="629" y="44919"/>
                  </a:lnTo>
                  <a:lnTo>
                    <a:pt x="3809" y="5029"/>
                  </a:lnTo>
                  <a:lnTo>
                    <a:pt x="3809" y="4992"/>
                  </a:lnTo>
                  <a:cubicBezTo>
                    <a:pt x="3809" y="3809"/>
                    <a:pt x="4289" y="2699"/>
                    <a:pt x="5066" y="1886"/>
                  </a:cubicBezTo>
                  <a:cubicBezTo>
                    <a:pt x="5879" y="1110"/>
                    <a:pt x="6988" y="629"/>
                    <a:pt x="8208" y="592"/>
                  </a:cubicBezTo>
                  <a:close/>
                  <a:moveTo>
                    <a:pt x="8208" y="1"/>
                  </a:moveTo>
                  <a:cubicBezTo>
                    <a:pt x="5435" y="1"/>
                    <a:pt x="3180" y="2256"/>
                    <a:pt x="3180" y="4992"/>
                  </a:cubicBezTo>
                  <a:lnTo>
                    <a:pt x="1" y="44883"/>
                  </a:lnTo>
                  <a:cubicBezTo>
                    <a:pt x="1" y="48173"/>
                    <a:pt x="2662" y="50872"/>
                    <a:pt x="5953" y="50872"/>
                  </a:cubicBezTo>
                  <a:lnTo>
                    <a:pt x="32646" y="50872"/>
                  </a:lnTo>
                  <a:cubicBezTo>
                    <a:pt x="35936" y="50872"/>
                    <a:pt x="38598" y="48173"/>
                    <a:pt x="38598" y="44883"/>
                  </a:cubicBezTo>
                  <a:lnTo>
                    <a:pt x="35455" y="4992"/>
                  </a:lnTo>
                  <a:cubicBezTo>
                    <a:pt x="35455" y="2256"/>
                    <a:pt x="33200" y="1"/>
                    <a:pt x="30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4764;p64">
              <a:extLst>
                <a:ext uri="{FF2B5EF4-FFF2-40B4-BE49-F238E27FC236}">
                  <a16:creationId xmlns:a16="http://schemas.microsoft.com/office/drawing/2014/main" id="{0643EA9B-783C-D5A7-96CC-36A96EB1490B}"/>
                </a:ext>
              </a:extLst>
            </p:cNvPr>
            <p:cNvSpPr/>
            <p:nvPr/>
          </p:nvSpPr>
          <p:spPr>
            <a:xfrm>
              <a:off x="3376050" y="3089475"/>
              <a:ext cx="949250" cy="1256100"/>
            </a:xfrm>
            <a:custGeom>
              <a:avLst/>
              <a:gdLst/>
              <a:ahLst/>
              <a:cxnLst/>
              <a:rect l="l" t="t" r="r" b="b"/>
              <a:pathLst>
                <a:path w="37970" h="50244" extrusionOk="0">
                  <a:moveTo>
                    <a:pt x="7875" y="1"/>
                  </a:moveTo>
                  <a:cubicBezTo>
                    <a:pt x="5250" y="1"/>
                    <a:pt x="3143" y="2108"/>
                    <a:pt x="3143" y="4696"/>
                  </a:cubicBezTo>
                  <a:lnTo>
                    <a:pt x="0" y="44587"/>
                  </a:lnTo>
                  <a:cubicBezTo>
                    <a:pt x="0" y="47730"/>
                    <a:pt x="2514" y="50244"/>
                    <a:pt x="5620" y="50244"/>
                  </a:cubicBezTo>
                  <a:lnTo>
                    <a:pt x="32313" y="50244"/>
                  </a:lnTo>
                  <a:cubicBezTo>
                    <a:pt x="35418" y="50244"/>
                    <a:pt x="37969" y="47730"/>
                    <a:pt x="37969" y="44587"/>
                  </a:cubicBezTo>
                  <a:lnTo>
                    <a:pt x="34790" y="4696"/>
                  </a:lnTo>
                  <a:cubicBezTo>
                    <a:pt x="34790" y="2108"/>
                    <a:pt x="32682" y="1"/>
                    <a:pt x="300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4765;p64">
              <a:extLst>
                <a:ext uri="{FF2B5EF4-FFF2-40B4-BE49-F238E27FC236}">
                  <a16:creationId xmlns:a16="http://schemas.microsoft.com/office/drawing/2014/main" id="{E1D33702-1554-3A22-22C8-C89BDB8A4B64}"/>
                </a:ext>
              </a:extLst>
            </p:cNvPr>
            <p:cNvSpPr/>
            <p:nvPr/>
          </p:nvSpPr>
          <p:spPr>
            <a:xfrm>
              <a:off x="3367725" y="3082075"/>
              <a:ext cx="964950" cy="1270900"/>
            </a:xfrm>
            <a:custGeom>
              <a:avLst/>
              <a:gdLst/>
              <a:ahLst/>
              <a:cxnLst/>
              <a:rect l="l" t="t" r="r" b="b"/>
              <a:pathLst>
                <a:path w="38598" h="50836" extrusionOk="0">
                  <a:moveTo>
                    <a:pt x="30427" y="592"/>
                  </a:moveTo>
                  <a:cubicBezTo>
                    <a:pt x="31647" y="592"/>
                    <a:pt x="32757" y="1110"/>
                    <a:pt x="33533" y="1886"/>
                  </a:cubicBezTo>
                  <a:cubicBezTo>
                    <a:pt x="34346" y="2700"/>
                    <a:pt x="34827" y="3772"/>
                    <a:pt x="34827" y="4992"/>
                  </a:cubicBezTo>
                  <a:lnTo>
                    <a:pt x="34827" y="5029"/>
                  </a:lnTo>
                  <a:lnTo>
                    <a:pt x="38006" y="44919"/>
                  </a:lnTo>
                  <a:lnTo>
                    <a:pt x="38006" y="44919"/>
                  </a:lnTo>
                  <a:cubicBezTo>
                    <a:pt x="37996" y="46383"/>
                    <a:pt x="37370" y="47701"/>
                    <a:pt x="36417" y="48654"/>
                  </a:cubicBezTo>
                  <a:cubicBezTo>
                    <a:pt x="35455" y="49616"/>
                    <a:pt x="34124" y="50244"/>
                    <a:pt x="32646" y="50244"/>
                  </a:cubicBezTo>
                  <a:lnTo>
                    <a:pt x="5953" y="50244"/>
                  </a:lnTo>
                  <a:cubicBezTo>
                    <a:pt x="4511" y="50244"/>
                    <a:pt x="3143" y="49616"/>
                    <a:pt x="2182" y="48654"/>
                  </a:cubicBezTo>
                  <a:cubicBezTo>
                    <a:pt x="1228" y="47701"/>
                    <a:pt x="639" y="46383"/>
                    <a:pt x="629" y="44919"/>
                  </a:cubicBezTo>
                  <a:lnTo>
                    <a:pt x="629" y="44919"/>
                  </a:lnTo>
                  <a:lnTo>
                    <a:pt x="3809" y="5029"/>
                  </a:lnTo>
                  <a:lnTo>
                    <a:pt x="3809" y="4992"/>
                  </a:lnTo>
                  <a:cubicBezTo>
                    <a:pt x="3809" y="3772"/>
                    <a:pt x="4289" y="2700"/>
                    <a:pt x="5066" y="1886"/>
                  </a:cubicBezTo>
                  <a:cubicBezTo>
                    <a:pt x="5879" y="1110"/>
                    <a:pt x="6988" y="592"/>
                    <a:pt x="8208" y="592"/>
                  </a:cubicBezTo>
                  <a:close/>
                  <a:moveTo>
                    <a:pt x="8208" y="1"/>
                  </a:moveTo>
                  <a:cubicBezTo>
                    <a:pt x="5435" y="1"/>
                    <a:pt x="3180" y="2219"/>
                    <a:pt x="3180" y="4992"/>
                  </a:cubicBezTo>
                  <a:lnTo>
                    <a:pt x="1" y="44883"/>
                  </a:lnTo>
                  <a:cubicBezTo>
                    <a:pt x="1" y="48174"/>
                    <a:pt x="2662" y="50836"/>
                    <a:pt x="5953" y="50836"/>
                  </a:cubicBezTo>
                  <a:lnTo>
                    <a:pt x="32646" y="50836"/>
                  </a:lnTo>
                  <a:cubicBezTo>
                    <a:pt x="35936" y="50836"/>
                    <a:pt x="38598" y="48174"/>
                    <a:pt x="38598" y="44883"/>
                  </a:cubicBezTo>
                  <a:lnTo>
                    <a:pt x="35455" y="4992"/>
                  </a:lnTo>
                  <a:cubicBezTo>
                    <a:pt x="35455" y="2219"/>
                    <a:pt x="33200" y="1"/>
                    <a:pt x="30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1" name="Google Shape;4766;p64">
            <a:extLst>
              <a:ext uri="{FF2B5EF4-FFF2-40B4-BE49-F238E27FC236}">
                <a16:creationId xmlns:a16="http://schemas.microsoft.com/office/drawing/2014/main" id="{F9D62E9E-4615-956A-671D-56B0B842D1A8}"/>
              </a:ext>
            </a:extLst>
          </p:cNvPr>
          <p:cNvGrpSpPr/>
          <p:nvPr/>
        </p:nvGrpSpPr>
        <p:grpSpPr>
          <a:xfrm>
            <a:off x="1106625" y="2924302"/>
            <a:ext cx="1419894" cy="1575237"/>
            <a:chOff x="1260950" y="-166737"/>
            <a:chExt cx="5129675" cy="5643987"/>
          </a:xfrm>
        </p:grpSpPr>
        <p:sp>
          <p:nvSpPr>
            <p:cNvPr id="3292" name="Google Shape;4767;p64">
              <a:extLst>
                <a:ext uri="{FF2B5EF4-FFF2-40B4-BE49-F238E27FC236}">
                  <a16:creationId xmlns:a16="http://schemas.microsoft.com/office/drawing/2014/main" id="{12EA6F90-D0C1-BC02-C185-1D776CC7BB0A}"/>
                </a:ext>
              </a:extLst>
            </p:cNvPr>
            <p:cNvSpPr/>
            <p:nvPr/>
          </p:nvSpPr>
          <p:spPr>
            <a:xfrm>
              <a:off x="1260950" y="395850"/>
              <a:ext cx="5129675" cy="4941275"/>
            </a:xfrm>
            <a:custGeom>
              <a:avLst/>
              <a:gdLst/>
              <a:ahLst/>
              <a:cxnLst/>
              <a:rect l="l" t="t" r="r" b="b"/>
              <a:pathLst>
                <a:path w="205187" h="197651" extrusionOk="0">
                  <a:moveTo>
                    <a:pt x="118352" y="1"/>
                  </a:moveTo>
                  <a:cubicBezTo>
                    <a:pt x="118262" y="1"/>
                    <a:pt x="118173" y="1"/>
                    <a:pt x="118084" y="3"/>
                  </a:cubicBezTo>
                  <a:cubicBezTo>
                    <a:pt x="89771" y="436"/>
                    <a:pt x="90673" y="18108"/>
                    <a:pt x="82269" y="42454"/>
                  </a:cubicBezTo>
                  <a:cubicBezTo>
                    <a:pt x="73866" y="66763"/>
                    <a:pt x="45553" y="55726"/>
                    <a:pt x="26546" y="64563"/>
                  </a:cubicBezTo>
                  <a:cubicBezTo>
                    <a:pt x="7538" y="73399"/>
                    <a:pt x="13742" y="109647"/>
                    <a:pt x="14607" y="117618"/>
                  </a:cubicBezTo>
                  <a:cubicBezTo>
                    <a:pt x="15509" y="125588"/>
                    <a:pt x="6204" y="119385"/>
                    <a:pt x="3102" y="125120"/>
                  </a:cubicBezTo>
                  <a:cubicBezTo>
                    <a:pt x="0" y="130890"/>
                    <a:pt x="2164" y="141747"/>
                    <a:pt x="2164" y="141747"/>
                  </a:cubicBezTo>
                  <a:lnTo>
                    <a:pt x="178677" y="197651"/>
                  </a:lnTo>
                  <a:cubicBezTo>
                    <a:pt x="178677" y="197651"/>
                    <a:pt x="179975" y="195451"/>
                    <a:pt x="185746" y="186145"/>
                  </a:cubicBezTo>
                  <a:cubicBezTo>
                    <a:pt x="191481" y="176876"/>
                    <a:pt x="172906" y="151232"/>
                    <a:pt x="173736" y="140160"/>
                  </a:cubicBezTo>
                  <a:cubicBezTo>
                    <a:pt x="174565" y="129087"/>
                    <a:pt x="205186" y="110548"/>
                    <a:pt x="202084" y="89305"/>
                  </a:cubicBezTo>
                  <a:cubicBezTo>
                    <a:pt x="199028" y="68164"/>
                    <a:pt x="146727" y="1"/>
                    <a:pt x="1183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4768;p64">
              <a:extLst>
                <a:ext uri="{FF2B5EF4-FFF2-40B4-BE49-F238E27FC236}">
                  <a16:creationId xmlns:a16="http://schemas.microsoft.com/office/drawing/2014/main" id="{DBE3D03F-FA0C-9800-733A-50204585AC93}"/>
                </a:ext>
              </a:extLst>
            </p:cNvPr>
            <p:cNvSpPr/>
            <p:nvPr/>
          </p:nvSpPr>
          <p:spPr>
            <a:xfrm>
              <a:off x="1297025" y="395900"/>
              <a:ext cx="5022350" cy="4941225"/>
            </a:xfrm>
            <a:custGeom>
              <a:avLst/>
              <a:gdLst/>
              <a:ahLst/>
              <a:cxnLst/>
              <a:rect l="l" t="t" r="r" b="b"/>
              <a:pathLst>
                <a:path w="200894" h="197649" extrusionOk="0">
                  <a:moveTo>
                    <a:pt x="116641" y="1"/>
                  </a:moveTo>
                  <a:cubicBezTo>
                    <a:pt x="88328" y="434"/>
                    <a:pt x="89230" y="18106"/>
                    <a:pt x="80826" y="42452"/>
                  </a:cubicBezTo>
                  <a:cubicBezTo>
                    <a:pt x="72423" y="66761"/>
                    <a:pt x="44110" y="55724"/>
                    <a:pt x="25103" y="64561"/>
                  </a:cubicBezTo>
                  <a:cubicBezTo>
                    <a:pt x="14030" y="69719"/>
                    <a:pt x="11505" y="84145"/>
                    <a:pt x="11505" y="96913"/>
                  </a:cubicBezTo>
                  <a:cubicBezTo>
                    <a:pt x="11505" y="106038"/>
                    <a:pt x="12804" y="114297"/>
                    <a:pt x="13164" y="117616"/>
                  </a:cubicBezTo>
                  <a:cubicBezTo>
                    <a:pt x="13201" y="117976"/>
                    <a:pt x="13237" y="118301"/>
                    <a:pt x="13237" y="118589"/>
                  </a:cubicBezTo>
                  <a:cubicBezTo>
                    <a:pt x="13237" y="125045"/>
                    <a:pt x="4617" y="119635"/>
                    <a:pt x="1659" y="125118"/>
                  </a:cubicBezTo>
                  <a:cubicBezTo>
                    <a:pt x="361" y="127534"/>
                    <a:pt x="0" y="130816"/>
                    <a:pt x="0" y="133846"/>
                  </a:cubicBezTo>
                  <a:cubicBezTo>
                    <a:pt x="0" y="138066"/>
                    <a:pt x="721" y="141745"/>
                    <a:pt x="721" y="141745"/>
                  </a:cubicBezTo>
                  <a:lnTo>
                    <a:pt x="41946" y="154801"/>
                  </a:lnTo>
                  <a:cubicBezTo>
                    <a:pt x="42199" y="153430"/>
                    <a:pt x="42559" y="151591"/>
                    <a:pt x="42992" y="149571"/>
                  </a:cubicBezTo>
                  <a:cubicBezTo>
                    <a:pt x="43858" y="145387"/>
                    <a:pt x="44976" y="140482"/>
                    <a:pt x="45986" y="137417"/>
                  </a:cubicBezTo>
                  <a:cubicBezTo>
                    <a:pt x="48041" y="131249"/>
                    <a:pt x="52189" y="128616"/>
                    <a:pt x="54678" y="127282"/>
                  </a:cubicBezTo>
                  <a:cubicBezTo>
                    <a:pt x="55327" y="126921"/>
                    <a:pt x="56156" y="126344"/>
                    <a:pt x="57094" y="125659"/>
                  </a:cubicBezTo>
                  <a:cubicBezTo>
                    <a:pt x="58934" y="124288"/>
                    <a:pt x="60989" y="122629"/>
                    <a:pt x="61891" y="121872"/>
                  </a:cubicBezTo>
                  <a:cubicBezTo>
                    <a:pt x="62035" y="121727"/>
                    <a:pt x="62144" y="121619"/>
                    <a:pt x="62252" y="121583"/>
                  </a:cubicBezTo>
                  <a:cubicBezTo>
                    <a:pt x="62252" y="121547"/>
                    <a:pt x="62252" y="121547"/>
                    <a:pt x="62288" y="121547"/>
                  </a:cubicBezTo>
                  <a:cubicBezTo>
                    <a:pt x="62396" y="121150"/>
                    <a:pt x="62829" y="119599"/>
                    <a:pt x="63658" y="117688"/>
                  </a:cubicBezTo>
                  <a:cubicBezTo>
                    <a:pt x="64596" y="115488"/>
                    <a:pt x="66039" y="112855"/>
                    <a:pt x="68059" y="110943"/>
                  </a:cubicBezTo>
                  <a:cubicBezTo>
                    <a:pt x="70078" y="109032"/>
                    <a:pt x="73397" y="107481"/>
                    <a:pt x="76246" y="106399"/>
                  </a:cubicBezTo>
                  <a:cubicBezTo>
                    <a:pt x="78807" y="105425"/>
                    <a:pt x="80971" y="104812"/>
                    <a:pt x="81367" y="104704"/>
                  </a:cubicBezTo>
                  <a:cubicBezTo>
                    <a:pt x="82954" y="103369"/>
                    <a:pt x="85407" y="102143"/>
                    <a:pt x="88184" y="101061"/>
                  </a:cubicBezTo>
                  <a:cubicBezTo>
                    <a:pt x="90997" y="99979"/>
                    <a:pt x="94135" y="99041"/>
                    <a:pt x="97057" y="98248"/>
                  </a:cubicBezTo>
                  <a:cubicBezTo>
                    <a:pt x="102358" y="96877"/>
                    <a:pt x="106975" y="96011"/>
                    <a:pt x="107877" y="95867"/>
                  </a:cubicBezTo>
                  <a:cubicBezTo>
                    <a:pt x="108129" y="95362"/>
                    <a:pt x="109067" y="93595"/>
                    <a:pt x="110978" y="91142"/>
                  </a:cubicBezTo>
                  <a:cubicBezTo>
                    <a:pt x="112169" y="89591"/>
                    <a:pt x="114225" y="88437"/>
                    <a:pt x="116028" y="87644"/>
                  </a:cubicBezTo>
                  <a:cubicBezTo>
                    <a:pt x="117615" y="86923"/>
                    <a:pt x="118985" y="86526"/>
                    <a:pt x="119274" y="86454"/>
                  </a:cubicBezTo>
                  <a:cubicBezTo>
                    <a:pt x="119310" y="86382"/>
                    <a:pt x="119454" y="86309"/>
                    <a:pt x="119635" y="86201"/>
                  </a:cubicBezTo>
                  <a:cubicBezTo>
                    <a:pt x="119887" y="86021"/>
                    <a:pt x="120284" y="85732"/>
                    <a:pt x="120825" y="85336"/>
                  </a:cubicBezTo>
                  <a:cubicBezTo>
                    <a:pt x="121907" y="84578"/>
                    <a:pt x="123530" y="83424"/>
                    <a:pt x="125730" y="81873"/>
                  </a:cubicBezTo>
                  <a:cubicBezTo>
                    <a:pt x="129337" y="79276"/>
                    <a:pt x="134422" y="76716"/>
                    <a:pt x="136153" y="75850"/>
                  </a:cubicBezTo>
                  <a:cubicBezTo>
                    <a:pt x="134278" y="74984"/>
                    <a:pt x="132763" y="73361"/>
                    <a:pt x="131465" y="71342"/>
                  </a:cubicBezTo>
                  <a:cubicBezTo>
                    <a:pt x="130022" y="69069"/>
                    <a:pt x="128868" y="66292"/>
                    <a:pt x="127858" y="63479"/>
                  </a:cubicBezTo>
                  <a:cubicBezTo>
                    <a:pt x="125874" y="57925"/>
                    <a:pt x="122051" y="52010"/>
                    <a:pt x="118985" y="49160"/>
                  </a:cubicBezTo>
                  <a:cubicBezTo>
                    <a:pt x="117867" y="48114"/>
                    <a:pt x="116930" y="47249"/>
                    <a:pt x="116244" y="46275"/>
                  </a:cubicBezTo>
                  <a:cubicBezTo>
                    <a:pt x="115595" y="45373"/>
                    <a:pt x="115198" y="44327"/>
                    <a:pt x="115198" y="43101"/>
                  </a:cubicBezTo>
                  <a:cubicBezTo>
                    <a:pt x="115198" y="42091"/>
                    <a:pt x="115451" y="40937"/>
                    <a:pt x="115992" y="39530"/>
                  </a:cubicBezTo>
                  <a:cubicBezTo>
                    <a:pt x="116677" y="37655"/>
                    <a:pt x="118228" y="35419"/>
                    <a:pt x="120031" y="33327"/>
                  </a:cubicBezTo>
                  <a:cubicBezTo>
                    <a:pt x="121835" y="31199"/>
                    <a:pt x="123927" y="29179"/>
                    <a:pt x="125694" y="27772"/>
                  </a:cubicBezTo>
                  <a:cubicBezTo>
                    <a:pt x="126884" y="26835"/>
                    <a:pt x="127930" y="26149"/>
                    <a:pt x="128723" y="25861"/>
                  </a:cubicBezTo>
                  <a:cubicBezTo>
                    <a:pt x="130022" y="25428"/>
                    <a:pt x="131392" y="24887"/>
                    <a:pt x="132547" y="24887"/>
                  </a:cubicBezTo>
                  <a:cubicBezTo>
                    <a:pt x="132907" y="24887"/>
                    <a:pt x="133268" y="24923"/>
                    <a:pt x="133556" y="25067"/>
                  </a:cubicBezTo>
                  <a:cubicBezTo>
                    <a:pt x="133881" y="25176"/>
                    <a:pt x="134170" y="25392"/>
                    <a:pt x="134386" y="25681"/>
                  </a:cubicBezTo>
                  <a:cubicBezTo>
                    <a:pt x="134819" y="26258"/>
                    <a:pt x="135071" y="27123"/>
                    <a:pt x="135071" y="28386"/>
                  </a:cubicBezTo>
                  <a:cubicBezTo>
                    <a:pt x="135071" y="28458"/>
                    <a:pt x="135071" y="28566"/>
                    <a:pt x="135071" y="28638"/>
                  </a:cubicBezTo>
                  <a:cubicBezTo>
                    <a:pt x="134999" y="30874"/>
                    <a:pt x="133701" y="32714"/>
                    <a:pt x="132258" y="34192"/>
                  </a:cubicBezTo>
                  <a:cubicBezTo>
                    <a:pt x="130815" y="35707"/>
                    <a:pt x="129192" y="36897"/>
                    <a:pt x="128399" y="37691"/>
                  </a:cubicBezTo>
                  <a:cubicBezTo>
                    <a:pt x="128182" y="37943"/>
                    <a:pt x="128038" y="38160"/>
                    <a:pt x="127966" y="38268"/>
                  </a:cubicBezTo>
                  <a:cubicBezTo>
                    <a:pt x="127641" y="39025"/>
                    <a:pt x="127461" y="39927"/>
                    <a:pt x="127461" y="40937"/>
                  </a:cubicBezTo>
                  <a:cubicBezTo>
                    <a:pt x="127461" y="41947"/>
                    <a:pt x="127641" y="43029"/>
                    <a:pt x="128074" y="44111"/>
                  </a:cubicBezTo>
                  <a:cubicBezTo>
                    <a:pt x="128507" y="45193"/>
                    <a:pt x="129842" y="47681"/>
                    <a:pt x="131501" y="50459"/>
                  </a:cubicBezTo>
                  <a:cubicBezTo>
                    <a:pt x="133124" y="53236"/>
                    <a:pt x="135107" y="56338"/>
                    <a:pt x="136911" y="58610"/>
                  </a:cubicBezTo>
                  <a:cubicBezTo>
                    <a:pt x="139580" y="62072"/>
                    <a:pt x="144882" y="68709"/>
                    <a:pt x="147767" y="72748"/>
                  </a:cubicBezTo>
                  <a:cubicBezTo>
                    <a:pt x="148741" y="74083"/>
                    <a:pt x="149426" y="75129"/>
                    <a:pt x="149715" y="75706"/>
                  </a:cubicBezTo>
                  <a:cubicBezTo>
                    <a:pt x="150039" y="76427"/>
                    <a:pt x="150256" y="76968"/>
                    <a:pt x="150256" y="77509"/>
                  </a:cubicBezTo>
                  <a:cubicBezTo>
                    <a:pt x="150256" y="78086"/>
                    <a:pt x="150039" y="78591"/>
                    <a:pt x="149715" y="79240"/>
                  </a:cubicBezTo>
                  <a:cubicBezTo>
                    <a:pt x="149390" y="79889"/>
                    <a:pt x="148885" y="80719"/>
                    <a:pt x="148272" y="81909"/>
                  </a:cubicBezTo>
                  <a:cubicBezTo>
                    <a:pt x="147262" y="83749"/>
                    <a:pt x="145206" y="86237"/>
                    <a:pt x="143403" y="88257"/>
                  </a:cubicBezTo>
                  <a:cubicBezTo>
                    <a:pt x="142068" y="89772"/>
                    <a:pt x="140842" y="90998"/>
                    <a:pt x="140301" y="91575"/>
                  </a:cubicBezTo>
                  <a:lnTo>
                    <a:pt x="140914" y="91864"/>
                  </a:lnTo>
                  <a:cubicBezTo>
                    <a:pt x="141022" y="91792"/>
                    <a:pt x="141203" y="91647"/>
                    <a:pt x="141455" y="91503"/>
                  </a:cubicBezTo>
                  <a:cubicBezTo>
                    <a:pt x="141888" y="91178"/>
                    <a:pt x="142465" y="90782"/>
                    <a:pt x="143150" y="90313"/>
                  </a:cubicBezTo>
                  <a:cubicBezTo>
                    <a:pt x="144521" y="89339"/>
                    <a:pt x="146252" y="88149"/>
                    <a:pt x="147587" y="87139"/>
                  </a:cubicBezTo>
                  <a:cubicBezTo>
                    <a:pt x="149931" y="85372"/>
                    <a:pt x="153105" y="84145"/>
                    <a:pt x="153970" y="83821"/>
                  </a:cubicBezTo>
                  <a:cubicBezTo>
                    <a:pt x="153934" y="83280"/>
                    <a:pt x="153826" y="81873"/>
                    <a:pt x="153826" y="79962"/>
                  </a:cubicBezTo>
                  <a:cubicBezTo>
                    <a:pt x="153826" y="76102"/>
                    <a:pt x="154151" y="70260"/>
                    <a:pt x="155882" y="65427"/>
                  </a:cubicBezTo>
                  <a:cubicBezTo>
                    <a:pt x="157289" y="61495"/>
                    <a:pt x="159381" y="55400"/>
                    <a:pt x="161256" y="49701"/>
                  </a:cubicBezTo>
                  <a:cubicBezTo>
                    <a:pt x="163131" y="44003"/>
                    <a:pt x="164755" y="38665"/>
                    <a:pt x="165187" y="36429"/>
                  </a:cubicBezTo>
                  <a:cubicBezTo>
                    <a:pt x="165368" y="35419"/>
                    <a:pt x="165476" y="34481"/>
                    <a:pt x="165548" y="33651"/>
                  </a:cubicBezTo>
                  <a:cubicBezTo>
                    <a:pt x="149137" y="15293"/>
                    <a:pt x="130346" y="1"/>
                    <a:pt x="116930" y="1"/>
                  </a:cubicBezTo>
                  <a:close/>
                  <a:moveTo>
                    <a:pt x="171499" y="40540"/>
                  </a:moveTo>
                  <a:cubicBezTo>
                    <a:pt x="171391" y="40612"/>
                    <a:pt x="171283" y="40721"/>
                    <a:pt x="171211" y="40829"/>
                  </a:cubicBezTo>
                  <a:cubicBezTo>
                    <a:pt x="170850" y="41262"/>
                    <a:pt x="170561" y="41766"/>
                    <a:pt x="170381" y="42163"/>
                  </a:cubicBezTo>
                  <a:cubicBezTo>
                    <a:pt x="170237" y="42416"/>
                    <a:pt x="170165" y="42632"/>
                    <a:pt x="170165" y="42704"/>
                  </a:cubicBezTo>
                  <a:lnTo>
                    <a:pt x="170129" y="42740"/>
                  </a:lnTo>
                  <a:lnTo>
                    <a:pt x="170129" y="42812"/>
                  </a:lnTo>
                  <a:cubicBezTo>
                    <a:pt x="170129" y="42885"/>
                    <a:pt x="170129" y="42993"/>
                    <a:pt x="170092" y="43101"/>
                  </a:cubicBezTo>
                  <a:cubicBezTo>
                    <a:pt x="170056" y="43353"/>
                    <a:pt x="170020" y="43714"/>
                    <a:pt x="169984" y="44147"/>
                  </a:cubicBezTo>
                  <a:cubicBezTo>
                    <a:pt x="169876" y="45013"/>
                    <a:pt x="169732" y="46275"/>
                    <a:pt x="169587" y="47754"/>
                  </a:cubicBezTo>
                  <a:cubicBezTo>
                    <a:pt x="169263" y="50783"/>
                    <a:pt x="168830" y="54823"/>
                    <a:pt x="168397" y="59115"/>
                  </a:cubicBezTo>
                  <a:cubicBezTo>
                    <a:pt x="167496" y="67663"/>
                    <a:pt x="166522" y="77112"/>
                    <a:pt x="166125" y="80899"/>
                  </a:cubicBezTo>
                  <a:cubicBezTo>
                    <a:pt x="165728" y="84722"/>
                    <a:pt x="165223" y="87716"/>
                    <a:pt x="163817" y="90818"/>
                  </a:cubicBezTo>
                  <a:cubicBezTo>
                    <a:pt x="162446" y="93920"/>
                    <a:pt x="160174" y="97093"/>
                    <a:pt x="156279" y="101385"/>
                  </a:cubicBezTo>
                  <a:cubicBezTo>
                    <a:pt x="148813" y="109609"/>
                    <a:pt x="139940" y="113360"/>
                    <a:pt x="139183" y="113648"/>
                  </a:cubicBezTo>
                  <a:lnTo>
                    <a:pt x="127533" y="124072"/>
                  </a:lnTo>
                  <a:cubicBezTo>
                    <a:pt x="127533" y="124360"/>
                    <a:pt x="127461" y="125370"/>
                    <a:pt x="127209" y="128796"/>
                  </a:cubicBezTo>
                  <a:cubicBezTo>
                    <a:pt x="127064" y="130924"/>
                    <a:pt x="126523" y="132547"/>
                    <a:pt x="125982" y="133738"/>
                  </a:cubicBezTo>
                  <a:cubicBezTo>
                    <a:pt x="125441" y="134928"/>
                    <a:pt x="124864" y="135721"/>
                    <a:pt x="124612" y="136154"/>
                  </a:cubicBezTo>
                  <a:cubicBezTo>
                    <a:pt x="124612" y="136190"/>
                    <a:pt x="124612" y="136190"/>
                    <a:pt x="124612" y="136190"/>
                  </a:cubicBezTo>
                  <a:cubicBezTo>
                    <a:pt x="124540" y="136298"/>
                    <a:pt x="124504" y="136407"/>
                    <a:pt x="124504" y="136443"/>
                  </a:cubicBezTo>
                  <a:cubicBezTo>
                    <a:pt x="124504" y="136515"/>
                    <a:pt x="124468" y="136623"/>
                    <a:pt x="124468" y="136731"/>
                  </a:cubicBezTo>
                  <a:cubicBezTo>
                    <a:pt x="124431" y="136803"/>
                    <a:pt x="124395" y="136875"/>
                    <a:pt x="124395" y="136984"/>
                  </a:cubicBezTo>
                  <a:cubicBezTo>
                    <a:pt x="124395" y="136984"/>
                    <a:pt x="124359" y="137020"/>
                    <a:pt x="124359" y="137020"/>
                  </a:cubicBezTo>
                  <a:cubicBezTo>
                    <a:pt x="124359" y="137056"/>
                    <a:pt x="124359" y="137056"/>
                    <a:pt x="124359" y="137092"/>
                  </a:cubicBezTo>
                  <a:cubicBezTo>
                    <a:pt x="124359" y="137092"/>
                    <a:pt x="124359" y="137092"/>
                    <a:pt x="124359" y="137128"/>
                  </a:cubicBezTo>
                  <a:cubicBezTo>
                    <a:pt x="124251" y="137453"/>
                    <a:pt x="124107" y="137849"/>
                    <a:pt x="123963" y="138354"/>
                  </a:cubicBezTo>
                  <a:cubicBezTo>
                    <a:pt x="123638" y="139364"/>
                    <a:pt x="123205" y="140699"/>
                    <a:pt x="122736" y="142105"/>
                  </a:cubicBezTo>
                  <a:cubicBezTo>
                    <a:pt x="121726" y="144991"/>
                    <a:pt x="120464" y="148345"/>
                    <a:pt x="119346" y="150653"/>
                  </a:cubicBezTo>
                  <a:cubicBezTo>
                    <a:pt x="118192" y="152961"/>
                    <a:pt x="117146" y="154837"/>
                    <a:pt x="115379" y="156640"/>
                  </a:cubicBezTo>
                  <a:cubicBezTo>
                    <a:pt x="113647" y="158444"/>
                    <a:pt x="111195" y="160139"/>
                    <a:pt x="107300" y="162122"/>
                  </a:cubicBezTo>
                  <a:cubicBezTo>
                    <a:pt x="100555" y="165549"/>
                    <a:pt x="95506" y="169228"/>
                    <a:pt x="94388" y="170093"/>
                  </a:cubicBezTo>
                  <a:cubicBezTo>
                    <a:pt x="94207" y="170202"/>
                    <a:pt x="94135" y="170274"/>
                    <a:pt x="94135" y="170274"/>
                  </a:cubicBezTo>
                  <a:cubicBezTo>
                    <a:pt x="94063" y="170310"/>
                    <a:pt x="93991" y="170310"/>
                    <a:pt x="93955" y="170310"/>
                  </a:cubicBezTo>
                  <a:cubicBezTo>
                    <a:pt x="93883" y="170310"/>
                    <a:pt x="93811" y="170310"/>
                    <a:pt x="93738" y="170274"/>
                  </a:cubicBezTo>
                  <a:lnTo>
                    <a:pt x="88473" y="165982"/>
                  </a:lnTo>
                  <a:cubicBezTo>
                    <a:pt x="88364" y="165910"/>
                    <a:pt x="88328" y="165729"/>
                    <a:pt x="88400" y="165621"/>
                  </a:cubicBezTo>
                  <a:cubicBezTo>
                    <a:pt x="88400" y="165621"/>
                    <a:pt x="88869" y="164828"/>
                    <a:pt x="89591" y="163637"/>
                  </a:cubicBezTo>
                  <a:cubicBezTo>
                    <a:pt x="90312" y="162411"/>
                    <a:pt x="91286" y="160788"/>
                    <a:pt x="92296" y="159057"/>
                  </a:cubicBezTo>
                  <a:cubicBezTo>
                    <a:pt x="94352" y="155558"/>
                    <a:pt x="96588" y="151663"/>
                    <a:pt x="97381" y="150040"/>
                  </a:cubicBezTo>
                  <a:cubicBezTo>
                    <a:pt x="98211" y="148309"/>
                    <a:pt x="100194" y="146830"/>
                    <a:pt x="101926" y="145748"/>
                  </a:cubicBezTo>
                  <a:cubicBezTo>
                    <a:pt x="103404" y="144810"/>
                    <a:pt x="104739" y="144197"/>
                    <a:pt x="105136" y="144017"/>
                  </a:cubicBezTo>
                  <a:lnTo>
                    <a:pt x="107336" y="137200"/>
                  </a:lnTo>
                  <a:cubicBezTo>
                    <a:pt x="107336" y="137200"/>
                    <a:pt x="107336" y="137200"/>
                    <a:pt x="107336" y="137164"/>
                  </a:cubicBezTo>
                  <a:lnTo>
                    <a:pt x="107624" y="136298"/>
                  </a:lnTo>
                  <a:lnTo>
                    <a:pt x="107624" y="136298"/>
                  </a:lnTo>
                  <a:cubicBezTo>
                    <a:pt x="106326" y="136479"/>
                    <a:pt x="102575" y="136984"/>
                    <a:pt x="98066" y="136984"/>
                  </a:cubicBezTo>
                  <a:cubicBezTo>
                    <a:pt x="95470" y="136984"/>
                    <a:pt x="92620" y="136803"/>
                    <a:pt x="89843" y="136334"/>
                  </a:cubicBezTo>
                  <a:cubicBezTo>
                    <a:pt x="81872" y="135000"/>
                    <a:pt x="74803" y="130456"/>
                    <a:pt x="73649" y="129698"/>
                  </a:cubicBezTo>
                  <a:cubicBezTo>
                    <a:pt x="72747" y="130275"/>
                    <a:pt x="68491" y="133088"/>
                    <a:pt x="65786" y="134856"/>
                  </a:cubicBezTo>
                  <a:cubicBezTo>
                    <a:pt x="64813" y="135469"/>
                    <a:pt x="64019" y="135974"/>
                    <a:pt x="63694" y="136190"/>
                  </a:cubicBezTo>
                  <a:cubicBezTo>
                    <a:pt x="63586" y="136226"/>
                    <a:pt x="63550" y="136262"/>
                    <a:pt x="63514" y="136298"/>
                  </a:cubicBezTo>
                  <a:lnTo>
                    <a:pt x="63478" y="136371"/>
                  </a:lnTo>
                  <a:cubicBezTo>
                    <a:pt x="63406" y="136443"/>
                    <a:pt x="63370" y="136551"/>
                    <a:pt x="63298" y="136659"/>
                  </a:cubicBezTo>
                  <a:cubicBezTo>
                    <a:pt x="63153" y="136948"/>
                    <a:pt x="62937" y="137344"/>
                    <a:pt x="62721" y="137849"/>
                  </a:cubicBezTo>
                  <a:cubicBezTo>
                    <a:pt x="62252" y="138859"/>
                    <a:pt x="61567" y="140194"/>
                    <a:pt x="60773" y="141745"/>
                  </a:cubicBezTo>
                  <a:cubicBezTo>
                    <a:pt x="59114" y="144774"/>
                    <a:pt x="56842" y="148489"/>
                    <a:pt x="53992" y="151302"/>
                  </a:cubicBezTo>
                  <a:cubicBezTo>
                    <a:pt x="51576" y="153683"/>
                    <a:pt x="50205" y="155666"/>
                    <a:pt x="49412" y="157181"/>
                  </a:cubicBezTo>
                  <a:lnTo>
                    <a:pt x="110041" y="176369"/>
                  </a:lnTo>
                  <a:lnTo>
                    <a:pt x="167532" y="194439"/>
                  </a:lnTo>
                  <a:cubicBezTo>
                    <a:pt x="167640" y="194475"/>
                    <a:pt x="167712" y="194547"/>
                    <a:pt x="167748" y="194655"/>
                  </a:cubicBezTo>
                  <a:lnTo>
                    <a:pt x="177234" y="197649"/>
                  </a:lnTo>
                  <a:cubicBezTo>
                    <a:pt x="177234" y="197649"/>
                    <a:pt x="178532" y="195449"/>
                    <a:pt x="184303" y="186143"/>
                  </a:cubicBezTo>
                  <a:cubicBezTo>
                    <a:pt x="185060" y="184917"/>
                    <a:pt x="185385" y="183366"/>
                    <a:pt x="185385" y="181599"/>
                  </a:cubicBezTo>
                  <a:cubicBezTo>
                    <a:pt x="185421" y="170526"/>
                    <a:pt x="172256" y="150761"/>
                    <a:pt x="172256" y="140879"/>
                  </a:cubicBezTo>
                  <a:cubicBezTo>
                    <a:pt x="172256" y="140626"/>
                    <a:pt x="172256" y="140410"/>
                    <a:pt x="172293" y="140158"/>
                  </a:cubicBezTo>
                  <a:cubicBezTo>
                    <a:pt x="173086" y="129626"/>
                    <a:pt x="200894" y="112314"/>
                    <a:pt x="200858" y="92333"/>
                  </a:cubicBezTo>
                  <a:cubicBezTo>
                    <a:pt x="200858" y="91323"/>
                    <a:pt x="200786" y="90313"/>
                    <a:pt x="200641" y="89303"/>
                  </a:cubicBezTo>
                  <a:cubicBezTo>
                    <a:pt x="199199" y="79421"/>
                    <a:pt x="187008" y="59223"/>
                    <a:pt x="171499" y="4054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4769;p64">
              <a:extLst>
                <a:ext uri="{FF2B5EF4-FFF2-40B4-BE49-F238E27FC236}">
                  <a16:creationId xmlns:a16="http://schemas.microsoft.com/office/drawing/2014/main" id="{6020F9FE-67D3-2DEC-7476-8C4DC0A0529A}"/>
                </a:ext>
              </a:extLst>
            </p:cNvPr>
            <p:cNvSpPr/>
            <p:nvPr/>
          </p:nvSpPr>
          <p:spPr>
            <a:xfrm>
              <a:off x="5625075" y="5303525"/>
              <a:ext cx="225425" cy="80725"/>
            </a:xfrm>
            <a:custGeom>
              <a:avLst/>
              <a:gdLst/>
              <a:ahLst/>
              <a:cxnLst/>
              <a:rect l="l" t="t" r="r" b="b"/>
              <a:pathLst>
                <a:path w="9017" h="3229" extrusionOk="0">
                  <a:moveTo>
                    <a:pt x="359" y="0"/>
                  </a:moveTo>
                  <a:cubicBezTo>
                    <a:pt x="233" y="0"/>
                    <a:pt x="102" y="75"/>
                    <a:pt x="72" y="226"/>
                  </a:cubicBezTo>
                  <a:cubicBezTo>
                    <a:pt x="0" y="370"/>
                    <a:pt x="108" y="550"/>
                    <a:pt x="253" y="586"/>
                  </a:cubicBezTo>
                  <a:lnTo>
                    <a:pt x="8584" y="3219"/>
                  </a:lnTo>
                  <a:cubicBezTo>
                    <a:pt x="8614" y="3225"/>
                    <a:pt x="8643" y="3228"/>
                    <a:pt x="8671" y="3228"/>
                  </a:cubicBezTo>
                  <a:cubicBezTo>
                    <a:pt x="8810" y="3228"/>
                    <a:pt x="8921" y="3153"/>
                    <a:pt x="8981" y="3003"/>
                  </a:cubicBezTo>
                  <a:cubicBezTo>
                    <a:pt x="9017" y="2858"/>
                    <a:pt x="8945" y="2678"/>
                    <a:pt x="8764" y="2642"/>
                  </a:cubicBezTo>
                  <a:lnTo>
                    <a:pt x="433" y="9"/>
                  </a:lnTo>
                  <a:cubicBezTo>
                    <a:pt x="409" y="3"/>
                    <a:pt x="384" y="0"/>
                    <a:pt x="3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4770;p64">
              <a:extLst>
                <a:ext uri="{FF2B5EF4-FFF2-40B4-BE49-F238E27FC236}">
                  <a16:creationId xmlns:a16="http://schemas.microsoft.com/office/drawing/2014/main" id="{AA4A798B-3603-85B9-4E29-9F62B5E94006}"/>
                </a:ext>
              </a:extLst>
            </p:cNvPr>
            <p:cNvSpPr/>
            <p:nvPr/>
          </p:nvSpPr>
          <p:spPr>
            <a:xfrm>
              <a:off x="1607200" y="4042075"/>
              <a:ext cx="3884450" cy="1229450"/>
            </a:xfrm>
            <a:custGeom>
              <a:avLst/>
              <a:gdLst/>
              <a:ahLst/>
              <a:cxnLst/>
              <a:rect l="l" t="t" r="r" b="b"/>
              <a:pathLst>
                <a:path w="155378" h="49178" extrusionOk="0">
                  <a:moveTo>
                    <a:pt x="356" y="0"/>
                  </a:moveTo>
                  <a:cubicBezTo>
                    <a:pt x="231" y="0"/>
                    <a:pt x="102" y="70"/>
                    <a:pt x="72" y="190"/>
                  </a:cubicBezTo>
                  <a:cubicBezTo>
                    <a:pt x="0" y="370"/>
                    <a:pt x="108" y="550"/>
                    <a:pt x="253" y="586"/>
                  </a:cubicBezTo>
                  <a:lnTo>
                    <a:pt x="154944" y="49169"/>
                  </a:lnTo>
                  <a:cubicBezTo>
                    <a:pt x="154968" y="49175"/>
                    <a:pt x="154993" y="49178"/>
                    <a:pt x="155019" y="49178"/>
                  </a:cubicBezTo>
                  <a:cubicBezTo>
                    <a:pt x="155145" y="49178"/>
                    <a:pt x="155275" y="49103"/>
                    <a:pt x="155305" y="48952"/>
                  </a:cubicBezTo>
                  <a:cubicBezTo>
                    <a:pt x="155377" y="48808"/>
                    <a:pt x="155269" y="48628"/>
                    <a:pt x="155125" y="48592"/>
                  </a:cubicBezTo>
                  <a:lnTo>
                    <a:pt x="433" y="9"/>
                  </a:lnTo>
                  <a:cubicBezTo>
                    <a:pt x="408" y="3"/>
                    <a:pt x="382" y="0"/>
                    <a:pt x="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4771;p64">
              <a:extLst>
                <a:ext uri="{FF2B5EF4-FFF2-40B4-BE49-F238E27FC236}">
                  <a16:creationId xmlns:a16="http://schemas.microsoft.com/office/drawing/2014/main" id="{86BA9FCD-E8AF-DC37-EC3A-FB5223EF4297}"/>
                </a:ext>
              </a:extLst>
            </p:cNvPr>
            <p:cNvSpPr/>
            <p:nvPr/>
          </p:nvSpPr>
          <p:spPr>
            <a:xfrm>
              <a:off x="2109425" y="4449850"/>
              <a:ext cx="1904375" cy="1019825"/>
            </a:xfrm>
            <a:custGeom>
              <a:avLst/>
              <a:gdLst/>
              <a:ahLst/>
              <a:cxnLst/>
              <a:rect l="l" t="t" r="r" b="b"/>
              <a:pathLst>
                <a:path w="76175" h="40793" extrusionOk="0">
                  <a:moveTo>
                    <a:pt x="16880" y="1"/>
                  </a:moveTo>
                  <a:lnTo>
                    <a:pt x="0" y="20775"/>
                  </a:lnTo>
                  <a:lnTo>
                    <a:pt x="57419" y="40792"/>
                  </a:lnTo>
                  <a:lnTo>
                    <a:pt x="76174" y="20018"/>
                  </a:lnTo>
                  <a:lnTo>
                    <a:pt x="168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4772;p64">
              <a:extLst>
                <a:ext uri="{FF2B5EF4-FFF2-40B4-BE49-F238E27FC236}">
                  <a16:creationId xmlns:a16="http://schemas.microsoft.com/office/drawing/2014/main" id="{33ABE170-9BD2-35B6-E651-228E0D6A71AB}"/>
                </a:ext>
              </a:extLst>
            </p:cNvPr>
            <p:cNvSpPr/>
            <p:nvPr/>
          </p:nvSpPr>
          <p:spPr>
            <a:xfrm>
              <a:off x="2101300" y="4442275"/>
              <a:ext cx="1920600" cy="1034975"/>
            </a:xfrm>
            <a:custGeom>
              <a:avLst/>
              <a:gdLst/>
              <a:ahLst/>
              <a:cxnLst/>
              <a:rect l="l" t="t" r="r" b="b"/>
              <a:pathLst>
                <a:path w="76824" h="41399" extrusionOk="0">
                  <a:moveTo>
                    <a:pt x="17313" y="628"/>
                  </a:moveTo>
                  <a:lnTo>
                    <a:pt x="75994" y="20465"/>
                  </a:lnTo>
                  <a:lnTo>
                    <a:pt x="57671" y="40756"/>
                  </a:lnTo>
                  <a:lnTo>
                    <a:pt x="57671" y="40756"/>
                  </a:lnTo>
                  <a:lnTo>
                    <a:pt x="830" y="20934"/>
                  </a:lnTo>
                  <a:lnTo>
                    <a:pt x="17313" y="628"/>
                  </a:lnTo>
                  <a:close/>
                  <a:moveTo>
                    <a:pt x="17220" y="1"/>
                  </a:moveTo>
                  <a:cubicBezTo>
                    <a:pt x="17133" y="1"/>
                    <a:pt x="17041" y="34"/>
                    <a:pt x="16988" y="87"/>
                  </a:cubicBezTo>
                  <a:lnTo>
                    <a:pt x="73" y="20862"/>
                  </a:lnTo>
                  <a:cubicBezTo>
                    <a:pt x="37" y="20970"/>
                    <a:pt x="1" y="21042"/>
                    <a:pt x="37" y="21150"/>
                  </a:cubicBezTo>
                  <a:cubicBezTo>
                    <a:pt x="73" y="21259"/>
                    <a:pt x="145" y="21331"/>
                    <a:pt x="217" y="21367"/>
                  </a:cubicBezTo>
                  <a:lnTo>
                    <a:pt x="57636" y="41384"/>
                  </a:lnTo>
                  <a:cubicBezTo>
                    <a:pt x="57665" y="41394"/>
                    <a:pt x="57697" y="41398"/>
                    <a:pt x="57729" y="41398"/>
                  </a:cubicBezTo>
                  <a:cubicBezTo>
                    <a:pt x="57816" y="41398"/>
                    <a:pt x="57908" y="41365"/>
                    <a:pt x="57961" y="41312"/>
                  </a:cubicBezTo>
                  <a:lnTo>
                    <a:pt x="76716" y="20537"/>
                  </a:lnTo>
                  <a:cubicBezTo>
                    <a:pt x="76788" y="20429"/>
                    <a:pt x="76824" y="20357"/>
                    <a:pt x="76788" y="20249"/>
                  </a:cubicBezTo>
                  <a:cubicBezTo>
                    <a:pt x="76788" y="20140"/>
                    <a:pt x="76716" y="20068"/>
                    <a:pt x="76607" y="20032"/>
                  </a:cubicBezTo>
                  <a:lnTo>
                    <a:pt x="17313" y="15"/>
                  </a:lnTo>
                  <a:cubicBezTo>
                    <a:pt x="17284" y="5"/>
                    <a:pt x="17252" y="1"/>
                    <a:pt x="17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4773;p64">
              <a:extLst>
                <a:ext uri="{FF2B5EF4-FFF2-40B4-BE49-F238E27FC236}">
                  <a16:creationId xmlns:a16="http://schemas.microsoft.com/office/drawing/2014/main" id="{A774A38E-11B4-E1E6-DA50-FA6B34E67AC8}"/>
                </a:ext>
              </a:extLst>
            </p:cNvPr>
            <p:cNvSpPr/>
            <p:nvPr/>
          </p:nvSpPr>
          <p:spPr>
            <a:xfrm>
              <a:off x="2372725" y="4594125"/>
              <a:ext cx="1442700" cy="737600"/>
            </a:xfrm>
            <a:custGeom>
              <a:avLst/>
              <a:gdLst/>
              <a:ahLst/>
              <a:cxnLst/>
              <a:rect l="l" t="t" r="r" b="b"/>
              <a:pathLst>
                <a:path w="57708" h="29504" extrusionOk="0">
                  <a:moveTo>
                    <a:pt x="12587" y="0"/>
                  </a:moveTo>
                  <a:lnTo>
                    <a:pt x="0" y="14571"/>
                  </a:lnTo>
                  <a:lnTo>
                    <a:pt x="45084" y="29503"/>
                  </a:lnTo>
                  <a:lnTo>
                    <a:pt x="57707" y="15906"/>
                  </a:lnTo>
                  <a:lnTo>
                    <a:pt x="125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4774;p64">
              <a:extLst>
                <a:ext uri="{FF2B5EF4-FFF2-40B4-BE49-F238E27FC236}">
                  <a16:creationId xmlns:a16="http://schemas.microsoft.com/office/drawing/2014/main" id="{96CC7BE6-42D0-5F2F-F361-C0864078F725}"/>
                </a:ext>
              </a:extLst>
            </p:cNvPr>
            <p:cNvSpPr/>
            <p:nvPr/>
          </p:nvSpPr>
          <p:spPr>
            <a:xfrm>
              <a:off x="2364600" y="4586550"/>
              <a:ext cx="1458025" cy="752725"/>
            </a:xfrm>
            <a:custGeom>
              <a:avLst/>
              <a:gdLst/>
              <a:ahLst/>
              <a:cxnLst/>
              <a:rect l="l" t="t" r="r" b="b"/>
              <a:pathLst>
                <a:path w="58321" h="30109" extrusionOk="0">
                  <a:moveTo>
                    <a:pt x="13021" y="628"/>
                  </a:moveTo>
                  <a:lnTo>
                    <a:pt x="57491" y="16353"/>
                  </a:lnTo>
                  <a:lnTo>
                    <a:pt x="45320" y="29452"/>
                  </a:lnTo>
                  <a:lnTo>
                    <a:pt x="45320" y="29452"/>
                  </a:lnTo>
                  <a:lnTo>
                    <a:pt x="830" y="14730"/>
                  </a:lnTo>
                  <a:lnTo>
                    <a:pt x="13021" y="628"/>
                  </a:lnTo>
                  <a:close/>
                  <a:moveTo>
                    <a:pt x="12928" y="1"/>
                  </a:moveTo>
                  <a:cubicBezTo>
                    <a:pt x="12840" y="1"/>
                    <a:pt x="12749" y="34"/>
                    <a:pt x="12696" y="87"/>
                  </a:cubicBezTo>
                  <a:lnTo>
                    <a:pt x="73" y="14694"/>
                  </a:lnTo>
                  <a:cubicBezTo>
                    <a:pt x="0" y="14766"/>
                    <a:pt x="0" y="14874"/>
                    <a:pt x="37" y="14947"/>
                  </a:cubicBezTo>
                  <a:cubicBezTo>
                    <a:pt x="37" y="15055"/>
                    <a:pt x="109" y="15127"/>
                    <a:pt x="217" y="15163"/>
                  </a:cubicBezTo>
                  <a:lnTo>
                    <a:pt x="45337" y="30095"/>
                  </a:lnTo>
                  <a:cubicBezTo>
                    <a:pt x="45366" y="30104"/>
                    <a:pt x="45395" y="30109"/>
                    <a:pt x="45423" y="30109"/>
                  </a:cubicBezTo>
                  <a:cubicBezTo>
                    <a:pt x="45500" y="30109"/>
                    <a:pt x="45573" y="30075"/>
                    <a:pt x="45625" y="30023"/>
                  </a:cubicBezTo>
                  <a:lnTo>
                    <a:pt x="58249" y="16425"/>
                  </a:lnTo>
                  <a:cubicBezTo>
                    <a:pt x="58321" y="16353"/>
                    <a:pt x="58321" y="16245"/>
                    <a:pt x="58321" y="16137"/>
                  </a:cubicBezTo>
                  <a:cubicBezTo>
                    <a:pt x="58285" y="16029"/>
                    <a:pt x="58213" y="15956"/>
                    <a:pt x="58105" y="15920"/>
                  </a:cubicBezTo>
                  <a:lnTo>
                    <a:pt x="13021" y="15"/>
                  </a:lnTo>
                  <a:cubicBezTo>
                    <a:pt x="12992" y="5"/>
                    <a:pt x="12960" y="1"/>
                    <a:pt x="129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4775;p64">
              <a:extLst>
                <a:ext uri="{FF2B5EF4-FFF2-40B4-BE49-F238E27FC236}">
                  <a16:creationId xmlns:a16="http://schemas.microsoft.com/office/drawing/2014/main" id="{8C57AA7E-6B8C-CF09-F6C6-A8484CEC61BD}"/>
                </a:ext>
              </a:extLst>
            </p:cNvPr>
            <p:cNvSpPr/>
            <p:nvPr/>
          </p:nvSpPr>
          <p:spPr>
            <a:xfrm>
              <a:off x="2342050" y="1025400"/>
              <a:ext cx="3594125" cy="3621050"/>
            </a:xfrm>
            <a:custGeom>
              <a:avLst/>
              <a:gdLst/>
              <a:ahLst/>
              <a:cxnLst/>
              <a:rect l="l" t="t" r="r" b="b"/>
              <a:pathLst>
                <a:path w="143765" h="144842" extrusionOk="0">
                  <a:moveTo>
                    <a:pt x="90743" y="0"/>
                  </a:moveTo>
                  <a:cubicBezTo>
                    <a:pt x="89664" y="0"/>
                    <a:pt x="88322" y="517"/>
                    <a:pt x="87031" y="969"/>
                  </a:cubicBezTo>
                  <a:cubicBezTo>
                    <a:pt x="84109" y="1979"/>
                    <a:pt x="76247" y="9626"/>
                    <a:pt x="74443" y="14422"/>
                  </a:cubicBezTo>
                  <a:cubicBezTo>
                    <a:pt x="72676" y="19255"/>
                    <a:pt x="74227" y="20842"/>
                    <a:pt x="77365" y="23728"/>
                  </a:cubicBezTo>
                  <a:cubicBezTo>
                    <a:pt x="80503" y="26649"/>
                    <a:pt x="84326" y="32600"/>
                    <a:pt x="86345" y="38227"/>
                  </a:cubicBezTo>
                  <a:cubicBezTo>
                    <a:pt x="88365" y="43817"/>
                    <a:pt x="90926" y="49191"/>
                    <a:pt x="95074" y="50670"/>
                  </a:cubicBezTo>
                  <a:cubicBezTo>
                    <a:pt x="95074" y="50670"/>
                    <a:pt x="88473" y="53808"/>
                    <a:pt x="84109" y="56946"/>
                  </a:cubicBezTo>
                  <a:cubicBezTo>
                    <a:pt x="79709" y="60083"/>
                    <a:pt x="77581" y="61526"/>
                    <a:pt x="77581" y="61526"/>
                  </a:cubicBezTo>
                  <a:cubicBezTo>
                    <a:pt x="77581" y="61526"/>
                    <a:pt x="71666" y="63221"/>
                    <a:pt x="69394" y="66143"/>
                  </a:cubicBezTo>
                  <a:cubicBezTo>
                    <a:pt x="67158" y="69028"/>
                    <a:pt x="66256" y="70940"/>
                    <a:pt x="66256" y="70940"/>
                  </a:cubicBezTo>
                  <a:cubicBezTo>
                    <a:pt x="66256" y="70940"/>
                    <a:pt x="45986" y="74438"/>
                    <a:pt x="39711" y="79812"/>
                  </a:cubicBezTo>
                  <a:cubicBezTo>
                    <a:pt x="39711" y="79812"/>
                    <a:pt x="30405" y="82265"/>
                    <a:pt x="26474" y="85980"/>
                  </a:cubicBezTo>
                  <a:cubicBezTo>
                    <a:pt x="22543" y="89695"/>
                    <a:pt x="20739" y="96511"/>
                    <a:pt x="20739" y="96511"/>
                  </a:cubicBezTo>
                  <a:cubicBezTo>
                    <a:pt x="20739" y="96511"/>
                    <a:pt x="15474" y="101020"/>
                    <a:pt x="13021" y="102354"/>
                  </a:cubicBezTo>
                  <a:cubicBezTo>
                    <a:pt x="10532" y="103689"/>
                    <a:pt x="6493" y="106285"/>
                    <a:pt x="4473" y="112345"/>
                  </a:cubicBezTo>
                  <a:cubicBezTo>
                    <a:pt x="2453" y="118368"/>
                    <a:pt x="1" y="132073"/>
                    <a:pt x="1" y="132073"/>
                  </a:cubicBezTo>
                  <a:lnTo>
                    <a:pt x="6276" y="134995"/>
                  </a:lnTo>
                  <a:cubicBezTo>
                    <a:pt x="6276" y="134995"/>
                    <a:pt x="6385" y="131388"/>
                    <a:pt x="12011" y="125906"/>
                  </a:cubicBezTo>
                  <a:cubicBezTo>
                    <a:pt x="17602" y="120388"/>
                    <a:pt x="21064" y="111082"/>
                    <a:pt x="21533" y="110866"/>
                  </a:cubicBezTo>
                  <a:cubicBezTo>
                    <a:pt x="21966" y="110650"/>
                    <a:pt x="31848" y="104157"/>
                    <a:pt x="31848" y="104157"/>
                  </a:cubicBezTo>
                  <a:cubicBezTo>
                    <a:pt x="31848" y="104157"/>
                    <a:pt x="39458" y="109423"/>
                    <a:pt x="48114" y="110866"/>
                  </a:cubicBezTo>
                  <a:cubicBezTo>
                    <a:pt x="50854" y="111336"/>
                    <a:pt x="53685" y="111496"/>
                    <a:pt x="56272" y="111496"/>
                  </a:cubicBezTo>
                  <a:cubicBezTo>
                    <a:pt x="61825" y="111496"/>
                    <a:pt x="66256" y="110758"/>
                    <a:pt x="66256" y="110758"/>
                  </a:cubicBezTo>
                  <a:lnTo>
                    <a:pt x="66256" y="110758"/>
                  </a:lnTo>
                  <a:lnTo>
                    <a:pt x="63587" y="119053"/>
                  </a:lnTo>
                  <a:cubicBezTo>
                    <a:pt x="63587" y="119053"/>
                    <a:pt x="57420" y="121758"/>
                    <a:pt x="55833" y="125004"/>
                  </a:cubicBezTo>
                  <a:cubicBezTo>
                    <a:pt x="54282" y="128250"/>
                    <a:pt x="46888" y="140585"/>
                    <a:pt x="46888" y="140585"/>
                  </a:cubicBezTo>
                  <a:lnTo>
                    <a:pt x="52154" y="144841"/>
                  </a:lnTo>
                  <a:cubicBezTo>
                    <a:pt x="52154" y="144841"/>
                    <a:pt x="57636" y="140585"/>
                    <a:pt x="65390" y="136654"/>
                  </a:cubicBezTo>
                  <a:cubicBezTo>
                    <a:pt x="73109" y="132723"/>
                    <a:pt x="75020" y="129945"/>
                    <a:pt x="77256" y="125329"/>
                  </a:cubicBezTo>
                  <a:cubicBezTo>
                    <a:pt x="79493" y="120748"/>
                    <a:pt x="82306" y="111984"/>
                    <a:pt x="82414" y="111191"/>
                  </a:cubicBezTo>
                  <a:cubicBezTo>
                    <a:pt x="82522" y="110433"/>
                    <a:pt x="84758" y="108413"/>
                    <a:pt x="85119" y="103580"/>
                  </a:cubicBezTo>
                  <a:lnTo>
                    <a:pt x="85444" y="98747"/>
                  </a:lnTo>
                  <a:lnTo>
                    <a:pt x="97202" y="88216"/>
                  </a:lnTo>
                  <a:cubicBezTo>
                    <a:pt x="97202" y="88216"/>
                    <a:pt x="106543" y="84537"/>
                    <a:pt x="114261" y="75989"/>
                  </a:cubicBezTo>
                  <a:cubicBezTo>
                    <a:pt x="122016" y="67477"/>
                    <a:pt x="123242" y="63329"/>
                    <a:pt x="124036" y="55719"/>
                  </a:cubicBezTo>
                  <a:cubicBezTo>
                    <a:pt x="124793" y="48073"/>
                    <a:pt x="127931" y="17921"/>
                    <a:pt x="128039" y="17452"/>
                  </a:cubicBezTo>
                  <a:cubicBezTo>
                    <a:pt x="128183" y="17019"/>
                    <a:pt x="129193" y="14783"/>
                    <a:pt x="130528" y="14567"/>
                  </a:cubicBezTo>
                  <a:cubicBezTo>
                    <a:pt x="130553" y="14562"/>
                    <a:pt x="130580" y="14560"/>
                    <a:pt x="130610" y="14560"/>
                  </a:cubicBezTo>
                  <a:cubicBezTo>
                    <a:pt x="132140" y="14560"/>
                    <a:pt x="139275" y="20855"/>
                    <a:pt x="140266" y="21492"/>
                  </a:cubicBezTo>
                  <a:cubicBezTo>
                    <a:pt x="140695" y="21783"/>
                    <a:pt x="141308" y="22009"/>
                    <a:pt x="141886" y="22009"/>
                  </a:cubicBezTo>
                  <a:cubicBezTo>
                    <a:pt x="142668" y="22009"/>
                    <a:pt x="143387" y="21596"/>
                    <a:pt x="143512" y="20374"/>
                  </a:cubicBezTo>
                  <a:cubicBezTo>
                    <a:pt x="143764" y="18246"/>
                    <a:pt x="141961" y="12980"/>
                    <a:pt x="136226" y="7245"/>
                  </a:cubicBezTo>
                  <a:cubicBezTo>
                    <a:pt x="132064" y="3083"/>
                    <a:pt x="128730" y="1480"/>
                    <a:pt x="126700" y="1480"/>
                  </a:cubicBezTo>
                  <a:cubicBezTo>
                    <a:pt x="125950" y="1480"/>
                    <a:pt x="125379" y="1698"/>
                    <a:pt x="125009" y="2087"/>
                  </a:cubicBezTo>
                  <a:cubicBezTo>
                    <a:pt x="123675" y="3566"/>
                    <a:pt x="124577" y="6704"/>
                    <a:pt x="123675" y="11285"/>
                  </a:cubicBezTo>
                  <a:cubicBezTo>
                    <a:pt x="122773" y="15901"/>
                    <a:pt x="117183" y="32492"/>
                    <a:pt x="114370" y="40355"/>
                  </a:cubicBezTo>
                  <a:cubicBezTo>
                    <a:pt x="111556" y="48181"/>
                    <a:pt x="112458" y="58857"/>
                    <a:pt x="112458" y="58857"/>
                  </a:cubicBezTo>
                  <a:cubicBezTo>
                    <a:pt x="112458" y="58857"/>
                    <a:pt x="108671" y="60192"/>
                    <a:pt x="105966" y="62211"/>
                  </a:cubicBezTo>
                  <a:cubicBezTo>
                    <a:pt x="103261" y="64231"/>
                    <a:pt x="99113" y="67044"/>
                    <a:pt x="99113" y="67044"/>
                  </a:cubicBezTo>
                  <a:lnTo>
                    <a:pt x="97995" y="66467"/>
                  </a:lnTo>
                  <a:cubicBezTo>
                    <a:pt x="97995" y="66467"/>
                    <a:pt x="104271" y="60192"/>
                    <a:pt x="106182" y="56585"/>
                  </a:cubicBezTo>
                  <a:cubicBezTo>
                    <a:pt x="108094" y="53014"/>
                    <a:pt x="108671" y="52798"/>
                    <a:pt x="107661" y="50670"/>
                  </a:cubicBezTo>
                  <a:cubicBezTo>
                    <a:pt x="106651" y="48542"/>
                    <a:pt x="98464" y="38227"/>
                    <a:pt x="94857" y="33610"/>
                  </a:cubicBezTo>
                  <a:cubicBezTo>
                    <a:pt x="91287" y="29030"/>
                    <a:pt x="86886" y="21275"/>
                    <a:pt x="86021" y="19039"/>
                  </a:cubicBezTo>
                  <a:cubicBezTo>
                    <a:pt x="85119" y="16803"/>
                    <a:pt x="85227" y="14567"/>
                    <a:pt x="85877" y="12980"/>
                  </a:cubicBezTo>
                  <a:cubicBezTo>
                    <a:pt x="86562" y="11393"/>
                    <a:pt x="92837" y="8255"/>
                    <a:pt x="92946" y="3458"/>
                  </a:cubicBezTo>
                  <a:cubicBezTo>
                    <a:pt x="93005" y="788"/>
                    <a:pt x="92075" y="0"/>
                    <a:pt x="90743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4776;p64">
              <a:extLst>
                <a:ext uri="{FF2B5EF4-FFF2-40B4-BE49-F238E27FC236}">
                  <a16:creationId xmlns:a16="http://schemas.microsoft.com/office/drawing/2014/main" id="{3FFC4820-1BDB-E7B4-64CC-216D06D346E7}"/>
                </a:ext>
              </a:extLst>
            </p:cNvPr>
            <p:cNvSpPr/>
            <p:nvPr/>
          </p:nvSpPr>
          <p:spPr>
            <a:xfrm>
              <a:off x="3621525" y="3838525"/>
              <a:ext cx="734900" cy="798900"/>
            </a:xfrm>
            <a:custGeom>
              <a:avLst/>
              <a:gdLst/>
              <a:ahLst/>
              <a:cxnLst/>
              <a:rect l="l" t="t" r="r" b="b"/>
              <a:pathLst>
                <a:path w="29396" h="31956" extrusionOk="0">
                  <a:moveTo>
                    <a:pt x="26835" y="0"/>
                  </a:moveTo>
                  <a:cubicBezTo>
                    <a:pt x="26655" y="1948"/>
                    <a:pt x="26186" y="5086"/>
                    <a:pt x="25104" y="7358"/>
                  </a:cubicBezTo>
                  <a:cubicBezTo>
                    <a:pt x="23481" y="10856"/>
                    <a:pt x="20920" y="12046"/>
                    <a:pt x="20920" y="12046"/>
                  </a:cubicBezTo>
                  <a:cubicBezTo>
                    <a:pt x="20920" y="12046"/>
                    <a:pt x="21136" y="16014"/>
                    <a:pt x="17854" y="19043"/>
                  </a:cubicBezTo>
                  <a:cubicBezTo>
                    <a:pt x="14608" y="22073"/>
                    <a:pt x="6421" y="26978"/>
                    <a:pt x="1263" y="30260"/>
                  </a:cubicBezTo>
                  <a:cubicBezTo>
                    <a:pt x="831" y="30549"/>
                    <a:pt x="398" y="30837"/>
                    <a:pt x="1" y="31162"/>
                  </a:cubicBezTo>
                  <a:lnTo>
                    <a:pt x="975" y="31956"/>
                  </a:lnTo>
                  <a:cubicBezTo>
                    <a:pt x="1985" y="31162"/>
                    <a:pt x="7142" y="27375"/>
                    <a:pt x="14067" y="23876"/>
                  </a:cubicBezTo>
                  <a:cubicBezTo>
                    <a:pt x="17926" y="21929"/>
                    <a:pt x="20307" y="20234"/>
                    <a:pt x="21966" y="18502"/>
                  </a:cubicBezTo>
                  <a:cubicBezTo>
                    <a:pt x="23661" y="16771"/>
                    <a:pt x="24707" y="14968"/>
                    <a:pt x="25825" y="12696"/>
                  </a:cubicBezTo>
                  <a:cubicBezTo>
                    <a:pt x="27015" y="10243"/>
                    <a:pt x="28350" y="6600"/>
                    <a:pt x="29396" y="3607"/>
                  </a:cubicBezTo>
                  <a:cubicBezTo>
                    <a:pt x="28927" y="2272"/>
                    <a:pt x="28169" y="1010"/>
                    <a:pt x="26835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4777;p64">
              <a:extLst>
                <a:ext uri="{FF2B5EF4-FFF2-40B4-BE49-F238E27FC236}">
                  <a16:creationId xmlns:a16="http://schemas.microsoft.com/office/drawing/2014/main" id="{A4B6DBBC-38E0-9967-4ED1-771A45DE2B32}"/>
                </a:ext>
              </a:extLst>
            </p:cNvPr>
            <p:cNvSpPr/>
            <p:nvPr/>
          </p:nvSpPr>
          <p:spPr>
            <a:xfrm>
              <a:off x="2437625" y="3653675"/>
              <a:ext cx="495950" cy="734875"/>
            </a:xfrm>
            <a:custGeom>
              <a:avLst/>
              <a:gdLst/>
              <a:ahLst/>
              <a:cxnLst/>
              <a:rect l="l" t="t" r="r" b="b"/>
              <a:pathLst>
                <a:path w="19838" h="29395" extrusionOk="0">
                  <a:moveTo>
                    <a:pt x="19621" y="0"/>
                  </a:moveTo>
                  <a:cubicBezTo>
                    <a:pt x="17493" y="1118"/>
                    <a:pt x="15690" y="2128"/>
                    <a:pt x="15690" y="2128"/>
                  </a:cubicBezTo>
                  <a:cubicBezTo>
                    <a:pt x="15690" y="2128"/>
                    <a:pt x="15438" y="8692"/>
                    <a:pt x="10785" y="12660"/>
                  </a:cubicBezTo>
                  <a:cubicBezTo>
                    <a:pt x="6096" y="16627"/>
                    <a:pt x="722" y="25896"/>
                    <a:pt x="722" y="25896"/>
                  </a:cubicBezTo>
                  <a:lnTo>
                    <a:pt x="1" y="28385"/>
                  </a:lnTo>
                  <a:lnTo>
                    <a:pt x="2201" y="29395"/>
                  </a:lnTo>
                  <a:cubicBezTo>
                    <a:pt x="2417" y="28277"/>
                    <a:pt x="3391" y="25031"/>
                    <a:pt x="7972" y="20559"/>
                  </a:cubicBezTo>
                  <a:cubicBezTo>
                    <a:pt x="11723" y="16844"/>
                    <a:pt x="14572" y="11361"/>
                    <a:pt x="16123" y="8188"/>
                  </a:cubicBezTo>
                  <a:cubicBezTo>
                    <a:pt x="16628" y="7106"/>
                    <a:pt x="17025" y="6312"/>
                    <a:pt x="17241" y="5879"/>
                  </a:cubicBezTo>
                  <a:cubicBezTo>
                    <a:pt x="17313" y="5771"/>
                    <a:pt x="17349" y="5663"/>
                    <a:pt x="17421" y="5591"/>
                  </a:cubicBezTo>
                  <a:cubicBezTo>
                    <a:pt x="17457" y="5555"/>
                    <a:pt x="17493" y="5519"/>
                    <a:pt x="17566" y="5482"/>
                  </a:cubicBezTo>
                  <a:cubicBezTo>
                    <a:pt x="17566" y="5482"/>
                    <a:pt x="17602" y="5446"/>
                    <a:pt x="17674" y="5410"/>
                  </a:cubicBezTo>
                  <a:cubicBezTo>
                    <a:pt x="17746" y="5374"/>
                    <a:pt x="17818" y="5338"/>
                    <a:pt x="17890" y="5266"/>
                  </a:cubicBezTo>
                  <a:cubicBezTo>
                    <a:pt x="18107" y="5158"/>
                    <a:pt x="18359" y="4978"/>
                    <a:pt x="18648" y="4797"/>
                  </a:cubicBezTo>
                  <a:cubicBezTo>
                    <a:pt x="18972" y="4581"/>
                    <a:pt x="19333" y="4364"/>
                    <a:pt x="19694" y="4112"/>
                  </a:cubicBezTo>
                  <a:cubicBezTo>
                    <a:pt x="19766" y="3571"/>
                    <a:pt x="19838" y="2886"/>
                    <a:pt x="19838" y="2200"/>
                  </a:cubicBezTo>
                  <a:cubicBezTo>
                    <a:pt x="19838" y="1479"/>
                    <a:pt x="19766" y="722"/>
                    <a:pt x="19621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4778;p64">
              <a:extLst>
                <a:ext uri="{FF2B5EF4-FFF2-40B4-BE49-F238E27FC236}">
                  <a16:creationId xmlns:a16="http://schemas.microsoft.com/office/drawing/2014/main" id="{C8EC0741-A3EA-5C6C-B11F-A1B03B8C20E8}"/>
                </a:ext>
              </a:extLst>
            </p:cNvPr>
            <p:cNvSpPr/>
            <p:nvPr/>
          </p:nvSpPr>
          <p:spPr>
            <a:xfrm>
              <a:off x="2333950" y="1018075"/>
              <a:ext cx="3604025" cy="3636025"/>
            </a:xfrm>
            <a:custGeom>
              <a:avLst/>
              <a:gdLst/>
              <a:ahLst/>
              <a:cxnLst/>
              <a:rect l="l" t="t" r="r" b="b"/>
              <a:pathLst>
                <a:path w="144161" h="145441" extrusionOk="0">
                  <a:moveTo>
                    <a:pt x="91070" y="613"/>
                  </a:moveTo>
                  <a:cubicBezTo>
                    <a:pt x="91394" y="613"/>
                    <a:pt x="91647" y="649"/>
                    <a:pt x="91863" y="721"/>
                  </a:cubicBezTo>
                  <a:cubicBezTo>
                    <a:pt x="92188" y="866"/>
                    <a:pt x="92440" y="1082"/>
                    <a:pt x="92657" y="1515"/>
                  </a:cubicBezTo>
                  <a:cubicBezTo>
                    <a:pt x="92873" y="1948"/>
                    <a:pt x="92981" y="2597"/>
                    <a:pt x="92981" y="3499"/>
                  </a:cubicBezTo>
                  <a:cubicBezTo>
                    <a:pt x="92981" y="3571"/>
                    <a:pt x="92981" y="3643"/>
                    <a:pt x="92981" y="3751"/>
                  </a:cubicBezTo>
                  <a:cubicBezTo>
                    <a:pt x="92945" y="4869"/>
                    <a:pt x="92548" y="5915"/>
                    <a:pt x="91971" y="6889"/>
                  </a:cubicBezTo>
                  <a:cubicBezTo>
                    <a:pt x="91070" y="8332"/>
                    <a:pt x="89735" y="9594"/>
                    <a:pt x="88509" y="10604"/>
                  </a:cubicBezTo>
                  <a:cubicBezTo>
                    <a:pt x="87932" y="11109"/>
                    <a:pt x="87355" y="11578"/>
                    <a:pt x="86922" y="12010"/>
                  </a:cubicBezTo>
                  <a:cubicBezTo>
                    <a:pt x="86453" y="12407"/>
                    <a:pt x="86092" y="12768"/>
                    <a:pt x="85948" y="13165"/>
                  </a:cubicBezTo>
                  <a:cubicBezTo>
                    <a:pt x="85587" y="13994"/>
                    <a:pt x="85371" y="14968"/>
                    <a:pt x="85371" y="16050"/>
                  </a:cubicBezTo>
                  <a:cubicBezTo>
                    <a:pt x="85371" y="17132"/>
                    <a:pt x="85587" y="18286"/>
                    <a:pt x="86056" y="19440"/>
                  </a:cubicBezTo>
                  <a:cubicBezTo>
                    <a:pt x="86525" y="20594"/>
                    <a:pt x="87824" y="23083"/>
                    <a:pt x="89483" y="25896"/>
                  </a:cubicBezTo>
                  <a:cubicBezTo>
                    <a:pt x="91142" y="28673"/>
                    <a:pt x="93161" y="31775"/>
                    <a:pt x="94965" y="34084"/>
                  </a:cubicBezTo>
                  <a:cubicBezTo>
                    <a:pt x="96732" y="36392"/>
                    <a:pt x="99690" y="40107"/>
                    <a:pt x="102323" y="43533"/>
                  </a:cubicBezTo>
                  <a:cubicBezTo>
                    <a:pt x="103621" y="45228"/>
                    <a:pt x="104847" y="46887"/>
                    <a:pt x="105821" y="48222"/>
                  </a:cubicBezTo>
                  <a:cubicBezTo>
                    <a:pt x="106759" y="49556"/>
                    <a:pt x="107480" y="50602"/>
                    <a:pt x="107697" y="51071"/>
                  </a:cubicBezTo>
                  <a:cubicBezTo>
                    <a:pt x="108021" y="51756"/>
                    <a:pt x="108165" y="52225"/>
                    <a:pt x="108165" y="52622"/>
                  </a:cubicBezTo>
                  <a:cubicBezTo>
                    <a:pt x="108165" y="53019"/>
                    <a:pt x="108021" y="53452"/>
                    <a:pt x="107697" y="54065"/>
                  </a:cubicBezTo>
                  <a:cubicBezTo>
                    <a:pt x="107372" y="54714"/>
                    <a:pt x="106903" y="55543"/>
                    <a:pt x="106254" y="56734"/>
                  </a:cubicBezTo>
                  <a:cubicBezTo>
                    <a:pt x="105316" y="58501"/>
                    <a:pt x="103296" y="60954"/>
                    <a:pt x="101493" y="62973"/>
                  </a:cubicBezTo>
                  <a:cubicBezTo>
                    <a:pt x="100591" y="63983"/>
                    <a:pt x="99726" y="64885"/>
                    <a:pt x="99113" y="65498"/>
                  </a:cubicBezTo>
                  <a:cubicBezTo>
                    <a:pt x="98824" y="65823"/>
                    <a:pt x="98572" y="66111"/>
                    <a:pt x="98391" y="66255"/>
                  </a:cubicBezTo>
                  <a:cubicBezTo>
                    <a:pt x="98211" y="66436"/>
                    <a:pt x="98103" y="66544"/>
                    <a:pt x="98103" y="66544"/>
                  </a:cubicBezTo>
                  <a:cubicBezTo>
                    <a:pt x="98031" y="66616"/>
                    <a:pt x="98031" y="66724"/>
                    <a:pt x="98031" y="66796"/>
                  </a:cubicBezTo>
                  <a:cubicBezTo>
                    <a:pt x="98031" y="66905"/>
                    <a:pt x="98103" y="66977"/>
                    <a:pt x="98211" y="67013"/>
                  </a:cubicBezTo>
                  <a:lnTo>
                    <a:pt x="99329" y="67590"/>
                  </a:lnTo>
                  <a:cubicBezTo>
                    <a:pt x="99359" y="67605"/>
                    <a:pt x="99401" y="67614"/>
                    <a:pt x="99445" y="67614"/>
                  </a:cubicBezTo>
                  <a:cubicBezTo>
                    <a:pt x="99508" y="67614"/>
                    <a:pt x="99575" y="67596"/>
                    <a:pt x="99617" y="67554"/>
                  </a:cubicBezTo>
                  <a:cubicBezTo>
                    <a:pt x="99617" y="67554"/>
                    <a:pt x="103765" y="64777"/>
                    <a:pt x="106470" y="62757"/>
                  </a:cubicBezTo>
                  <a:cubicBezTo>
                    <a:pt x="107769" y="61747"/>
                    <a:pt x="109392" y="60917"/>
                    <a:pt x="110690" y="60340"/>
                  </a:cubicBezTo>
                  <a:cubicBezTo>
                    <a:pt x="111303" y="60052"/>
                    <a:pt x="111880" y="59799"/>
                    <a:pt x="112277" y="59655"/>
                  </a:cubicBezTo>
                  <a:cubicBezTo>
                    <a:pt x="112457" y="59583"/>
                    <a:pt x="112638" y="59511"/>
                    <a:pt x="112746" y="59475"/>
                  </a:cubicBezTo>
                  <a:cubicBezTo>
                    <a:pt x="112854" y="59439"/>
                    <a:pt x="112890" y="59403"/>
                    <a:pt x="112890" y="59403"/>
                  </a:cubicBezTo>
                  <a:cubicBezTo>
                    <a:pt x="113034" y="59367"/>
                    <a:pt x="113107" y="59258"/>
                    <a:pt x="113107" y="59114"/>
                  </a:cubicBezTo>
                  <a:cubicBezTo>
                    <a:pt x="113107" y="59114"/>
                    <a:pt x="113071" y="59006"/>
                    <a:pt x="113071" y="58826"/>
                  </a:cubicBezTo>
                  <a:cubicBezTo>
                    <a:pt x="113034" y="58248"/>
                    <a:pt x="112962" y="56878"/>
                    <a:pt x="112962" y="55075"/>
                  </a:cubicBezTo>
                  <a:cubicBezTo>
                    <a:pt x="112962" y="51251"/>
                    <a:pt x="113287" y="45445"/>
                    <a:pt x="114982" y="40720"/>
                  </a:cubicBezTo>
                  <a:cubicBezTo>
                    <a:pt x="116389" y="36789"/>
                    <a:pt x="118481" y="30693"/>
                    <a:pt x="120356" y="24995"/>
                  </a:cubicBezTo>
                  <a:cubicBezTo>
                    <a:pt x="122232" y="19260"/>
                    <a:pt x="123855" y="13994"/>
                    <a:pt x="124287" y="11650"/>
                  </a:cubicBezTo>
                  <a:cubicBezTo>
                    <a:pt x="124756" y="9305"/>
                    <a:pt x="124756" y="7358"/>
                    <a:pt x="124828" y="5843"/>
                  </a:cubicBezTo>
                  <a:cubicBezTo>
                    <a:pt x="124828" y="5049"/>
                    <a:pt x="124864" y="4400"/>
                    <a:pt x="125009" y="3859"/>
                  </a:cubicBezTo>
                  <a:cubicBezTo>
                    <a:pt x="125117" y="3318"/>
                    <a:pt x="125297" y="2922"/>
                    <a:pt x="125586" y="2597"/>
                  </a:cubicBezTo>
                  <a:cubicBezTo>
                    <a:pt x="125874" y="2272"/>
                    <a:pt x="126343" y="2092"/>
                    <a:pt x="127028" y="2092"/>
                  </a:cubicBezTo>
                  <a:cubicBezTo>
                    <a:pt x="127966" y="2092"/>
                    <a:pt x="129265" y="2453"/>
                    <a:pt x="130852" y="3354"/>
                  </a:cubicBezTo>
                  <a:cubicBezTo>
                    <a:pt x="132439" y="4256"/>
                    <a:pt x="134278" y="5699"/>
                    <a:pt x="136370" y="7754"/>
                  </a:cubicBezTo>
                  <a:cubicBezTo>
                    <a:pt x="139039" y="10460"/>
                    <a:pt x="140842" y="13020"/>
                    <a:pt x="141996" y="15220"/>
                  </a:cubicBezTo>
                  <a:cubicBezTo>
                    <a:pt x="143114" y="17420"/>
                    <a:pt x="143583" y="19224"/>
                    <a:pt x="143583" y="20306"/>
                  </a:cubicBezTo>
                  <a:cubicBezTo>
                    <a:pt x="143583" y="20414"/>
                    <a:pt x="143547" y="20522"/>
                    <a:pt x="143547" y="20630"/>
                  </a:cubicBezTo>
                  <a:cubicBezTo>
                    <a:pt x="143511" y="21208"/>
                    <a:pt x="143295" y="21532"/>
                    <a:pt x="143078" y="21712"/>
                  </a:cubicBezTo>
                  <a:cubicBezTo>
                    <a:pt x="142862" y="21929"/>
                    <a:pt x="142573" y="22001"/>
                    <a:pt x="142213" y="22001"/>
                  </a:cubicBezTo>
                  <a:cubicBezTo>
                    <a:pt x="141708" y="22001"/>
                    <a:pt x="141131" y="21785"/>
                    <a:pt x="140770" y="21532"/>
                  </a:cubicBezTo>
                  <a:cubicBezTo>
                    <a:pt x="140662" y="21460"/>
                    <a:pt x="140445" y="21316"/>
                    <a:pt x="140157" y="21063"/>
                  </a:cubicBezTo>
                  <a:cubicBezTo>
                    <a:pt x="139111" y="20234"/>
                    <a:pt x="137199" y="18647"/>
                    <a:pt x="135360" y="17204"/>
                  </a:cubicBezTo>
                  <a:cubicBezTo>
                    <a:pt x="134422" y="16519"/>
                    <a:pt x="133521" y="15834"/>
                    <a:pt x="132763" y="15365"/>
                  </a:cubicBezTo>
                  <a:cubicBezTo>
                    <a:pt x="132366" y="15112"/>
                    <a:pt x="132042" y="14932"/>
                    <a:pt x="131717" y="14788"/>
                  </a:cubicBezTo>
                  <a:cubicBezTo>
                    <a:pt x="131429" y="14643"/>
                    <a:pt x="131176" y="14535"/>
                    <a:pt x="130924" y="14535"/>
                  </a:cubicBezTo>
                  <a:lnTo>
                    <a:pt x="130779" y="14535"/>
                  </a:lnTo>
                  <a:cubicBezTo>
                    <a:pt x="129986" y="14679"/>
                    <a:pt x="129373" y="15365"/>
                    <a:pt x="128904" y="16050"/>
                  </a:cubicBezTo>
                  <a:cubicBezTo>
                    <a:pt x="128688" y="16375"/>
                    <a:pt x="128471" y="16735"/>
                    <a:pt x="128363" y="17024"/>
                  </a:cubicBezTo>
                  <a:cubicBezTo>
                    <a:pt x="128219" y="17312"/>
                    <a:pt x="128110" y="17529"/>
                    <a:pt x="128074" y="17673"/>
                  </a:cubicBezTo>
                  <a:lnTo>
                    <a:pt x="128074" y="17745"/>
                  </a:lnTo>
                  <a:cubicBezTo>
                    <a:pt x="128038" y="18106"/>
                    <a:pt x="127786" y="20198"/>
                    <a:pt x="127461" y="23263"/>
                  </a:cubicBezTo>
                  <a:cubicBezTo>
                    <a:pt x="126487" y="32424"/>
                    <a:pt x="124612" y="50350"/>
                    <a:pt x="124035" y="55976"/>
                  </a:cubicBezTo>
                  <a:cubicBezTo>
                    <a:pt x="123638" y="59763"/>
                    <a:pt x="123169" y="62685"/>
                    <a:pt x="121799" y="65678"/>
                  </a:cubicBezTo>
                  <a:cubicBezTo>
                    <a:pt x="120428" y="68708"/>
                    <a:pt x="118228" y="71846"/>
                    <a:pt x="114369" y="76102"/>
                  </a:cubicBezTo>
                  <a:cubicBezTo>
                    <a:pt x="110510" y="80322"/>
                    <a:pt x="106290" y="83351"/>
                    <a:pt x="103008" y="85335"/>
                  </a:cubicBezTo>
                  <a:cubicBezTo>
                    <a:pt x="101385" y="86345"/>
                    <a:pt x="99978" y="87066"/>
                    <a:pt x="99004" y="87535"/>
                  </a:cubicBezTo>
                  <a:cubicBezTo>
                    <a:pt x="98499" y="87787"/>
                    <a:pt x="98103" y="87932"/>
                    <a:pt x="97850" y="88076"/>
                  </a:cubicBezTo>
                  <a:cubicBezTo>
                    <a:pt x="97706" y="88112"/>
                    <a:pt x="97598" y="88148"/>
                    <a:pt x="97526" y="88184"/>
                  </a:cubicBezTo>
                  <a:cubicBezTo>
                    <a:pt x="97453" y="88220"/>
                    <a:pt x="97417" y="88220"/>
                    <a:pt x="97417" y="88220"/>
                  </a:cubicBezTo>
                  <a:lnTo>
                    <a:pt x="97345" y="88292"/>
                  </a:lnTo>
                  <a:lnTo>
                    <a:pt x="85551" y="98824"/>
                  </a:lnTo>
                  <a:cubicBezTo>
                    <a:pt x="85515" y="98896"/>
                    <a:pt x="85479" y="98968"/>
                    <a:pt x="85479" y="99040"/>
                  </a:cubicBezTo>
                  <a:cubicBezTo>
                    <a:pt x="85479" y="99040"/>
                    <a:pt x="85479" y="99040"/>
                    <a:pt x="85443" y="99654"/>
                  </a:cubicBezTo>
                  <a:cubicBezTo>
                    <a:pt x="85371" y="100231"/>
                    <a:pt x="85299" y="101457"/>
                    <a:pt x="85119" y="103837"/>
                  </a:cubicBezTo>
                  <a:cubicBezTo>
                    <a:pt x="84974" y="106218"/>
                    <a:pt x="84325" y="107877"/>
                    <a:pt x="83748" y="109067"/>
                  </a:cubicBezTo>
                  <a:cubicBezTo>
                    <a:pt x="83423" y="109644"/>
                    <a:pt x="83135" y="110113"/>
                    <a:pt x="82918" y="110510"/>
                  </a:cubicBezTo>
                  <a:cubicBezTo>
                    <a:pt x="82774" y="110690"/>
                    <a:pt x="82702" y="110870"/>
                    <a:pt x="82594" y="111015"/>
                  </a:cubicBezTo>
                  <a:cubicBezTo>
                    <a:pt x="82522" y="111159"/>
                    <a:pt x="82450" y="111303"/>
                    <a:pt x="82450" y="111447"/>
                  </a:cubicBezTo>
                  <a:cubicBezTo>
                    <a:pt x="82450" y="111520"/>
                    <a:pt x="82377" y="111736"/>
                    <a:pt x="82305" y="112061"/>
                  </a:cubicBezTo>
                  <a:cubicBezTo>
                    <a:pt x="81656" y="114297"/>
                    <a:pt x="79276" y="121510"/>
                    <a:pt x="77328" y="125514"/>
                  </a:cubicBezTo>
                  <a:cubicBezTo>
                    <a:pt x="76210" y="127786"/>
                    <a:pt x="75164" y="129589"/>
                    <a:pt x="73469" y="131320"/>
                  </a:cubicBezTo>
                  <a:cubicBezTo>
                    <a:pt x="71810" y="133052"/>
                    <a:pt x="69429" y="134747"/>
                    <a:pt x="65570" y="136694"/>
                  </a:cubicBezTo>
                  <a:cubicBezTo>
                    <a:pt x="58632" y="140212"/>
                    <a:pt x="53484" y="143989"/>
                    <a:pt x="52477" y="144771"/>
                  </a:cubicBezTo>
                  <a:lnTo>
                    <a:pt x="52477" y="144771"/>
                  </a:lnTo>
                  <a:lnTo>
                    <a:pt x="47587" y="140819"/>
                  </a:lnTo>
                  <a:lnTo>
                    <a:pt x="47587" y="140819"/>
                  </a:lnTo>
                  <a:cubicBezTo>
                    <a:pt x="48029" y="140079"/>
                    <a:pt x="49617" y="137424"/>
                    <a:pt x="51360" y="134458"/>
                  </a:cubicBezTo>
                  <a:cubicBezTo>
                    <a:pt x="53416" y="130960"/>
                    <a:pt x="55652" y="127065"/>
                    <a:pt x="56445" y="125405"/>
                  </a:cubicBezTo>
                  <a:cubicBezTo>
                    <a:pt x="57167" y="123891"/>
                    <a:pt x="59078" y="122412"/>
                    <a:pt x="60773" y="121366"/>
                  </a:cubicBezTo>
                  <a:cubicBezTo>
                    <a:pt x="61639" y="120825"/>
                    <a:pt x="62468" y="120392"/>
                    <a:pt x="63045" y="120104"/>
                  </a:cubicBezTo>
                  <a:cubicBezTo>
                    <a:pt x="63334" y="119923"/>
                    <a:pt x="63586" y="119815"/>
                    <a:pt x="63767" y="119743"/>
                  </a:cubicBezTo>
                  <a:cubicBezTo>
                    <a:pt x="63947" y="119671"/>
                    <a:pt x="64019" y="119635"/>
                    <a:pt x="64019" y="119635"/>
                  </a:cubicBezTo>
                  <a:cubicBezTo>
                    <a:pt x="64091" y="119599"/>
                    <a:pt x="64164" y="119527"/>
                    <a:pt x="64200" y="119454"/>
                  </a:cubicBezTo>
                  <a:lnTo>
                    <a:pt x="66869" y="111159"/>
                  </a:lnTo>
                  <a:cubicBezTo>
                    <a:pt x="66905" y="111051"/>
                    <a:pt x="66905" y="110943"/>
                    <a:pt x="66833" y="110870"/>
                  </a:cubicBezTo>
                  <a:cubicBezTo>
                    <a:pt x="66778" y="110789"/>
                    <a:pt x="66704" y="110749"/>
                    <a:pt x="66625" y="110749"/>
                  </a:cubicBezTo>
                  <a:cubicBezTo>
                    <a:pt x="66598" y="110749"/>
                    <a:pt x="66571" y="110753"/>
                    <a:pt x="66544" y="110762"/>
                  </a:cubicBezTo>
                  <a:cubicBezTo>
                    <a:pt x="66544" y="110762"/>
                    <a:pt x="66255" y="110798"/>
                    <a:pt x="65787" y="110870"/>
                  </a:cubicBezTo>
                  <a:cubicBezTo>
                    <a:pt x="64272" y="111087"/>
                    <a:pt x="60737" y="111484"/>
                    <a:pt x="56589" y="111484"/>
                  </a:cubicBezTo>
                  <a:cubicBezTo>
                    <a:pt x="53993" y="111484"/>
                    <a:pt x="51179" y="111339"/>
                    <a:pt x="48474" y="110870"/>
                  </a:cubicBezTo>
                  <a:cubicBezTo>
                    <a:pt x="44218" y="110149"/>
                    <a:pt x="40179" y="108490"/>
                    <a:pt x="37185" y="106975"/>
                  </a:cubicBezTo>
                  <a:cubicBezTo>
                    <a:pt x="35707" y="106254"/>
                    <a:pt x="34480" y="105532"/>
                    <a:pt x="33651" y="105028"/>
                  </a:cubicBezTo>
                  <a:cubicBezTo>
                    <a:pt x="33218" y="104775"/>
                    <a:pt x="32893" y="104559"/>
                    <a:pt x="32677" y="104414"/>
                  </a:cubicBezTo>
                  <a:cubicBezTo>
                    <a:pt x="32569" y="104342"/>
                    <a:pt x="32497" y="104270"/>
                    <a:pt x="32424" y="104234"/>
                  </a:cubicBezTo>
                  <a:cubicBezTo>
                    <a:pt x="32352" y="104198"/>
                    <a:pt x="32352" y="104198"/>
                    <a:pt x="32352" y="104198"/>
                  </a:cubicBezTo>
                  <a:cubicBezTo>
                    <a:pt x="32298" y="104162"/>
                    <a:pt x="32235" y="104144"/>
                    <a:pt x="32172" y="104144"/>
                  </a:cubicBezTo>
                  <a:cubicBezTo>
                    <a:pt x="32109" y="104144"/>
                    <a:pt x="32046" y="104162"/>
                    <a:pt x="31992" y="104198"/>
                  </a:cubicBezTo>
                  <a:cubicBezTo>
                    <a:pt x="31992" y="104198"/>
                    <a:pt x="31379" y="104595"/>
                    <a:pt x="30441" y="105208"/>
                  </a:cubicBezTo>
                  <a:cubicBezTo>
                    <a:pt x="29070" y="106110"/>
                    <a:pt x="26942" y="107516"/>
                    <a:pt x="25139" y="108670"/>
                  </a:cubicBezTo>
                  <a:cubicBezTo>
                    <a:pt x="24237" y="109283"/>
                    <a:pt x="23444" y="109824"/>
                    <a:pt x="22795" y="110221"/>
                  </a:cubicBezTo>
                  <a:cubicBezTo>
                    <a:pt x="22506" y="110402"/>
                    <a:pt x="22254" y="110582"/>
                    <a:pt x="22037" y="110690"/>
                  </a:cubicBezTo>
                  <a:cubicBezTo>
                    <a:pt x="21965" y="110762"/>
                    <a:pt x="21893" y="110798"/>
                    <a:pt x="21821" y="110834"/>
                  </a:cubicBezTo>
                  <a:cubicBezTo>
                    <a:pt x="21749" y="110870"/>
                    <a:pt x="21713" y="110906"/>
                    <a:pt x="21713" y="110906"/>
                  </a:cubicBezTo>
                  <a:cubicBezTo>
                    <a:pt x="21640" y="110943"/>
                    <a:pt x="21604" y="110979"/>
                    <a:pt x="21568" y="111015"/>
                  </a:cubicBezTo>
                  <a:cubicBezTo>
                    <a:pt x="21496" y="111087"/>
                    <a:pt x="21460" y="111195"/>
                    <a:pt x="21388" y="111303"/>
                  </a:cubicBezTo>
                  <a:cubicBezTo>
                    <a:pt x="21172" y="111736"/>
                    <a:pt x="20775" y="112530"/>
                    <a:pt x="20270" y="113612"/>
                  </a:cubicBezTo>
                  <a:cubicBezTo>
                    <a:pt x="18719" y="116785"/>
                    <a:pt x="15870" y="122268"/>
                    <a:pt x="12119" y="125983"/>
                  </a:cubicBezTo>
                  <a:cubicBezTo>
                    <a:pt x="7545" y="130440"/>
                    <a:pt x="6571" y="133698"/>
                    <a:pt x="6366" y="134823"/>
                  </a:cubicBezTo>
                  <a:lnTo>
                    <a:pt x="6366" y="134823"/>
                  </a:lnTo>
                  <a:lnTo>
                    <a:pt x="656" y="132165"/>
                  </a:lnTo>
                  <a:lnTo>
                    <a:pt x="656" y="132165"/>
                  </a:lnTo>
                  <a:cubicBezTo>
                    <a:pt x="718" y="131825"/>
                    <a:pt x="848" y="131131"/>
                    <a:pt x="1046" y="130166"/>
                  </a:cubicBezTo>
                  <a:cubicBezTo>
                    <a:pt x="1840" y="126055"/>
                    <a:pt x="3607" y="117218"/>
                    <a:pt x="5086" y="112710"/>
                  </a:cubicBezTo>
                  <a:cubicBezTo>
                    <a:pt x="7069" y="106759"/>
                    <a:pt x="11037" y="104234"/>
                    <a:pt x="13489" y="102900"/>
                  </a:cubicBezTo>
                  <a:cubicBezTo>
                    <a:pt x="14752" y="102214"/>
                    <a:pt x="16663" y="100736"/>
                    <a:pt x="18322" y="99473"/>
                  </a:cubicBezTo>
                  <a:cubicBezTo>
                    <a:pt x="19945" y="98175"/>
                    <a:pt x="21280" y="97057"/>
                    <a:pt x="21280" y="97057"/>
                  </a:cubicBezTo>
                  <a:cubicBezTo>
                    <a:pt x="21316" y="96985"/>
                    <a:pt x="21352" y="96949"/>
                    <a:pt x="21352" y="96876"/>
                  </a:cubicBezTo>
                  <a:cubicBezTo>
                    <a:pt x="21352" y="96876"/>
                    <a:pt x="21388" y="96768"/>
                    <a:pt x="21460" y="96588"/>
                  </a:cubicBezTo>
                  <a:cubicBezTo>
                    <a:pt x="21821" y="95253"/>
                    <a:pt x="23624" y="89627"/>
                    <a:pt x="26978" y="86489"/>
                  </a:cubicBezTo>
                  <a:cubicBezTo>
                    <a:pt x="28890" y="84686"/>
                    <a:pt x="32172" y="83135"/>
                    <a:pt x="34985" y="82089"/>
                  </a:cubicBezTo>
                  <a:cubicBezTo>
                    <a:pt x="36392" y="81548"/>
                    <a:pt x="37654" y="81115"/>
                    <a:pt x="38592" y="80826"/>
                  </a:cubicBezTo>
                  <a:cubicBezTo>
                    <a:pt x="39061" y="80682"/>
                    <a:pt x="39422" y="80574"/>
                    <a:pt x="39710" y="80502"/>
                  </a:cubicBezTo>
                  <a:cubicBezTo>
                    <a:pt x="39963" y="80430"/>
                    <a:pt x="40107" y="80394"/>
                    <a:pt x="40107" y="80394"/>
                  </a:cubicBezTo>
                  <a:lnTo>
                    <a:pt x="40215" y="80322"/>
                  </a:lnTo>
                  <a:cubicBezTo>
                    <a:pt x="41730" y="79023"/>
                    <a:pt x="44146" y="77797"/>
                    <a:pt x="46923" y="76715"/>
                  </a:cubicBezTo>
                  <a:cubicBezTo>
                    <a:pt x="51071" y="75128"/>
                    <a:pt x="56012" y="73829"/>
                    <a:pt x="59908" y="72928"/>
                  </a:cubicBezTo>
                  <a:cubicBezTo>
                    <a:pt x="61855" y="72459"/>
                    <a:pt x="63550" y="72134"/>
                    <a:pt x="64741" y="71882"/>
                  </a:cubicBezTo>
                  <a:cubicBezTo>
                    <a:pt x="65354" y="71774"/>
                    <a:pt x="65823" y="71702"/>
                    <a:pt x="66147" y="71629"/>
                  </a:cubicBezTo>
                  <a:cubicBezTo>
                    <a:pt x="66472" y="71557"/>
                    <a:pt x="66652" y="71557"/>
                    <a:pt x="66652" y="71557"/>
                  </a:cubicBezTo>
                  <a:cubicBezTo>
                    <a:pt x="66724" y="71521"/>
                    <a:pt x="66833" y="71449"/>
                    <a:pt x="66869" y="71377"/>
                  </a:cubicBezTo>
                  <a:cubicBezTo>
                    <a:pt x="66869" y="71377"/>
                    <a:pt x="66869" y="71341"/>
                    <a:pt x="66905" y="71305"/>
                  </a:cubicBezTo>
                  <a:cubicBezTo>
                    <a:pt x="67085" y="70908"/>
                    <a:pt x="68023" y="69141"/>
                    <a:pt x="69970" y="66616"/>
                  </a:cubicBezTo>
                  <a:cubicBezTo>
                    <a:pt x="71016" y="65209"/>
                    <a:pt x="73036" y="64091"/>
                    <a:pt x="74803" y="63298"/>
                  </a:cubicBezTo>
                  <a:cubicBezTo>
                    <a:pt x="75669" y="62901"/>
                    <a:pt x="76462" y="62613"/>
                    <a:pt x="77039" y="62432"/>
                  </a:cubicBezTo>
                  <a:cubicBezTo>
                    <a:pt x="77364" y="62324"/>
                    <a:pt x="77580" y="62252"/>
                    <a:pt x="77761" y="62180"/>
                  </a:cubicBezTo>
                  <a:cubicBezTo>
                    <a:pt x="77905" y="62144"/>
                    <a:pt x="78013" y="62108"/>
                    <a:pt x="78013" y="62108"/>
                  </a:cubicBezTo>
                  <a:lnTo>
                    <a:pt x="78085" y="62072"/>
                  </a:lnTo>
                  <a:cubicBezTo>
                    <a:pt x="78085" y="62072"/>
                    <a:pt x="80213" y="60629"/>
                    <a:pt x="84614" y="57491"/>
                  </a:cubicBezTo>
                  <a:cubicBezTo>
                    <a:pt x="86778" y="55904"/>
                    <a:pt x="89519" y="54353"/>
                    <a:pt x="91683" y="53163"/>
                  </a:cubicBezTo>
                  <a:cubicBezTo>
                    <a:pt x="92801" y="52586"/>
                    <a:pt x="93775" y="52117"/>
                    <a:pt x="94460" y="51756"/>
                  </a:cubicBezTo>
                  <a:cubicBezTo>
                    <a:pt x="95145" y="51432"/>
                    <a:pt x="95542" y="51215"/>
                    <a:pt x="95542" y="51215"/>
                  </a:cubicBezTo>
                  <a:cubicBezTo>
                    <a:pt x="95650" y="51179"/>
                    <a:pt x="95722" y="51071"/>
                    <a:pt x="95722" y="50927"/>
                  </a:cubicBezTo>
                  <a:cubicBezTo>
                    <a:pt x="95722" y="50819"/>
                    <a:pt x="95614" y="50710"/>
                    <a:pt x="95506" y="50674"/>
                  </a:cubicBezTo>
                  <a:cubicBezTo>
                    <a:pt x="93522" y="49989"/>
                    <a:pt x="91899" y="48330"/>
                    <a:pt x="90493" y="46130"/>
                  </a:cubicBezTo>
                  <a:cubicBezTo>
                    <a:pt x="89086" y="43930"/>
                    <a:pt x="87968" y="41189"/>
                    <a:pt x="86958" y="38412"/>
                  </a:cubicBezTo>
                  <a:cubicBezTo>
                    <a:pt x="84902" y="32749"/>
                    <a:pt x="81079" y="26798"/>
                    <a:pt x="77905" y="23804"/>
                  </a:cubicBezTo>
                  <a:cubicBezTo>
                    <a:pt x="76787" y="22794"/>
                    <a:pt x="75885" y="21929"/>
                    <a:pt x="75272" y="21063"/>
                  </a:cubicBezTo>
                  <a:cubicBezTo>
                    <a:pt x="74659" y="20198"/>
                    <a:pt x="74334" y="19332"/>
                    <a:pt x="74334" y="18214"/>
                  </a:cubicBezTo>
                  <a:cubicBezTo>
                    <a:pt x="74334" y="17312"/>
                    <a:pt x="74551" y="16194"/>
                    <a:pt x="75056" y="14824"/>
                  </a:cubicBezTo>
                  <a:cubicBezTo>
                    <a:pt x="75921" y="12515"/>
                    <a:pt x="78338" y="9414"/>
                    <a:pt x="80863" y="6781"/>
                  </a:cubicBezTo>
                  <a:cubicBezTo>
                    <a:pt x="82125" y="5482"/>
                    <a:pt x="83423" y="4292"/>
                    <a:pt x="84578" y="3354"/>
                  </a:cubicBezTo>
                  <a:cubicBezTo>
                    <a:pt x="85732" y="2453"/>
                    <a:pt x="86778" y="1803"/>
                    <a:pt x="87427" y="1551"/>
                  </a:cubicBezTo>
                  <a:cubicBezTo>
                    <a:pt x="88761" y="1118"/>
                    <a:pt x="90096" y="613"/>
                    <a:pt x="91070" y="613"/>
                  </a:cubicBezTo>
                  <a:close/>
                  <a:moveTo>
                    <a:pt x="91070" y="0"/>
                  </a:moveTo>
                  <a:cubicBezTo>
                    <a:pt x="89915" y="0"/>
                    <a:pt x="88545" y="541"/>
                    <a:pt x="87246" y="974"/>
                  </a:cubicBezTo>
                  <a:cubicBezTo>
                    <a:pt x="86453" y="1262"/>
                    <a:pt x="85407" y="1948"/>
                    <a:pt x="84217" y="2885"/>
                  </a:cubicBezTo>
                  <a:cubicBezTo>
                    <a:pt x="82450" y="4292"/>
                    <a:pt x="80358" y="6312"/>
                    <a:pt x="78554" y="8440"/>
                  </a:cubicBezTo>
                  <a:cubicBezTo>
                    <a:pt x="76751" y="10532"/>
                    <a:pt x="75200" y="12768"/>
                    <a:pt x="74515" y="14643"/>
                  </a:cubicBezTo>
                  <a:cubicBezTo>
                    <a:pt x="73974" y="16050"/>
                    <a:pt x="73721" y="17204"/>
                    <a:pt x="73721" y="18214"/>
                  </a:cubicBezTo>
                  <a:cubicBezTo>
                    <a:pt x="73721" y="19440"/>
                    <a:pt x="74118" y="20486"/>
                    <a:pt x="74767" y="21388"/>
                  </a:cubicBezTo>
                  <a:cubicBezTo>
                    <a:pt x="75453" y="22362"/>
                    <a:pt x="76390" y="23227"/>
                    <a:pt x="77508" y="24273"/>
                  </a:cubicBezTo>
                  <a:cubicBezTo>
                    <a:pt x="80574" y="27123"/>
                    <a:pt x="84397" y="33038"/>
                    <a:pt x="86381" y="38592"/>
                  </a:cubicBezTo>
                  <a:cubicBezTo>
                    <a:pt x="87391" y="41405"/>
                    <a:pt x="88545" y="44182"/>
                    <a:pt x="89988" y="46455"/>
                  </a:cubicBezTo>
                  <a:cubicBezTo>
                    <a:pt x="91288" y="48469"/>
                    <a:pt x="92822" y="50104"/>
                    <a:pt x="94696" y="50961"/>
                  </a:cubicBezTo>
                  <a:lnTo>
                    <a:pt x="94696" y="50961"/>
                  </a:lnTo>
                  <a:cubicBezTo>
                    <a:pt x="92972" y="51806"/>
                    <a:pt x="87861" y="54384"/>
                    <a:pt x="84253" y="56986"/>
                  </a:cubicBezTo>
                  <a:cubicBezTo>
                    <a:pt x="82053" y="58537"/>
                    <a:pt x="80430" y="59691"/>
                    <a:pt x="79348" y="60449"/>
                  </a:cubicBezTo>
                  <a:cubicBezTo>
                    <a:pt x="78807" y="60845"/>
                    <a:pt x="78410" y="61134"/>
                    <a:pt x="78158" y="61314"/>
                  </a:cubicBezTo>
                  <a:cubicBezTo>
                    <a:pt x="77968" y="61432"/>
                    <a:pt x="77857" y="61504"/>
                    <a:pt x="77802" y="61540"/>
                  </a:cubicBezTo>
                  <a:lnTo>
                    <a:pt x="77802" y="61540"/>
                  </a:lnTo>
                  <a:cubicBezTo>
                    <a:pt x="77579" y="61605"/>
                    <a:pt x="76171" y="62029"/>
                    <a:pt x="74551" y="62757"/>
                  </a:cubicBezTo>
                  <a:cubicBezTo>
                    <a:pt x="72748" y="63550"/>
                    <a:pt x="70692" y="64704"/>
                    <a:pt x="69501" y="66255"/>
                  </a:cubicBezTo>
                  <a:cubicBezTo>
                    <a:pt x="67589" y="68714"/>
                    <a:pt x="66648" y="70458"/>
                    <a:pt x="66397" y="70970"/>
                  </a:cubicBezTo>
                  <a:lnTo>
                    <a:pt x="66397" y="70970"/>
                  </a:lnTo>
                  <a:cubicBezTo>
                    <a:pt x="65525" y="71123"/>
                    <a:pt x="60874" y="71964"/>
                    <a:pt x="55580" y="73361"/>
                  </a:cubicBezTo>
                  <a:cubicBezTo>
                    <a:pt x="52658" y="74154"/>
                    <a:pt x="49520" y="75092"/>
                    <a:pt x="46707" y="76174"/>
                  </a:cubicBezTo>
                  <a:cubicBezTo>
                    <a:pt x="43936" y="77240"/>
                    <a:pt x="41514" y="78446"/>
                    <a:pt x="39891" y="79826"/>
                  </a:cubicBezTo>
                  <a:lnTo>
                    <a:pt x="39891" y="79826"/>
                  </a:lnTo>
                  <a:cubicBezTo>
                    <a:pt x="39591" y="79907"/>
                    <a:pt x="37413" y="80508"/>
                    <a:pt x="34769" y="81512"/>
                  </a:cubicBezTo>
                  <a:cubicBezTo>
                    <a:pt x="31920" y="82594"/>
                    <a:pt x="28601" y="84145"/>
                    <a:pt x="26582" y="86056"/>
                  </a:cubicBezTo>
                  <a:cubicBezTo>
                    <a:pt x="24562" y="87968"/>
                    <a:pt x="23119" y="90601"/>
                    <a:pt x="22181" y="92801"/>
                  </a:cubicBezTo>
                  <a:cubicBezTo>
                    <a:pt x="21351" y="94750"/>
                    <a:pt x="20888" y="96331"/>
                    <a:pt x="20793" y="96666"/>
                  </a:cubicBezTo>
                  <a:lnTo>
                    <a:pt x="20793" y="96666"/>
                  </a:lnTo>
                  <a:cubicBezTo>
                    <a:pt x="20662" y="96780"/>
                    <a:pt x="20391" y="97010"/>
                    <a:pt x="20017" y="97309"/>
                  </a:cubicBezTo>
                  <a:cubicBezTo>
                    <a:pt x="19224" y="97958"/>
                    <a:pt x="17962" y="98968"/>
                    <a:pt x="16699" y="99978"/>
                  </a:cubicBezTo>
                  <a:cubicBezTo>
                    <a:pt x="15401" y="100952"/>
                    <a:pt x="14066" y="101890"/>
                    <a:pt x="13201" y="102395"/>
                  </a:cubicBezTo>
                  <a:cubicBezTo>
                    <a:pt x="10712" y="103729"/>
                    <a:pt x="6564" y="106362"/>
                    <a:pt x="4509" y="112530"/>
                  </a:cubicBezTo>
                  <a:cubicBezTo>
                    <a:pt x="3499" y="115595"/>
                    <a:pt x="2381" y="120500"/>
                    <a:pt x="1515" y="124684"/>
                  </a:cubicBezTo>
                  <a:cubicBezTo>
                    <a:pt x="649" y="128868"/>
                    <a:pt x="36" y="132294"/>
                    <a:pt x="36" y="132294"/>
                  </a:cubicBezTo>
                  <a:cubicBezTo>
                    <a:pt x="0" y="132439"/>
                    <a:pt x="72" y="132583"/>
                    <a:pt x="181" y="132619"/>
                  </a:cubicBezTo>
                  <a:lnTo>
                    <a:pt x="6492" y="135540"/>
                  </a:lnTo>
                  <a:cubicBezTo>
                    <a:pt x="6528" y="135558"/>
                    <a:pt x="6573" y="135567"/>
                    <a:pt x="6618" y="135567"/>
                  </a:cubicBezTo>
                  <a:cubicBezTo>
                    <a:pt x="6664" y="135567"/>
                    <a:pt x="6709" y="135558"/>
                    <a:pt x="6745" y="135540"/>
                  </a:cubicBezTo>
                  <a:cubicBezTo>
                    <a:pt x="6853" y="135468"/>
                    <a:pt x="6889" y="135396"/>
                    <a:pt x="6889" y="135288"/>
                  </a:cubicBezTo>
                  <a:cubicBezTo>
                    <a:pt x="6925" y="135144"/>
                    <a:pt x="7141" y="131681"/>
                    <a:pt x="12515" y="126415"/>
                  </a:cubicBezTo>
                  <a:cubicBezTo>
                    <a:pt x="15365" y="123602"/>
                    <a:pt x="17637" y="119887"/>
                    <a:pt x="19296" y="116858"/>
                  </a:cubicBezTo>
                  <a:cubicBezTo>
                    <a:pt x="20090" y="115307"/>
                    <a:pt x="20775" y="113972"/>
                    <a:pt x="21244" y="112962"/>
                  </a:cubicBezTo>
                  <a:cubicBezTo>
                    <a:pt x="21460" y="112457"/>
                    <a:pt x="21676" y="112061"/>
                    <a:pt x="21821" y="111772"/>
                  </a:cubicBezTo>
                  <a:cubicBezTo>
                    <a:pt x="21893" y="111664"/>
                    <a:pt x="21929" y="111556"/>
                    <a:pt x="22001" y="111484"/>
                  </a:cubicBezTo>
                  <a:lnTo>
                    <a:pt x="22032" y="111422"/>
                  </a:lnTo>
                  <a:lnTo>
                    <a:pt x="22032" y="111422"/>
                  </a:lnTo>
                  <a:cubicBezTo>
                    <a:pt x="22072" y="111393"/>
                    <a:pt x="22134" y="111359"/>
                    <a:pt x="22217" y="111303"/>
                  </a:cubicBezTo>
                  <a:cubicBezTo>
                    <a:pt x="23547" y="110473"/>
                    <a:pt x="30999" y="105570"/>
                    <a:pt x="32191" y="104804"/>
                  </a:cubicBezTo>
                  <a:lnTo>
                    <a:pt x="32191" y="104804"/>
                  </a:lnTo>
                  <a:cubicBezTo>
                    <a:pt x="33450" y="105644"/>
                    <a:pt x="40477" y="110105"/>
                    <a:pt x="48366" y="111447"/>
                  </a:cubicBezTo>
                  <a:cubicBezTo>
                    <a:pt x="51143" y="111916"/>
                    <a:pt x="53993" y="112097"/>
                    <a:pt x="56589" y="112097"/>
                  </a:cubicBezTo>
                  <a:cubicBezTo>
                    <a:pt x="61074" y="112097"/>
                    <a:pt x="64816" y="111609"/>
                    <a:pt x="66140" y="111416"/>
                  </a:cubicBezTo>
                  <a:lnTo>
                    <a:pt x="66140" y="111416"/>
                  </a:lnTo>
                  <a:lnTo>
                    <a:pt x="63675" y="119111"/>
                  </a:lnTo>
                  <a:lnTo>
                    <a:pt x="63675" y="119111"/>
                  </a:lnTo>
                  <a:cubicBezTo>
                    <a:pt x="63317" y="119290"/>
                    <a:pt x="61962" y="119903"/>
                    <a:pt x="60449" y="120861"/>
                  </a:cubicBezTo>
                  <a:cubicBezTo>
                    <a:pt x="58717" y="121943"/>
                    <a:pt x="56734" y="123422"/>
                    <a:pt x="55904" y="125153"/>
                  </a:cubicBezTo>
                  <a:cubicBezTo>
                    <a:pt x="55111" y="126776"/>
                    <a:pt x="52875" y="130671"/>
                    <a:pt x="50819" y="134170"/>
                  </a:cubicBezTo>
                  <a:cubicBezTo>
                    <a:pt x="49809" y="135901"/>
                    <a:pt x="48835" y="137524"/>
                    <a:pt x="48114" y="138750"/>
                  </a:cubicBezTo>
                  <a:cubicBezTo>
                    <a:pt x="47392" y="139941"/>
                    <a:pt x="46923" y="140734"/>
                    <a:pt x="46923" y="140734"/>
                  </a:cubicBezTo>
                  <a:cubicBezTo>
                    <a:pt x="46851" y="140842"/>
                    <a:pt x="46887" y="141023"/>
                    <a:pt x="46996" y="141095"/>
                  </a:cubicBezTo>
                  <a:lnTo>
                    <a:pt x="52261" y="145387"/>
                  </a:lnTo>
                  <a:cubicBezTo>
                    <a:pt x="52315" y="145423"/>
                    <a:pt x="52388" y="145441"/>
                    <a:pt x="52460" y="145441"/>
                  </a:cubicBezTo>
                  <a:cubicBezTo>
                    <a:pt x="52532" y="145441"/>
                    <a:pt x="52604" y="145423"/>
                    <a:pt x="52658" y="145387"/>
                  </a:cubicBezTo>
                  <a:cubicBezTo>
                    <a:pt x="52658" y="145387"/>
                    <a:pt x="52730" y="145315"/>
                    <a:pt x="52911" y="145206"/>
                  </a:cubicBezTo>
                  <a:cubicBezTo>
                    <a:pt x="54029" y="144341"/>
                    <a:pt x="59078" y="140662"/>
                    <a:pt x="65823" y="137235"/>
                  </a:cubicBezTo>
                  <a:cubicBezTo>
                    <a:pt x="69718" y="135252"/>
                    <a:pt x="72170" y="133557"/>
                    <a:pt x="73902" y="131753"/>
                  </a:cubicBezTo>
                  <a:cubicBezTo>
                    <a:pt x="75669" y="129950"/>
                    <a:pt x="76715" y="128074"/>
                    <a:pt x="77869" y="125766"/>
                  </a:cubicBezTo>
                  <a:cubicBezTo>
                    <a:pt x="78987" y="123458"/>
                    <a:pt x="80249" y="120104"/>
                    <a:pt x="81259" y="117218"/>
                  </a:cubicBezTo>
                  <a:cubicBezTo>
                    <a:pt x="81728" y="115812"/>
                    <a:pt x="82161" y="114477"/>
                    <a:pt x="82486" y="113467"/>
                  </a:cubicBezTo>
                  <a:cubicBezTo>
                    <a:pt x="82630" y="112962"/>
                    <a:pt x="82774" y="112566"/>
                    <a:pt x="82882" y="112241"/>
                  </a:cubicBezTo>
                  <a:cubicBezTo>
                    <a:pt x="82954" y="111880"/>
                    <a:pt x="83027" y="111664"/>
                    <a:pt x="83027" y="111556"/>
                  </a:cubicBezTo>
                  <a:cubicBezTo>
                    <a:pt x="83027" y="111520"/>
                    <a:pt x="83063" y="111411"/>
                    <a:pt x="83135" y="111267"/>
                  </a:cubicBezTo>
                  <a:cubicBezTo>
                    <a:pt x="83387" y="110834"/>
                    <a:pt x="83964" y="110041"/>
                    <a:pt x="84505" y="108851"/>
                  </a:cubicBezTo>
                  <a:cubicBezTo>
                    <a:pt x="85046" y="107660"/>
                    <a:pt x="85587" y="106037"/>
                    <a:pt x="85732" y="103909"/>
                  </a:cubicBezTo>
                  <a:lnTo>
                    <a:pt x="86045" y="99238"/>
                  </a:lnTo>
                  <a:lnTo>
                    <a:pt x="86045" y="99238"/>
                  </a:lnTo>
                  <a:lnTo>
                    <a:pt x="97667" y="88792"/>
                  </a:lnTo>
                  <a:lnTo>
                    <a:pt x="97670" y="88797"/>
                  </a:lnTo>
                  <a:cubicBezTo>
                    <a:pt x="97670" y="88797"/>
                    <a:pt x="107011" y="85082"/>
                    <a:pt x="114802" y="76498"/>
                  </a:cubicBezTo>
                  <a:cubicBezTo>
                    <a:pt x="118697" y="72206"/>
                    <a:pt x="120969" y="69033"/>
                    <a:pt x="122340" y="65931"/>
                  </a:cubicBezTo>
                  <a:cubicBezTo>
                    <a:pt x="123746" y="62829"/>
                    <a:pt x="124251" y="59835"/>
                    <a:pt x="124648" y="56012"/>
                  </a:cubicBezTo>
                  <a:cubicBezTo>
                    <a:pt x="125045" y="52225"/>
                    <a:pt x="126019" y="42776"/>
                    <a:pt x="126920" y="34228"/>
                  </a:cubicBezTo>
                  <a:cubicBezTo>
                    <a:pt x="127353" y="29936"/>
                    <a:pt x="127786" y="25896"/>
                    <a:pt x="128110" y="22867"/>
                  </a:cubicBezTo>
                  <a:cubicBezTo>
                    <a:pt x="128255" y="21388"/>
                    <a:pt x="128399" y="20126"/>
                    <a:pt x="128507" y="19260"/>
                  </a:cubicBezTo>
                  <a:cubicBezTo>
                    <a:pt x="128543" y="18827"/>
                    <a:pt x="128579" y="18466"/>
                    <a:pt x="128615" y="18214"/>
                  </a:cubicBezTo>
                  <a:cubicBezTo>
                    <a:pt x="128652" y="18106"/>
                    <a:pt x="128652" y="17998"/>
                    <a:pt x="128652" y="17925"/>
                  </a:cubicBezTo>
                  <a:lnTo>
                    <a:pt x="128652" y="17853"/>
                  </a:lnTo>
                  <a:lnTo>
                    <a:pt x="128688" y="17817"/>
                  </a:lnTo>
                  <a:cubicBezTo>
                    <a:pt x="128688" y="17745"/>
                    <a:pt x="128760" y="17529"/>
                    <a:pt x="128904" y="17276"/>
                  </a:cubicBezTo>
                  <a:cubicBezTo>
                    <a:pt x="129084" y="16879"/>
                    <a:pt x="129373" y="16375"/>
                    <a:pt x="129734" y="15942"/>
                  </a:cubicBezTo>
                  <a:cubicBezTo>
                    <a:pt x="130094" y="15509"/>
                    <a:pt x="130491" y="15184"/>
                    <a:pt x="130888" y="15148"/>
                  </a:cubicBezTo>
                  <a:lnTo>
                    <a:pt x="130924" y="15148"/>
                  </a:lnTo>
                  <a:cubicBezTo>
                    <a:pt x="130996" y="15148"/>
                    <a:pt x="131284" y="15220"/>
                    <a:pt x="131609" y="15365"/>
                  </a:cubicBezTo>
                  <a:cubicBezTo>
                    <a:pt x="132763" y="15942"/>
                    <a:pt x="134747" y="17493"/>
                    <a:pt x="136550" y="18935"/>
                  </a:cubicBezTo>
                  <a:cubicBezTo>
                    <a:pt x="137452" y="19657"/>
                    <a:pt x="138317" y="20342"/>
                    <a:pt x="139003" y="20919"/>
                  </a:cubicBezTo>
                  <a:cubicBezTo>
                    <a:pt x="139688" y="21460"/>
                    <a:pt x="140193" y="21893"/>
                    <a:pt x="140445" y="22037"/>
                  </a:cubicBezTo>
                  <a:cubicBezTo>
                    <a:pt x="140914" y="22362"/>
                    <a:pt x="141564" y="22614"/>
                    <a:pt x="142213" y="22614"/>
                  </a:cubicBezTo>
                  <a:cubicBezTo>
                    <a:pt x="142682" y="22614"/>
                    <a:pt x="143114" y="22506"/>
                    <a:pt x="143475" y="22181"/>
                  </a:cubicBezTo>
                  <a:cubicBezTo>
                    <a:pt x="143836" y="21857"/>
                    <a:pt x="144088" y="21352"/>
                    <a:pt x="144160" y="20703"/>
                  </a:cubicBezTo>
                  <a:cubicBezTo>
                    <a:pt x="144160" y="20594"/>
                    <a:pt x="144160" y="20450"/>
                    <a:pt x="144160" y="20306"/>
                  </a:cubicBezTo>
                  <a:cubicBezTo>
                    <a:pt x="144160" y="19044"/>
                    <a:pt x="143691" y="17204"/>
                    <a:pt x="142501" y="14932"/>
                  </a:cubicBezTo>
                  <a:cubicBezTo>
                    <a:pt x="141347" y="12696"/>
                    <a:pt x="139508" y="10063"/>
                    <a:pt x="136767" y="7358"/>
                  </a:cubicBezTo>
                  <a:cubicBezTo>
                    <a:pt x="134675" y="5230"/>
                    <a:pt x="132799" y="3787"/>
                    <a:pt x="131140" y="2849"/>
                  </a:cubicBezTo>
                  <a:cubicBezTo>
                    <a:pt x="129517" y="1912"/>
                    <a:pt x="128147" y="1479"/>
                    <a:pt x="127028" y="1479"/>
                  </a:cubicBezTo>
                  <a:cubicBezTo>
                    <a:pt x="126235" y="1479"/>
                    <a:pt x="125550" y="1731"/>
                    <a:pt x="125117" y="2200"/>
                  </a:cubicBezTo>
                  <a:cubicBezTo>
                    <a:pt x="124756" y="2597"/>
                    <a:pt x="124540" y="3138"/>
                    <a:pt x="124396" y="3751"/>
                  </a:cubicBezTo>
                  <a:cubicBezTo>
                    <a:pt x="124215" y="4653"/>
                    <a:pt x="124215" y="5735"/>
                    <a:pt x="124179" y="7033"/>
                  </a:cubicBezTo>
                  <a:cubicBezTo>
                    <a:pt x="124143" y="8332"/>
                    <a:pt x="124035" y="9846"/>
                    <a:pt x="123710" y="11542"/>
                  </a:cubicBezTo>
                  <a:cubicBezTo>
                    <a:pt x="123278" y="13778"/>
                    <a:pt x="121654" y="19116"/>
                    <a:pt x="119779" y="24814"/>
                  </a:cubicBezTo>
                  <a:cubicBezTo>
                    <a:pt x="117904" y="30513"/>
                    <a:pt x="115812" y="36608"/>
                    <a:pt x="114405" y="40540"/>
                  </a:cubicBezTo>
                  <a:cubicBezTo>
                    <a:pt x="112674" y="45373"/>
                    <a:pt x="112349" y="51215"/>
                    <a:pt x="112349" y="55075"/>
                  </a:cubicBezTo>
                  <a:cubicBezTo>
                    <a:pt x="112349" y="57010"/>
                    <a:pt x="112439" y="58429"/>
                    <a:pt x="112477" y="58941"/>
                  </a:cubicBezTo>
                  <a:lnTo>
                    <a:pt x="112477" y="58941"/>
                  </a:lnTo>
                  <a:cubicBezTo>
                    <a:pt x="111604" y="59257"/>
                    <a:pt x="108459" y="60490"/>
                    <a:pt x="106110" y="62252"/>
                  </a:cubicBezTo>
                  <a:cubicBezTo>
                    <a:pt x="104775" y="63262"/>
                    <a:pt x="103044" y="64452"/>
                    <a:pt x="101673" y="65426"/>
                  </a:cubicBezTo>
                  <a:cubicBezTo>
                    <a:pt x="100988" y="65895"/>
                    <a:pt x="100411" y="66291"/>
                    <a:pt x="99978" y="66616"/>
                  </a:cubicBezTo>
                  <a:cubicBezTo>
                    <a:pt x="99741" y="66774"/>
                    <a:pt x="99558" y="66900"/>
                    <a:pt x="99441" y="66981"/>
                  </a:cubicBezTo>
                  <a:lnTo>
                    <a:pt x="99441" y="66981"/>
                  </a:lnTo>
                  <a:lnTo>
                    <a:pt x="98825" y="66683"/>
                  </a:lnTo>
                  <a:lnTo>
                    <a:pt x="98825" y="66683"/>
                  </a:lnTo>
                  <a:cubicBezTo>
                    <a:pt x="99364" y="66134"/>
                    <a:pt x="100585" y="64872"/>
                    <a:pt x="101926" y="63370"/>
                  </a:cubicBezTo>
                  <a:cubicBezTo>
                    <a:pt x="103729" y="61350"/>
                    <a:pt x="105785" y="58862"/>
                    <a:pt x="106795" y="57022"/>
                  </a:cubicBezTo>
                  <a:cubicBezTo>
                    <a:pt x="107408" y="55832"/>
                    <a:pt x="107913" y="55002"/>
                    <a:pt x="108238" y="54353"/>
                  </a:cubicBezTo>
                  <a:cubicBezTo>
                    <a:pt x="108562" y="53704"/>
                    <a:pt x="108779" y="53199"/>
                    <a:pt x="108779" y="52622"/>
                  </a:cubicBezTo>
                  <a:cubicBezTo>
                    <a:pt x="108779" y="52081"/>
                    <a:pt x="108562" y="51540"/>
                    <a:pt x="108238" y="50819"/>
                  </a:cubicBezTo>
                  <a:cubicBezTo>
                    <a:pt x="107949" y="50242"/>
                    <a:pt x="107264" y="49196"/>
                    <a:pt x="106290" y="47861"/>
                  </a:cubicBezTo>
                  <a:cubicBezTo>
                    <a:pt x="103405" y="43822"/>
                    <a:pt x="98103" y="37185"/>
                    <a:pt x="95434" y="33723"/>
                  </a:cubicBezTo>
                  <a:cubicBezTo>
                    <a:pt x="93630" y="31451"/>
                    <a:pt x="91647" y="28349"/>
                    <a:pt x="90024" y="25572"/>
                  </a:cubicBezTo>
                  <a:cubicBezTo>
                    <a:pt x="88365" y="22794"/>
                    <a:pt x="87030" y="20306"/>
                    <a:pt x="86597" y="19224"/>
                  </a:cubicBezTo>
                  <a:cubicBezTo>
                    <a:pt x="86164" y="18142"/>
                    <a:pt x="85984" y="17060"/>
                    <a:pt x="85984" y="16050"/>
                  </a:cubicBezTo>
                  <a:cubicBezTo>
                    <a:pt x="85984" y="15040"/>
                    <a:pt x="86164" y="14138"/>
                    <a:pt x="86489" y="13381"/>
                  </a:cubicBezTo>
                  <a:cubicBezTo>
                    <a:pt x="86561" y="13273"/>
                    <a:pt x="86705" y="13056"/>
                    <a:pt x="86922" y="12804"/>
                  </a:cubicBezTo>
                  <a:cubicBezTo>
                    <a:pt x="87715" y="12010"/>
                    <a:pt x="89338" y="10820"/>
                    <a:pt x="90781" y="9305"/>
                  </a:cubicBezTo>
                  <a:cubicBezTo>
                    <a:pt x="92224" y="7827"/>
                    <a:pt x="93522" y="5987"/>
                    <a:pt x="93594" y="3751"/>
                  </a:cubicBezTo>
                  <a:cubicBezTo>
                    <a:pt x="93594" y="3679"/>
                    <a:pt x="93594" y="3571"/>
                    <a:pt x="93594" y="3499"/>
                  </a:cubicBezTo>
                  <a:cubicBezTo>
                    <a:pt x="93594" y="2236"/>
                    <a:pt x="93342" y="1371"/>
                    <a:pt x="92909" y="794"/>
                  </a:cubicBezTo>
                  <a:cubicBezTo>
                    <a:pt x="92693" y="505"/>
                    <a:pt x="92404" y="289"/>
                    <a:pt x="92079" y="180"/>
                  </a:cubicBezTo>
                  <a:cubicBezTo>
                    <a:pt x="91791" y="36"/>
                    <a:pt x="91430" y="0"/>
                    <a:pt x="91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4779;p64">
              <a:extLst>
                <a:ext uri="{FF2B5EF4-FFF2-40B4-BE49-F238E27FC236}">
                  <a16:creationId xmlns:a16="http://schemas.microsoft.com/office/drawing/2014/main" id="{E1022274-79DF-5189-68D4-2E3E319F91A5}"/>
                </a:ext>
              </a:extLst>
            </p:cNvPr>
            <p:cNvSpPr/>
            <p:nvPr/>
          </p:nvSpPr>
          <p:spPr>
            <a:xfrm>
              <a:off x="2728875" y="2701500"/>
              <a:ext cx="2002650" cy="1227200"/>
            </a:xfrm>
            <a:custGeom>
              <a:avLst/>
              <a:gdLst/>
              <a:ahLst/>
              <a:cxnLst/>
              <a:rect l="l" t="t" r="r" b="b"/>
              <a:pathLst>
                <a:path w="80106" h="49088" extrusionOk="0">
                  <a:moveTo>
                    <a:pt x="57852" y="0"/>
                  </a:moveTo>
                  <a:cubicBezTo>
                    <a:pt x="56446" y="0"/>
                    <a:pt x="54714" y="109"/>
                    <a:pt x="53055" y="289"/>
                  </a:cubicBezTo>
                  <a:cubicBezTo>
                    <a:pt x="51468" y="2525"/>
                    <a:pt x="50783" y="3896"/>
                    <a:pt x="50783" y="3896"/>
                  </a:cubicBezTo>
                  <a:cubicBezTo>
                    <a:pt x="50783" y="3896"/>
                    <a:pt x="30513" y="7394"/>
                    <a:pt x="24238" y="12768"/>
                  </a:cubicBezTo>
                  <a:cubicBezTo>
                    <a:pt x="24238" y="12768"/>
                    <a:pt x="14932" y="15221"/>
                    <a:pt x="11001" y="18936"/>
                  </a:cubicBezTo>
                  <a:cubicBezTo>
                    <a:pt x="7070" y="22651"/>
                    <a:pt x="5266" y="29467"/>
                    <a:pt x="5266" y="29467"/>
                  </a:cubicBezTo>
                  <a:cubicBezTo>
                    <a:pt x="5266" y="29467"/>
                    <a:pt x="2489" y="31848"/>
                    <a:pt x="1" y="33651"/>
                  </a:cubicBezTo>
                  <a:cubicBezTo>
                    <a:pt x="364" y="33624"/>
                    <a:pt x="773" y="33606"/>
                    <a:pt x="1210" y="33606"/>
                  </a:cubicBezTo>
                  <a:cubicBezTo>
                    <a:pt x="3118" y="33606"/>
                    <a:pt x="5553" y="33951"/>
                    <a:pt x="6962" y="35418"/>
                  </a:cubicBezTo>
                  <a:cubicBezTo>
                    <a:pt x="8729" y="37258"/>
                    <a:pt x="8585" y="40504"/>
                    <a:pt x="8332" y="42379"/>
                  </a:cubicBezTo>
                  <a:cubicBezTo>
                    <a:pt x="11398" y="40396"/>
                    <a:pt x="16375" y="37113"/>
                    <a:pt x="16375" y="37113"/>
                  </a:cubicBezTo>
                  <a:cubicBezTo>
                    <a:pt x="16375" y="37113"/>
                    <a:pt x="23985" y="42379"/>
                    <a:pt x="32641" y="43822"/>
                  </a:cubicBezTo>
                  <a:cubicBezTo>
                    <a:pt x="35381" y="44292"/>
                    <a:pt x="38212" y="44452"/>
                    <a:pt x="40799" y="44452"/>
                  </a:cubicBezTo>
                  <a:cubicBezTo>
                    <a:pt x="46352" y="44452"/>
                    <a:pt x="50783" y="43714"/>
                    <a:pt x="50783" y="43714"/>
                  </a:cubicBezTo>
                  <a:lnTo>
                    <a:pt x="50783" y="43714"/>
                  </a:lnTo>
                  <a:lnTo>
                    <a:pt x="50350" y="45048"/>
                  </a:lnTo>
                  <a:cubicBezTo>
                    <a:pt x="51450" y="44242"/>
                    <a:pt x="53412" y="43153"/>
                    <a:pt x="56145" y="43153"/>
                  </a:cubicBezTo>
                  <a:cubicBezTo>
                    <a:pt x="57445" y="43153"/>
                    <a:pt x="58919" y="43399"/>
                    <a:pt x="60557" y="44038"/>
                  </a:cubicBezTo>
                  <a:cubicBezTo>
                    <a:pt x="63334" y="45156"/>
                    <a:pt x="64741" y="47068"/>
                    <a:pt x="65390" y="49088"/>
                  </a:cubicBezTo>
                  <a:cubicBezTo>
                    <a:pt x="66256" y="46563"/>
                    <a:pt x="66905" y="44507"/>
                    <a:pt x="66941" y="44147"/>
                  </a:cubicBezTo>
                  <a:cubicBezTo>
                    <a:pt x="67049" y="43389"/>
                    <a:pt x="69285" y="41369"/>
                    <a:pt x="69646" y="36536"/>
                  </a:cubicBezTo>
                  <a:lnTo>
                    <a:pt x="69971" y="31703"/>
                  </a:lnTo>
                  <a:lnTo>
                    <a:pt x="79889" y="22831"/>
                  </a:lnTo>
                  <a:cubicBezTo>
                    <a:pt x="80106" y="20667"/>
                    <a:pt x="79817" y="17349"/>
                    <a:pt x="77833" y="12768"/>
                  </a:cubicBezTo>
                  <a:cubicBezTo>
                    <a:pt x="73902" y="3787"/>
                    <a:pt x="61351" y="0"/>
                    <a:pt x="57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4780;p64">
              <a:extLst>
                <a:ext uri="{FF2B5EF4-FFF2-40B4-BE49-F238E27FC236}">
                  <a16:creationId xmlns:a16="http://schemas.microsoft.com/office/drawing/2014/main" id="{34B3CA07-3BD3-2C72-AE18-2D3F4118A4CA}"/>
                </a:ext>
              </a:extLst>
            </p:cNvPr>
            <p:cNvSpPr/>
            <p:nvPr/>
          </p:nvSpPr>
          <p:spPr>
            <a:xfrm>
              <a:off x="2941675" y="3491375"/>
              <a:ext cx="1069400" cy="313800"/>
            </a:xfrm>
            <a:custGeom>
              <a:avLst/>
              <a:gdLst/>
              <a:ahLst/>
              <a:cxnLst/>
              <a:rect l="l" t="t" r="r" b="b"/>
              <a:pathLst>
                <a:path w="42776" h="12552" extrusionOk="0">
                  <a:moveTo>
                    <a:pt x="8620" y="0"/>
                  </a:moveTo>
                  <a:cubicBezTo>
                    <a:pt x="8620" y="0"/>
                    <a:pt x="7683" y="2777"/>
                    <a:pt x="5122" y="3715"/>
                  </a:cubicBezTo>
                  <a:cubicBezTo>
                    <a:pt x="3968" y="4148"/>
                    <a:pt x="1912" y="5194"/>
                    <a:pt x="0" y="6204"/>
                  </a:cubicBezTo>
                  <a:cubicBezTo>
                    <a:pt x="217" y="7033"/>
                    <a:pt x="289" y="7899"/>
                    <a:pt x="289" y="8692"/>
                  </a:cubicBezTo>
                  <a:cubicBezTo>
                    <a:pt x="289" y="9233"/>
                    <a:pt x="253" y="9738"/>
                    <a:pt x="217" y="10171"/>
                  </a:cubicBezTo>
                  <a:cubicBezTo>
                    <a:pt x="2453" y="8692"/>
                    <a:pt x="5447" y="6745"/>
                    <a:pt x="6853" y="5807"/>
                  </a:cubicBezTo>
                  <a:cubicBezTo>
                    <a:pt x="7394" y="5446"/>
                    <a:pt x="7683" y="5266"/>
                    <a:pt x="7683" y="5266"/>
                  </a:cubicBezTo>
                  <a:cubicBezTo>
                    <a:pt x="7755" y="5230"/>
                    <a:pt x="7791" y="5194"/>
                    <a:pt x="7863" y="5194"/>
                  </a:cubicBezTo>
                  <a:cubicBezTo>
                    <a:pt x="7935" y="5194"/>
                    <a:pt x="7971" y="5230"/>
                    <a:pt x="8043" y="5266"/>
                  </a:cubicBezTo>
                  <a:cubicBezTo>
                    <a:pt x="8043" y="5266"/>
                    <a:pt x="8043" y="5266"/>
                    <a:pt x="8115" y="5302"/>
                  </a:cubicBezTo>
                  <a:cubicBezTo>
                    <a:pt x="8188" y="5338"/>
                    <a:pt x="8260" y="5410"/>
                    <a:pt x="8368" y="5482"/>
                  </a:cubicBezTo>
                  <a:cubicBezTo>
                    <a:pt x="8584" y="5627"/>
                    <a:pt x="8909" y="5843"/>
                    <a:pt x="9342" y="6096"/>
                  </a:cubicBezTo>
                  <a:cubicBezTo>
                    <a:pt x="10171" y="6600"/>
                    <a:pt x="11398" y="7322"/>
                    <a:pt x="12876" y="8043"/>
                  </a:cubicBezTo>
                  <a:cubicBezTo>
                    <a:pt x="15870" y="9558"/>
                    <a:pt x="19909" y="11217"/>
                    <a:pt x="24165" y="11938"/>
                  </a:cubicBezTo>
                  <a:cubicBezTo>
                    <a:pt x="26870" y="12407"/>
                    <a:pt x="29684" y="12552"/>
                    <a:pt x="32280" y="12552"/>
                  </a:cubicBezTo>
                  <a:cubicBezTo>
                    <a:pt x="36428" y="12552"/>
                    <a:pt x="39963" y="12155"/>
                    <a:pt x="41478" y="11938"/>
                  </a:cubicBezTo>
                  <a:cubicBezTo>
                    <a:pt x="41802" y="11902"/>
                    <a:pt x="42055" y="11866"/>
                    <a:pt x="42163" y="11830"/>
                  </a:cubicBezTo>
                  <a:cubicBezTo>
                    <a:pt x="42596" y="10640"/>
                    <a:pt x="42776" y="9378"/>
                    <a:pt x="42019" y="8873"/>
                  </a:cubicBezTo>
                  <a:cubicBezTo>
                    <a:pt x="40612" y="7935"/>
                    <a:pt x="41081" y="5375"/>
                    <a:pt x="41081" y="5374"/>
                  </a:cubicBezTo>
                  <a:lnTo>
                    <a:pt x="41081" y="5374"/>
                  </a:lnTo>
                  <a:cubicBezTo>
                    <a:pt x="41081" y="5375"/>
                    <a:pt x="40287" y="7142"/>
                    <a:pt x="34697" y="7719"/>
                  </a:cubicBezTo>
                  <a:cubicBezTo>
                    <a:pt x="33651" y="8981"/>
                    <a:pt x="32389" y="9414"/>
                    <a:pt x="31162" y="9414"/>
                  </a:cubicBezTo>
                  <a:cubicBezTo>
                    <a:pt x="29215" y="9414"/>
                    <a:pt x="27303" y="8296"/>
                    <a:pt x="26257" y="7466"/>
                  </a:cubicBezTo>
                  <a:cubicBezTo>
                    <a:pt x="17781" y="5735"/>
                    <a:pt x="8620" y="0"/>
                    <a:pt x="86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4781;p64">
              <a:extLst>
                <a:ext uri="{FF2B5EF4-FFF2-40B4-BE49-F238E27FC236}">
                  <a16:creationId xmlns:a16="http://schemas.microsoft.com/office/drawing/2014/main" id="{2C9F57B3-DE96-4AA0-886C-5618212084A0}"/>
                </a:ext>
              </a:extLst>
            </p:cNvPr>
            <p:cNvSpPr/>
            <p:nvPr/>
          </p:nvSpPr>
          <p:spPr>
            <a:xfrm>
              <a:off x="4294200" y="3286675"/>
              <a:ext cx="393150" cy="620400"/>
            </a:xfrm>
            <a:custGeom>
              <a:avLst/>
              <a:gdLst/>
              <a:ahLst/>
              <a:cxnLst/>
              <a:rect l="l" t="t" r="r" b="b"/>
              <a:pathLst>
                <a:path w="15726" h="24816" extrusionOk="0">
                  <a:moveTo>
                    <a:pt x="15256" y="1"/>
                  </a:moveTo>
                  <a:lnTo>
                    <a:pt x="5663" y="4437"/>
                  </a:lnTo>
                  <a:cubicBezTo>
                    <a:pt x="5663" y="4437"/>
                    <a:pt x="6131" y="11687"/>
                    <a:pt x="3571" y="15402"/>
                  </a:cubicBezTo>
                  <a:cubicBezTo>
                    <a:pt x="1010" y="19153"/>
                    <a:pt x="72" y="20307"/>
                    <a:pt x="72" y="20307"/>
                  </a:cubicBezTo>
                  <a:cubicBezTo>
                    <a:pt x="72" y="20307"/>
                    <a:pt x="72" y="20740"/>
                    <a:pt x="0" y="21389"/>
                  </a:cubicBezTo>
                  <a:cubicBezTo>
                    <a:pt x="1335" y="22327"/>
                    <a:pt x="2236" y="23517"/>
                    <a:pt x="2777" y="24815"/>
                  </a:cubicBezTo>
                  <a:cubicBezTo>
                    <a:pt x="3282" y="23264"/>
                    <a:pt x="3715" y="21966"/>
                    <a:pt x="3895" y="21244"/>
                  </a:cubicBezTo>
                  <a:cubicBezTo>
                    <a:pt x="3967" y="20956"/>
                    <a:pt x="4040" y="20776"/>
                    <a:pt x="4040" y="20703"/>
                  </a:cubicBezTo>
                  <a:cubicBezTo>
                    <a:pt x="4040" y="20559"/>
                    <a:pt x="4112" y="20415"/>
                    <a:pt x="4184" y="20271"/>
                  </a:cubicBezTo>
                  <a:cubicBezTo>
                    <a:pt x="4292" y="20126"/>
                    <a:pt x="4364" y="19946"/>
                    <a:pt x="4508" y="19766"/>
                  </a:cubicBezTo>
                  <a:cubicBezTo>
                    <a:pt x="4725" y="19369"/>
                    <a:pt x="5013" y="18900"/>
                    <a:pt x="5338" y="18323"/>
                  </a:cubicBezTo>
                  <a:cubicBezTo>
                    <a:pt x="5915" y="17133"/>
                    <a:pt x="6564" y="15474"/>
                    <a:pt x="6709" y="13093"/>
                  </a:cubicBezTo>
                  <a:cubicBezTo>
                    <a:pt x="6889" y="10713"/>
                    <a:pt x="6961" y="9487"/>
                    <a:pt x="7033" y="8910"/>
                  </a:cubicBezTo>
                  <a:cubicBezTo>
                    <a:pt x="7069" y="8296"/>
                    <a:pt x="7069" y="8296"/>
                    <a:pt x="7069" y="8296"/>
                  </a:cubicBezTo>
                  <a:cubicBezTo>
                    <a:pt x="7069" y="8224"/>
                    <a:pt x="7105" y="8152"/>
                    <a:pt x="7141" y="8080"/>
                  </a:cubicBezTo>
                  <a:lnTo>
                    <a:pt x="15725" y="398"/>
                  </a:lnTo>
                  <a:lnTo>
                    <a:pt x="152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4782;p64">
              <a:extLst>
                <a:ext uri="{FF2B5EF4-FFF2-40B4-BE49-F238E27FC236}">
                  <a16:creationId xmlns:a16="http://schemas.microsoft.com/office/drawing/2014/main" id="{4A3E241A-30E0-65B7-D647-20026F58861C}"/>
                </a:ext>
              </a:extLst>
            </p:cNvPr>
            <p:cNvSpPr/>
            <p:nvPr/>
          </p:nvSpPr>
          <p:spPr>
            <a:xfrm>
              <a:off x="2720750" y="2693375"/>
              <a:ext cx="2014375" cy="1243450"/>
            </a:xfrm>
            <a:custGeom>
              <a:avLst/>
              <a:gdLst/>
              <a:ahLst/>
              <a:cxnLst/>
              <a:rect l="l" t="t" r="r" b="b"/>
              <a:pathLst>
                <a:path w="80575" h="49738" extrusionOk="0">
                  <a:moveTo>
                    <a:pt x="58177" y="614"/>
                  </a:moveTo>
                  <a:cubicBezTo>
                    <a:pt x="59007" y="614"/>
                    <a:pt x="60413" y="830"/>
                    <a:pt x="62145" y="1335"/>
                  </a:cubicBezTo>
                  <a:cubicBezTo>
                    <a:pt x="64705" y="2057"/>
                    <a:pt x="67915" y="3391"/>
                    <a:pt x="70873" y="5339"/>
                  </a:cubicBezTo>
                  <a:cubicBezTo>
                    <a:pt x="73794" y="7322"/>
                    <a:pt x="76427" y="9919"/>
                    <a:pt x="77870" y="13201"/>
                  </a:cubicBezTo>
                  <a:cubicBezTo>
                    <a:pt x="79493" y="16952"/>
                    <a:pt x="79962" y="19838"/>
                    <a:pt x="79962" y="21894"/>
                  </a:cubicBezTo>
                  <a:cubicBezTo>
                    <a:pt x="79962" y="22323"/>
                    <a:pt x="79962" y="22692"/>
                    <a:pt x="79934" y="23029"/>
                  </a:cubicBezTo>
                  <a:lnTo>
                    <a:pt x="79934" y="23029"/>
                  </a:lnTo>
                  <a:lnTo>
                    <a:pt x="70079" y="31812"/>
                  </a:lnTo>
                  <a:cubicBezTo>
                    <a:pt x="70043" y="31884"/>
                    <a:pt x="70007" y="31956"/>
                    <a:pt x="70007" y="32028"/>
                  </a:cubicBezTo>
                  <a:cubicBezTo>
                    <a:pt x="70007" y="32028"/>
                    <a:pt x="70007" y="32028"/>
                    <a:pt x="69971" y="32642"/>
                  </a:cubicBezTo>
                  <a:cubicBezTo>
                    <a:pt x="69899" y="33219"/>
                    <a:pt x="69827" y="34445"/>
                    <a:pt x="69647" y="36825"/>
                  </a:cubicBezTo>
                  <a:cubicBezTo>
                    <a:pt x="69502" y="39206"/>
                    <a:pt x="68853" y="40865"/>
                    <a:pt x="68276" y="42055"/>
                  </a:cubicBezTo>
                  <a:cubicBezTo>
                    <a:pt x="67951" y="42632"/>
                    <a:pt x="67663" y="43101"/>
                    <a:pt x="67446" y="43498"/>
                  </a:cubicBezTo>
                  <a:cubicBezTo>
                    <a:pt x="67302" y="43678"/>
                    <a:pt x="67230" y="43858"/>
                    <a:pt x="67122" y="44003"/>
                  </a:cubicBezTo>
                  <a:cubicBezTo>
                    <a:pt x="67050" y="44147"/>
                    <a:pt x="66978" y="44291"/>
                    <a:pt x="66978" y="44435"/>
                  </a:cubicBezTo>
                  <a:cubicBezTo>
                    <a:pt x="66978" y="44508"/>
                    <a:pt x="66905" y="44688"/>
                    <a:pt x="66833" y="44976"/>
                  </a:cubicBezTo>
                  <a:cubicBezTo>
                    <a:pt x="66648" y="45688"/>
                    <a:pt x="66250" y="46984"/>
                    <a:pt x="65707" y="48545"/>
                  </a:cubicBezTo>
                  <a:lnTo>
                    <a:pt x="65707" y="48545"/>
                  </a:lnTo>
                  <a:cubicBezTo>
                    <a:pt x="64932" y="46727"/>
                    <a:pt x="63512" y="45088"/>
                    <a:pt x="60990" y="44111"/>
                  </a:cubicBezTo>
                  <a:cubicBezTo>
                    <a:pt x="59295" y="43426"/>
                    <a:pt x="57780" y="43173"/>
                    <a:pt x="56446" y="43173"/>
                  </a:cubicBezTo>
                  <a:cubicBezTo>
                    <a:pt x="54166" y="43173"/>
                    <a:pt x="52431" y="43907"/>
                    <a:pt x="51241" y="44627"/>
                  </a:cubicBezTo>
                  <a:lnTo>
                    <a:pt x="51241" y="44627"/>
                  </a:lnTo>
                  <a:lnTo>
                    <a:pt x="51397" y="44147"/>
                  </a:lnTo>
                  <a:cubicBezTo>
                    <a:pt x="51433" y="44039"/>
                    <a:pt x="51433" y="43931"/>
                    <a:pt x="51361" y="43858"/>
                  </a:cubicBezTo>
                  <a:cubicBezTo>
                    <a:pt x="51306" y="43777"/>
                    <a:pt x="51232" y="43737"/>
                    <a:pt x="51153" y="43737"/>
                  </a:cubicBezTo>
                  <a:cubicBezTo>
                    <a:pt x="51126" y="43737"/>
                    <a:pt x="51099" y="43741"/>
                    <a:pt x="51072" y="43750"/>
                  </a:cubicBezTo>
                  <a:cubicBezTo>
                    <a:pt x="51072" y="43750"/>
                    <a:pt x="50783" y="43786"/>
                    <a:pt x="50315" y="43858"/>
                  </a:cubicBezTo>
                  <a:cubicBezTo>
                    <a:pt x="48800" y="44075"/>
                    <a:pt x="45265" y="44472"/>
                    <a:pt x="41117" y="44472"/>
                  </a:cubicBezTo>
                  <a:cubicBezTo>
                    <a:pt x="38521" y="44472"/>
                    <a:pt x="35707" y="44327"/>
                    <a:pt x="33002" y="43858"/>
                  </a:cubicBezTo>
                  <a:cubicBezTo>
                    <a:pt x="28746" y="43137"/>
                    <a:pt x="24707" y="41478"/>
                    <a:pt x="21713" y="39963"/>
                  </a:cubicBezTo>
                  <a:cubicBezTo>
                    <a:pt x="20235" y="39242"/>
                    <a:pt x="19008" y="38520"/>
                    <a:pt x="18179" y="38016"/>
                  </a:cubicBezTo>
                  <a:cubicBezTo>
                    <a:pt x="17746" y="37763"/>
                    <a:pt x="17421" y="37547"/>
                    <a:pt x="17205" y="37402"/>
                  </a:cubicBezTo>
                  <a:cubicBezTo>
                    <a:pt x="17097" y="37330"/>
                    <a:pt x="17025" y="37258"/>
                    <a:pt x="16952" y="37222"/>
                  </a:cubicBezTo>
                  <a:cubicBezTo>
                    <a:pt x="16880" y="37186"/>
                    <a:pt x="16880" y="37186"/>
                    <a:pt x="16880" y="37186"/>
                  </a:cubicBezTo>
                  <a:cubicBezTo>
                    <a:pt x="16826" y="37150"/>
                    <a:pt x="16763" y="37132"/>
                    <a:pt x="16700" y="37132"/>
                  </a:cubicBezTo>
                  <a:cubicBezTo>
                    <a:pt x="16637" y="37132"/>
                    <a:pt x="16574" y="37150"/>
                    <a:pt x="16520" y="37186"/>
                  </a:cubicBezTo>
                  <a:cubicBezTo>
                    <a:pt x="16520" y="37186"/>
                    <a:pt x="16231" y="37366"/>
                    <a:pt x="15690" y="37727"/>
                  </a:cubicBezTo>
                  <a:cubicBezTo>
                    <a:pt x="14291" y="38660"/>
                    <a:pt x="11291" y="40639"/>
                    <a:pt x="9050" y="42102"/>
                  </a:cubicBezTo>
                  <a:lnTo>
                    <a:pt x="9050" y="42102"/>
                  </a:lnTo>
                  <a:cubicBezTo>
                    <a:pt x="9093" y="41645"/>
                    <a:pt x="9126" y="41145"/>
                    <a:pt x="9126" y="40612"/>
                  </a:cubicBezTo>
                  <a:cubicBezTo>
                    <a:pt x="9126" y="38917"/>
                    <a:pt x="8801" y="36897"/>
                    <a:pt x="7503" y="35527"/>
                  </a:cubicBezTo>
                  <a:cubicBezTo>
                    <a:pt x="6745" y="34733"/>
                    <a:pt x="5736" y="34265"/>
                    <a:pt x="4690" y="34012"/>
                  </a:cubicBezTo>
                  <a:cubicBezTo>
                    <a:pt x="3644" y="33724"/>
                    <a:pt x="2526" y="33651"/>
                    <a:pt x="1588" y="33651"/>
                  </a:cubicBezTo>
                  <a:cubicBezTo>
                    <a:pt x="1486" y="33651"/>
                    <a:pt x="1385" y="33651"/>
                    <a:pt x="1287" y="33652"/>
                  </a:cubicBezTo>
                  <a:lnTo>
                    <a:pt x="1287" y="33652"/>
                  </a:lnTo>
                  <a:cubicBezTo>
                    <a:pt x="3541" y="31957"/>
                    <a:pt x="5775" y="30045"/>
                    <a:pt x="5808" y="30045"/>
                  </a:cubicBezTo>
                  <a:cubicBezTo>
                    <a:pt x="5844" y="29973"/>
                    <a:pt x="5880" y="29937"/>
                    <a:pt x="5880" y="29864"/>
                  </a:cubicBezTo>
                  <a:cubicBezTo>
                    <a:pt x="5880" y="29864"/>
                    <a:pt x="5916" y="29756"/>
                    <a:pt x="5988" y="29576"/>
                  </a:cubicBezTo>
                  <a:cubicBezTo>
                    <a:pt x="6349" y="28241"/>
                    <a:pt x="8152" y="22615"/>
                    <a:pt x="11506" y="19477"/>
                  </a:cubicBezTo>
                  <a:cubicBezTo>
                    <a:pt x="13418" y="17674"/>
                    <a:pt x="16700" y="16123"/>
                    <a:pt x="19513" y="15077"/>
                  </a:cubicBezTo>
                  <a:cubicBezTo>
                    <a:pt x="20920" y="14536"/>
                    <a:pt x="22182" y="14103"/>
                    <a:pt x="23120" y="13814"/>
                  </a:cubicBezTo>
                  <a:cubicBezTo>
                    <a:pt x="23589" y="13670"/>
                    <a:pt x="23950" y="13562"/>
                    <a:pt x="24238" y="13490"/>
                  </a:cubicBezTo>
                  <a:cubicBezTo>
                    <a:pt x="24491" y="13418"/>
                    <a:pt x="24635" y="13382"/>
                    <a:pt x="24635" y="13382"/>
                  </a:cubicBezTo>
                  <a:lnTo>
                    <a:pt x="24743" y="13310"/>
                  </a:lnTo>
                  <a:cubicBezTo>
                    <a:pt x="26258" y="12011"/>
                    <a:pt x="28674" y="10785"/>
                    <a:pt x="31451" y="9703"/>
                  </a:cubicBezTo>
                  <a:cubicBezTo>
                    <a:pt x="35599" y="8116"/>
                    <a:pt x="40540" y="6817"/>
                    <a:pt x="44436" y="5916"/>
                  </a:cubicBezTo>
                  <a:cubicBezTo>
                    <a:pt x="46383" y="5447"/>
                    <a:pt x="48078" y="5122"/>
                    <a:pt x="49269" y="4870"/>
                  </a:cubicBezTo>
                  <a:cubicBezTo>
                    <a:pt x="49882" y="4762"/>
                    <a:pt x="50351" y="4690"/>
                    <a:pt x="50675" y="4617"/>
                  </a:cubicBezTo>
                  <a:cubicBezTo>
                    <a:pt x="51000" y="4545"/>
                    <a:pt x="51180" y="4545"/>
                    <a:pt x="51180" y="4545"/>
                  </a:cubicBezTo>
                  <a:cubicBezTo>
                    <a:pt x="51252" y="4509"/>
                    <a:pt x="51361" y="4437"/>
                    <a:pt x="51397" y="4365"/>
                  </a:cubicBezTo>
                  <a:lnTo>
                    <a:pt x="51433" y="4293"/>
                  </a:lnTo>
                  <a:cubicBezTo>
                    <a:pt x="51575" y="4009"/>
                    <a:pt x="52205" y="2747"/>
                    <a:pt x="53565" y="886"/>
                  </a:cubicBezTo>
                  <a:lnTo>
                    <a:pt x="53565" y="886"/>
                  </a:lnTo>
                  <a:cubicBezTo>
                    <a:pt x="55147" y="716"/>
                    <a:pt x="56848" y="614"/>
                    <a:pt x="58177" y="614"/>
                  </a:cubicBezTo>
                  <a:close/>
                  <a:moveTo>
                    <a:pt x="58177" y="1"/>
                  </a:moveTo>
                  <a:cubicBezTo>
                    <a:pt x="56771" y="1"/>
                    <a:pt x="55003" y="145"/>
                    <a:pt x="53344" y="325"/>
                  </a:cubicBezTo>
                  <a:cubicBezTo>
                    <a:pt x="53272" y="325"/>
                    <a:pt x="53164" y="361"/>
                    <a:pt x="53128" y="434"/>
                  </a:cubicBezTo>
                  <a:cubicBezTo>
                    <a:pt x="51832" y="2259"/>
                    <a:pt x="51137" y="3532"/>
                    <a:pt x="50926" y="3957"/>
                  </a:cubicBezTo>
                  <a:lnTo>
                    <a:pt x="50926" y="3957"/>
                  </a:lnTo>
                  <a:cubicBezTo>
                    <a:pt x="50056" y="4111"/>
                    <a:pt x="45404" y="4952"/>
                    <a:pt x="40108" y="6349"/>
                  </a:cubicBezTo>
                  <a:cubicBezTo>
                    <a:pt x="37186" y="7142"/>
                    <a:pt x="34048" y="8080"/>
                    <a:pt x="31235" y="9162"/>
                  </a:cubicBezTo>
                  <a:cubicBezTo>
                    <a:pt x="28464" y="10228"/>
                    <a:pt x="26042" y="11434"/>
                    <a:pt x="24419" y="12814"/>
                  </a:cubicBezTo>
                  <a:lnTo>
                    <a:pt x="24419" y="12814"/>
                  </a:lnTo>
                  <a:cubicBezTo>
                    <a:pt x="24119" y="12895"/>
                    <a:pt x="21941" y="13496"/>
                    <a:pt x="19297" y="14500"/>
                  </a:cubicBezTo>
                  <a:cubicBezTo>
                    <a:pt x="16448" y="15582"/>
                    <a:pt x="13129" y="17133"/>
                    <a:pt x="11110" y="19044"/>
                  </a:cubicBezTo>
                  <a:cubicBezTo>
                    <a:pt x="9090" y="20956"/>
                    <a:pt x="7647" y="23589"/>
                    <a:pt x="6709" y="25789"/>
                  </a:cubicBezTo>
                  <a:cubicBezTo>
                    <a:pt x="5884" y="27725"/>
                    <a:pt x="5422" y="29299"/>
                    <a:pt x="5323" y="29648"/>
                  </a:cubicBezTo>
                  <a:lnTo>
                    <a:pt x="5323" y="29648"/>
                  </a:lnTo>
                  <a:cubicBezTo>
                    <a:pt x="5243" y="29714"/>
                    <a:pt x="5111" y="29825"/>
                    <a:pt x="4942" y="29973"/>
                  </a:cubicBezTo>
                  <a:cubicBezTo>
                    <a:pt x="4040" y="30730"/>
                    <a:pt x="1985" y="32389"/>
                    <a:pt x="145" y="33760"/>
                  </a:cubicBezTo>
                  <a:cubicBezTo>
                    <a:pt x="37" y="33832"/>
                    <a:pt x="1" y="33976"/>
                    <a:pt x="37" y="34084"/>
                  </a:cubicBezTo>
                  <a:cubicBezTo>
                    <a:pt x="109" y="34228"/>
                    <a:pt x="217" y="34301"/>
                    <a:pt x="362" y="34301"/>
                  </a:cubicBezTo>
                  <a:cubicBezTo>
                    <a:pt x="722" y="34265"/>
                    <a:pt x="1119" y="34228"/>
                    <a:pt x="1588" y="34228"/>
                  </a:cubicBezTo>
                  <a:cubicBezTo>
                    <a:pt x="2490" y="34228"/>
                    <a:pt x="3572" y="34337"/>
                    <a:pt x="4545" y="34589"/>
                  </a:cubicBezTo>
                  <a:cubicBezTo>
                    <a:pt x="5519" y="34842"/>
                    <a:pt x="6421" y="35274"/>
                    <a:pt x="7070" y="35960"/>
                  </a:cubicBezTo>
                  <a:cubicBezTo>
                    <a:pt x="8188" y="37114"/>
                    <a:pt x="8513" y="38953"/>
                    <a:pt x="8513" y="40612"/>
                  </a:cubicBezTo>
                  <a:cubicBezTo>
                    <a:pt x="8513" y="41370"/>
                    <a:pt x="8441" y="42091"/>
                    <a:pt x="8369" y="42668"/>
                  </a:cubicBezTo>
                  <a:cubicBezTo>
                    <a:pt x="8369" y="42776"/>
                    <a:pt x="8405" y="42885"/>
                    <a:pt x="8513" y="42957"/>
                  </a:cubicBezTo>
                  <a:cubicBezTo>
                    <a:pt x="8567" y="42975"/>
                    <a:pt x="8621" y="42984"/>
                    <a:pt x="8675" y="42984"/>
                  </a:cubicBezTo>
                  <a:cubicBezTo>
                    <a:pt x="8729" y="42984"/>
                    <a:pt x="8783" y="42975"/>
                    <a:pt x="8837" y="42957"/>
                  </a:cubicBezTo>
                  <a:cubicBezTo>
                    <a:pt x="11549" y="41181"/>
                    <a:pt x="15850" y="38365"/>
                    <a:pt x="16723" y="37794"/>
                  </a:cubicBezTo>
                  <a:lnTo>
                    <a:pt x="16723" y="37794"/>
                  </a:lnTo>
                  <a:cubicBezTo>
                    <a:pt x="17991" y="38640"/>
                    <a:pt x="25012" y="43095"/>
                    <a:pt x="32894" y="44435"/>
                  </a:cubicBezTo>
                  <a:cubicBezTo>
                    <a:pt x="35671" y="44904"/>
                    <a:pt x="38521" y="45085"/>
                    <a:pt x="41117" y="45085"/>
                  </a:cubicBezTo>
                  <a:cubicBezTo>
                    <a:pt x="45600" y="45085"/>
                    <a:pt x="49341" y="44598"/>
                    <a:pt x="50666" y="44405"/>
                  </a:cubicBezTo>
                  <a:lnTo>
                    <a:pt x="50666" y="44405"/>
                  </a:lnTo>
                  <a:lnTo>
                    <a:pt x="50387" y="45265"/>
                  </a:lnTo>
                  <a:cubicBezTo>
                    <a:pt x="50351" y="45409"/>
                    <a:pt x="50423" y="45554"/>
                    <a:pt x="50531" y="45626"/>
                  </a:cubicBezTo>
                  <a:cubicBezTo>
                    <a:pt x="50567" y="45662"/>
                    <a:pt x="50621" y="45680"/>
                    <a:pt x="50680" y="45680"/>
                  </a:cubicBezTo>
                  <a:cubicBezTo>
                    <a:pt x="50738" y="45680"/>
                    <a:pt x="50801" y="45662"/>
                    <a:pt x="50856" y="45626"/>
                  </a:cubicBezTo>
                  <a:cubicBezTo>
                    <a:pt x="51938" y="44832"/>
                    <a:pt x="53813" y="43786"/>
                    <a:pt x="56446" y="43786"/>
                  </a:cubicBezTo>
                  <a:cubicBezTo>
                    <a:pt x="57708" y="43786"/>
                    <a:pt x="59151" y="44039"/>
                    <a:pt x="60774" y="44652"/>
                  </a:cubicBezTo>
                  <a:cubicBezTo>
                    <a:pt x="63479" y="45734"/>
                    <a:pt x="64814" y="47537"/>
                    <a:pt x="65427" y="49521"/>
                  </a:cubicBezTo>
                  <a:cubicBezTo>
                    <a:pt x="65499" y="49629"/>
                    <a:pt x="65607" y="49737"/>
                    <a:pt x="65715" y="49737"/>
                  </a:cubicBezTo>
                  <a:cubicBezTo>
                    <a:pt x="65859" y="49737"/>
                    <a:pt x="65968" y="49665"/>
                    <a:pt x="66004" y="49521"/>
                  </a:cubicBezTo>
                  <a:cubicBezTo>
                    <a:pt x="66437" y="48259"/>
                    <a:pt x="66833" y="47104"/>
                    <a:pt x="67086" y="46239"/>
                  </a:cubicBezTo>
                  <a:cubicBezTo>
                    <a:pt x="67230" y="45806"/>
                    <a:pt x="67338" y="45409"/>
                    <a:pt x="67410" y="45121"/>
                  </a:cubicBezTo>
                  <a:cubicBezTo>
                    <a:pt x="67482" y="44832"/>
                    <a:pt x="67555" y="44652"/>
                    <a:pt x="67555" y="44544"/>
                  </a:cubicBezTo>
                  <a:cubicBezTo>
                    <a:pt x="67555" y="44508"/>
                    <a:pt x="67591" y="44399"/>
                    <a:pt x="67663" y="44255"/>
                  </a:cubicBezTo>
                  <a:cubicBezTo>
                    <a:pt x="67915" y="43822"/>
                    <a:pt x="68492" y="43029"/>
                    <a:pt x="69033" y="41839"/>
                  </a:cubicBezTo>
                  <a:cubicBezTo>
                    <a:pt x="69574" y="40648"/>
                    <a:pt x="70115" y="39025"/>
                    <a:pt x="70260" y="36897"/>
                  </a:cubicBezTo>
                  <a:lnTo>
                    <a:pt x="70573" y="32226"/>
                  </a:lnTo>
                  <a:lnTo>
                    <a:pt x="80431" y="23372"/>
                  </a:lnTo>
                  <a:cubicBezTo>
                    <a:pt x="80467" y="23336"/>
                    <a:pt x="80503" y="23264"/>
                    <a:pt x="80503" y="23192"/>
                  </a:cubicBezTo>
                  <a:cubicBezTo>
                    <a:pt x="80539" y="22795"/>
                    <a:pt x="80575" y="22362"/>
                    <a:pt x="80575" y="21894"/>
                  </a:cubicBezTo>
                  <a:cubicBezTo>
                    <a:pt x="80575" y="19730"/>
                    <a:pt x="80106" y="16772"/>
                    <a:pt x="78411" y="12985"/>
                  </a:cubicBezTo>
                  <a:cubicBezTo>
                    <a:pt x="76427" y="8404"/>
                    <a:pt x="72243" y="5158"/>
                    <a:pt x="68132" y="3066"/>
                  </a:cubicBezTo>
                  <a:cubicBezTo>
                    <a:pt x="66076" y="2021"/>
                    <a:pt x="64056" y="1263"/>
                    <a:pt x="62289" y="758"/>
                  </a:cubicBezTo>
                  <a:cubicBezTo>
                    <a:pt x="60558" y="253"/>
                    <a:pt x="59115" y="1"/>
                    <a:pt x="58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4783;p64">
              <a:extLst>
                <a:ext uri="{FF2B5EF4-FFF2-40B4-BE49-F238E27FC236}">
                  <a16:creationId xmlns:a16="http://schemas.microsoft.com/office/drawing/2014/main" id="{F9279860-814C-4FD4-A967-E43F9919F453}"/>
                </a:ext>
              </a:extLst>
            </p:cNvPr>
            <p:cNvSpPr/>
            <p:nvPr/>
          </p:nvSpPr>
          <p:spPr>
            <a:xfrm>
              <a:off x="3962375" y="3422450"/>
              <a:ext cx="140675" cy="348425"/>
            </a:xfrm>
            <a:custGeom>
              <a:avLst/>
              <a:gdLst/>
              <a:ahLst/>
              <a:cxnLst/>
              <a:rect l="l" t="t" r="r" b="b"/>
              <a:pathLst>
                <a:path w="5627" h="13937" extrusionOk="0">
                  <a:moveTo>
                    <a:pt x="5273" y="0"/>
                  </a:moveTo>
                  <a:cubicBezTo>
                    <a:pt x="5222" y="0"/>
                    <a:pt x="5170" y="16"/>
                    <a:pt x="5122" y="52"/>
                  </a:cubicBezTo>
                  <a:cubicBezTo>
                    <a:pt x="5086" y="52"/>
                    <a:pt x="1659" y="2108"/>
                    <a:pt x="505" y="6616"/>
                  </a:cubicBezTo>
                  <a:cubicBezTo>
                    <a:pt x="145" y="8023"/>
                    <a:pt x="0" y="9213"/>
                    <a:pt x="0" y="10259"/>
                  </a:cubicBezTo>
                  <a:cubicBezTo>
                    <a:pt x="0" y="12495"/>
                    <a:pt x="613" y="13758"/>
                    <a:pt x="613" y="13758"/>
                  </a:cubicBezTo>
                  <a:cubicBezTo>
                    <a:pt x="663" y="13881"/>
                    <a:pt x="763" y="13937"/>
                    <a:pt x="867" y="13937"/>
                  </a:cubicBezTo>
                  <a:cubicBezTo>
                    <a:pt x="915" y="13937"/>
                    <a:pt x="965" y="13925"/>
                    <a:pt x="1010" y="13902"/>
                  </a:cubicBezTo>
                  <a:cubicBezTo>
                    <a:pt x="1191" y="13830"/>
                    <a:pt x="1227" y="13649"/>
                    <a:pt x="1154" y="13505"/>
                  </a:cubicBezTo>
                  <a:cubicBezTo>
                    <a:pt x="1118" y="13397"/>
                    <a:pt x="613" y="12243"/>
                    <a:pt x="613" y="10259"/>
                  </a:cubicBezTo>
                  <a:cubicBezTo>
                    <a:pt x="613" y="9285"/>
                    <a:pt x="722" y="8095"/>
                    <a:pt x="1082" y="6761"/>
                  </a:cubicBezTo>
                  <a:cubicBezTo>
                    <a:pt x="1623" y="4633"/>
                    <a:pt x="2705" y="3082"/>
                    <a:pt x="3679" y="2072"/>
                  </a:cubicBezTo>
                  <a:cubicBezTo>
                    <a:pt x="4148" y="1567"/>
                    <a:pt x="4581" y="1170"/>
                    <a:pt x="4905" y="918"/>
                  </a:cubicBezTo>
                  <a:cubicBezTo>
                    <a:pt x="5086" y="810"/>
                    <a:pt x="5194" y="701"/>
                    <a:pt x="5302" y="629"/>
                  </a:cubicBezTo>
                  <a:lnTo>
                    <a:pt x="5410" y="593"/>
                  </a:lnTo>
                  <a:lnTo>
                    <a:pt x="5410" y="557"/>
                  </a:lnTo>
                  <a:cubicBezTo>
                    <a:pt x="5555" y="485"/>
                    <a:pt x="5627" y="305"/>
                    <a:pt x="5519" y="160"/>
                  </a:cubicBezTo>
                  <a:cubicBezTo>
                    <a:pt x="5471" y="64"/>
                    <a:pt x="5374" y="0"/>
                    <a:pt x="5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4784;p64">
              <a:extLst>
                <a:ext uri="{FF2B5EF4-FFF2-40B4-BE49-F238E27FC236}">
                  <a16:creationId xmlns:a16="http://schemas.microsoft.com/office/drawing/2014/main" id="{34B696D0-5295-9CCE-560D-03333701CFFF}"/>
                </a:ext>
              </a:extLst>
            </p:cNvPr>
            <p:cNvSpPr/>
            <p:nvPr/>
          </p:nvSpPr>
          <p:spPr>
            <a:xfrm>
              <a:off x="3011100" y="2579750"/>
              <a:ext cx="993675" cy="569675"/>
            </a:xfrm>
            <a:custGeom>
              <a:avLst/>
              <a:gdLst/>
              <a:ahLst/>
              <a:cxnLst/>
              <a:rect l="l" t="t" r="r" b="b"/>
              <a:pathLst>
                <a:path w="39747" h="22787" extrusionOk="0">
                  <a:moveTo>
                    <a:pt x="18201" y="0"/>
                  </a:moveTo>
                  <a:cubicBezTo>
                    <a:pt x="13076" y="0"/>
                    <a:pt x="8219" y="1488"/>
                    <a:pt x="6168" y="3103"/>
                  </a:cubicBezTo>
                  <a:cubicBezTo>
                    <a:pt x="3283" y="5375"/>
                    <a:pt x="5916" y="6097"/>
                    <a:pt x="7286" y="6493"/>
                  </a:cubicBezTo>
                  <a:cubicBezTo>
                    <a:pt x="8693" y="6854"/>
                    <a:pt x="4545" y="7107"/>
                    <a:pt x="2381" y="9523"/>
                  </a:cubicBezTo>
                  <a:cubicBezTo>
                    <a:pt x="253" y="11903"/>
                    <a:pt x="1" y="16195"/>
                    <a:pt x="1768" y="17169"/>
                  </a:cubicBezTo>
                  <a:cubicBezTo>
                    <a:pt x="2093" y="17355"/>
                    <a:pt x="2529" y="17431"/>
                    <a:pt x="3023" y="17431"/>
                  </a:cubicBezTo>
                  <a:cubicBezTo>
                    <a:pt x="5212" y="17431"/>
                    <a:pt x="8548" y="15943"/>
                    <a:pt x="8548" y="15943"/>
                  </a:cubicBezTo>
                  <a:lnTo>
                    <a:pt x="9811" y="16809"/>
                  </a:lnTo>
                  <a:lnTo>
                    <a:pt x="22651" y="13527"/>
                  </a:lnTo>
                  <a:lnTo>
                    <a:pt x="22759" y="14428"/>
                  </a:lnTo>
                  <a:cubicBezTo>
                    <a:pt x="22850" y="14975"/>
                    <a:pt x="24797" y="15076"/>
                    <a:pt x="26501" y="15076"/>
                  </a:cubicBezTo>
                  <a:cubicBezTo>
                    <a:pt x="27495" y="15076"/>
                    <a:pt x="28406" y="15041"/>
                    <a:pt x="28818" y="15041"/>
                  </a:cubicBezTo>
                  <a:cubicBezTo>
                    <a:pt x="29936" y="15041"/>
                    <a:pt x="30946" y="20199"/>
                    <a:pt x="32713" y="21714"/>
                  </a:cubicBezTo>
                  <a:cubicBezTo>
                    <a:pt x="33597" y="22471"/>
                    <a:pt x="34418" y="22787"/>
                    <a:pt x="35143" y="22787"/>
                  </a:cubicBezTo>
                  <a:cubicBezTo>
                    <a:pt x="35869" y="22787"/>
                    <a:pt x="36500" y="22471"/>
                    <a:pt x="37005" y="21966"/>
                  </a:cubicBezTo>
                  <a:cubicBezTo>
                    <a:pt x="38015" y="20956"/>
                    <a:pt x="39747" y="18576"/>
                    <a:pt x="39494" y="15943"/>
                  </a:cubicBezTo>
                  <a:cubicBezTo>
                    <a:pt x="39278" y="13274"/>
                    <a:pt x="38123" y="12156"/>
                    <a:pt x="38123" y="12156"/>
                  </a:cubicBezTo>
                  <a:cubicBezTo>
                    <a:pt x="38123" y="12156"/>
                    <a:pt x="38881" y="11507"/>
                    <a:pt x="38376" y="10533"/>
                  </a:cubicBezTo>
                  <a:cubicBezTo>
                    <a:pt x="38232" y="10244"/>
                    <a:pt x="37881" y="10141"/>
                    <a:pt x="37454" y="10141"/>
                  </a:cubicBezTo>
                  <a:cubicBezTo>
                    <a:pt x="36387" y="10141"/>
                    <a:pt x="34841" y="10785"/>
                    <a:pt x="34841" y="10785"/>
                  </a:cubicBezTo>
                  <a:cubicBezTo>
                    <a:pt x="34841" y="10785"/>
                    <a:pt x="34841" y="10136"/>
                    <a:pt x="34336" y="8369"/>
                  </a:cubicBezTo>
                  <a:cubicBezTo>
                    <a:pt x="33831" y="6602"/>
                    <a:pt x="31343" y="2851"/>
                    <a:pt x="24418" y="831"/>
                  </a:cubicBezTo>
                  <a:cubicBezTo>
                    <a:pt x="22415" y="247"/>
                    <a:pt x="20286" y="0"/>
                    <a:pt x="18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4785;p64">
              <a:extLst>
                <a:ext uri="{FF2B5EF4-FFF2-40B4-BE49-F238E27FC236}">
                  <a16:creationId xmlns:a16="http://schemas.microsoft.com/office/drawing/2014/main" id="{32F87DAD-A407-99B2-75A7-1A272BF3174D}"/>
                </a:ext>
              </a:extLst>
            </p:cNvPr>
            <p:cNvSpPr/>
            <p:nvPr/>
          </p:nvSpPr>
          <p:spPr>
            <a:xfrm>
              <a:off x="3018325" y="2572550"/>
              <a:ext cx="988250" cy="584325"/>
            </a:xfrm>
            <a:custGeom>
              <a:avLst/>
              <a:gdLst/>
              <a:ahLst/>
              <a:cxnLst/>
              <a:rect l="l" t="t" r="r" b="b"/>
              <a:pathLst>
                <a:path w="39530" h="23373" extrusionOk="0">
                  <a:moveTo>
                    <a:pt x="17925" y="578"/>
                  </a:moveTo>
                  <a:cubicBezTo>
                    <a:pt x="19981" y="578"/>
                    <a:pt x="22073" y="830"/>
                    <a:pt x="24057" y="1407"/>
                  </a:cubicBezTo>
                  <a:cubicBezTo>
                    <a:pt x="27447" y="2417"/>
                    <a:pt x="29792" y="3824"/>
                    <a:pt x="31306" y="5194"/>
                  </a:cubicBezTo>
                  <a:cubicBezTo>
                    <a:pt x="32821" y="6601"/>
                    <a:pt x="33542" y="7936"/>
                    <a:pt x="33759" y="8765"/>
                  </a:cubicBezTo>
                  <a:cubicBezTo>
                    <a:pt x="34011" y="9631"/>
                    <a:pt x="34156" y="10208"/>
                    <a:pt x="34192" y="10568"/>
                  </a:cubicBezTo>
                  <a:cubicBezTo>
                    <a:pt x="34228" y="10749"/>
                    <a:pt x="34264" y="10893"/>
                    <a:pt x="34264" y="10965"/>
                  </a:cubicBezTo>
                  <a:lnTo>
                    <a:pt x="34264" y="11037"/>
                  </a:lnTo>
                  <a:lnTo>
                    <a:pt x="34264" y="11073"/>
                  </a:lnTo>
                  <a:cubicBezTo>
                    <a:pt x="34264" y="11146"/>
                    <a:pt x="34300" y="11254"/>
                    <a:pt x="34408" y="11290"/>
                  </a:cubicBezTo>
                  <a:cubicBezTo>
                    <a:pt x="34450" y="11332"/>
                    <a:pt x="34505" y="11350"/>
                    <a:pt x="34565" y="11350"/>
                  </a:cubicBezTo>
                  <a:cubicBezTo>
                    <a:pt x="34607" y="11350"/>
                    <a:pt x="34652" y="11341"/>
                    <a:pt x="34697" y="11326"/>
                  </a:cubicBezTo>
                  <a:lnTo>
                    <a:pt x="34733" y="11326"/>
                  </a:lnTo>
                  <a:cubicBezTo>
                    <a:pt x="34877" y="11254"/>
                    <a:pt x="35274" y="11109"/>
                    <a:pt x="35743" y="10965"/>
                  </a:cubicBezTo>
                  <a:cubicBezTo>
                    <a:pt x="36211" y="10821"/>
                    <a:pt x="36752" y="10713"/>
                    <a:pt x="37185" y="10713"/>
                  </a:cubicBezTo>
                  <a:cubicBezTo>
                    <a:pt x="37366" y="10713"/>
                    <a:pt x="37510" y="10749"/>
                    <a:pt x="37618" y="10785"/>
                  </a:cubicBezTo>
                  <a:cubicBezTo>
                    <a:pt x="37726" y="10821"/>
                    <a:pt x="37798" y="10857"/>
                    <a:pt x="37834" y="10929"/>
                  </a:cubicBezTo>
                  <a:cubicBezTo>
                    <a:pt x="37943" y="11146"/>
                    <a:pt x="37979" y="11326"/>
                    <a:pt x="37979" y="11470"/>
                  </a:cubicBezTo>
                  <a:cubicBezTo>
                    <a:pt x="37979" y="11723"/>
                    <a:pt x="37871" y="11903"/>
                    <a:pt x="37798" y="12011"/>
                  </a:cubicBezTo>
                  <a:cubicBezTo>
                    <a:pt x="37762" y="12083"/>
                    <a:pt x="37726" y="12155"/>
                    <a:pt x="37690" y="12155"/>
                  </a:cubicBezTo>
                  <a:lnTo>
                    <a:pt x="37654" y="12191"/>
                  </a:lnTo>
                  <a:lnTo>
                    <a:pt x="37654" y="12228"/>
                  </a:lnTo>
                  <a:cubicBezTo>
                    <a:pt x="37582" y="12264"/>
                    <a:pt x="37546" y="12336"/>
                    <a:pt x="37546" y="12444"/>
                  </a:cubicBezTo>
                  <a:cubicBezTo>
                    <a:pt x="37546" y="12516"/>
                    <a:pt x="37582" y="12588"/>
                    <a:pt x="37618" y="12660"/>
                  </a:cubicBezTo>
                  <a:cubicBezTo>
                    <a:pt x="37654" y="12696"/>
                    <a:pt x="38700" y="13778"/>
                    <a:pt x="38916" y="16231"/>
                  </a:cubicBezTo>
                  <a:cubicBezTo>
                    <a:pt x="38953" y="16411"/>
                    <a:pt x="38953" y="16556"/>
                    <a:pt x="38953" y="16736"/>
                  </a:cubicBezTo>
                  <a:cubicBezTo>
                    <a:pt x="38953" y="17890"/>
                    <a:pt x="38556" y="18972"/>
                    <a:pt x="38051" y="19910"/>
                  </a:cubicBezTo>
                  <a:cubicBezTo>
                    <a:pt x="37582" y="20848"/>
                    <a:pt x="36933" y="21605"/>
                    <a:pt x="36500" y="22038"/>
                  </a:cubicBezTo>
                  <a:cubicBezTo>
                    <a:pt x="36031" y="22507"/>
                    <a:pt x="35490" y="22759"/>
                    <a:pt x="34841" y="22759"/>
                  </a:cubicBezTo>
                  <a:cubicBezTo>
                    <a:pt x="34228" y="22759"/>
                    <a:pt x="33470" y="22507"/>
                    <a:pt x="32641" y="21785"/>
                  </a:cubicBezTo>
                  <a:cubicBezTo>
                    <a:pt x="32244" y="21461"/>
                    <a:pt x="31847" y="20884"/>
                    <a:pt x="31487" y="20198"/>
                  </a:cubicBezTo>
                  <a:cubicBezTo>
                    <a:pt x="30982" y="19152"/>
                    <a:pt x="30513" y="17926"/>
                    <a:pt x="30080" y="16916"/>
                  </a:cubicBezTo>
                  <a:cubicBezTo>
                    <a:pt x="29864" y="16411"/>
                    <a:pt x="29647" y="15979"/>
                    <a:pt x="29395" y="15654"/>
                  </a:cubicBezTo>
                  <a:cubicBezTo>
                    <a:pt x="29287" y="15474"/>
                    <a:pt x="29178" y="15329"/>
                    <a:pt x="29034" y="15221"/>
                  </a:cubicBezTo>
                  <a:cubicBezTo>
                    <a:pt x="28890" y="15113"/>
                    <a:pt x="28710" y="15041"/>
                    <a:pt x="28529" y="15041"/>
                  </a:cubicBezTo>
                  <a:cubicBezTo>
                    <a:pt x="28096" y="15041"/>
                    <a:pt x="27231" y="15077"/>
                    <a:pt x="26257" y="15077"/>
                  </a:cubicBezTo>
                  <a:cubicBezTo>
                    <a:pt x="25391" y="15077"/>
                    <a:pt x="24490" y="15041"/>
                    <a:pt x="23804" y="14933"/>
                  </a:cubicBezTo>
                  <a:cubicBezTo>
                    <a:pt x="23444" y="14897"/>
                    <a:pt x="23155" y="14824"/>
                    <a:pt x="22975" y="14752"/>
                  </a:cubicBezTo>
                  <a:cubicBezTo>
                    <a:pt x="22903" y="14716"/>
                    <a:pt x="22831" y="14680"/>
                    <a:pt x="22795" y="14680"/>
                  </a:cubicBezTo>
                  <a:lnTo>
                    <a:pt x="22795" y="14644"/>
                  </a:lnTo>
                  <a:lnTo>
                    <a:pt x="22790" y="14649"/>
                  </a:lnTo>
                  <a:lnTo>
                    <a:pt x="22790" y="14649"/>
                  </a:lnTo>
                  <a:lnTo>
                    <a:pt x="22650" y="13778"/>
                  </a:lnTo>
                  <a:cubicBezTo>
                    <a:pt x="22650" y="13706"/>
                    <a:pt x="22614" y="13634"/>
                    <a:pt x="22542" y="13562"/>
                  </a:cubicBezTo>
                  <a:cubicBezTo>
                    <a:pt x="22470" y="13526"/>
                    <a:pt x="22362" y="13526"/>
                    <a:pt x="22290" y="13526"/>
                  </a:cubicBezTo>
                  <a:lnTo>
                    <a:pt x="9594" y="16772"/>
                  </a:lnTo>
                  <a:lnTo>
                    <a:pt x="8440" y="15979"/>
                  </a:lnTo>
                  <a:cubicBezTo>
                    <a:pt x="8398" y="15936"/>
                    <a:pt x="8343" y="15919"/>
                    <a:pt x="8283" y="15919"/>
                  </a:cubicBezTo>
                  <a:cubicBezTo>
                    <a:pt x="8241" y="15919"/>
                    <a:pt x="8196" y="15928"/>
                    <a:pt x="8151" y="15942"/>
                  </a:cubicBezTo>
                  <a:cubicBezTo>
                    <a:pt x="8151" y="15942"/>
                    <a:pt x="8079" y="15979"/>
                    <a:pt x="8007" y="16015"/>
                  </a:cubicBezTo>
                  <a:cubicBezTo>
                    <a:pt x="7682" y="16159"/>
                    <a:pt x="6817" y="16520"/>
                    <a:pt x="5807" y="16844"/>
                  </a:cubicBezTo>
                  <a:cubicBezTo>
                    <a:pt x="4761" y="17169"/>
                    <a:pt x="3607" y="17421"/>
                    <a:pt x="2705" y="17421"/>
                  </a:cubicBezTo>
                  <a:cubicBezTo>
                    <a:pt x="2236" y="17421"/>
                    <a:pt x="1876" y="17349"/>
                    <a:pt x="1623" y="17205"/>
                  </a:cubicBezTo>
                  <a:cubicBezTo>
                    <a:pt x="1299" y="17024"/>
                    <a:pt x="1046" y="16700"/>
                    <a:pt x="866" y="16267"/>
                  </a:cubicBezTo>
                  <a:cubicBezTo>
                    <a:pt x="685" y="15834"/>
                    <a:pt x="613" y="15257"/>
                    <a:pt x="613" y="14644"/>
                  </a:cubicBezTo>
                  <a:cubicBezTo>
                    <a:pt x="613" y="13129"/>
                    <a:pt x="1190" y="11254"/>
                    <a:pt x="2344" y="9991"/>
                  </a:cubicBezTo>
                  <a:cubicBezTo>
                    <a:pt x="3210" y="9018"/>
                    <a:pt x="4436" y="8404"/>
                    <a:pt x="5482" y="8008"/>
                  </a:cubicBezTo>
                  <a:cubicBezTo>
                    <a:pt x="6023" y="7791"/>
                    <a:pt x="6492" y="7647"/>
                    <a:pt x="6853" y="7503"/>
                  </a:cubicBezTo>
                  <a:cubicBezTo>
                    <a:pt x="6997" y="7467"/>
                    <a:pt x="7141" y="7395"/>
                    <a:pt x="7286" y="7322"/>
                  </a:cubicBezTo>
                  <a:cubicBezTo>
                    <a:pt x="7322" y="7286"/>
                    <a:pt x="7394" y="7286"/>
                    <a:pt x="7466" y="7214"/>
                  </a:cubicBezTo>
                  <a:lnTo>
                    <a:pt x="7538" y="7106"/>
                  </a:lnTo>
                  <a:cubicBezTo>
                    <a:pt x="7574" y="7070"/>
                    <a:pt x="7574" y="6998"/>
                    <a:pt x="7574" y="6926"/>
                  </a:cubicBezTo>
                  <a:cubicBezTo>
                    <a:pt x="7574" y="6854"/>
                    <a:pt x="7538" y="6745"/>
                    <a:pt x="7502" y="6709"/>
                  </a:cubicBezTo>
                  <a:cubicBezTo>
                    <a:pt x="7430" y="6637"/>
                    <a:pt x="7358" y="6601"/>
                    <a:pt x="7322" y="6565"/>
                  </a:cubicBezTo>
                  <a:cubicBezTo>
                    <a:pt x="7250" y="6529"/>
                    <a:pt x="7177" y="6529"/>
                    <a:pt x="7105" y="6493"/>
                  </a:cubicBezTo>
                  <a:cubicBezTo>
                    <a:pt x="6636" y="6349"/>
                    <a:pt x="6023" y="6204"/>
                    <a:pt x="5590" y="5952"/>
                  </a:cubicBezTo>
                  <a:cubicBezTo>
                    <a:pt x="5374" y="5844"/>
                    <a:pt x="5158" y="5699"/>
                    <a:pt x="5049" y="5591"/>
                  </a:cubicBezTo>
                  <a:cubicBezTo>
                    <a:pt x="4941" y="5447"/>
                    <a:pt x="4869" y="5303"/>
                    <a:pt x="4869" y="5158"/>
                  </a:cubicBezTo>
                  <a:cubicBezTo>
                    <a:pt x="4869" y="5014"/>
                    <a:pt x="4941" y="4798"/>
                    <a:pt x="5122" y="4545"/>
                  </a:cubicBezTo>
                  <a:cubicBezTo>
                    <a:pt x="5302" y="4293"/>
                    <a:pt x="5590" y="3968"/>
                    <a:pt x="6059" y="3608"/>
                  </a:cubicBezTo>
                  <a:cubicBezTo>
                    <a:pt x="7033" y="2850"/>
                    <a:pt x="8728" y="2093"/>
                    <a:pt x="10820" y="1516"/>
                  </a:cubicBezTo>
                  <a:cubicBezTo>
                    <a:pt x="12912" y="975"/>
                    <a:pt x="15365" y="578"/>
                    <a:pt x="17925" y="578"/>
                  </a:cubicBezTo>
                  <a:close/>
                  <a:moveTo>
                    <a:pt x="17925" y="1"/>
                  </a:moveTo>
                  <a:cubicBezTo>
                    <a:pt x="15329" y="1"/>
                    <a:pt x="12804" y="361"/>
                    <a:pt x="10676" y="939"/>
                  </a:cubicBezTo>
                  <a:cubicBezTo>
                    <a:pt x="8512" y="1516"/>
                    <a:pt x="6781" y="2309"/>
                    <a:pt x="5699" y="3139"/>
                  </a:cubicBezTo>
                  <a:cubicBezTo>
                    <a:pt x="5194" y="3535"/>
                    <a:pt x="4869" y="3860"/>
                    <a:pt x="4617" y="4221"/>
                  </a:cubicBezTo>
                  <a:cubicBezTo>
                    <a:pt x="4400" y="4545"/>
                    <a:pt x="4292" y="4834"/>
                    <a:pt x="4292" y="5158"/>
                  </a:cubicBezTo>
                  <a:cubicBezTo>
                    <a:pt x="4292" y="5483"/>
                    <a:pt x="4400" y="5772"/>
                    <a:pt x="4617" y="5988"/>
                  </a:cubicBezTo>
                  <a:cubicBezTo>
                    <a:pt x="4905" y="6313"/>
                    <a:pt x="5302" y="6493"/>
                    <a:pt x="5735" y="6673"/>
                  </a:cubicBezTo>
                  <a:cubicBezTo>
                    <a:pt x="6016" y="6801"/>
                    <a:pt x="6315" y="6893"/>
                    <a:pt x="6594" y="6974"/>
                  </a:cubicBezTo>
                  <a:lnTo>
                    <a:pt x="6594" y="6974"/>
                  </a:lnTo>
                  <a:cubicBezTo>
                    <a:pt x="6121" y="7126"/>
                    <a:pt x="5394" y="7360"/>
                    <a:pt x="4617" y="7719"/>
                  </a:cubicBezTo>
                  <a:cubicBezTo>
                    <a:pt x="3679" y="8116"/>
                    <a:pt x="2669" y="8729"/>
                    <a:pt x="1876" y="9595"/>
                  </a:cubicBezTo>
                  <a:cubicBezTo>
                    <a:pt x="613" y="11001"/>
                    <a:pt x="0" y="12985"/>
                    <a:pt x="0" y="14644"/>
                  </a:cubicBezTo>
                  <a:cubicBezTo>
                    <a:pt x="0" y="15329"/>
                    <a:pt x="108" y="15942"/>
                    <a:pt x="325" y="16483"/>
                  </a:cubicBezTo>
                  <a:cubicBezTo>
                    <a:pt x="541" y="17024"/>
                    <a:pt x="866" y="17457"/>
                    <a:pt x="1335" y="17746"/>
                  </a:cubicBezTo>
                  <a:cubicBezTo>
                    <a:pt x="1731" y="17962"/>
                    <a:pt x="2200" y="18034"/>
                    <a:pt x="2705" y="18034"/>
                  </a:cubicBezTo>
                  <a:cubicBezTo>
                    <a:pt x="3859" y="18034"/>
                    <a:pt x="5266" y="17638"/>
                    <a:pt x="6420" y="17277"/>
                  </a:cubicBezTo>
                  <a:cubicBezTo>
                    <a:pt x="7244" y="16985"/>
                    <a:pt x="7930" y="16692"/>
                    <a:pt x="8235" y="16559"/>
                  </a:cubicBezTo>
                  <a:lnTo>
                    <a:pt x="8235" y="16559"/>
                  </a:lnTo>
                  <a:lnTo>
                    <a:pt x="9341" y="17349"/>
                  </a:lnTo>
                  <a:cubicBezTo>
                    <a:pt x="9392" y="17375"/>
                    <a:pt x="9462" y="17400"/>
                    <a:pt x="9523" y="17400"/>
                  </a:cubicBezTo>
                  <a:cubicBezTo>
                    <a:pt x="9549" y="17400"/>
                    <a:pt x="9573" y="17396"/>
                    <a:pt x="9594" y="17385"/>
                  </a:cubicBezTo>
                  <a:lnTo>
                    <a:pt x="22106" y="14187"/>
                  </a:lnTo>
                  <a:lnTo>
                    <a:pt x="22106" y="14187"/>
                  </a:lnTo>
                  <a:cubicBezTo>
                    <a:pt x="22121" y="14314"/>
                    <a:pt x="22138" y="14495"/>
                    <a:pt x="22181" y="14752"/>
                  </a:cubicBezTo>
                  <a:cubicBezTo>
                    <a:pt x="22217" y="14897"/>
                    <a:pt x="22290" y="15041"/>
                    <a:pt x="22398" y="15113"/>
                  </a:cubicBezTo>
                  <a:cubicBezTo>
                    <a:pt x="22578" y="15293"/>
                    <a:pt x="22795" y="15365"/>
                    <a:pt x="23083" y="15438"/>
                  </a:cubicBezTo>
                  <a:cubicBezTo>
                    <a:pt x="23877" y="15618"/>
                    <a:pt x="25103" y="15654"/>
                    <a:pt x="26257" y="15654"/>
                  </a:cubicBezTo>
                  <a:lnTo>
                    <a:pt x="28529" y="15654"/>
                  </a:lnTo>
                  <a:cubicBezTo>
                    <a:pt x="28538" y="15645"/>
                    <a:pt x="28549" y="15640"/>
                    <a:pt x="28563" y="15640"/>
                  </a:cubicBezTo>
                  <a:cubicBezTo>
                    <a:pt x="28604" y="15640"/>
                    <a:pt x="28664" y="15681"/>
                    <a:pt x="28746" y="15762"/>
                  </a:cubicBezTo>
                  <a:cubicBezTo>
                    <a:pt x="28926" y="15979"/>
                    <a:pt x="29178" y="16411"/>
                    <a:pt x="29431" y="16916"/>
                  </a:cubicBezTo>
                  <a:cubicBezTo>
                    <a:pt x="29792" y="17746"/>
                    <a:pt x="30188" y="18792"/>
                    <a:pt x="30621" y="19766"/>
                  </a:cubicBezTo>
                  <a:cubicBezTo>
                    <a:pt x="31090" y="20775"/>
                    <a:pt x="31595" y="21677"/>
                    <a:pt x="32244" y="22218"/>
                  </a:cubicBezTo>
                  <a:cubicBezTo>
                    <a:pt x="33146" y="23012"/>
                    <a:pt x="34047" y="23372"/>
                    <a:pt x="34841" y="23372"/>
                  </a:cubicBezTo>
                  <a:cubicBezTo>
                    <a:pt x="35670" y="23372"/>
                    <a:pt x="36356" y="23012"/>
                    <a:pt x="36933" y="22471"/>
                  </a:cubicBezTo>
                  <a:cubicBezTo>
                    <a:pt x="37402" y="21966"/>
                    <a:pt x="38051" y="21172"/>
                    <a:pt x="38592" y="20198"/>
                  </a:cubicBezTo>
                  <a:cubicBezTo>
                    <a:pt x="39133" y="19225"/>
                    <a:pt x="39530" y="17998"/>
                    <a:pt x="39530" y="16736"/>
                  </a:cubicBezTo>
                  <a:cubicBezTo>
                    <a:pt x="39530" y="16556"/>
                    <a:pt x="39530" y="16375"/>
                    <a:pt x="39530" y="16195"/>
                  </a:cubicBezTo>
                  <a:cubicBezTo>
                    <a:pt x="39335" y="14081"/>
                    <a:pt x="38583" y="12890"/>
                    <a:pt x="38232" y="12438"/>
                  </a:cubicBezTo>
                  <a:lnTo>
                    <a:pt x="38232" y="12438"/>
                  </a:lnTo>
                  <a:cubicBezTo>
                    <a:pt x="38255" y="12407"/>
                    <a:pt x="38278" y="12373"/>
                    <a:pt x="38303" y="12336"/>
                  </a:cubicBezTo>
                  <a:cubicBezTo>
                    <a:pt x="38448" y="12155"/>
                    <a:pt x="38556" y="11867"/>
                    <a:pt x="38556" y="11470"/>
                  </a:cubicBezTo>
                  <a:cubicBezTo>
                    <a:pt x="38556" y="11254"/>
                    <a:pt x="38520" y="10965"/>
                    <a:pt x="38375" y="10677"/>
                  </a:cubicBezTo>
                  <a:cubicBezTo>
                    <a:pt x="38267" y="10460"/>
                    <a:pt x="38051" y="10316"/>
                    <a:pt x="37834" y="10208"/>
                  </a:cubicBezTo>
                  <a:cubicBezTo>
                    <a:pt x="37618" y="10136"/>
                    <a:pt x="37402" y="10100"/>
                    <a:pt x="37185" y="10100"/>
                  </a:cubicBezTo>
                  <a:cubicBezTo>
                    <a:pt x="36572" y="10100"/>
                    <a:pt x="35923" y="10280"/>
                    <a:pt x="35382" y="10460"/>
                  </a:cubicBezTo>
                  <a:cubicBezTo>
                    <a:pt x="35174" y="10516"/>
                    <a:pt x="34987" y="10577"/>
                    <a:pt x="34836" y="10630"/>
                  </a:cubicBezTo>
                  <a:lnTo>
                    <a:pt x="34836" y="10630"/>
                  </a:lnTo>
                  <a:cubicBezTo>
                    <a:pt x="34780" y="10251"/>
                    <a:pt x="34648" y="9604"/>
                    <a:pt x="34336" y="8585"/>
                  </a:cubicBezTo>
                  <a:cubicBezTo>
                    <a:pt x="34084" y="7647"/>
                    <a:pt x="33290" y="6204"/>
                    <a:pt x="31703" y="4762"/>
                  </a:cubicBezTo>
                  <a:cubicBezTo>
                    <a:pt x="30116" y="3319"/>
                    <a:pt x="27700" y="1840"/>
                    <a:pt x="24201" y="830"/>
                  </a:cubicBezTo>
                  <a:cubicBezTo>
                    <a:pt x="22181" y="253"/>
                    <a:pt x="20017" y="1"/>
                    <a:pt x="17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4786;p64">
              <a:extLst>
                <a:ext uri="{FF2B5EF4-FFF2-40B4-BE49-F238E27FC236}">
                  <a16:creationId xmlns:a16="http://schemas.microsoft.com/office/drawing/2014/main" id="{994CC6B2-51F5-7B2C-358B-616A43F0F46B}"/>
                </a:ext>
              </a:extLst>
            </p:cNvPr>
            <p:cNvSpPr/>
            <p:nvPr/>
          </p:nvSpPr>
          <p:spPr>
            <a:xfrm>
              <a:off x="3553000" y="3237875"/>
              <a:ext cx="350775" cy="489200"/>
            </a:xfrm>
            <a:custGeom>
              <a:avLst/>
              <a:gdLst/>
              <a:ahLst/>
              <a:cxnLst/>
              <a:rect l="l" t="t" r="r" b="b"/>
              <a:pathLst>
                <a:path w="14031" h="19568" extrusionOk="0">
                  <a:moveTo>
                    <a:pt x="12612" y="1"/>
                  </a:moveTo>
                  <a:cubicBezTo>
                    <a:pt x="11647" y="1"/>
                    <a:pt x="9796" y="3410"/>
                    <a:pt x="8513" y="6678"/>
                  </a:cubicBezTo>
                  <a:cubicBezTo>
                    <a:pt x="6962" y="10717"/>
                    <a:pt x="1" y="15875"/>
                    <a:pt x="1227" y="17101"/>
                  </a:cubicBezTo>
                  <a:cubicBezTo>
                    <a:pt x="1976" y="17850"/>
                    <a:pt x="4325" y="19567"/>
                    <a:pt x="6731" y="19567"/>
                  </a:cubicBezTo>
                  <a:cubicBezTo>
                    <a:pt x="8265" y="19567"/>
                    <a:pt x="9822" y="18869"/>
                    <a:pt x="11001" y="16777"/>
                  </a:cubicBezTo>
                  <a:cubicBezTo>
                    <a:pt x="14031" y="11366"/>
                    <a:pt x="13129" y="618"/>
                    <a:pt x="13129" y="618"/>
                  </a:cubicBezTo>
                  <a:cubicBezTo>
                    <a:pt x="13019" y="191"/>
                    <a:pt x="12840" y="1"/>
                    <a:pt x="126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4787;p64">
              <a:extLst>
                <a:ext uri="{FF2B5EF4-FFF2-40B4-BE49-F238E27FC236}">
                  <a16:creationId xmlns:a16="http://schemas.microsoft.com/office/drawing/2014/main" id="{FD72A280-1F08-7DC7-6B66-B408A1C99607}"/>
                </a:ext>
              </a:extLst>
            </p:cNvPr>
            <p:cNvSpPr/>
            <p:nvPr/>
          </p:nvSpPr>
          <p:spPr>
            <a:xfrm>
              <a:off x="3580050" y="3238000"/>
              <a:ext cx="303900" cy="488725"/>
            </a:xfrm>
            <a:custGeom>
              <a:avLst/>
              <a:gdLst/>
              <a:ahLst/>
              <a:cxnLst/>
              <a:rect l="l" t="t" r="r" b="b"/>
              <a:pathLst>
                <a:path w="12156" h="19549" extrusionOk="0">
                  <a:moveTo>
                    <a:pt x="11542" y="0"/>
                  </a:moveTo>
                  <a:cubicBezTo>
                    <a:pt x="10569" y="0"/>
                    <a:pt x="8729" y="3391"/>
                    <a:pt x="7431" y="6673"/>
                  </a:cubicBezTo>
                  <a:cubicBezTo>
                    <a:pt x="5988" y="10388"/>
                    <a:pt x="1" y="15040"/>
                    <a:pt x="1" y="16735"/>
                  </a:cubicBezTo>
                  <a:cubicBezTo>
                    <a:pt x="1" y="16880"/>
                    <a:pt x="73" y="16988"/>
                    <a:pt x="145" y="17096"/>
                  </a:cubicBezTo>
                  <a:cubicBezTo>
                    <a:pt x="903" y="17854"/>
                    <a:pt x="3247" y="19549"/>
                    <a:pt x="5627" y="19549"/>
                  </a:cubicBezTo>
                  <a:cubicBezTo>
                    <a:pt x="7178" y="19549"/>
                    <a:pt x="8729" y="18863"/>
                    <a:pt x="9919" y="16772"/>
                  </a:cubicBezTo>
                  <a:cubicBezTo>
                    <a:pt x="11795" y="13381"/>
                    <a:pt x="12156" y="7863"/>
                    <a:pt x="12156" y="4256"/>
                  </a:cubicBezTo>
                  <a:cubicBezTo>
                    <a:pt x="12156" y="2092"/>
                    <a:pt x="12047" y="613"/>
                    <a:pt x="12047" y="613"/>
                  </a:cubicBezTo>
                  <a:cubicBezTo>
                    <a:pt x="11939" y="181"/>
                    <a:pt x="11759" y="0"/>
                    <a:pt x="11542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4788;p64">
              <a:extLst>
                <a:ext uri="{FF2B5EF4-FFF2-40B4-BE49-F238E27FC236}">
                  <a16:creationId xmlns:a16="http://schemas.microsoft.com/office/drawing/2014/main" id="{4CFF055A-F222-41EB-3FA5-1F871ED8B7FF}"/>
                </a:ext>
              </a:extLst>
            </p:cNvPr>
            <p:cNvSpPr/>
            <p:nvPr/>
          </p:nvSpPr>
          <p:spPr>
            <a:xfrm>
              <a:off x="3572850" y="3229875"/>
              <a:ext cx="319225" cy="504975"/>
            </a:xfrm>
            <a:custGeom>
              <a:avLst/>
              <a:gdLst/>
              <a:ahLst/>
              <a:cxnLst/>
              <a:rect l="l" t="t" r="r" b="b"/>
              <a:pathLst>
                <a:path w="12769" h="20199" extrusionOk="0">
                  <a:moveTo>
                    <a:pt x="11830" y="614"/>
                  </a:moveTo>
                  <a:lnTo>
                    <a:pt x="11903" y="650"/>
                  </a:lnTo>
                  <a:cubicBezTo>
                    <a:pt x="11939" y="722"/>
                    <a:pt x="11975" y="830"/>
                    <a:pt x="12047" y="1011"/>
                  </a:cubicBezTo>
                  <a:cubicBezTo>
                    <a:pt x="12047" y="1049"/>
                    <a:pt x="12047" y="1118"/>
                    <a:pt x="12047" y="1227"/>
                  </a:cubicBezTo>
                  <a:cubicBezTo>
                    <a:pt x="12083" y="1732"/>
                    <a:pt x="12155" y="2958"/>
                    <a:pt x="12155" y="4581"/>
                  </a:cubicBezTo>
                  <a:cubicBezTo>
                    <a:pt x="12155" y="6385"/>
                    <a:pt x="12047" y="8657"/>
                    <a:pt x="11758" y="10893"/>
                  </a:cubicBezTo>
                  <a:cubicBezTo>
                    <a:pt x="11434" y="13129"/>
                    <a:pt x="10857" y="15293"/>
                    <a:pt x="9919" y="16952"/>
                  </a:cubicBezTo>
                  <a:cubicBezTo>
                    <a:pt x="9378" y="17962"/>
                    <a:pt x="8729" y="18611"/>
                    <a:pt x="8043" y="19008"/>
                  </a:cubicBezTo>
                  <a:cubicBezTo>
                    <a:pt x="7358" y="19405"/>
                    <a:pt x="6637" y="19585"/>
                    <a:pt x="5915" y="19585"/>
                  </a:cubicBezTo>
                  <a:cubicBezTo>
                    <a:pt x="4797" y="19585"/>
                    <a:pt x="3643" y="19188"/>
                    <a:pt x="2705" y="18684"/>
                  </a:cubicBezTo>
                  <a:cubicBezTo>
                    <a:pt x="1768" y="18179"/>
                    <a:pt x="1010" y="17565"/>
                    <a:pt x="650" y="17205"/>
                  </a:cubicBezTo>
                  <a:cubicBezTo>
                    <a:pt x="614" y="17169"/>
                    <a:pt x="614" y="17133"/>
                    <a:pt x="614" y="17060"/>
                  </a:cubicBezTo>
                  <a:cubicBezTo>
                    <a:pt x="577" y="16916"/>
                    <a:pt x="650" y="16700"/>
                    <a:pt x="830" y="16447"/>
                  </a:cubicBezTo>
                  <a:cubicBezTo>
                    <a:pt x="1082" y="15942"/>
                    <a:pt x="1587" y="15329"/>
                    <a:pt x="2200" y="14608"/>
                  </a:cubicBezTo>
                  <a:cubicBezTo>
                    <a:pt x="3138" y="13562"/>
                    <a:pt x="4364" y="12300"/>
                    <a:pt x="5446" y="11001"/>
                  </a:cubicBezTo>
                  <a:cubicBezTo>
                    <a:pt x="6529" y="9703"/>
                    <a:pt x="7502" y="8368"/>
                    <a:pt x="8007" y="7106"/>
                  </a:cubicBezTo>
                  <a:cubicBezTo>
                    <a:pt x="8656" y="5483"/>
                    <a:pt x="9414" y="3824"/>
                    <a:pt x="10135" y="2598"/>
                  </a:cubicBezTo>
                  <a:cubicBezTo>
                    <a:pt x="10532" y="1948"/>
                    <a:pt x="10857" y="1443"/>
                    <a:pt x="11181" y="1119"/>
                  </a:cubicBezTo>
                  <a:cubicBezTo>
                    <a:pt x="11325" y="938"/>
                    <a:pt x="11470" y="794"/>
                    <a:pt x="11578" y="722"/>
                  </a:cubicBezTo>
                  <a:cubicBezTo>
                    <a:pt x="11686" y="650"/>
                    <a:pt x="11794" y="614"/>
                    <a:pt x="11830" y="614"/>
                  </a:cubicBezTo>
                  <a:close/>
                  <a:moveTo>
                    <a:pt x="11830" y="1"/>
                  </a:moveTo>
                  <a:cubicBezTo>
                    <a:pt x="11614" y="37"/>
                    <a:pt x="11434" y="109"/>
                    <a:pt x="11253" y="217"/>
                  </a:cubicBezTo>
                  <a:cubicBezTo>
                    <a:pt x="10929" y="434"/>
                    <a:pt x="10640" y="758"/>
                    <a:pt x="10316" y="1191"/>
                  </a:cubicBezTo>
                  <a:cubicBezTo>
                    <a:pt x="9378" y="2525"/>
                    <a:pt x="8296" y="4726"/>
                    <a:pt x="7466" y="6890"/>
                  </a:cubicBezTo>
                  <a:cubicBezTo>
                    <a:pt x="6781" y="8657"/>
                    <a:pt x="4942" y="10749"/>
                    <a:pt x="3246" y="12588"/>
                  </a:cubicBezTo>
                  <a:cubicBezTo>
                    <a:pt x="2417" y="13490"/>
                    <a:pt x="1623" y="14355"/>
                    <a:pt x="1010" y="15113"/>
                  </a:cubicBezTo>
                  <a:cubicBezTo>
                    <a:pt x="722" y="15474"/>
                    <a:pt x="469" y="15834"/>
                    <a:pt x="289" y="16123"/>
                  </a:cubicBezTo>
                  <a:cubicBezTo>
                    <a:pt x="109" y="16447"/>
                    <a:pt x="0" y="16736"/>
                    <a:pt x="0" y="17060"/>
                  </a:cubicBezTo>
                  <a:cubicBezTo>
                    <a:pt x="0" y="17241"/>
                    <a:pt x="72" y="17493"/>
                    <a:pt x="217" y="17638"/>
                  </a:cubicBezTo>
                  <a:cubicBezTo>
                    <a:pt x="650" y="18034"/>
                    <a:pt x="1407" y="18647"/>
                    <a:pt x="2417" y="19188"/>
                  </a:cubicBezTo>
                  <a:cubicBezTo>
                    <a:pt x="3427" y="19729"/>
                    <a:pt x="4653" y="20198"/>
                    <a:pt x="5915" y="20198"/>
                  </a:cubicBezTo>
                  <a:cubicBezTo>
                    <a:pt x="6745" y="20198"/>
                    <a:pt x="7574" y="19982"/>
                    <a:pt x="8332" y="19513"/>
                  </a:cubicBezTo>
                  <a:cubicBezTo>
                    <a:pt x="9125" y="19080"/>
                    <a:pt x="9847" y="18323"/>
                    <a:pt x="10460" y="17241"/>
                  </a:cubicBezTo>
                  <a:cubicBezTo>
                    <a:pt x="11434" y="15474"/>
                    <a:pt x="12011" y="13237"/>
                    <a:pt x="12335" y="10965"/>
                  </a:cubicBezTo>
                  <a:cubicBezTo>
                    <a:pt x="12660" y="8693"/>
                    <a:pt x="12768" y="6385"/>
                    <a:pt x="12768" y="4581"/>
                  </a:cubicBezTo>
                  <a:cubicBezTo>
                    <a:pt x="12768" y="2417"/>
                    <a:pt x="12624" y="902"/>
                    <a:pt x="12624" y="902"/>
                  </a:cubicBezTo>
                  <a:lnTo>
                    <a:pt x="12624" y="866"/>
                  </a:lnTo>
                  <a:cubicBezTo>
                    <a:pt x="12552" y="614"/>
                    <a:pt x="12480" y="434"/>
                    <a:pt x="12335" y="289"/>
                  </a:cubicBezTo>
                  <a:cubicBezTo>
                    <a:pt x="12227" y="109"/>
                    <a:pt x="12011" y="1"/>
                    <a:pt x="11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4789;p64">
              <a:extLst>
                <a:ext uri="{FF2B5EF4-FFF2-40B4-BE49-F238E27FC236}">
                  <a16:creationId xmlns:a16="http://schemas.microsoft.com/office/drawing/2014/main" id="{85542F87-D8BB-5462-B072-228EE0548507}"/>
                </a:ext>
              </a:extLst>
            </p:cNvPr>
            <p:cNvSpPr/>
            <p:nvPr/>
          </p:nvSpPr>
          <p:spPr>
            <a:xfrm>
              <a:off x="3224800" y="2836750"/>
              <a:ext cx="786275" cy="880150"/>
            </a:xfrm>
            <a:custGeom>
              <a:avLst/>
              <a:gdLst/>
              <a:ahLst/>
              <a:cxnLst/>
              <a:rect l="l" t="t" r="r" b="b"/>
              <a:pathLst>
                <a:path w="31451" h="35206" extrusionOk="0">
                  <a:moveTo>
                    <a:pt x="19513" y="0"/>
                  </a:moveTo>
                  <a:cubicBezTo>
                    <a:pt x="19512" y="1"/>
                    <a:pt x="3138" y="4256"/>
                    <a:pt x="0" y="5663"/>
                  </a:cubicBezTo>
                  <a:cubicBezTo>
                    <a:pt x="0" y="5663"/>
                    <a:pt x="253" y="14211"/>
                    <a:pt x="3535" y="23156"/>
                  </a:cubicBezTo>
                  <a:cubicBezTo>
                    <a:pt x="6817" y="32064"/>
                    <a:pt x="12335" y="35094"/>
                    <a:pt x="14716" y="35202"/>
                  </a:cubicBezTo>
                  <a:cubicBezTo>
                    <a:pt x="14753" y="35204"/>
                    <a:pt x="14791" y="35205"/>
                    <a:pt x="14830" y="35205"/>
                  </a:cubicBezTo>
                  <a:cubicBezTo>
                    <a:pt x="17272" y="35205"/>
                    <a:pt x="21672" y="30736"/>
                    <a:pt x="23660" y="26546"/>
                  </a:cubicBezTo>
                  <a:cubicBezTo>
                    <a:pt x="25680" y="22254"/>
                    <a:pt x="27051" y="17349"/>
                    <a:pt x="27051" y="17349"/>
                  </a:cubicBezTo>
                  <a:cubicBezTo>
                    <a:pt x="27051" y="17349"/>
                    <a:pt x="29972" y="16339"/>
                    <a:pt x="30730" y="13706"/>
                  </a:cubicBezTo>
                  <a:cubicBezTo>
                    <a:pt x="31451" y="11073"/>
                    <a:pt x="31343" y="8657"/>
                    <a:pt x="29323" y="8404"/>
                  </a:cubicBezTo>
                  <a:cubicBezTo>
                    <a:pt x="29239" y="8394"/>
                    <a:pt x="29158" y="8389"/>
                    <a:pt x="29078" y="8389"/>
                  </a:cubicBezTo>
                  <a:cubicBezTo>
                    <a:pt x="27233" y="8389"/>
                    <a:pt x="26438" y="11073"/>
                    <a:pt x="26438" y="11073"/>
                  </a:cubicBezTo>
                  <a:cubicBezTo>
                    <a:pt x="26438" y="11073"/>
                    <a:pt x="23913" y="9414"/>
                    <a:pt x="22903" y="6168"/>
                  </a:cubicBezTo>
                  <a:cubicBezTo>
                    <a:pt x="22001" y="3236"/>
                    <a:pt x="23517" y="908"/>
                    <a:pt x="23130" y="908"/>
                  </a:cubicBezTo>
                  <a:cubicBezTo>
                    <a:pt x="23084" y="908"/>
                    <a:pt x="23011" y="941"/>
                    <a:pt x="22903" y="1010"/>
                  </a:cubicBezTo>
                  <a:cubicBezTo>
                    <a:pt x="21982" y="1569"/>
                    <a:pt x="20222" y="3298"/>
                    <a:pt x="19180" y="3298"/>
                  </a:cubicBezTo>
                  <a:cubicBezTo>
                    <a:pt x="19080" y="3298"/>
                    <a:pt x="18986" y="3282"/>
                    <a:pt x="18900" y="3247"/>
                  </a:cubicBezTo>
                  <a:cubicBezTo>
                    <a:pt x="17890" y="2886"/>
                    <a:pt x="19513" y="1"/>
                    <a:pt x="19513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4790;p64">
              <a:extLst>
                <a:ext uri="{FF2B5EF4-FFF2-40B4-BE49-F238E27FC236}">
                  <a16:creationId xmlns:a16="http://schemas.microsoft.com/office/drawing/2014/main" id="{8D1E8609-9FB4-B93A-6E40-A7FE79805C20}"/>
                </a:ext>
              </a:extLst>
            </p:cNvPr>
            <p:cNvSpPr/>
            <p:nvPr/>
          </p:nvSpPr>
          <p:spPr>
            <a:xfrm>
              <a:off x="3217575" y="2829200"/>
              <a:ext cx="793500" cy="895725"/>
            </a:xfrm>
            <a:custGeom>
              <a:avLst/>
              <a:gdLst/>
              <a:ahLst/>
              <a:cxnLst/>
              <a:rect l="l" t="t" r="r" b="b"/>
              <a:pathLst>
                <a:path w="31740" h="35829" extrusionOk="0">
                  <a:moveTo>
                    <a:pt x="19227" y="757"/>
                  </a:moveTo>
                  <a:cubicBezTo>
                    <a:pt x="19168" y="873"/>
                    <a:pt x="19106" y="999"/>
                    <a:pt x="19044" y="1132"/>
                  </a:cubicBezTo>
                  <a:cubicBezTo>
                    <a:pt x="18792" y="1709"/>
                    <a:pt x="18539" y="2358"/>
                    <a:pt x="18539" y="2935"/>
                  </a:cubicBezTo>
                  <a:cubicBezTo>
                    <a:pt x="18539" y="3116"/>
                    <a:pt x="18575" y="3296"/>
                    <a:pt x="18648" y="3476"/>
                  </a:cubicBezTo>
                  <a:cubicBezTo>
                    <a:pt x="18720" y="3621"/>
                    <a:pt x="18864" y="3765"/>
                    <a:pt x="19080" y="3837"/>
                  </a:cubicBezTo>
                  <a:cubicBezTo>
                    <a:pt x="19189" y="3873"/>
                    <a:pt x="19333" y="3909"/>
                    <a:pt x="19441" y="3909"/>
                  </a:cubicBezTo>
                  <a:cubicBezTo>
                    <a:pt x="19802" y="3909"/>
                    <a:pt x="20126" y="3765"/>
                    <a:pt x="20487" y="3585"/>
                  </a:cubicBezTo>
                  <a:cubicBezTo>
                    <a:pt x="21028" y="3332"/>
                    <a:pt x="21569" y="2899"/>
                    <a:pt x="22074" y="2503"/>
                  </a:cubicBezTo>
                  <a:cubicBezTo>
                    <a:pt x="22443" y="2239"/>
                    <a:pt x="22794" y="1955"/>
                    <a:pt x="23082" y="1752"/>
                  </a:cubicBezTo>
                  <a:lnTo>
                    <a:pt x="23082" y="1752"/>
                  </a:lnTo>
                  <a:cubicBezTo>
                    <a:pt x="22898" y="2318"/>
                    <a:pt x="22615" y="3308"/>
                    <a:pt x="22615" y="4486"/>
                  </a:cubicBezTo>
                  <a:cubicBezTo>
                    <a:pt x="22615" y="5135"/>
                    <a:pt x="22687" y="5821"/>
                    <a:pt x="22904" y="6542"/>
                  </a:cubicBezTo>
                  <a:cubicBezTo>
                    <a:pt x="23949" y="9932"/>
                    <a:pt x="26546" y="11591"/>
                    <a:pt x="26546" y="11628"/>
                  </a:cubicBezTo>
                  <a:cubicBezTo>
                    <a:pt x="26600" y="11646"/>
                    <a:pt x="26645" y="11655"/>
                    <a:pt x="26691" y="11655"/>
                  </a:cubicBezTo>
                  <a:cubicBezTo>
                    <a:pt x="26736" y="11655"/>
                    <a:pt x="26781" y="11646"/>
                    <a:pt x="26835" y="11628"/>
                  </a:cubicBezTo>
                  <a:cubicBezTo>
                    <a:pt x="26907" y="11628"/>
                    <a:pt x="26979" y="11555"/>
                    <a:pt x="27015" y="11447"/>
                  </a:cubicBezTo>
                  <a:lnTo>
                    <a:pt x="27015" y="11411"/>
                  </a:lnTo>
                  <a:cubicBezTo>
                    <a:pt x="27051" y="11303"/>
                    <a:pt x="27268" y="10654"/>
                    <a:pt x="27700" y="10077"/>
                  </a:cubicBezTo>
                  <a:cubicBezTo>
                    <a:pt x="27881" y="9788"/>
                    <a:pt x="28133" y="9500"/>
                    <a:pt x="28422" y="9319"/>
                  </a:cubicBezTo>
                  <a:cubicBezTo>
                    <a:pt x="28710" y="9139"/>
                    <a:pt x="28999" y="8995"/>
                    <a:pt x="29360" y="8995"/>
                  </a:cubicBezTo>
                  <a:cubicBezTo>
                    <a:pt x="29432" y="8995"/>
                    <a:pt x="29504" y="8995"/>
                    <a:pt x="29576" y="9031"/>
                  </a:cubicBezTo>
                  <a:cubicBezTo>
                    <a:pt x="30153" y="9103"/>
                    <a:pt x="30514" y="9319"/>
                    <a:pt x="30766" y="9716"/>
                  </a:cubicBezTo>
                  <a:cubicBezTo>
                    <a:pt x="31019" y="10113"/>
                    <a:pt x="31127" y="10690"/>
                    <a:pt x="31127" y="11375"/>
                  </a:cubicBezTo>
                  <a:cubicBezTo>
                    <a:pt x="31127" y="12096"/>
                    <a:pt x="30983" y="12998"/>
                    <a:pt x="30694" y="13936"/>
                  </a:cubicBezTo>
                  <a:cubicBezTo>
                    <a:pt x="30369" y="15162"/>
                    <a:pt x="29504" y="16028"/>
                    <a:pt x="28710" y="16569"/>
                  </a:cubicBezTo>
                  <a:cubicBezTo>
                    <a:pt x="28314" y="16857"/>
                    <a:pt x="27953" y="17038"/>
                    <a:pt x="27700" y="17182"/>
                  </a:cubicBezTo>
                  <a:cubicBezTo>
                    <a:pt x="27556" y="17254"/>
                    <a:pt x="27448" y="17290"/>
                    <a:pt x="27376" y="17326"/>
                  </a:cubicBezTo>
                  <a:lnTo>
                    <a:pt x="27268" y="17362"/>
                  </a:lnTo>
                  <a:cubicBezTo>
                    <a:pt x="27159" y="17398"/>
                    <a:pt x="27087" y="17470"/>
                    <a:pt x="27051" y="17579"/>
                  </a:cubicBezTo>
                  <a:cubicBezTo>
                    <a:pt x="27051" y="17579"/>
                    <a:pt x="26979" y="17867"/>
                    <a:pt x="26835" y="18408"/>
                  </a:cubicBezTo>
                  <a:cubicBezTo>
                    <a:pt x="26330" y="19959"/>
                    <a:pt x="25176" y="23530"/>
                    <a:pt x="23697" y="26704"/>
                  </a:cubicBezTo>
                  <a:cubicBezTo>
                    <a:pt x="22723" y="28795"/>
                    <a:pt x="21136" y="30923"/>
                    <a:pt x="19477" y="32546"/>
                  </a:cubicBezTo>
                  <a:cubicBezTo>
                    <a:pt x="18684" y="33376"/>
                    <a:pt x="17854" y="34025"/>
                    <a:pt x="17097" y="34494"/>
                  </a:cubicBezTo>
                  <a:cubicBezTo>
                    <a:pt x="16339" y="34963"/>
                    <a:pt x="15618" y="35215"/>
                    <a:pt x="15113" y="35215"/>
                  </a:cubicBezTo>
                  <a:lnTo>
                    <a:pt x="15041" y="35215"/>
                  </a:lnTo>
                  <a:cubicBezTo>
                    <a:pt x="13959" y="35179"/>
                    <a:pt x="12011" y="34422"/>
                    <a:pt x="9955" y="32546"/>
                  </a:cubicBezTo>
                  <a:cubicBezTo>
                    <a:pt x="7900" y="30707"/>
                    <a:pt x="5736" y="27750"/>
                    <a:pt x="4113" y="23349"/>
                  </a:cubicBezTo>
                  <a:cubicBezTo>
                    <a:pt x="2490" y="18913"/>
                    <a:pt x="1588" y="14549"/>
                    <a:pt x="1119" y="11303"/>
                  </a:cubicBezTo>
                  <a:cubicBezTo>
                    <a:pt x="903" y="9680"/>
                    <a:pt x="758" y="8345"/>
                    <a:pt x="686" y="7408"/>
                  </a:cubicBezTo>
                  <a:cubicBezTo>
                    <a:pt x="650" y="6939"/>
                    <a:pt x="614" y="6578"/>
                    <a:pt x="614" y="6326"/>
                  </a:cubicBezTo>
                  <a:cubicBezTo>
                    <a:pt x="614" y="6256"/>
                    <a:pt x="614" y="6195"/>
                    <a:pt x="614" y="6142"/>
                  </a:cubicBezTo>
                  <a:lnTo>
                    <a:pt x="614" y="6142"/>
                  </a:lnTo>
                  <a:cubicBezTo>
                    <a:pt x="1427" y="5813"/>
                    <a:pt x="2924" y="5309"/>
                    <a:pt x="4762" y="4775"/>
                  </a:cubicBezTo>
                  <a:cubicBezTo>
                    <a:pt x="7719" y="3873"/>
                    <a:pt x="11506" y="2827"/>
                    <a:pt x="14536" y="1998"/>
                  </a:cubicBezTo>
                  <a:cubicBezTo>
                    <a:pt x="16051" y="1601"/>
                    <a:pt x="17385" y="1240"/>
                    <a:pt x="18359" y="988"/>
                  </a:cubicBezTo>
                  <a:cubicBezTo>
                    <a:pt x="18699" y="896"/>
                    <a:pt x="18992" y="819"/>
                    <a:pt x="19227" y="757"/>
                  </a:cubicBezTo>
                  <a:close/>
                  <a:moveTo>
                    <a:pt x="19816" y="0"/>
                  </a:moveTo>
                  <a:cubicBezTo>
                    <a:pt x="19786" y="0"/>
                    <a:pt x="19757" y="5"/>
                    <a:pt x="19730" y="14"/>
                  </a:cubicBezTo>
                  <a:cubicBezTo>
                    <a:pt x="19730" y="14"/>
                    <a:pt x="15618" y="1060"/>
                    <a:pt x="11146" y="2322"/>
                  </a:cubicBezTo>
                  <a:cubicBezTo>
                    <a:pt x="8909" y="2935"/>
                    <a:pt x="6565" y="3585"/>
                    <a:pt x="4581" y="4198"/>
                  </a:cubicBezTo>
                  <a:cubicBezTo>
                    <a:pt x="2598" y="4775"/>
                    <a:pt x="1011" y="5316"/>
                    <a:pt x="181" y="5676"/>
                  </a:cubicBezTo>
                  <a:cubicBezTo>
                    <a:pt x="73" y="5713"/>
                    <a:pt x="1" y="5821"/>
                    <a:pt x="1" y="5965"/>
                  </a:cubicBezTo>
                  <a:cubicBezTo>
                    <a:pt x="1" y="5965"/>
                    <a:pt x="253" y="14549"/>
                    <a:pt x="3536" y="23530"/>
                  </a:cubicBezTo>
                  <a:cubicBezTo>
                    <a:pt x="5195" y="28038"/>
                    <a:pt x="7431" y="31068"/>
                    <a:pt x="9559" y="33015"/>
                  </a:cubicBezTo>
                  <a:cubicBezTo>
                    <a:pt x="11687" y="34927"/>
                    <a:pt x="13706" y="35756"/>
                    <a:pt x="15005" y="35829"/>
                  </a:cubicBezTo>
                  <a:lnTo>
                    <a:pt x="15113" y="35829"/>
                  </a:lnTo>
                  <a:cubicBezTo>
                    <a:pt x="15798" y="35829"/>
                    <a:pt x="16592" y="35504"/>
                    <a:pt x="17385" y="34999"/>
                  </a:cubicBezTo>
                  <a:cubicBezTo>
                    <a:pt x="19838" y="33520"/>
                    <a:pt x="22687" y="30202"/>
                    <a:pt x="24238" y="26956"/>
                  </a:cubicBezTo>
                  <a:cubicBezTo>
                    <a:pt x="26041" y="23124"/>
                    <a:pt x="27327" y="18802"/>
                    <a:pt x="27582" y="17895"/>
                  </a:cubicBezTo>
                  <a:lnTo>
                    <a:pt x="27582" y="17895"/>
                  </a:lnTo>
                  <a:cubicBezTo>
                    <a:pt x="27834" y="17799"/>
                    <a:pt x="28411" y="17541"/>
                    <a:pt x="29071" y="17074"/>
                  </a:cubicBezTo>
                  <a:cubicBezTo>
                    <a:pt x="29901" y="16461"/>
                    <a:pt x="30874" y="15487"/>
                    <a:pt x="31307" y="14080"/>
                  </a:cubicBezTo>
                  <a:cubicBezTo>
                    <a:pt x="31560" y="13142"/>
                    <a:pt x="31740" y="12205"/>
                    <a:pt x="31740" y="11375"/>
                  </a:cubicBezTo>
                  <a:cubicBezTo>
                    <a:pt x="31740" y="10618"/>
                    <a:pt x="31596" y="9932"/>
                    <a:pt x="31271" y="9391"/>
                  </a:cubicBezTo>
                  <a:cubicBezTo>
                    <a:pt x="30946" y="8886"/>
                    <a:pt x="30369" y="8490"/>
                    <a:pt x="29648" y="8418"/>
                  </a:cubicBezTo>
                  <a:lnTo>
                    <a:pt x="29360" y="8418"/>
                  </a:lnTo>
                  <a:cubicBezTo>
                    <a:pt x="28855" y="8418"/>
                    <a:pt x="28386" y="8598"/>
                    <a:pt x="27989" y="8886"/>
                  </a:cubicBezTo>
                  <a:cubicBezTo>
                    <a:pt x="27448" y="9283"/>
                    <a:pt x="27051" y="9896"/>
                    <a:pt x="26799" y="10365"/>
                  </a:cubicBezTo>
                  <a:cubicBezTo>
                    <a:pt x="26706" y="10551"/>
                    <a:pt x="26632" y="10723"/>
                    <a:pt x="26577" y="10865"/>
                  </a:cubicBezTo>
                  <a:lnTo>
                    <a:pt x="26577" y="10865"/>
                  </a:lnTo>
                  <a:cubicBezTo>
                    <a:pt x="25881" y="10313"/>
                    <a:pt x="24225" y="8805"/>
                    <a:pt x="23481" y="6362"/>
                  </a:cubicBezTo>
                  <a:cubicBezTo>
                    <a:pt x="23300" y="5713"/>
                    <a:pt x="23192" y="5063"/>
                    <a:pt x="23192" y="4486"/>
                  </a:cubicBezTo>
                  <a:cubicBezTo>
                    <a:pt x="23192" y="3729"/>
                    <a:pt x="23336" y="3044"/>
                    <a:pt x="23481" y="2503"/>
                  </a:cubicBezTo>
                  <a:cubicBezTo>
                    <a:pt x="23553" y="2214"/>
                    <a:pt x="23625" y="1998"/>
                    <a:pt x="23697" y="1781"/>
                  </a:cubicBezTo>
                  <a:cubicBezTo>
                    <a:pt x="23733" y="1601"/>
                    <a:pt x="23769" y="1457"/>
                    <a:pt x="23805" y="1312"/>
                  </a:cubicBezTo>
                  <a:cubicBezTo>
                    <a:pt x="23805" y="1240"/>
                    <a:pt x="23769" y="1168"/>
                    <a:pt x="23733" y="1060"/>
                  </a:cubicBezTo>
                  <a:cubicBezTo>
                    <a:pt x="23697" y="1024"/>
                    <a:pt x="23625" y="952"/>
                    <a:pt x="23589" y="916"/>
                  </a:cubicBezTo>
                  <a:cubicBezTo>
                    <a:pt x="23517" y="916"/>
                    <a:pt x="23481" y="880"/>
                    <a:pt x="23408" y="880"/>
                  </a:cubicBezTo>
                  <a:cubicBezTo>
                    <a:pt x="23336" y="916"/>
                    <a:pt x="23264" y="916"/>
                    <a:pt x="23228" y="952"/>
                  </a:cubicBezTo>
                  <a:cubicBezTo>
                    <a:pt x="23156" y="988"/>
                    <a:pt x="23084" y="988"/>
                    <a:pt x="23048" y="1024"/>
                  </a:cubicBezTo>
                  <a:cubicBezTo>
                    <a:pt x="22543" y="1348"/>
                    <a:pt x="21894" y="1925"/>
                    <a:pt x="21208" y="2430"/>
                  </a:cubicBezTo>
                  <a:cubicBezTo>
                    <a:pt x="20848" y="2683"/>
                    <a:pt x="20523" y="2899"/>
                    <a:pt x="20198" y="3044"/>
                  </a:cubicBezTo>
                  <a:cubicBezTo>
                    <a:pt x="19910" y="3224"/>
                    <a:pt x="19621" y="3296"/>
                    <a:pt x="19441" y="3296"/>
                  </a:cubicBezTo>
                  <a:lnTo>
                    <a:pt x="19297" y="3296"/>
                  </a:lnTo>
                  <a:lnTo>
                    <a:pt x="19189" y="3188"/>
                  </a:lnTo>
                  <a:cubicBezTo>
                    <a:pt x="19153" y="3152"/>
                    <a:pt x="19153" y="3080"/>
                    <a:pt x="19153" y="2935"/>
                  </a:cubicBezTo>
                  <a:cubicBezTo>
                    <a:pt x="19153" y="2539"/>
                    <a:pt x="19369" y="1889"/>
                    <a:pt x="19585" y="1384"/>
                  </a:cubicBezTo>
                  <a:cubicBezTo>
                    <a:pt x="19730" y="1096"/>
                    <a:pt x="19838" y="880"/>
                    <a:pt x="19910" y="699"/>
                  </a:cubicBezTo>
                  <a:cubicBezTo>
                    <a:pt x="19946" y="627"/>
                    <a:pt x="19982" y="555"/>
                    <a:pt x="20018" y="519"/>
                  </a:cubicBezTo>
                  <a:lnTo>
                    <a:pt x="20054" y="447"/>
                  </a:lnTo>
                  <a:cubicBezTo>
                    <a:pt x="20126" y="339"/>
                    <a:pt x="20126" y="194"/>
                    <a:pt x="20054" y="122"/>
                  </a:cubicBezTo>
                  <a:cubicBezTo>
                    <a:pt x="20000" y="41"/>
                    <a:pt x="19905" y="0"/>
                    <a:pt x="19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4791;p64">
              <a:extLst>
                <a:ext uri="{FF2B5EF4-FFF2-40B4-BE49-F238E27FC236}">
                  <a16:creationId xmlns:a16="http://schemas.microsoft.com/office/drawing/2014/main" id="{0CC075A5-6215-D315-80B1-7C753BEBD45D}"/>
                </a:ext>
              </a:extLst>
            </p:cNvPr>
            <p:cNvSpPr/>
            <p:nvPr/>
          </p:nvSpPr>
          <p:spPr>
            <a:xfrm>
              <a:off x="3751375" y="3083575"/>
              <a:ext cx="155125" cy="68600"/>
            </a:xfrm>
            <a:custGeom>
              <a:avLst/>
              <a:gdLst/>
              <a:ahLst/>
              <a:cxnLst/>
              <a:rect l="l" t="t" r="r" b="b"/>
              <a:pathLst>
                <a:path w="6205" h="2744" extrusionOk="0">
                  <a:moveTo>
                    <a:pt x="5848" y="1"/>
                  </a:moveTo>
                  <a:cubicBezTo>
                    <a:pt x="5822" y="1"/>
                    <a:pt x="5796" y="4"/>
                    <a:pt x="5771" y="10"/>
                  </a:cubicBezTo>
                  <a:lnTo>
                    <a:pt x="217" y="2174"/>
                  </a:lnTo>
                  <a:cubicBezTo>
                    <a:pt x="73" y="2210"/>
                    <a:pt x="1" y="2390"/>
                    <a:pt x="73" y="2571"/>
                  </a:cubicBezTo>
                  <a:cubicBezTo>
                    <a:pt x="99" y="2676"/>
                    <a:pt x="203" y="2743"/>
                    <a:pt x="313" y="2743"/>
                  </a:cubicBezTo>
                  <a:cubicBezTo>
                    <a:pt x="354" y="2743"/>
                    <a:pt x="395" y="2734"/>
                    <a:pt x="433" y="2715"/>
                  </a:cubicBezTo>
                  <a:lnTo>
                    <a:pt x="5988" y="587"/>
                  </a:lnTo>
                  <a:cubicBezTo>
                    <a:pt x="6132" y="515"/>
                    <a:pt x="6204" y="334"/>
                    <a:pt x="6168" y="190"/>
                  </a:cubicBezTo>
                  <a:cubicBezTo>
                    <a:pt x="6108" y="71"/>
                    <a:pt x="5974" y="1"/>
                    <a:pt x="58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4792;p64">
              <a:extLst>
                <a:ext uri="{FF2B5EF4-FFF2-40B4-BE49-F238E27FC236}">
                  <a16:creationId xmlns:a16="http://schemas.microsoft.com/office/drawing/2014/main" id="{2C9E1A8D-ADC7-1833-2BF5-106B42FDC26B}"/>
                </a:ext>
              </a:extLst>
            </p:cNvPr>
            <p:cNvSpPr/>
            <p:nvPr/>
          </p:nvSpPr>
          <p:spPr>
            <a:xfrm>
              <a:off x="3156275" y="3109950"/>
              <a:ext cx="628500" cy="217975"/>
            </a:xfrm>
            <a:custGeom>
              <a:avLst/>
              <a:gdLst/>
              <a:ahLst/>
              <a:cxnLst/>
              <a:rect l="l" t="t" r="r" b="b"/>
              <a:pathLst>
                <a:path w="25140" h="8719" extrusionOk="0">
                  <a:moveTo>
                    <a:pt x="0" y="1"/>
                  </a:moveTo>
                  <a:cubicBezTo>
                    <a:pt x="0" y="1"/>
                    <a:pt x="109" y="3535"/>
                    <a:pt x="1876" y="5555"/>
                  </a:cubicBezTo>
                  <a:cubicBezTo>
                    <a:pt x="3144" y="6979"/>
                    <a:pt x="5380" y="7511"/>
                    <a:pt x="7047" y="7511"/>
                  </a:cubicBezTo>
                  <a:cubicBezTo>
                    <a:pt x="7702" y="7511"/>
                    <a:pt x="8270" y="7429"/>
                    <a:pt x="8656" y="7286"/>
                  </a:cubicBezTo>
                  <a:cubicBezTo>
                    <a:pt x="9996" y="6840"/>
                    <a:pt x="9831" y="3255"/>
                    <a:pt x="11120" y="3255"/>
                  </a:cubicBezTo>
                  <a:cubicBezTo>
                    <a:pt x="11184" y="3255"/>
                    <a:pt x="11253" y="3264"/>
                    <a:pt x="11325" y="3283"/>
                  </a:cubicBezTo>
                  <a:cubicBezTo>
                    <a:pt x="12804" y="3644"/>
                    <a:pt x="12552" y="5303"/>
                    <a:pt x="13201" y="6817"/>
                  </a:cubicBezTo>
                  <a:cubicBezTo>
                    <a:pt x="13814" y="8296"/>
                    <a:pt x="14463" y="8188"/>
                    <a:pt x="17204" y="8549"/>
                  </a:cubicBezTo>
                  <a:cubicBezTo>
                    <a:pt x="17971" y="8658"/>
                    <a:pt x="18726" y="8718"/>
                    <a:pt x="19439" y="8718"/>
                  </a:cubicBezTo>
                  <a:cubicBezTo>
                    <a:pt x="21311" y="8718"/>
                    <a:pt x="22893" y="8305"/>
                    <a:pt x="23624" y="7286"/>
                  </a:cubicBezTo>
                  <a:cubicBezTo>
                    <a:pt x="24634" y="5916"/>
                    <a:pt x="25139" y="1624"/>
                    <a:pt x="24129" y="1407"/>
                  </a:cubicBezTo>
                  <a:cubicBezTo>
                    <a:pt x="23922" y="1355"/>
                    <a:pt x="23613" y="1334"/>
                    <a:pt x="23223" y="1334"/>
                  </a:cubicBezTo>
                  <a:cubicBezTo>
                    <a:pt x="21714" y="1334"/>
                    <a:pt x="18980" y="1653"/>
                    <a:pt x="16086" y="1768"/>
                  </a:cubicBezTo>
                  <a:cubicBezTo>
                    <a:pt x="12444" y="1876"/>
                    <a:pt x="11073" y="2021"/>
                    <a:pt x="11073" y="202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4793;p64">
              <a:extLst>
                <a:ext uri="{FF2B5EF4-FFF2-40B4-BE49-F238E27FC236}">
                  <a16:creationId xmlns:a16="http://schemas.microsoft.com/office/drawing/2014/main" id="{772EE471-AE96-78FE-B69C-3C06057DD739}"/>
                </a:ext>
              </a:extLst>
            </p:cNvPr>
            <p:cNvSpPr/>
            <p:nvPr/>
          </p:nvSpPr>
          <p:spPr>
            <a:xfrm>
              <a:off x="3501625" y="3169475"/>
              <a:ext cx="275025" cy="158450"/>
            </a:xfrm>
            <a:custGeom>
              <a:avLst/>
              <a:gdLst/>
              <a:ahLst/>
              <a:cxnLst/>
              <a:rect l="l" t="t" r="r" b="b"/>
              <a:pathLst>
                <a:path w="11001" h="6338" extrusionOk="0">
                  <a:moveTo>
                    <a:pt x="10820" y="0"/>
                  </a:moveTo>
                  <a:lnTo>
                    <a:pt x="0" y="5374"/>
                  </a:lnTo>
                  <a:cubicBezTo>
                    <a:pt x="577" y="5879"/>
                    <a:pt x="1443" y="5915"/>
                    <a:pt x="3390" y="6168"/>
                  </a:cubicBezTo>
                  <a:cubicBezTo>
                    <a:pt x="4157" y="6277"/>
                    <a:pt x="4912" y="6337"/>
                    <a:pt x="5625" y="6337"/>
                  </a:cubicBezTo>
                  <a:cubicBezTo>
                    <a:pt x="7497" y="6337"/>
                    <a:pt x="9079" y="5924"/>
                    <a:pt x="9810" y="4905"/>
                  </a:cubicBezTo>
                  <a:cubicBezTo>
                    <a:pt x="10568" y="3932"/>
                    <a:pt x="11001" y="1407"/>
                    <a:pt x="10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4794;p64">
              <a:extLst>
                <a:ext uri="{FF2B5EF4-FFF2-40B4-BE49-F238E27FC236}">
                  <a16:creationId xmlns:a16="http://schemas.microsoft.com/office/drawing/2014/main" id="{BF0CA525-E8A9-9221-83F4-D84B5361AC7D}"/>
                </a:ext>
              </a:extLst>
            </p:cNvPr>
            <p:cNvSpPr/>
            <p:nvPr/>
          </p:nvSpPr>
          <p:spPr>
            <a:xfrm>
              <a:off x="3217575" y="3153250"/>
              <a:ext cx="351700" cy="144800"/>
            </a:xfrm>
            <a:custGeom>
              <a:avLst/>
              <a:gdLst/>
              <a:ahLst/>
              <a:cxnLst/>
              <a:rect l="l" t="t" r="r" b="b"/>
              <a:pathLst>
                <a:path w="14068" h="5792" extrusionOk="0">
                  <a:moveTo>
                    <a:pt x="14067" y="0"/>
                  </a:moveTo>
                  <a:lnTo>
                    <a:pt x="14067" y="0"/>
                  </a:lnTo>
                  <a:cubicBezTo>
                    <a:pt x="13923" y="36"/>
                    <a:pt x="13779" y="36"/>
                    <a:pt x="13634" y="36"/>
                  </a:cubicBezTo>
                  <a:cubicBezTo>
                    <a:pt x="12552" y="72"/>
                    <a:pt x="11687" y="108"/>
                    <a:pt x="10965" y="144"/>
                  </a:cubicBezTo>
                  <a:lnTo>
                    <a:pt x="1" y="4364"/>
                  </a:lnTo>
                  <a:cubicBezTo>
                    <a:pt x="1302" y="5395"/>
                    <a:pt x="3138" y="5791"/>
                    <a:pt x="4564" y="5791"/>
                  </a:cubicBezTo>
                  <a:cubicBezTo>
                    <a:pt x="5234" y="5791"/>
                    <a:pt x="5813" y="5704"/>
                    <a:pt x="6204" y="5554"/>
                  </a:cubicBezTo>
                  <a:cubicBezTo>
                    <a:pt x="7544" y="5108"/>
                    <a:pt x="7379" y="1523"/>
                    <a:pt x="8668" y="1523"/>
                  </a:cubicBezTo>
                  <a:cubicBezTo>
                    <a:pt x="8732" y="1523"/>
                    <a:pt x="8801" y="1532"/>
                    <a:pt x="8873" y="1551"/>
                  </a:cubicBezTo>
                  <a:cubicBezTo>
                    <a:pt x="9739" y="1767"/>
                    <a:pt x="10028" y="2453"/>
                    <a:pt x="10244" y="3282"/>
                  </a:cubicBezTo>
                  <a:lnTo>
                    <a:pt x="140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4795;p64">
              <a:extLst>
                <a:ext uri="{FF2B5EF4-FFF2-40B4-BE49-F238E27FC236}">
                  <a16:creationId xmlns:a16="http://schemas.microsoft.com/office/drawing/2014/main" id="{B1C99A56-D4CB-8EF0-CB68-56136D2B119C}"/>
                </a:ext>
              </a:extLst>
            </p:cNvPr>
            <p:cNvSpPr/>
            <p:nvPr/>
          </p:nvSpPr>
          <p:spPr>
            <a:xfrm>
              <a:off x="3148150" y="3102400"/>
              <a:ext cx="633000" cy="233000"/>
            </a:xfrm>
            <a:custGeom>
              <a:avLst/>
              <a:gdLst/>
              <a:ahLst/>
              <a:cxnLst/>
              <a:rect l="l" t="t" r="r" b="b"/>
              <a:pathLst>
                <a:path w="25320" h="9320" extrusionOk="0">
                  <a:moveTo>
                    <a:pt x="638" y="661"/>
                  </a:moveTo>
                  <a:lnTo>
                    <a:pt x="11326" y="2611"/>
                  </a:lnTo>
                  <a:lnTo>
                    <a:pt x="11686" y="2611"/>
                  </a:lnTo>
                  <a:cubicBezTo>
                    <a:pt x="12228" y="2575"/>
                    <a:pt x="13706" y="2467"/>
                    <a:pt x="16411" y="2359"/>
                  </a:cubicBezTo>
                  <a:cubicBezTo>
                    <a:pt x="19369" y="2250"/>
                    <a:pt x="22146" y="1926"/>
                    <a:pt x="23625" y="1926"/>
                  </a:cubicBezTo>
                  <a:cubicBezTo>
                    <a:pt x="23985" y="1926"/>
                    <a:pt x="24238" y="1962"/>
                    <a:pt x="24382" y="1998"/>
                  </a:cubicBezTo>
                  <a:lnTo>
                    <a:pt x="24490" y="2034"/>
                  </a:lnTo>
                  <a:cubicBezTo>
                    <a:pt x="24526" y="2142"/>
                    <a:pt x="24599" y="2286"/>
                    <a:pt x="24635" y="2539"/>
                  </a:cubicBezTo>
                  <a:cubicBezTo>
                    <a:pt x="24707" y="2755"/>
                    <a:pt x="24707" y="3044"/>
                    <a:pt x="24707" y="3369"/>
                  </a:cubicBezTo>
                  <a:cubicBezTo>
                    <a:pt x="24707" y="4054"/>
                    <a:pt x="24599" y="4883"/>
                    <a:pt x="24418" y="5641"/>
                  </a:cubicBezTo>
                  <a:cubicBezTo>
                    <a:pt x="24238" y="6398"/>
                    <a:pt x="23985" y="7047"/>
                    <a:pt x="23733" y="7444"/>
                  </a:cubicBezTo>
                  <a:cubicBezTo>
                    <a:pt x="23408" y="7877"/>
                    <a:pt x="22867" y="8202"/>
                    <a:pt x="22182" y="8418"/>
                  </a:cubicBezTo>
                  <a:cubicBezTo>
                    <a:pt x="21497" y="8634"/>
                    <a:pt x="20667" y="8706"/>
                    <a:pt x="19729" y="8706"/>
                  </a:cubicBezTo>
                  <a:cubicBezTo>
                    <a:pt x="19044" y="8706"/>
                    <a:pt x="18323" y="8670"/>
                    <a:pt x="17602" y="8562"/>
                  </a:cubicBezTo>
                  <a:cubicBezTo>
                    <a:pt x="16195" y="8382"/>
                    <a:pt x="15329" y="8310"/>
                    <a:pt x="14824" y="8129"/>
                  </a:cubicBezTo>
                  <a:cubicBezTo>
                    <a:pt x="14572" y="8021"/>
                    <a:pt x="14392" y="7913"/>
                    <a:pt x="14247" y="7769"/>
                  </a:cubicBezTo>
                  <a:cubicBezTo>
                    <a:pt x="14103" y="7588"/>
                    <a:pt x="13959" y="7336"/>
                    <a:pt x="13814" y="6975"/>
                  </a:cubicBezTo>
                  <a:cubicBezTo>
                    <a:pt x="13490" y="6290"/>
                    <a:pt x="13418" y="5496"/>
                    <a:pt x="13201" y="4811"/>
                  </a:cubicBezTo>
                  <a:cubicBezTo>
                    <a:pt x="13093" y="4487"/>
                    <a:pt x="12949" y="4162"/>
                    <a:pt x="12696" y="3873"/>
                  </a:cubicBezTo>
                  <a:cubicBezTo>
                    <a:pt x="12480" y="3621"/>
                    <a:pt x="12119" y="3405"/>
                    <a:pt x="11723" y="3296"/>
                  </a:cubicBezTo>
                  <a:cubicBezTo>
                    <a:pt x="11614" y="3260"/>
                    <a:pt x="11506" y="3260"/>
                    <a:pt x="11434" y="3260"/>
                  </a:cubicBezTo>
                  <a:cubicBezTo>
                    <a:pt x="11218" y="3260"/>
                    <a:pt x="11001" y="3332"/>
                    <a:pt x="10821" y="3477"/>
                  </a:cubicBezTo>
                  <a:cubicBezTo>
                    <a:pt x="10532" y="3729"/>
                    <a:pt x="10352" y="4054"/>
                    <a:pt x="10208" y="4451"/>
                  </a:cubicBezTo>
                  <a:cubicBezTo>
                    <a:pt x="9991" y="5028"/>
                    <a:pt x="9847" y="5713"/>
                    <a:pt x="9631" y="6254"/>
                  </a:cubicBezTo>
                  <a:cubicBezTo>
                    <a:pt x="9522" y="6542"/>
                    <a:pt x="9414" y="6795"/>
                    <a:pt x="9270" y="6975"/>
                  </a:cubicBezTo>
                  <a:cubicBezTo>
                    <a:pt x="9162" y="7156"/>
                    <a:pt x="9018" y="7264"/>
                    <a:pt x="8873" y="7336"/>
                  </a:cubicBezTo>
                  <a:cubicBezTo>
                    <a:pt x="8549" y="7444"/>
                    <a:pt x="8008" y="7516"/>
                    <a:pt x="7395" y="7516"/>
                  </a:cubicBezTo>
                  <a:cubicBezTo>
                    <a:pt x="6565" y="7516"/>
                    <a:pt x="5627" y="7408"/>
                    <a:pt x="4726" y="7083"/>
                  </a:cubicBezTo>
                  <a:cubicBezTo>
                    <a:pt x="3824" y="6795"/>
                    <a:pt x="2994" y="6326"/>
                    <a:pt x="2417" y="5641"/>
                  </a:cubicBezTo>
                  <a:cubicBezTo>
                    <a:pt x="1588" y="4703"/>
                    <a:pt x="1119" y="3369"/>
                    <a:pt x="866" y="2250"/>
                  </a:cubicBezTo>
                  <a:cubicBezTo>
                    <a:pt x="758" y="1709"/>
                    <a:pt x="686" y="1204"/>
                    <a:pt x="650" y="844"/>
                  </a:cubicBezTo>
                  <a:cubicBezTo>
                    <a:pt x="650" y="773"/>
                    <a:pt x="644" y="714"/>
                    <a:pt x="638" y="661"/>
                  </a:cubicBezTo>
                  <a:close/>
                  <a:moveTo>
                    <a:pt x="297" y="0"/>
                  </a:moveTo>
                  <a:cubicBezTo>
                    <a:pt x="234" y="0"/>
                    <a:pt x="162" y="34"/>
                    <a:pt x="109" y="86"/>
                  </a:cubicBezTo>
                  <a:cubicBezTo>
                    <a:pt x="37" y="122"/>
                    <a:pt x="1" y="231"/>
                    <a:pt x="1" y="303"/>
                  </a:cubicBezTo>
                  <a:cubicBezTo>
                    <a:pt x="1" y="339"/>
                    <a:pt x="37" y="1241"/>
                    <a:pt x="289" y="2395"/>
                  </a:cubicBezTo>
                  <a:cubicBezTo>
                    <a:pt x="542" y="3549"/>
                    <a:pt x="1047" y="4955"/>
                    <a:pt x="1984" y="6037"/>
                  </a:cubicBezTo>
                  <a:cubicBezTo>
                    <a:pt x="2634" y="6831"/>
                    <a:pt x="3571" y="7336"/>
                    <a:pt x="4545" y="7660"/>
                  </a:cubicBezTo>
                  <a:cubicBezTo>
                    <a:pt x="5519" y="7985"/>
                    <a:pt x="6529" y="8129"/>
                    <a:pt x="7395" y="8129"/>
                  </a:cubicBezTo>
                  <a:cubicBezTo>
                    <a:pt x="8044" y="8129"/>
                    <a:pt x="8657" y="8057"/>
                    <a:pt x="9090" y="7877"/>
                  </a:cubicBezTo>
                  <a:cubicBezTo>
                    <a:pt x="9306" y="7805"/>
                    <a:pt x="9486" y="7660"/>
                    <a:pt x="9631" y="7480"/>
                  </a:cubicBezTo>
                  <a:cubicBezTo>
                    <a:pt x="9919" y="7192"/>
                    <a:pt x="10063" y="6795"/>
                    <a:pt x="10244" y="6398"/>
                  </a:cubicBezTo>
                  <a:cubicBezTo>
                    <a:pt x="10460" y="5785"/>
                    <a:pt x="10604" y="5100"/>
                    <a:pt x="10821" y="4595"/>
                  </a:cubicBezTo>
                  <a:cubicBezTo>
                    <a:pt x="10893" y="4342"/>
                    <a:pt x="11001" y="4126"/>
                    <a:pt x="11109" y="4018"/>
                  </a:cubicBezTo>
                  <a:cubicBezTo>
                    <a:pt x="11254" y="3910"/>
                    <a:pt x="11326" y="3873"/>
                    <a:pt x="11434" y="3837"/>
                  </a:cubicBezTo>
                  <a:lnTo>
                    <a:pt x="11542" y="3873"/>
                  </a:lnTo>
                  <a:cubicBezTo>
                    <a:pt x="11903" y="3946"/>
                    <a:pt x="12083" y="4090"/>
                    <a:pt x="12264" y="4270"/>
                  </a:cubicBezTo>
                  <a:cubicBezTo>
                    <a:pt x="12480" y="4559"/>
                    <a:pt x="12624" y="4955"/>
                    <a:pt x="12769" y="5496"/>
                  </a:cubicBezTo>
                  <a:cubicBezTo>
                    <a:pt x="12877" y="6001"/>
                    <a:pt x="12985" y="6615"/>
                    <a:pt x="13237" y="7228"/>
                  </a:cubicBezTo>
                  <a:cubicBezTo>
                    <a:pt x="13418" y="7624"/>
                    <a:pt x="13562" y="7913"/>
                    <a:pt x="13814" y="8165"/>
                  </a:cubicBezTo>
                  <a:cubicBezTo>
                    <a:pt x="14139" y="8526"/>
                    <a:pt x="14572" y="8706"/>
                    <a:pt x="15149" y="8851"/>
                  </a:cubicBezTo>
                  <a:cubicBezTo>
                    <a:pt x="15726" y="8959"/>
                    <a:pt x="16483" y="9031"/>
                    <a:pt x="17493" y="9175"/>
                  </a:cubicBezTo>
                  <a:cubicBezTo>
                    <a:pt x="18251" y="9247"/>
                    <a:pt x="19008" y="9320"/>
                    <a:pt x="19729" y="9320"/>
                  </a:cubicBezTo>
                  <a:cubicBezTo>
                    <a:pt x="20703" y="9320"/>
                    <a:pt x="21605" y="9211"/>
                    <a:pt x="22362" y="8995"/>
                  </a:cubicBezTo>
                  <a:cubicBezTo>
                    <a:pt x="23156" y="8743"/>
                    <a:pt x="23805" y="8346"/>
                    <a:pt x="24202" y="7769"/>
                  </a:cubicBezTo>
                  <a:cubicBezTo>
                    <a:pt x="24562" y="7300"/>
                    <a:pt x="24815" y="6578"/>
                    <a:pt x="25031" y="5785"/>
                  </a:cubicBezTo>
                  <a:cubicBezTo>
                    <a:pt x="25212" y="4955"/>
                    <a:pt x="25320" y="4090"/>
                    <a:pt x="25320" y="3369"/>
                  </a:cubicBezTo>
                  <a:cubicBezTo>
                    <a:pt x="25320" y="2900"/>
                    <a:pt x="25284" y="2467"/>
                    <a:pt x="25176" y="2142"/>
                  </a:cubicBezTo>
                  <a:cubicBezTo>
                    <a:pt x="25103" y="1962"/>
                    <a:pt x="25067" y="1818"/>
                    <a:pt x="24959" y="1673"/>
                  </a:cubicBezTo>
                  <a:cubicBezTo>
                    <a:pt x="24851" y="1565"/>
                    <a:pt x="24707" y="1457"/>
                    <a:pt x="24526" y="1385"/>
                  </a:cubicBezTo>
                  <a:cubicBezTo>
                    <a:pt x="24310" y="1349"/>
                    <a:pt x="23985" y="1313"/>
                    <a:pt x="23625" y="1313"/>
                  </a:cubicBezTo>
                  <a:cubicBezTo>
                    <a:pt x="22074" y="1313"/>
                    <a:pt x="19333" y="1673"/>
                    <a:pt x="16411" y="1782"/>
                  </a:cubicBezTo>
                  <a:cubicBezTo>
                    <a:pt x="13121" y="1878"/>
                    <a:pt x="11677" y="2004"/>
                    <a:pt x="11409" y="2029"/>
                  </a:cubicBezTo>
                  <a:lnTo>
                    <a:pt x="11409" y="2029"/>
                  </a:lnTo>
                  <a:lnTo>
                    <a:pt x="361" y="14"/>
                  </a:lnTo>
                  <a:cubicBezTo>
                    <a:pt x="342" y="5"/>
                    <a:pt x="320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4796;p64">
              <a:extLst>
                <a:ext uri="{FF2B5EF4-FFF2-40B4-BE49-F238E27FC236}">
                  <a16:creationId xmlns:a16="http://schemas.microsoft.com/office/drawing/2014/main" id="{0EA87061-CFDF-69F4-ABDD-C783A2267777}"/>
                </a:ext>
              </a:extLst>
            </p:cNvPr>
            <p:cNvSpPr/>
            <p:nvPr/>
          </p:nvSpPr>
          <p:spPr>
            <a:xfrm>
              <a:off x="3403325" y="3253325"/>
              <a:ext cx="122650" cy="195700"/>
            </a:xfrm>
            <a:custGeom>
              <a:avLst/>
              <a:gdLst/>
              <a:ahLst/>
              <a:cxnLst/>
              <a:rect l="l" t="t" r="r" b="b"/>
              <a:pathLst>
                <a:path w="4906" h="7828" extrusionOk="0">
                  <a:moveTo>
                    <a:pt x="434" y="0"/>
                  </a:moveTo>
                  <a:cubicBezTo>
                    <a:pt x="253" y="0"/>
                    <a:pt x="109" y="145"/>
                    <a:pt x="109" y="289"/>
                  </a:cubicBezTo>
                  <a:cubicBezTo>
                    <a:pt x="109" y="289"/>
                    <a:pt x="1" y="3571"/>
                    <a:pt x="1" y="5591"/>
                  </a:cubicBezTo>
                  <a:cubicBezTo>
                    <a:pt x="1" y="6420"/>
                    <a:pt x="109" y="6961"/>
                    <a:pt x="434" y="7358"/>
                  </a:cubicBezTo>
                  <a:cubicBezTo>
                    <a:pt x="578" y="7539"/>
                    <a:pt x="758" y="7683"/>
                    <a:pt x="975" y="7755"/>
                  </a:cubicBezTo>
                  <a:cubicBezTo>
                    <a:pt x="1191" y="7791"/>
                    <a:pt x="1443" y="7827"/>
                    <a:pt x="1660" y="7827"/>
                  </a:cubicBezTo>
                  <a:cubicBezTo>
                    <a:pt x="1912" y="7827"/>
                    <a:pt x="2165" y="7791"/>
                    <a:pt x="2453" y="7791"/>
                  </a:cubicBezTo>
                  <a:cubicBezTo>
                    <a:pt x="3932" y="7647"/>
                    <a:pt x="4726" y="6997"/>
                    <a:pt x="4762" y="6961"/>
                  </a:cubicBezTo>
                  <a:cubicBezTo>
                    <a:pt x="4906" y="6853"/>
                    <a:pt x="4906" y="6673"/>
                    <a:pt x="4798" y="6529"/>
                  </a:cubicBezTo>
                  <a:cubicBezTo>
                    <a:pt x="4735" y="6466"/>
                    <a:pt x="4648" y="6427"/>
                    <a:pt x="4557" y="6427"/>
                  </a:cubicBezTo>
                  <a:cubicBezTo>
                    <a:pt x="4492" y="6427"/>
                    <a:pt x="4425" y="6447"/>
                    <a:pt x="4365" y="6493"/>
                  </a:cubicBezTo>
                  <a:cubicBezTo>
                    <a:pt x="4365" y="6493"/>
                    <a:pt x="3680" y="7070"/>
                    <a:pt x="2417" y="7178"/>
                  </a:cubicBezTo>
                  <a:cubicBezTo>
                    <a:pt x="2129" y="7214"/>
                    <a:pt x="1876" y="7214"/>
                    <a:pt x="1660" y="7214"/>
                  </a:cubicBezTo>
                  <a:cubicBezTo>
                    <a:pt x="1479" y="7214"/>
                    <a:pt x="1299" y="7214"/>
                    <a:pt x="1155" y="7178"/>
                  </a:cubicBezTo>
                  <a:cubicBezTo>
                    <a:pt x="975" y="7106"/>
                    <a:pt x="866" y="7034"/>
                    <a:pt x="758" y="6781"/>
                  </a:cubicBezTo>
                  <a:cubicBezTo>
                    <a:pt x="650" y="6565"/>
                    <a:pt x="578" y="6168"/>
                    <a:pt x="578" y="5591"/>
                  </a:cubicBezTo>
                  <a:cubicBezTo>
                    <a:pt x="578" y="4581"/>
                    <a:pt x="614" y="3283"/>
                    <a:pt x="650" y="2201"/>
                  </a:cubicBezTo>
                  <a:cubicBezTo>
                    <a:pt x="686" y="1155"/>
                    <a:pt x="722" y="325"/>
                    <a:pt x="722" y="325"/>
                  </a:cubicBezTo>
                  <a:cubicBezTo>
                    <a:pt x="722" y="145"/>
                    <a:pt x="614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4797;p64">
              <a:extLst>
                <a:ext uri="{FF2B5EF4-FFF2-40B4-BE49-F238E27FC236}">
                  <a16:creationId xmlns:a16="http://schemas.microsoft.com/office/drawing/2014/main" id="{6D4F614E-75DE-9F7D-3159-6DE8B3418FC2}"/>
                </a:ext>
              </a:extLst>
            </p:cNvPr>
            <p:cNvSpPr/>
            <p:nvPr/>
          </p:nvSpPr>
          <p:spPr>
            <a:xfrm>
              <a:off x="3510625" y="3441775"/>
              <a:ext cx="207425" cy="137075"/>
            </a:xfrm>
            <a:custGeom>
              <a:avLst/>
              <a:gdLst/>
              <a:ahLst/>
              <a:cxnLst/>
              <a:rect l="l" t="t" r="r" b="b"/>
              <a:pathLst>
                <a:path w="8297" h="5483" extrusionOk="0">
                  <a:moveTo>
                    <a:pt x="5411" y="578"/>
                  </a:moveTo>
                  <a:cubicBezTo>
                    <a:pt x="5519" y="578"/>
                    <a:pt x="5663" y="614"/>
                    <a:pt x="5771" y="614"/>
                  </a:cubicBezTo>
                  <a:cubicBezTo>
                    <a:pt x="6493" y="722"/>
                    <a:pt x="6962" y="974"/>
                    <a:pt x="7250" y="1299"/>
                  </a:cubicBezTo>
                  <a:cubicBezTo>
                    <a:pt x="7575" y="1587"/>
                    <a:pt x="7683" y="1948"/>
                    <a:pt x="7683" y="2309"/>
                  </a:cubicBezTo>
                  <a:cubicBezTo>
                    <a:pt x="7683" y="2850"/>
                    <a:pt x="7394" y="3391"/>
                    <a:pt x="6926" y="3715"/>
                  </a:cubicBezTo>
                  <a:cubicBezTo>
                    <a:pt x="6385" y="4040"/>
                    <a:pt x="5483" y="4329"/>
                    <a:pt x="4545" y="4545"/>
                  </a:cubicBezTo>
                  <a:cubicBezTo>
                    <a:pt x="3607" y="4761"/>
                    <a:pt x="2598" y="4870"/>
                    <a:pt x="1948" y="4870"/>
                  </a:cubicBezTo>
                  <a:cubicBezTo>
                    <a:pt x="1696" y="4870"/>
                    <a:pt x="1479" y="4834"/>
                    <a:pt x="1371" y="4797"/>
                  </a:cubicBezTo>
                  <a:cubicBezTo>
                    <a:pt x="866" y="4689"/>
                    <a:pt x="614" y="4292"/>
                    <a:pt x="614" y="4004"/>
                  </a:cubicBezTo>
                  <a:cubicBezTo>
                    <a:pt x="614" y="3896"/>
                    <a:pt x="650" y="3788"/>
                    <a:pt x="758" y="3679"/>
                  </a:cubicBezTo>
                  <a:lnTo>
                    <a:pt x="758" y="3643"/>
                  </a:lnTo>
                  <a:lnTo>
                    <a:pt x="794" y="3607"/>
                  </a:lnTo>
                  <a:cubicBezTo>
                    <a:pt x="938" y="3463"/>
                    <a:pt x="1552" y="2669"/>
                    <a:pt x="2417" y="1948"/>
                  </a:cubicBezTo>
                  <a:cubicBezTo>
                    <a:pt x="3247" y="1227"/>
                    <a:pt x="4365" y="578"/>
                    <a:pt x="5411" y="578"/>
                  </a:cubicBezTo>
                  <a:close/>
                  <a:moveTo>
                    <a:pt x="5411" y="1"/>
                  </a:moveTo>
                  <a:cubicBezTo>
                    <a:pt x="4040" y="1"/>
                    <a:pt x="2778" y="830"/>
                    <a:pt x="1840" y="1660"/>
                  </a:cubicBezTo>
                  <a:cubicBezTo>
                    <a:pt x="902" y="2453"/>
                    <a:pt x="289" y="3283"/>
                    <a:pt x="289" y="3283"/>
                  </a:cubicBezTo>
                  <a:lnTo>
                    <a:pt x="290" y="3283"/>
                  </a:lnTo>
                  <a:lnTo>
                    <a:pt x="290" y="3283"/>
                  </a:lnTo>
                  <a:cubicBezTo>
                    <a:pt x="97" y="3495"/>
                    <a:pt x="1" y="3766"/>
                    <a:pt x="1" y="4004"/>
                  </a:cubicBezTo>
                  <a:cubicBezTo>
                    <a:pt x="1" y="4617"/>
                    <a:pt x="470" y="5194"/>
                    <a:pt x="1191" y="5375"/>
                  </a:cubicBezTo>
                  <a:cubicBezTo>
                    <a:pt x="1407" y="5447"/>
                    <a:pt x="1660" y="5483"/>
                    <a:pt x="1948" y="5483"/>
                  </a:cubicBezTo>
                  <a:cubicBezTo>
                    <a:pt x="2670" y="5483"/>
                    <a:pt x="3680" y="5338"/>
                    <a:pt x="4653" y="5122"/>
                  </a:cubicBezTo>
                  <a:cubicBezTo>
                    <a:pt x="5663" y="4906"/>
                    <a:pt x="6601" y="4617"/>
                    <a:pt x="7250" y="4220"/>
                  </a:cubicBezTo>
                  <a:cubicBezTo>
                    <a:pt x="7899" y="3788"/>
                    <a:pt x="8296" y="3066"/>
                    <a:pt x="8296" y="2309"/>
                  </a:cubicBezTo>
                  <a:cubicBezTo>
                    <a:pt x="8296" y="1804"/>
                    <a:pt x="8116" y="1263"/>
                    <a:pt x="7683" y="866"/>
                  </a:cubicBezTo>
                  <a:cubicBezTo>
                    <a:pt x="7286" y="433"/>
                    <a:pt x="6673" y="145"/>
                    <a:pt x="5844" y="37"/>
                  </a:cubicBezTo>
                  <a:cubicBezTo>
                    <a:pt x="5699" y="1"/>
                    <a:pt x="5555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4798;p64">
              <a:extLst>
                <a:ext uri="{FF2B5EF4-FFF2-40B4-BE49-F238E27FC236}">
                  <a16:creationId xmlns:a16="http://schemas.microsoft.com/office/drawing/2014/main" id="{03310197-91E2-DAF4-1E43-F1287D69AD6B}"/>
                </a:ext>
              </a:extLst>
            </p:cNvPr>
            <p:cNvSpPr/>
            <p:nvPr/>
          </p:nvSpPr>
          <p:spPr>
            <a:xfrm>
              <a:off x="3519650" y="3464200"/>
              <a:ext cx="179450" cy="87600"/>
            </a:xfrm>
            <a:custGeom>
              <a:avLst/>
              <a:gdLst/>
              <a:ahLst/>
              <a:cxnLst/>
              <a:rect l="l" t="t" r="r" b="b"/>
              <a:pathLst>
                <a:path w="7178" h="3504" extrusionOk="0">
                  <a:moveTo>
                    <a:pt x="6850" y="0"/>
                  </a:moveTo>
                  <a:cubicBezTo>
                    <a:pt x="6778" y="0"/>
                    <a:pt x="6704" y="27"/>
                    <a:pt x="6637" y="77"/>
                  </a:cubicBezTo>
                  <a:lnTo>
                    <a:pt x="6601" y="113"/>
                  </a:lnTo>
                  <a:cubicBezTo>
                    <a:pt x="6420" y="258"/>
                    <a:pt x="5591" y="943"/>
                    <a:pt x="4401" y="1592"/>
                  </a:cubicBezTo>
                  <a:cubicBezTo>
                    <a:pt x="3246" y="2241"/>
                    <a:pt x="1732" y="2854"/>
                    <a:pt x="289" y="2891"/>
                  </a:cubicBezTo>
                  <a:cubicBezTo>
                    <a:pt x="109" y="2891"/>
                    <a:pt x="0" y="3035"/>
                    <a:pt x="0" y="3215"/>
                  </a:cubicBezTo>
                  <a:cubicBezTo>
                    <a:pt x="0" y="3359"/>
                    <a:pt x="145" y="3504"/>
                    <a:pt x="289" y="3504"/>
                  </a:cubicBezTo>
                  <a:cubicBezTo>
                    <a:pt x="2020" y="3432"/>
                    <a:pt x="3679" y="2674"/>
                    <a:pt x="4942" y="1953"/>
                  </a:cubicBezTo>
                  <a:cubicBezTo>
                    <a:pt x="6204" y="1231"/>
                    <a:pt x="7033" y="546"/>
                    <a:pt x="7033" y="546"/>
                  </a:cubicBezTo>
                  <a:cubicBezTo>
                    <a:pt x="7142" y="438"/>
                    <a:pt x="7178" y="222"/>
                    <a:pt x="7070" y="113"/>
                  </a:cubicBezTo>
                  <a:cubicBezTo>
                    <a:pt x="7012" y="36"/>
                    <a:pt x="6933" y="0"/>
                    <a:pt x="68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4799;p64">
              <a:extLst>
                <a:ext uri="{FF2B5EF4-FFF2-40B4-BE49-F238E27FC236}">
                  <a16:creationId xmlns:a16="http://schemas.microsoft.com/office/drawing/2014/main" id="{FFC9B869-CC6B-F4F9-F4EC-0873DC0F1CDA}"/>
                </a:ext>
              </a:extLst>
            </p:cNvPr>
            <p:cNvSpPr/>
            <p:nvPr/>
          </p:nvSpPr>
          <p:spPr>
            <a:xfrm>
              <a:off x="3448425" y="3008125"/>
              <a:ext cx="265700" cy="114050"/>
            </a:xfrm>
            <a:custGeom>
              <a:avLst/>
              <a:gdLst/>
              <a:ahLst/>
              <a:cxnLst/>
              <a:rect l="l" t="t" r="r" b="b"/>
              <a:pathLst>
                <a:path w="10628" h="4562" extrusionOk="0">
                  <a:moveTo>
                    <a:pt x="6842" y="0"/>
                  </a:moveTo>
                  <a:cubicBezTo>
                    <a:pt x="6622" y="0"/>
                    <a:pt x="6397" y="11"/>
                    <a:pt x="6168" y="34"/>
                  </a:cubicBezTo>
                  <a:cubicBezTo>
                    <a:pt x="4040" y="287"/>
                    <a:pt x="2525" y="2451"/>
                    <a:pt x="1767" y="2811"/>
                  </a:cubicBezTo>
                  <a:cubicBezTo>
                    <a:pt x="1010" y="3208"/>
                    <a:pt x="0" y="3208"/>
                    <a:pt x="0" y="3208"/>
                  </a:cubicBezTo>
                  <a:cubicBezTo>
                    <a:pt x="0" y="3208"/>
                    <a:pt x="1243" y="4561"/>
                    <a:pt x="1988" y="4561"/>
                  </a:cubicBezTo>
                  <a:cubicBezTo>
                    <a:pt x="2095" y="4561"/>
                    <a:pt x="2191" y="4534"/>
                    <a:pt x="2272" y="4471"/>
                  </a:cubicBezTo>
                  <a:cubicBezTo>
                    <a:pt x="2885" y="3966"/>
                    <a:pt x="5158" y="1693"/>
                    <a:pt x="7791" y="1441"/>
                  </a:cubicBezTo>
                  <a:cubicBezTo>
                    <a:pt x="8395" y="1384"/>
                    <a:pt x="8881" y="1365"/>
                    <a:pt x="9268" y="1365"/>
                  </a:cubicBezTo>
                  <a:cubicBezTo>
                    <a:pt x="9956" y="1365"/>
                    <a:pt x="10327" y="1424"/>
                    <a:pt x="10484" y="1424"/>
                  </a:cubicBezTo>
                  <a:cubicBezTo>
                    <a:pt x="10628" y="1424"/>
                    <a:pt x="10593" y="1375"/>
                    <a:pt x="10460" y="1188"/>
                  </a:cubicBezTo>
                  <a:cubicBezTo>
                    <a:pt x="10106" y="738"/>
                    <a:pt x="8660" y="0"/>
                    <a:pt x="68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4800;p64">
              <a:extLst>
                <a:ext uri="{FF2B5EF4-FFF2-40B4-BE49-F238E27FC236}">
                  <a16:creationId xmlns:a16="http://schemas.microsoft.com/office/drawing/2014/main" id="{76B01562-8238-F228-6ED2-51FE72871B1D}"/>
                </a:ext>
              </a:extLst>
            </p:cNvPr>
            <p:cNvSpPr/>
            <p:nvPr/>
          </p:nvSpPr>
          <p:spPr>
            <a:xfrm>
              <a:off x="3440300" y="3000850"/>
              <a:ext cx="279550" cy="128075"/>
            </a:xfrm>
            <a:custGeom>
              <a:avLst/>
              <a:gdLst/>
              <a:ahLst/>
              <a:cxnLst/>
              <a:rect l="l" t="t" r="r" b="b"/>
              <a:pathLst>
                <a:path w="11182" h="5123" extrusionOk="0">
                  <a:moveTo>
                    <a:pt x="7250" y="614"/>
                  </a:moveTo>
                  <a:cubicBezTo>
                    <a:pt x="8116" y="614"/>
                    <a:pt x="8873" y="758"/>
                    <a:pt x="9450" y="1011"/>
                  </a:cubicBezTo>
                  <a:cubicBezTo>
                    <a:pt x="9731" y="1116"/>
                    <a:pt x="9977" y="1221"/>
                    <a:pt x="10156" y="1359"/>
                  </a:cubicBezTo>
                  <a:lnTo>
                    <a:pt x="10156" y="1359"/>
                  </a:lnTo>
                  <a:cubicBezTo>
                    <a:pt x="9999" y="1349"/>
                    <a:pt x="9817" y="1335"/>
                    <a:pt x="9594" y="1335"/>
                  </a:cubicBezTo>
                  <a:cubicBezTo>
                    <a:pt x="9198" y="1335"/>
                    <a:pt x="8693" y="1371"/>
                    <a:pt x="8080" y="1443"/>
                  </a:cubicBezTo>
                  <a:cubicBezTo>
                    <a:pt x="6709" y="1552"/>
                    <a:pt x="5447" y="2201"/>
                    <a:pt x="4437" y="2886"/>
                  </a:cubicBezTo>
                  <a:cubicBezTo>
                    <a:pt x="3932" y="3247"/>
                    <a:pt x="3499" y="3571"/>
                    <a:pt x="3138" y="3860"/>
                  </a:cubicBezTo>
                  <a:cubicBezTo>
                    <a:pt x="2814" y="4148"/>
                    <a:pt x="2561" y="4401"/>
                    <a:pt x="2417" y="4509"/>
                  </a:cubicBezTo>
                  <a:lnTo>
                    <a:pt x="2309" y="4545"/>
                  </a:lnTo>
                  <a:cubicBezTo>
                    <a:pt x="2237" y="4545"/>
                    <a:pt x="2020" y="4473"/>
                    <a:pt x="1840" y="4365"/>
                  </a:cubicBezTo>
                  <a:cubicBezTo>
                    <a:pt x="1571" y="4197"/>
                    <a:pt x="1270" y="3965"/>
                    <a:pt x="1026" y="3730"/>
                  </a:cubicBezTo>
                  <a:lnTo>
                    <a:pt x="1026" y="3730"/>
                  </a:lnTo>
                  <a:cubicBezTo>
                    <a:pt x="1382" y="3678"/>
                    <a:pt x="1826" y="3579"/>
                    <a:pt x="2237" y="3391"/>
                  </a:cubicBezTo>
                  <a:cubicBezTo>
                    <a:pt x="2453" y="3247"/>
                    <a:pt x="2706" y="3030"/>
                    <a:pt x="2994" y="2778"/>
                  </a:cubicBezTo>
                  <a:cubicBezTo>
                    <a:pt x="3860" y="1984"/>
                    <a:pt x="5050" y="794"/>
                    <a:pt x="6529" y="650"/>
                  </a:cubicBezTo>
                  <a:cubicBezTo>
                    <a:pt x="6781" y="614"/>
                    <a:pt x="6998" y="614"/>
                    <a:pt x="7250" y="614"/>
                  </a:cubicBezTo>
                  <a:close/>
                  <a:moveTo>
                    <a:pt x="7250" y="1"/>
                  </a:moveTo>
                  <a:cubicBezTo>
                    <a:pt x="6998" y="1"/>
                    <a:pt x="6709" y="1"/>
                    <a:pt x="6457" y="37"/>
                  </a:cubicBezTo>
                  <a:cubicBezTo>
                    <a:pt x="5302" y="181"/>
                    <a:pt x="4329" y="830"/>
                    <a:pt x="3571" y="1443"/>
                  </a:cubicBezTo>
                  <a:cubicBezTo>
                    <a:pt x="3210" y="1768"/>
                    <a:pt x="2850" y="2093"/>
                    <a:pt x="2597" y="2345"/>
                  </a:cubicBezTo>
                  <a:cubicBezTo>
                    <a:pt x="2309" y="2598"/>
                    <a:pt x="2092" y="2778"/>
                    <a:pt x="1948" y="2850"/>
                  </a:cubicBezTo>
                  <a:cubicBezTo>
                    <a:pt x="1624" y="2994"/>
                    <a:pt x="1191" y="3102"/>
                    <a:pt x="866" y="3139"/>
                  </a:cubicBezTo>
                  <a:cubicBezTo>
                    <a:pt x="722" y="3175"/>
                    <a:pt x="578" y="3175"/>
                    <a:pt x="469" y="3175"/>
                  </a:cubicBezTo>
                  <a:lnTo>
                    <a:pt x="325" y="3175"/>
                  </a:lnTo>
                  <a:cubicBezTo>
                    <a:pt x="217" y="3175"/>
                    <a:pt x="109" y="3247"/>
                    <a:pt x="37" y="3355"/>
                  </a:cubicBezTo>
                  <a:cubicBezTo>
                    <a:pt x="0" y="3463"/>
                    <a:pt x="37" y="3607"/>
                    <a:pt x="109" y="3680"/>
                  </a:cubicBezTo>
                  <a:cubicBezTo>
                    <a:pt x="109" y="3716"/>
                    <a:pt x="433" y="4040"/>
                    <a:pt x="866" y="4401"/>
                  </a:cubicBezTo>
                  <a:cubicBezTo>
                    <a:pt x="1046" y="4581"/>
                    <a:pt x="1299" y="4762"/>
                    <a:pt x="1551" y="4870"/>
                  </a:cubicBezTo>
                  <a:cubicBezTo>
                    <a:pt x="1768" y="5014"/>
                    <a:pt x="2020" y="5122"/>
                    <a:pt x="2309" y="5122"/>
                  </a:cubicBezTo>
                  <a:cubicBezTo>
                    <a:pt x="2453" y="5122"/>
                    <a:pt x="2633" y="5086"/>
                    <a:pt x="2778" y="4978"/>
                  </a:cubicBezTo>
                  <a:cubicBezTo>
                    <a:pt x="2958" y="4834"/>
                    <a:pt x="3210" y="4617"/>
                    <a:pt x="3535" y="4329"/>
                  </a:cubicBezTo>
                  <a:cubicBezTo>
                    <a:pt x="4545" y="3463"/>
                    <a:pt x="6276" y="2201"/>
                    <a:pt x="8152" y="2020"/>
                  </a:cubicBezTo>
                  <a:cubicBezTo>
                    <a:pt x="8729" y="1984"/>
                    <a:pt x="9234" y="1948"/>
                    <a:pt x="9594" y="1948"/>
                  </a:cubicBezTo>
                  <a:cubicBezTo>
                    <a:pt x="9919" y="1948"/>
                    <a:pt x="10171" y="1948"/>
                    <a:pt x="10388" y="1984"/>
                  </a:cubicBezTo>
                  <a:cubicBezTo>
                    <a:pt x="10568" y="1984"/>
                    <a:pt x="10676" y="2020"/>
                    <a:pt x="10785" y="2020"/>
                  </a:cubicBezTo>
                  <a:cubicBezTo>
                    <a:pt x="10857" y="2020"/>
                    <a:pt x="10893" y="2020"/>
                    <a:pt x="10965" y="1984"/>
                  </a:cubicBezTo>
                  <a:cubicBezTo>
                    <a:pt x="11001" y="1984"/>
                    <a:pt x="11073" y="1948"/>
                    <a:pt x="11109" y="1876"/>
                  </a:cubicBezTo>
                  <a:cubicBezTo>
                    <a:pt x="11181" y="1804"/>
                    <a:pt x="11181" y="1732"/>
                    <a:pt x="11181" y="1660"/>
                  </a:cubicBezTo>
                  <a:cubicBezTo>
                    <a:pt x="11181" y="1588"/>
                    <a:pt x="11181" y="1552"/>
                    <a:pt x="11145" y="1515"/>
                  </a:cubicBezTo>
                  <a:cubicBezTo>
                    <a:pt x="11109" y="1407"/>
                    <a:pt x="11073" y="1371"/>
                    <a:pt x="11001" y="1299"/>
                  </a:cubicBezTo>
                  <a:cubicBezTo>
                    <a:pt x="10893" y="1155"/>
                    <a:pt x="10712" y="1011"/>
                    <a:pt x="10496" y="866"/>
                  </a:cubicBezTo>
                  <a:cubicBezTo>
                    <a:pt x="9811" y="433"/>
                    <a:pt x="8657" y="1"/>
                    <a:pt x="7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4801;p64">
              <a:extLst>
                <a:ext uri="{FF2B5EF4-FFF2-40B4-BE49-F238E27FC236}">
                  <a16:creationId xmlns:a16="http://schemas.microsoft.com/office/drawing/2014/main" id="{C26C8FCC-8BC3-7159-1EDD-AB63353E1217}"/>
                </a:ext>
              </a:extLst>
            </p:cNvPr>
            <p:cNvSpPr/>
            <p:nvPr/>
          </p:nvSpPr>
          <p:spPr>
            <a:xfrm>
              <a:off x="3222100" y="3043825"/>
              <a:ext cx="154200" cy="61775"/>
            </a:xfrm>
            <a:custGeom>
              <a:avLst/>
              <a:gdLst/>
              <a:ahLst/>
              <a:cxnLst/>
              <a:rect l="l" t="t" r="r" b="b"/>
              <a:pathLst>
                <a:path w="6168" h="2471" extrusionOk="0">
                  <a:moveTo>
                    <a:pt x="1786" y="0"/>
                  </a:moveTo>
                  <a:cubicBezTo>
                    <a:pt x="1695" y="0"/>
                    <a:pt x="1604" y="4"/>
                    <a:pt x="1515" y="13"/>
                  </a:cubicBezTo>
                  <a:cubicBezTo>
                    <a:pt x="0" y="121"/>
                    <a:pt x="108" y="1131"/>
                    <a:pt x="108" y="1131"/>
                  </a:cubicBezTo>
                  <a:cubicBezTo>
                    <a:pt x="108" y="1131"/>
                    <a:pt x="758" y="1275"/>
                    <a:pt x="2886" y="1888"/>
                  </a:cubicBezTo>
                  <a:cubicBezTo>
                    <a:pt x="4332" y="2330"/>
                    <a:pt x="4862" y="2471"/>
                    <a:pt x="5166" y="2471"/>
                  </a:cubicBezTo>
                  <a:cubicBezTo>
                    <a:pt x="5310" y="2471"/>
                    <a:pt x="5403" y="2440"/>
                    <a:pt x="5519" y="2393"/>
                  </a:cubicBezTo>
                  <a:cubicBezTo>
                    <a:pt x="5915" y="2285"/>
                    <a:pt x="6168" y="1275"/>
                    <a:pt x="6168" y="1275"/>
                  </a:cubicBezTo>
                  <a:lnTo>
                    <a:pt x="6168" y="1275"/>
                  </a:lnTo>
                  <a:cubicBezTo>
                    <a:pt x="6078" y="1357"/>
                    <a:pt x="5963" y="1389"/>
                    <a:pt x="5840" y="1389"/>
                  </a:cubicBezTo>
                  <a:cubicBezTo>
                    <a:pt x="5422" y="1389"/>
                    <a:pt x="4905" y="1023"/>
                    <a:pt x="4905" y="1023"/>
                  </a:cubicBezTo>
                  <a:cubicBezTo>
                    <a:pt x="4905" y="1023"/>
                    <a:pt x="3244" y="0"/>
                    <a:pt x="17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4802;p64">
              <a:extLst>
                <a:ext uri="{FF2B5EF4-FFF2-40B4-BE49-F238E27FC236}">
                  <a16:creationId xmlns:a16="http://schemas.microsoft.com/office/drawing/2014/main" id="{BF8B70A3-1EA7-8029-3512-B646DE60B748}"/>
                </a:ext>
              </a:extLst>
            </p:cNvPr>
            <p:cNvSpPr/>
            <p:nvPr/>
          </p:nvSpPr>
          <p:spPr>
            <a:xfrm>
              <a:off x="3217575" y="3036025"/>
              <a:ext cx="166850" cy="76650"/>
            </a:xfrm>
            <a:custGeom>
              <a:avLst/>
              <a:gdLst/>
              <a:ahLst/>
              <a:cxnLst/>
              <a:rect l="l" t="t" r="r" b="b"/>
              <a:pathLst>
                <a:path w="6674" h="3066" extrusionOk="0">
                  <a:moveTo>
                    <a:pt x="1912" y="613"/>
                  </a:moveTo>
                  <a:cubicBezTo>
                    <a:pt x="2598" y="613"/>
                    <a:pt x="3355" y="866"/>
                    <a:pt x="3932" y="1082"/>
                  </a:cubicBezTo>
                  <a:cubicBezTo>
                    <a:pt x="4221" y="1227"/>
                    <a:pt x="4473" y="1335"/>
                    <a:pt x="4654" y="1443"/>
                  </a:cubicBezTo>
                  <a:cubicBezTo>
                    <a:pt x="4726" y="1479"/>
                    <a:pt x="4798" y="1515"/>
                    <a:pt x="4870" y="1551"/>
                  </a:cubicBezTo>
                  <a:lnTo>
                    <a:pt x="4916" y="1574"/>
                  </a:lnTo>
                  <a:lnTo>
                    <a:pt x="4916" y="1574"/>
                  </a:lnTo>
                  <a:lnTo>
                    <a:pt x="4906" y="1587"/>
                  </a:lnTo>
                  <a:cubicBezTo>
                    <a:pt x="4906" y="1587"/>
                    <a:pt x="5050" y="1659"/>
                    <a:pt x="5267" y="1768"/>
                  </a:cubicBezTo>
                  <a:cubicBezTo>
                    <a:pt x="5418" y="1859"/>
                    <a:pt x="5647" y="1950"/>
                    <a:pt x="5887" y="1976"/>
                  </a:cubicBezTo>
                  <a:lnTo>
                    <a:pt x="5887" y="1976"/>
                  </a:lnTo>
                  <a:cubicBezTo>
                    <a:pt x="5874" y="2004"/>
                    <a:pt x="5859" y="2031"/>
                    <a:pt x="5844" y="2056"/>
                  </a:cubicBezTo>
                  <a:cubicBezTo>
                    <a:pt x="5808" y="2164"/>
                    <a:pt x="5736" y="2273"/>
                    <a:pt x="5700" y="2345"/>
                  </a:cubicBezTo>
                  <a:lnTo>
                    <a:pt x="5627" y="2417"/>
                  </a:lnTo>
                  <a:cubicBezTo>
                    <a:pt x="5483" y="2453"/>
                    <a:pt x="5447" y="2489"/>
                    <a:pt x="5375" y="2489"/>
                  </a:cubicBezTo>
                  <a:cubicBezTo>
                    <a:pt x="5159" y="2489"/>
                    <a:pt x="4618" y="2345"/>
                    <a:pt x="3139" y="1912"/>
                  </a:cubicBezTo>
                  <a:cubicBezTo>
                    <a:pt x="1749" y="1511"/>
                    <a:pt x="990" y="1311"/>
                    <a:pt x="631" y="1220"/>
                  </a:cubicBezTo>
                  <a:lnTo>
                    <a:pt x="631" y="1220"/>
                  </a:lnTo>
                  <a:cubicBezTo>
                    <a:pt x="645" y="1152"/>
                    <a:pt x="672" y="1077"/>
                    <a:pt x="722" y="1010"/>
                  </a:cubicBezTo>
                  <a:cubicBezTo>
                    <a:pt x="867" y="866"/>
                    <a:pt x="1119" y="686"/>
                    <a:pt x="1696" y="613"/>
                  </a:cubicBezTo>
                  <a:close/>
                  <a:moveTo>
                    <a:pt x="1912" y="0"/>
                  </a:moveTo>
                  <a:cubicBezTo>
                    <a:pt x="1840" y="0"/>
                    <a:pt x="1732" y="0"/>
                    <a:pt x="1660" y="36"/>
                  </a:cubicBezTo>
                  <a:cubicBezTo>
                    <a:pt x="939" y="72"/>
                    <a:pt x="506" y="325"/>
                    <a:pt x="253" y="613"/>
                  </a:cubicBezTo>
                  <a:cubicBezTo>
                    <a:pt x="37" y="938"/>
                    <a:pt x="1" y="1263"/>
                    <a:pt x="1" y="1407"/>
                  </a:cubicBezTo>
                  <a:lnTo>
                    <a:pt x="1" y="1479"/>
                  </a:lnTo>
                  <a:cubicBezTo>
                    <a:pt x="1" y="1623"/>
                    <a:pt x="109" y="1732"/>
                    <a:pt x="253" y="1732"/>
                  </a:cubicBezTo>
                  <a:lnTo>
                    <a:pt x="253" y="1768"/>
                  </a:lnTo>
                  <a:cubicBezTo>
                    <a:pt x="398" y="1768"/>
                    <a:pt x="1119" y="1948"/>
                    <a:pt x="2994" y="2489"/>
                  </a:cubicBezTo>
                  <a:cubicBezTo>
                    <a:pt x="4473" y="2922"/>
                    <a:pt x="4978" y="3066"/>
                    <a:pt x="5375" y="3066"/>
                  </a:cubicBezTo>
                  <a:cubicBezTo>
                    <a:pt x="5555" y="3066"/>
                    <a:pt x="5700" y="3030"/>
                    <a:pt x="5808" y="2994"/>
                  </a:cubicBezTo>
                  <a:cubicBezTo>
                    <a:pt x="5988" y="2922"/>
                    <a:pt x="6132" y="2777"/>
                    <a:pt x="6204" y="2633"/>
                  </a:cubicBezTo>
                  <a:cubicBezTo>
                    <a:pt x="6349" y="2453"/>
                    <a:pt x="6457" y="2200"/>
                    <a:pt x="6529" y="2020"/>
                  </a:cubicBezTo>
                  <a:cubicBezTo>
                    <a:pt x="6601" y="1804"/>
                    <a:pt x="6637" y="1659"/>
                    <a:pt x="6637" y="1659"/>
                  </a:cubicBezTo>
                  <a:cubicBezTo>
                    <a:pt x="6673" y="1515"/>
                    <a:pt x="6601" y="1371"/>
                    <a:pt x="6493" y="1335"/>
                  </a:cubicBezTo>
                  <a:cubicBezTo>
                    <a:pt x="6444" y="1302"/>
                    <a:pt x="6381" y="1285"/>
                    <a:pt x="6320" y="1285"/>
                  </a:cubicBezTo>
                  <a:cubicBezTo>
                    <a:pt x="6245" y="1285"/>
                    <a:pt x="6172" y="1311"/>
                    <a:pt x="6132" y="1371"/>
                  </a:cubicBezTo>
                  <a:cubicBezTo>
                    <a:pt x="6096" y="1371"/>
                    <a:pt x="6096" y="1407"/>
                    <a:pt x="6024" y="1407"/>
                  </a:cubicBezTo>
                  <a:cubicBezTo>
                    <a:pt x="5880" y="1407"/>
                    <a:pt x="5700" y="1335"/>
                    <a:pt x="5519" y="1263"/>
                  </a:cubicBezTo>
                  <a:cubicBezTo>
                    <a:pt x="5447" y="1191"/>
                    <a:pt x="5375" y="1154"/>
                    <a:pt x="5339" y="1118"/>
                  </a:cubicBezTo>
                  <a:lnTo>
                    <a:pt x="5267" y="1082"/>
                  </a:lnTo>
                  <a:lnTo>
                    <a:pt x="5231" y="1082"/>
                  </a:lnTo>
                  <a:cubicBezTo>
                    <a:pt x="5231" y="1046"/>
                    <a:pt x="4798" y="794"/>
                    <a:pt x="4149" y="541"/>
                  </a:cubicBezTo>
                  <a:cubicBezTo>
                    <a:pt x="3536" y="289"/>
                    <a:pt x="2742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4803;p64">
              <a:extLst>
                <a:ext uri="{FF2B5EF4-FFF2-40B4-BE49-F238E27FC236}">
                  <a16:creationId xmlns:a16="http://schemas.microsoft.com/office/drawing/2014/main" id="{44D1A32F-C4FF-43D7-61BE-25405A94E10B}"/>
                </a:ext>
              </a:extLst>
            </p:cNvPr>
            <p:cNvSpPr/>
            <p:nvPr/>
          </p:nvSpPr>
          <p:spPr>
            <a:xfrm>
              <a:off x="3744175" y="2649575"/>
              <a:ext cx="185750" cy="297200"/>
            </a:xfrm>
            <a:custGeom>
              <a:avLst/>
              <a:gdLst/>
              <a:ahLst/>
              <a:cxnLst/>
              <a:rect l="l" t="t" r="r" b="b"/>
              <a:pathLst>
                <a:path w="7430" h="11888" extrusionOk="0">
                  <a:moveTo>
                    <a:pt x="712" y="1"/>
                  </a:moveTo>
                  <a:cubicBezTo>
                    <a:pt x="275" y="1"/>
                    <a:pt x="0" y="58"/>
                    <a:pt x="0" y="58"/>
                  </a:cubicBezTo>
                  <a:cubicBezTo>
                    <a:pt x="0" y="58"/>
                    <a:pt x="5663" y="2438"/>
                    <a:pt x="6168" y="11888"/>
                  </a:cubicBezTo>
                  <a:lnTo>
                    <a:pt x="7286" y="11743"/>
                  </a:lnTo>
                  <a:cubicBezTo>
                    <a:pt x="7286" y="11743"/>
                    <a:pt x="7430" y="7343"/>
                    <a:pt x="5518" y="3304"/>
                  </a:cubicBezTo>
                  <a:cubicBezTo>
                    <a:pt x="4158" y="399"/>
                    <a:pt x="1867" y="1"/>
                    <a:pt x="7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4804;p64">
              <a:extLst>
                <a:ext uri="{FF2B5EF4-FFF2-40B4-BE49-F238E27FC236}">
                  <a16:creationId xmlns:a16="http://schemas.microsoft.com/office/drawing/2014/main" id="{93EC6C16-2BC6-95F7-0958-90974302965F}"/>
                </a:ext>
              </a:extLst>
            </p:cNvPr>
            <p:cNvSpPr/>
            <p:nvPr/>
          </p:nvSpPr>
          <p:spPr>
            <a:xfrm>
              <a:off x="3736050" y="2641975"/>
              <a:ext cx="198400" cy="312025"/>
            </a:xfrm>
            <a:custGeom>
              <a:avLst/>
              <a:gdLst/>
              <a:ahLst/>
              <a:cxnLst/>
              <a:rect l="l" t="t" r="r" b="b"/>
              <a:pathLst>
                <a:path w="7936" h="12481" extrusionOk="0">
                  <a:moveTo>
                    <a:pt x="1384" y="626"/>
                  </a:moveTo>
                  <a:cubicBezTo>
                    <a:pt x="1898" y="660"/>
                    <a:pt x="2554" y="777"/>
                    <a:pt x="3210" y="1119"/>
                  </a:cubicBezTo>
                  <a:cubicBezTo>
                    <a:pt x="4040" y="1552"/>
                    <a:pt x="4906" y="2345"/>
                    <a:pt x="5591" y="3752"/>
                  </a:cubicBezTo>
                  <a:cubicBezTo>
                    <a:pt x="7165" y="7109"/>
                    <a:pt x="7314" y="10806"/>
                    <a:pt x="7322" y="11783"/>
                  </a:cubicBezTo>
                  <a:lnTo>
                    <a:pt x="7322" y="11783"/>
                  </a:lnTo>
                  <a:lnTo>
                    <a:pt x="6762" y="11837"/>
                  </a:lnTo>
                  <a:lnTo>
                    <a:pt x="6762" y="11837"/>
                  </a:lnTo>
                  <a:cubicBezTo>
                    <a:pt x="6459" y="7259"/>
                    <a:pt x="4944" y="4324"/>
                    <a:pt x="3463" y="2526"/>
                  </a:cubicBezTo>
                  <a:cubicBezTo>
                    <a:pt x="2690" y="1626"/>
                    <a:pt x="1943" y="1014"/>
                    <a:pt x="1384" y="626"/>
                  </a:cubicBezTo>
                  <a:close/>
                  <a:moveTo>
                    <a:pt x="1010" y="1"/>
                  </a:moveTo>
                  <a:cubicBezTo>
                    <a:pt x="578" y="1"/>
                    <a:pt x="289" y="73"/>
                    <a:pt x="253" y="73"/>
                  </a:cubicBezTo>
                  <a:cubicBezTo>
                    <a:pt x="145" y="73"/>
                    <a:pt x="37" y="181"/>
                    <a:pt x="37" y="326"/>
                  </a:cubicBezTo>
                  <a:cubicBezTo>
                    <a:pt x="1" y="470"/>
                    <a:pt x="73" y="578"/>
                    <a:pt x="217" y="614"/>
                  </a:cubicBezTo>
                  <a:lnTo>
                    <a:pt x="217" y="650"/>
                  </a:lnTo>
                  <a:cubicBezTo>
                    <a:pt x="361" y="686"/>
                    <a:pt x="1732" y="1335"/>
                    <a:pt x="3102" y="3103"/>
                  </a:cubicBezTo>
                  <a:cubicBezTo>
                    <a:pt x="4509" y="4834"/>
                    <a:pt x="5952" y="7683"/>
                    <a:pt x="6204" y="12192"/>
                  </a:cubicBezTo>
                  <a:cubicBezTo>
                    <a:pt x="6204" y="12264"/>
                    <a:pt x="6240" y="12372"/>
                    <a:pt x="6276" y="12408"/>
                  </a:cubicBezTo>
                  <a:cubicBezTo>
                    <a:pt x="6348" y="12480"/>
                    <a:pt x="6420" y="12480"/>
                    <a:pt x="6529" y="12480"/>
                  </a:cubicBezTo>
                  <a:lnTo>
                    <a:pt x="7647" y="12336"/>
                  </a:lnTo>
                  <a:cubicBezTo>
                    <a:pt x="7791" y="12336"/>
                    <a:pt x="7899" y="12228"/>
                    <a:pt x="7935" y="12047"/>
                  </a:cubicBezTo>
                  <a:cubicBezTo>
                    <a:pt x="7935" y="12047"/>
                    <a:pt x="7935" y="12011"/>
                    <a:pt x="7935" y="11867"/>
                  </a:cubicBezTo>
                  <a:cubicBezTo>
                    <a:pt x="7935" y="11001"/>
                    <a:pt x="7827" y="7106"/>
                    <a:pt x="6132" y="3499"/>
                  </a:cubicBezTo>
                  <a:cubicBezTo>
                    <a:pt x="5411" y="1985"/>
                    <a:pt x="4437" y="1083"/>
                    <a:pt x="3499" y="614"/>
                  </a:cubicBezTo>
                  <a:cubicBezTo>
                    <a:pt x="2561" y="109"/>
                    <a:pt x="1624" y="1"/>
                    <a:pt x="10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4805;p64">
              <a:extLst>
                <a:ext uri="{FF2B5EF4-FFF2-40B4-BE49-F238E27FC236}">
                  <a16:creationId xmlns:a16="http://schemas.microsoft.com/office/drawing/2014/main" id="{294052B9-24AF-C062-85BC-3596D0E39A35}"/>
                </a:ext>
              </a:extLst>
            </p:cNvPr>
            <p:cNvSpPr/>
            <p:nvPr/>
          </p:nvSpPr>
          <p:spPr>
            <a:xfrm>
              <a:off x="3817200" y="2908125"/>
              <a:ext cx="233550" cy="136925"/>
            </a:xfrm>
            <a:custGeom>
              <a:avLst/>
              <a:gdLst/>
              <a:ahLst/>
              <a:cxnLst/>
              <a:rect l="l" t="t" r="r" b="b"/>
              <a:pathLst>
                <a:path w="9342" h="5477" extrusionOk="0">
                  <a:moveTo>
                    <a:pt x="7313" y="0"/>
                  </a:moveTo>
                  <a:cubicBezTo>
                    <a:pt x="7114" y="0"/>
                    <a:pt x="6910" y="34"/>
                    <a:pt x="6709" y="103"/>
                  </a:cubicBezTo>
                  <a:lnTo>
                    <a:pt x="1407" y="2015"/>
                  </a:lnTo>
                  <a:cubicBezTo>
                    <a:pt x="469" y="2339"/>
                    <a:pt x="1" y="3349"/>
                    <a:pt x="325" y="4287"/>
                  </a:cubicBezTo>
                  <a:cubicBezTo>
                    <a:pt x="578" y="5044"/>
                    <a:pt x="1263" y="5477"/>
                    <a:pt x="2020" y="5477"/>
                  </a:cubicBezTo>
                  <a:cubicBezTo>
                    <a:pt x="2201" y="5477"/>
                    <a:pt x="2417" y="5441"/>
                    <a:pt x="2633" y="5369"/>
                  </a:cubicBezTo>
                  <a:lnTo>
                    <a:pt x="7899" y="3493"/>
                  </a:lnTo>
                  <a:cubicBezTo>
                    <a:pt x="8837" y="3169"/>
                    <a:pt x="9342" y="2123"/>
                    <a:pt x="8981" y="1185"/>
                  </a:cubicBezTo>
                  <a:cubicBezTo>
                    <a:pt x="8726" y="448"/>
                    <a:pt x="8047" y="0"/>
                    <a:pt x="73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4806;p64">
              <a:extLst>
                <a:ext uri="{FF2B5EF4-FFF2-40B4-BE49-F238E27FC236}">
                  <a16:creationId xmlns:a16="http://schemas.microsoft.com/office/drawing/2014/main" id="{E5D32AA0-9E11-0361-3592-6D6017556559}"/>
                </a:ext>
              </a:extLst>
            </p:cNvPr>
            <p:cNvSpPr/>
            <p:nvPr/>
          </p:nvSpPr>
          <p:spPr>
            <a:xfrm>
              <a:off x="3815400" y="2900775"/>
              <a:ext cx="237175" cy="152400"/>
            </a:xfrm>
            <a:custGeom>
              <a:avLst/>
              <a:gdLst/>
              <a:ahLst/>
              <a:cxnLst/>
              <a:rect l="l" t="t" r="r" b="b"/>
              <a:pathLst>
                <a:path w="9487" h="6096" extrusionOk="0">
                  <a:moveTo>
                    <a:pt x="7394" y="613"/>
                  </a:moveTo>
                  <a:cubicBezTo>
                    <a:pt x="8007" y="613"/>
                    <a:pt x="8584" y="974"/>
                    <a:pt x="8801" y="1587"/>
                  </a:cubicBezTo>
                  <a:cubicBezTo>
                    <a:pt x="8837" y="1768"/>
                    <a:pt x="8873" y="1912"/>
                    <a:pt x="8873" y="2092"/>
                  </a:cubicBezTo>
                  <a:cubicBezTo>
                    <a:pt x="8873" y="2705"/>
                    <a:pt x="8476" y="3282"/>
                    <a:pt x="7899" y="3499"/>
                  </a:cubicBezTo>
                  <a:lnTo>
                    <a:pt x="2597" y="5410"/>
                  </a:lnTo>
                  <a:cubicBezTo>
                    <a:pt x="2417" y="5446"/>
                    <a:pt x="2237" y="5482"/>
                    <a:pt x="2092" y="5482"/>
                  </a:cubicBezTo>
                  <a:cubicBezTo>
                    <a:pt x="1479" y="5482"/>
                    <a:pt x="902" y="5086"/>
                    <a:pt x="686" y="4473"/>
                  </a:cubicBezTo>
                  <a:cubicBezTo>
                    <a:pt x="614" y="4328"/>
                    <a:pt x="577" y="4148"/>
                    <a:pt x="577" y="4004"/>
                  </a:cubicBezTo>
                  <a:cubicBezTo>
                    <a:pt x="577" y="3391"/>
                    <a:pt x="974" y="2813"/>
                    <a:pt x="1587" y="2597"/>
                  </a:cubicBezTo>
                  <a:lnTo>
                    <a:pt x="6889" y="686"/>
                  </a:lnTo>
                  <a:cubicBezTo>
                    <a:pt x="7033" y="613"/>
                    <a:pt x="7214" y="613"/>
                    <a:pt x="7394" y="613"/>
                  </a:cubicBezTo>
                  <a:close/>
                  <a:moveTo>
                    <a:pt x="7394" y="0"/>
                  </a:moveTo>
                  <a:cubicBezTo>
                    <a:pt x="7142" y="0"/>
                    <a:pt x="6889" y="36"/>
                    <a:pt x="6673" y="108"/>
                  </a:cubicBezTo>
                  <a:lnTo>
                    <a:pt x="1371" y="2020"/>
                  </a:lnTo>
                  <a:cubicBezTo>
                    <a:pt x="541" y="2309"/>
                    <a:pt x="0" y="3138"/>
                    <a:pt x="0" y="4004"/>
                  </a:cubicBezTo>
                  <a:cubicBezTo>
                    <a:pt x="0" y="4220"/>
                    <a:pt x="36" y="4473"/>
                    <a:pt x="109" y="4689"/>
                  </a:cubicBezTo>
                  <a:cubicBezTo>
                    <a:pt x="433" y="5555"/>
                    <a:pt x="1227" y="6096"/>
                    <a:pt x="2092" y="6096"/>
                  </a:cubicBezTo>
                  <a:cubicBezTo>
                    <a:pt x="2309" y="6096"/>
                    <a:pt x="2561" y="6060"/>
                    <a:pt x="2778" y="5951"/>
                  </a:cubicBezTo>
                  <a:lnTo>
                    <a:pt x="8079" y="4076"/>
                  </a:lnTo>
                  <a:cubicBezTo>
                    <a:pt x="8945" y="3751"/>
                    <a:pt x="9486" y="2958"/>
                    <a:pt x="9486" y="2092"/>
                  </a:cubicBezTo>
                  <a:cubicBezTo>
                    <a:pt x="9486" y="1876"/>
                    <a:pt x="9450" y="1623"/>
                    <a:pt x="9342" y="1371"/>
                  </a:cubicBezTo>
                  <a:cubicBezTo>
                    <a:pt x="9053" y="541"/>
                    <a:pt x="8224" y="0"/>
                    <a:pt x="7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4807;p64">
              <a:extLst>
                <a:ext uri="{FF2B5EF4-FFF2-40B4-BE49-F238E27FC236}">
                  <a16:creationId xmlns:a16="http://schemas.microsoft.com/office/drawing/2014/main" id="{722D579B-704C-F4B7-46DE-87DBD5498422}"/>
                </a:ext>
              </a:extLst>
            </p:cNvPr>
            <p:cNvSpPr/>
            <p:nvPr/>
          </p:nvSpPr>
          <p:spPr>
            <a:xfrm>
              <a:off x="3821700" y="2967975"/>
              <a:ext cx="66750" cy="73075"/>
            </a:xfrm>
            <a:custGeom>
              <a:avLst/>
              <a:gdLst/>
              <a:ahLst/>
              <a:cxnLst/>
              <a:rect l="l" t="t" r="r" b="b"/>
              <a:pathLst>
                <a:path w="2670" h="2923" extrusionOk="0">
                  <a:moveTo>
                    <a:pt x="1091" y="0"/>
                  </a:moveTo>
                  <a:cubicBezTo>
                    <a:pt x="990" y="0"/>
                    <a:pt x="890" y="17"/>
                    <a:pt x="794" y="53"/>
                  </a:cubicBezTo>
                  <a:cubicBezTo>
                    <a:pt x="217" y="270"/>
                    <a:pt x="1" y="1063"/>
                    <a:pt x="289" y="1857"/>
                  </a:cubicBezTo>
                  <a:cubicBezTo>
                    <a:pt x="528" y="2513"/>
                    <a:pt x="1062" y="2922"/>
                    <a:pt x="1566" y="2922"/>
                  </a:cubicBezTo>
                  <a:cubicBezTo>
                    <a:pt x="1672" y="2922"/>
                    <a:pt x="1776" y="2904"/>
                    <a:pt x="1876" y="2867"/>
                  </a:cubicBezTo>
                  <a:cubicBezTo>
                    <a:pt x="2453" y="2650"/>
                    <a:pt x="2670" y="1857"/>
                    <a:pt x="2381" y="1063"/>
                  </a:cubicBezTo>
                  <a:cubicBezTo>
                    <a:pt x="2141" y="431"/>
                    <a:pt x="1599" y="0"/>
                    <a:pt x="10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4808;p64">
              <a:extLst>
                <a:ext uri="{FF2B5EF4-FFF2-40B4-BE49-F238E27FC236}">
                  <a16:creationId xmlns:a16="http://schemas.microsoft.com/office/drawing/2014/main" id="{F4A0EEAC-88A9-BFCD-1B4E-8A6E080F2DF6}"/>
                </a:ext>
              </a:extLst>
            </p:cNvPr>
            <p:cNvSpPr/>
            <p:nvPr/>
          </p:nvSpPr>
          <p:spPr>
            <a:xfrm>
              <a:off x="3818100" y="2960275"/>
              <a:ext cx="73975" cy="88400"/>
            </a:xfrm>
            <a:custGeom>
              <a:avLst/>
              <a:gdLst/>
              <a:ahLst/>
              <a:cxnLst/>
              <a:rect l="l" t="t" r="r" b="b"/>
              <a:pathLst>
                <a:path w="2959" h="3536" extrusionOk="0">
                  <a:moveTo>
                    <a:pt x="1263" y="614"/>
                  </a:moveTo>
                  <a:cubicBezTo>
                    <a:pt x="1407" y="614"/>
                    <a:pt x="1624" y="686"/>
                    <a:pt x="1804" y="830"/>
                  </a:cubicBezTo>
                  <a:cubicBezTo>
                    <a:pt x="1984" y="974"/>
                    <a:pt x="2129" y="1227"/>
                    <a:pt x="2237" y="1479"/>
                  </a:cubicBezTo>
                  <a:cubicBezTo>
                    <a:pt x="2309" y="1696"/>
                    <a:pt x="2345" y="1876"/>
                    <a:pt x="2345" y="2056"/>
                  </a:cubicBezTo>
                  <a:cubicBezTo>
                    <a:pt x="2345" y="2273"/>
                    <a:pt x="2309" y="2453"/>
                    <a:pt x="2201" y="2597"/>
                  </a:cubicBezTo>
                  <a:cubicBezTo>
                    <a:pt x="2129" y="2742"/>
                    <a:pt x="2020" y="2850"/>
                    <a:pt x="1912" y="2886"/>
                  </a:cubicBezTo>
                  <a:cubicBezTo>
                    <a:pt x="1840" y="2922"/>
                    <a:pt x="1768" y="2922"/>
                    <a:pt x="1696" y="2922"/>
                  </a:cubicBezTo>
                  <a:cubicBezTo>
                    <a:pt x="1551" y="2922"/>
                    <a:pt x="1335" y="2850"/>
                    <a:pt x="1155" y="2706"/>
                  </a:cubicBezTo>
                  <a:cubicBezTo>
                    <a:pt x="974" y="2561"/>
                    <a:pt x="830" y="2345"/>
                    <a:pt x="722" y="2056"/>
                  </a:cubicBezTo>
                  <a:cubicBezTo>
                    <a:pt x="650" y="1876"/>
                    <a:pt x="614" y="1660"/>
                    <a:pt x="614" y="1479"/>
                  </a:cubicBezTo>
                  <a:cubicBezTo>
                    <a:pt x="614" y="1263"/>
                    <a:pt x="650" y="1083"/>
                    <a:pt x="722" y="938"/>
                  </a:cubicBezTo>
                  <a:cubicBezTo>
                    <a:pt x="830" y="794"/>
                    <a:pt x="938" y="686"/>
                    <a:pt x="1047" y="650"/>
                  </a:cubicBezTo>
                  <a:cubicBezTo>
                    <a:pt x="1119" y="614"/>
                    <a:pt x="1191" y="614"/>
                    <a:pt x="1263" y="614"/>
                  </a:cubicBezTo>
                  <a:close/>
                  <a:moveTo>
                    <a:pt x="1263" y="1"/>
                  </a:moveTo>
                  <a:cubicBezTo>
                    <a:pt x="1119" y="1"/>
                    <a:pt x="974" y="37"/>
                    <a:pt x="830" y="73"/>
                  </a:cubicBezTo>
                  <a:cubicBezTo>
                    <a:pt x="578" y="181"/>
                    <a:pt x="361" y="397"/>
                    <a:pt x="217" y="650"/>
                  </a:cubicBezTo>
                  <a:cubicBezTo>
                    <a:pt x="73" y="902"/>
                    <a:pt x="1" y="1191"/>
                    <a:pt x="1" y="1479"/>
                  </a:cubicBezTo>
                  <a:cubicBezTo>
                    <a:pt x="1" y="1732"/>
                    <a:pt x="37" y="2020"/>
                    <a:pt x="145" y="2273"/>
                  </a:cubicBezTo>
                  <a:cubicBezTo>
                    <a:pt x="289" y="2634"/>
                    <a:pt x="506" y="2958"/>
                    <a:pt x="794" y="3175"/>
                  </a:cubicBezTo>
                  <a:cubicBezTo>
                    <a:pt x="1047" y="3391"/>
                    <a:pt x="1371" y="3535"/>
                    <a:pt x="1696" y="3535"/>
                  </a:cubicBezTo>
                  <a:cubicBezTo>
                    <a:pt x="1840" y="3535"/>
                    <a:pt x="1984" y="3499"/>
                    <a:pt x="2093" y="3463"/>
                  </a:cubicBezTo>
                  <a:cubicBezTo>
                    <a:pt x="2381" y="3355"/>
                    <a:pt x="2597" y="3138"/>
                    <a:pt x="2742" y="2922"/>
                  </a:cubicBezTo>
                  <a:cubicBezTo>
                    <a:pt x="2886" y="2670"/>
                    <a:pt x="2958" y="2381"/>
                    <a:pt x="2958" y="2056"/>
                  </a:cubicBezTo>
                  <a:cubicBezTo>
                    <a:pt x="2958" y="1804"/>
                    <a:pt x="2886" y="1552"/>
                    <a:pt x="2814" y="1263"/>
                  </a:cubicBezTo>
                  <a:cubicBezTo>
                    <a:pt x="2670" y="902"/>
                    <a:pt x="2453" y="614"/>
                    <a:pt x="2165" y="361"/>
                  </a:cubicBezTo>
                  <a:cubicBezTo>
                    <a:pt x="1912" y="145"/>
                    <a:pt x="1588" y="1"/>
                    <a:pt x="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4809;p64">
              <a:extLst>
                <a:ext uri="{FF2B5EF4-FFF2-40B4-BE49-F238E27FC236}">
                  <a16:creationId xmlns:a16="http://schemas.microsoft.com/office/drawing/2014/main" id="{98A27B2A-9767-2BFA-B3AF-B05253A55AA6}"/>
                </a:ext>
              </a:extLst>
            </p:cNvPr>
            <p:cNvSpPr/>
            <p:nvPr/>
          </p:nvSpPr>
          <p:spPr>
            <a:xfrm>
              <a:off x="3797375" y="3155050"/>
              <a:ext cx="75750" cy="128050"/>
            </a:xfrm>
            <a:custGeom>
              <a:avLst/>
              <a:gdLst/>
              <a:ahLst/>
              <a:cxnLst/>
              <a:rect l="l" t="t" r="r" b="b"/>
              <a:pathLst>
                <a:path w="3030" h="5122" extrusionOk="0">
                  <a:moveTo>
                    <a:pt x="1516" y="1024"/>
                  </a:moveTo>
                  <a:cubicBezTo>
                    <a:pt x="1664" y="1404"/>
                    <a:pt x="1873" y="1892"/>
                    <a:pt x="2056" y="2381"/>
                  </a:cubicBezTo>
                  <a:cubicBezTo>
                    <a:pt x="2164" y="2633"/>
                    <a:pt x="2236" y="2922"/>
                    <a:pt x="2308" y="3138"/>
                  </a:cubicBezTo>
                  <a:cubicBezTo>
                    <a:pt x="2380" y="3354"/>
                    <a:pt x="2417" y="3535"/>
                    <a:pt x="2417" y="3607"/>
                  </a:cubicBezTo>
                  <a:cubicBezTo>
                    <a:pt x="2417" y="4112"/>
                    <a:pt x="2020" y="4509"/>
                    <a:pt x="1515" y="4509"/>
                  </a:cubicBezTo>
                  <a:cubicBezTo>
                    <a:pt x="1010" y="4509"/>
                    <a:pt x="613" y="4112"/>
                    <a:pt x="613" y="3607"/>
                  </a:cubicBezTo>
                  <a:cubicBezTo>
                    <a:pt x="613" y="3535"/>
                    <a:pt x="685" y="3210"/>
                    <a:pt x="794" y="2886"/>
                  </a:cubicBezTo>
                  <a:cubicBezTo>
                    <a:pt x="938" y="2417"/>
                    <a:pt x="1190" y="1767"/>
                    <a:pt x="1407" y="1263"/>
                  </a:cubicBezTo>
                  <a:cubicBezTo>
                    <a:pt x="1445" y="1180"/>
                    <a:pt x="1481" y="1100"/>
                    <a:pt x="1516" y="1024"/>
                  </a:cubicBezTo>
                  <a:close/>
                  <a:moveTo>
                    <a:pt x="1515" y="0"/>
                  </a:moveTo>
                  <a:cubicBezTo>
                    <a:pt x="1407" y="0"/>
                    <a:pt x="1298" y="36"/>
                    <a:pt x="1226" y="144"/>
                  </a:cubicBezTo>
                  <a:cubicBezTo>
                    <a:pt x="1226" y="144"/>
                    <a:pt x="938" y="830"/>
                    <a:pt x="649" y="1587"/>
                  </a:cubicBezTo>
                  <a:cubicBezTo>
                    <a:pt x="469" y="1948"/>
                    <a:pt x="325" y="2345"/>
                    <a:pt x="216" y="2705"/>
                  </a:cubicBezTo>
                  <a:cubicBezTo>
                    <a:pt x="108" y="3066"/>
                    <a:pt x="0" y="3354"/>
                    <a:pt x="0" y="3607"/>
                  </a:cubicBezTo>
                  <a:cubicBezTo>
                    <a:pt x="0" y="4436"/>
                    <a:pt x="685" y="5122"/>
                    <a:pt x="1515" y="5122"/>
                  </a:cubicBezTo>
                  <a:cubicBezTo>
                    <a:pt x="2344" y="5122"/>
                    <a:pt x="3030" y="4436"/>
                    <a:pt x="3030" y="3607"/>
                  </a:cubicBezTo>
                  <a:cubicBezTo>
                    <a:pt x="3030" y="3354"/>
                    <a:pt x="2922" y="3066"/>
                    <a:pt x="2813" y="2705"/>
                  </a:cubicBezTo>
                  <a:cubicBezTo>
                    <a:pt x="2453" y="1659"/>
                    <a:pt x="1803" y="180"/>
                    <a:pt x="1803" y="144"/>
                  </a:cubicBezTo>
                  <a:cubicBezTo>
                    <a:pt x="1731" y="36"/>
                    <a:pt x="1623" y="0"/>
                    <a:pt x="1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4810;p64">
              <a:extLst>
                <a:ext uri="{FF2B5EF4-FFF2-40B4-BE49-F238E27FC236}">
                  <a16:creationId xmlns:a16="http://schemas.microsoft.com/office/drawing/2014/main" id="{F325E79A-E279-941F-0EFB-BC13679AA0A4}"/>
                </a:ext>
              </a:extLst>
            </p:cNvPr>
            <p:cNvSpPr/>
            <p:nvPr/>
          </p:nvSpPr>
          <p:spPr>
            <a:xfrm>
              <a:off x="4011050" y="1025400"/>
              <a:ext cx="1925125" cy="2285650"/>
            </a:xfrm>
            <a:custGeom>
              <a:avLst/>
              <a:gdLst/>
              <a:ahLst/>
              <a:cxnLst/>
              <a:rect l="l" t="t" r="r" b="b"/>
              <a:pathLst>
                <a:path w="77005" h="91426" extrusionOk="0">
                  <a:moveTo>
                    <a:pt x="23983" y="0"/>
                  </a:moveTo>
                  <a:cubicBezTo>
                    <a:pt x="22904" y="0"/>
                    <a:pt x="21562" y="517"/>
                    <a:pt x="20271" y="969"/>
                  </a:cubicBezTo>
                  <a:cubicBezTo>
                    <a:pt x="17349" y="1979"/>
                    <a:pt x="9487" y="9626"/>
                    <a:pt x="7683" y="14422"/>
                  </a:cubicBezTo>
                  <a:cubicBezTo>
                    <a:pt x="5916" y="19255"/>
                    <a:pt x="7467" y="20842"/>
                    <a:pt x="10605" y="23728"/>
                  </a:cubicBezTo>
                  <a:cubicBezTo>
                    <a:pt x="13743" y="26649"/>
                    <a:pt x="17566" y="32600"/>
                    <a:pt x="19585" y="38227"/>
                  </a:cubicBezTo>
                  <a:cubicBezTo>
                    <a:pt x="21605" y="43817"/>
                    <a:pt x="24166" y="49191"/>
                    <a:pt x="28314" y="50670"/>
                  </a:cubicBezTo>
                  <a:cubicBezTo>
                    <a:pt x="28314" y="50670"/>
                    <a:pt x="21713" y="53808"/>
                    <a:pt x="17349" y="56946"/>
                  </a:cubicBezTo>
                  <a:cubicBezTo>
                    <a:pt x="12949" y="60083"/>
                    <a:pt x="10821" y="61526"/>
                    <a:pt x="10821" y="61526"/>
                  </a:cubicBezTo>
                  <a:cubicBezTo>
                    <a:pt x="10821" y="61526"/>
                    <a:pt x="4906" y="63221"/>
                    <a:pt x="2634" y="66143"/>
                  </a:cubicBezTo>
                  <a:cubicBezTo>
                    <a:pt x="1299" y="67874"/>
                    <a:pt x="470" y="69244"/>
                    <a:pt x="1" y="70074"/>
                  </a:cubicBezTo>
                  <a:cubicBezTo>
                    <a:pt x="1227" y="69625"/>
                    <a:pt x="3287" y="69061"/>
                    <a:pt x="5893" y="69061"/>
                  </a:cubicBezTo>
                  <a:cubicBezTo>
                    <a:pt x="8731" y="69061"/>
                    <a:pt x="12218" y="69731"/>
                    <a:pt x="15979" y="71950"/>
                  </a:cubicBezTo>
                  <a:cubicBezTo>
                    <a:pt x="24995" y="77251"/>
                    <a:pt x="26871" y="86016"/>
                    <a:pt x="26871" y="91426"/>
                  </a:cubicBezTo>
                  <a:lnTo>
                    <a:pt x="30442" y="88216"/>
                  </a:lnTo>
                  <a:cubicBezTo>
                    <a:pt x="30442" y="88216"/>
                    <a:pt x="39783" y="84537"/>
                    <a:pt x="47501" y="75989"/>
                  </a:cubicBezTo>
                  <a:cubicBezTo>
                    <a:pt x="55256" y="67477"/>
                    <a:pt x="56482" y="63329"/>
                    <a:pt x="57276" y="55719"/>
                  </a:cubicBezTo>
                  <a:cubicBezTo>
                    <a:pt x="58033" y="48073"/>
                    <a:pt x="61171" y="17921"/>
                    <a:pt x="61279" y="17452"/>
                  </a:cubicBezTo>
                  <a:cubicBezTo>
                    <a:pt x="61423" y="17019"/>
                    <a:pt x="62433" y="14783"/>
                    <a:pt x="63768" y="14567"/>
                  </a:cubicBezTo>
                  <a:cubicBezTo>
                    <a:pt x="63793" y="14562"/>
                    <a:pt x="63820" y="14560"/>
                    <a:pt x="63850" y="14560"/>
                  </a:cubicBezTo>
                  <a:cubicBezTo>
                    <a:pt x="65380" y="14560"/>
                    <a:pt x="72515" y="20855"/>
                    <a:pt x="73506" y="21492"/>
                  </a:cubicBezTo>
                  <a:cubicBezTo>
                    <a:pt x="73935" y="21783"/>
                    <a:pt x="74548" y="22009"/>
                    <a:pt x="75126" y="22009"/>
                  </a:cubicBezTo>
                  <a:cubicBezTo>
                    <a:pt x="75908" y="22009"/>
                    <a:pt x="76627" y="21596"/>
                    <a:pt x="76752" y="20374"/>
                  </a:cubicBezTo>
                  <a:cubicBezTo>
                    <a:pt x="77004" y="18246"/>
                    <a:pt x="75201" y="12980"/>
                    <a:pt x="69466" y="7245"/>
                  </a:cubicBezTo>
                  <a:cubicBezTo>
                    <a:pt x="65304" y="3083"/>
                    <a:pt x="61970" y="1480"/>
                    <a:pt x="59954" y="1480"/>
                  </a:cubicBezTo>
                  <a:cubicBezTo>
                    <a:pt x="59210" y="1480"/>
                    <a:pt x="58645" y="1698"/>
                    <a:pt x="58285" y="2087"/>
                  </a:cubicBezTo>
                  <a:cubicBezTo>
                    <a:pt x="56915" y="3566"/>
                    <a:pt x="57817" y="6704"/>
                    <a:pt x="56915" y="11285"/>
                  </a:cubicBezTo>
                  <a:cubicBezTo>
                    <a:pt x="56013" y="15901"/>
                    <a:pt x="50423" y="32492"/>
                    <a:pt x="47610" y="40355"/>
                  </a:cubicBezTo>
                  <a:cubicBezTo>
                    <a:pt x="44796" y="48181"/>
                    <a:pt x="45698" y="58857"/>
                    <a:pt x="45698" y="58857"/>
                  </a:cubicBezTo>
                  <a:cubicBezTo>
                    <a:pt x="45698" y="58857"/>
                    <a:pt x="41911" y="60192"/>
                    <a:pt x="39206" y="62211"/>
                  </a:cubicBezTo>
                  <a:cubicBezTo>
                    <a:pt x="36501" y="64231"/>
                    <a:pt x="32353" y="67044"/>
                    <a:pt x="32353" y="67044"/>
                  </a:cubicBezTo>
                  <a:lnTo>
                    <a:pt x="31235" y="66467"/>
                  </a:lnTo>
                  <a:cubicBezTo>
                    <a:pt x="31235" y="66467"/>
                    <a:pt x="37511" y="60192"/>
                    <a:pt x="39422" y="56585"/>
                  </a:cubicBezTo>
                  <a:cubicBezTo>
                    <a:pt x="41334" y="53014"/>
                    <a:pt x="41911" y="52798"/>
                    <a:pt x="40901" y="50670"/>
                  </a:cubicBezTo>
                  <a:cubicBezTo>
                    <a:pt x="39891" y="48542"/>
                    <a:pt x="31704" y="38227"/>
                    <a:pt x="28097" y="33610"/>
                  </a:cubicBezTo>
                  <a:cubicBezTo>
                    <a:pt x="24527" y="29030"/>
                    <a:pt x="20126" y="21275"/>
                    <a:pt x="19261" y="19039"/>
                  </a:cubicBezTo>
                  <a:cubicBezTo>
                    <a:pt x="18359" y="16803"/>
                    <a:pt x="18467" y="14567"/>
                    <a:pt x="19117" y="12980"/>
                  </a:cubicBezTo>
                  <a:cubicBezTo>
                    <a:pt x="19802" y="11393"/>
                    <a:pt x="26077" y="8255"/>
                    <a:pt x="26186" y="3458"/>
                  </a:cubicBezTo>
                  <a:cubicBezTo>
                    <a:pt x="26245" y="788"/>
                    <a:pt x="25315" y="0"/>
                    <a:pt x="239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4811;p64">
              <a:extLst>
                <a:ext uri="{FF2B5EF4-FFF2-40B4-BE49-F238E27FC236}">
                  <a16:creationId xmlns:a16="http://schemas.microsoft.com/office/drawing/2014/main" id="{206BB6BC-A07C-0499-709D-B55D90238E82}"/>
                </a:ext>
              </a:extLst>
            </p:cNvPr>
            <p:cNvSpPr/>
            <p:nvPr/>
          </p:nvSpPr>
          <p:spPr>
            <a:xfrm>
              <a:off x="4002950" y="1018075"/>
              <a:ext cx="1935025" cy="2300275"/>
            </a:xfrm>
            <a:custGeom>
              <a:avLst/>
              <a:gdLst/>
              <a:ahLst/>
              <a:cxnLst/>
              <a:rect l="l" t="t" r="r" b="b"/>
              <a:pathLst>
                <a:path w="77401" h="92011" extrusionOk="0">
                  <a:moveTo>
                    <a:pt x="24310" y="613"/>
                  </a:moveTo>
                  <a:cubicBezTo>
                    <a:pt x="24634" y="613"/>
                    <a:pt x="24887" y="649"/>
                    <a:pt x="25103" y="721"/>
                  </a:cubicBezTo>
                  <a:cubicBezTo>
                    <a:pt x="25428" y="866"/>
                    <a:pt x="25680" y="1082"/>
                    <a:pt x="25897" y="1515"/>
                  </a:cubicBezTo>
                  <a:cubicBezTo>
                    <a:pt x="26113" y="1948"/>
                    <a:pt x="26221" y="2597"/>
                    <a:pt x="26221" y="3499"/>
                  </a:cubicBezTo>
                  <a:cubicBezTo>
                    <a:pt x="26221" y="3571"/>
                    <a:pt x="26221" y="3643"/>
                    <a:pt x="26221" y="3751"/>
                  </a:cubicBezTo>
                  <a:cubicBezTo>
                    <a:pt x="26185" y="4869"/>
                    <a:pt x="25788" y="5915"/>
                    <a:pt x="25211" y="6889"/>
                  </a:cubicBezTo>
                  <a:cubicBezTo>
                    <a:pt x="24310" y="8332"/>
                    <a:pt x="22975" y="9594"/>
                    <a:pt x="21749" y="10604"/>
                  </a:cubicBezTo>
                  <a:cubicBezTo>
                    <a:pt x="21172" y="11109"/>
                    <a:pt x="20595" y="11578"/>
                    <a:pt x="20162" y="12010"/>
                  </a:cubicBezTo>
                  <a:cubicBezTo>
                    <a:pt x="19693" y="12407"/>
                    <a:pt x="19332" y="12768"/>
                    <a:pt x="19188" y="13165"/>
                  </a:cubicBezTo>
                  <a:cubicBezTo>
                    <a:pt x="18827" y="13994"/>
                    <a:pt x="18611" y="14968"/>
                    <a:pt x="18611" y="16050"/>
                  </a:cubicBezTo>
                  <a:cubicBezTo>
                    <a:pt x="18611" y="17132"/>
                    <a:pt x="18827" y="18286"/>
                    <a:pt x="19296" y="19440"/>
                  </a:cubicBezTo>
                  <a:cubicBezTo>
                    <a:pt x="19765" y="20594"/>
                    <a:pt x="21064" y="23083"/>
                    <a:pt x="22723" y="25896"/>
                  </a:cubicBezTo>
                  <a:cubicBezTo>
                    <a:pt x="24382" y="28673"/>
                    <a:pt x="26401" y="31775"/>
                    <a:pt x="28205" y="34084"/>
                  </a:cubicBezTo>
                  <a:cubicBezTo>
                    <a:pt x="29972" y="36392"/>
                    <a:pt x="32930" y="40107"/>
                    <a:pt x="35563" y="43533"/>
                  </a:cubicBezTo>
                  <a:cubicBezTo>
                    <a:pt x="36861" y="45228"/>
                    <a:pt x="38087" y="46887"/>
                    <a:pt x="39061" y="48222"/>
                  </a:cubicBezTo>
                  <a:cubicBezTo>
                    <a:pt x="39999" y="49556"/>
                    <a:pt x="40720" y="50602"/>
                    <a:pt x="40937" y="51071"/>
                  </a:cubicBezTo>
                  <a:cubicBezTo>
                    <a:pt x="41261" y="51756"/>
                    <a:pt x="41405" y="52225"/>
                    <a:pt x="41405" y="52622"/>
                  </a:cubicBezTo>
                  <a:cubicBezTo>
                    <a:pt x="41405" y="53019"/>
                    <a:pt x="41261" y="53452"/>
                    <a:pt x="40937" y="54065"/>
                  </a:cubicBezTo>
                  <a:cubicBezTo>
                    <a:pt x="40612" y="54714"/>
                    <a:pt x="40143" y="55543"/>
                    <a:pt x="39494" y="56734"/>
                  </a:cubicBezTo>
                  <a:cubicBezTo>
                    <a:pt x="38556" y="58501"/>
                    <a:pt x="36536" y="60954"/>
                    <a:pt x="34733" y="62973"/>
                  </a:cubicBezTo>
                  <a:cubicBezTo>
                    <a:pt x="33831" y="63983"/>
                    <a:pt x="32966" y="64885"/>
                    <a:pt x="32353" y="65498"/>
                  </a:cubicBezTo>
                  <a:cubicBezTo>
                    <a:pt x="32064" y="65823"/>
                    <a:pt x="31812" y="66111"/>
                    <a:pt x="31631" y="66255"/>
                  </a:cubicBezTo>
                  <a:cubicBezTo>
                    <a:pt x="31451" y="66436"/>
                    <a:pt x="31343" y="66544"/>
                    <a:pt x="31343" y="66544"/>
                  </a:cubicBezTo>
                  <a:cubicBezTo>
                    <a:pt x="31271" y="66616"/>
                    <a:pt x="31271" y="66724"/>
                    <a:pt x="31271" y="66796"/>
                  </a:cubicBezTo>
                  <a:cubicBezTo>
                    <a:pt x="31271" y="66905"/>
                    <a:pt x="31343" y="66977"/>
                    <a:pt x="31451" y="67013"/>
                  </a:cubicBezTo>
                  <a:lnTo>
                    <a:pt x="32569" y="67590"/>
                  </a:lnTo>
                  <a:cubicBezTo>
                    <a:pt x="32599" y="67605"/>
                    <a:pt x="32641" y="67614"/>
                    <a:pt x="32685" y="67614"/>
                  </a:cubicBezTo>
                  <a:cubicBezTo>
                    <a:pt x="32748" y="67614"/>
                    <a:pt x="32815" y="67596"/>
                    <a:pt x="32857" y="67554"/>
                  </a:cubicBezTo>
                  <a:cubicBezTo>
                    <a:pt x="32857" y="67554"/>
                    <a:pt x="37005" y="64777"/>
                    <a:pt x="39710" y="62757"/>
                  </a:cubicBezTo>
                  <a:cubicBezTo>
                    <a:pt x="41009" y="61747"/>
                    <a:pt x="42632" y="60917"/>
                    <a:pt x="43930" y="60340"/>
                  </a:cubicBezTo>
                  <a:cubicBezTo>
                    <a:pt x="44543" y="60052"/>
                    <a:pt x="45120" y="59799"/>
                    <a:pt x="45517" y="59655"/>
                  </a:cubicBezTo>
                  <a:cubicBezTo>
                    <a:pt x="45697" y="59583"/>
                    <a:pt x="45878" y="59511"/>
                    <a:pt x="45986" y="59475"/>
                  </a:cubicBezTo>
                  <a:cubicBezTo>
                    <a:pt x="46094" y="59439"/>
                    <a:pt x="46130" y="59403"/>
                    <a:pt x="46130" y="59403"/>
                  </a:cubicBezTo>
                  <a:cubicBezTo>
                    <a:pt x="46274" y="59367"/>
                    <a:pt x="46347" y="59258"/>
                    <a:pt x="46347" y="59114"/>
                  </a:cubicBezTo>
                  <a:cubicBezTo>
                    <a:pt x="46347" y="59114"/>
                    <a:pt x="46311" y="59006"/>
                    <a:pt x="46311" y="58826"/>
                  </a:cubicBezTo>
                  <a:cubicBezTo>
                    <a:pt x="46274" y="58248"/>
                    <a:pt x="46202" y="56878"/>
                    <a:pt x="46202" y="55075"/>
                  </a:cubicBezTo>
                  <a:cubicBezTo>
                    <a:pt x="46202" y="51251"/>
                    <a:pt x="46527" y="45445"/>
                    <a:pt x="48222" y="40720"/>
                  </a:cubicBezTo>
                  <a:cubicBezTo>
                    <a:pt x="49629" y="36789"/>
                    <a:pt x="51721" y="30693"/>
                    <a:pt x="53596" y="24995"/>
                  </a:cubicBezTo>
                  <a:cubicBezTo>
                    <a:pt x="55472" y="19260"/>
                    <a:pt x="57095" y="13994"/>
                    <a:pt x="57527" y="11650"/>
                  </a:cubicBezTo>
                  <a:cubicBezTo>
                    <a:pt x="57996" y="9305"/>
                    <a:pt x="57996" y="7358"/>
                    <a:pt x="58068" y="5843"/>
                  </a:cubicBezTo>
                  <a:cubicBezTo>
                    <a:pt x="58068" y="5049"/>
                    <a:pt x="58104" y="4400"/>
                    <a:pt x="58249" y="3859"/>
                  </a:cubicBezTo>
                  <a:cubicBezTo>
                    <a:pt x="58357" y="3318"/>
                    <a:pt x="58537" y="2922"/>
                    <a:pt x="58826" y="2597"/>
                  </a:cubicBezTo>
                  <a:cubicBezTo>
                    <a:pt x="59114" y="2272"/>
                    <a:pt x="59583" y="2092"/>
                    <a:pt x="60268" y="2092"/>
                  </a:cubicBezTo>
                  <a:cubicBezTo>
                    <a:pt x="61206" y="2092"/>
                    <a:pt x="62505" y="2453"/>
                    <a:pt x="64092" y="3354"/>
                  </a:cubicBezTo>
                  <a:cubicBezTo>
                    <a:pt x="65679" y="4256"/>
                    <a:pt x="67518" y="5699"/>
                    <a:pt x="69610" y="7754"/>
                  </a:cubicBezTo>
                  <a:cubicBezTo>
                    <a:pt x="72279" y="10460"/>
                    <a:pt x="74082" y="13020"/>
                    <a:pt x="75236" y="15220"/>
                  </a:cubicBezTo>
                  <a:cubicBezTo>
                    <a:pt x="76354" y="17420"/>
                    <a:pt x="76823" y="19224"/>
                    <a:pt x="76823" y="20306"/>
                  </a:cubicBezTo>
                  <a:cubicBezTo>
                    <a:pt x="76823" y="20414"/>
                    <a:pt x="76787" y="20522"/>
                    <a:pt x="76787" y="20630"/>
                  </a:cubicBezTo>
                  <a:cubicBezTo>
                    <a:pt x="76751" y="21208"/>
                    <a:pt x="76535" y="21532"/>
                    <a:pt x="76318" y="21712"/>
                  </a:cubicBezTo>
                  <a:cubicBezTo>
                    <a:pt x="76102" y="21929"/>
                    <a:pt x="75813" y="22001"/>
                    <a:pt x="75453" y="22001"/>
                  </a:cubicBezTo>
                  <a:cubicBezTo>
                    <a:pt x="74948" y="22001"/>
                    <a:pt x="74371" y="21785"/>
                    <a:pt x="74010" y="21532"/>
                  </a:cubicBezTo>
                  <a:cubicBezTo>
                    <a:pt x="73902" y="21460"/>
                    <a:pt x="73685" y="21316"/>
                    <a:pt x="73397" y="21063"/>
                  </a:cubicBezTo>
                  <a:cubicBezTo>
                    <a:pt x="72351" y="20234"/>
                    <a:pt x="70439" y="18647"/>
                    <a:pt x="68600" y="17204"/>
                  </a:cubicBezTo>
                  <a:cubicBezTo>
                    <a:pt x="67662" y="16519"/>
                    <a:pt x="66761" y="15834"/>
                    <a:pt x="66003" y="15365"/>
                  </a:cubicBezTo>
                  <a:cubicBezTo>
                    <a:pt x="65606" y="15112"/>
                    <a:pt x="65282" y="14932"/>
                    <a:pt x="64957" y="14788"/>
                  </a:cubicBezTo>
                  <a:cubicBezTo>
                    <a:pt x="64669" y="14643"/>
                    <a:pt x="64416" y="14535"/>
                    <a:pt x="64164" y="14535"/>
                  </a:cubicBezTo>
                  <a:lnTo>
                    <a:pt x="64019" y="14535"/>
                  </a:lnTo>
                  <a:cubicBezTo>
                    <a:pt x="63226" y="14679"/>
                    <a:pt x="62613" y="15365"/>
                    <a:pt x="62144" y="16050"/>
                  </a:cubicBezTo>
                  <a:cubicBezTo>
                    <a:pt x="61928" y="16375"/>
                    <a:pt x="61711" y="16735"/>
                    <a:pt x="61603" y="17024"/>
                  </a:cubicBezTo>
                  <a:cubicBezTo>
                    <a:pt x="61459" y="17312"/>
                    <a:pt x="61350" y="17529"/>
                    <a:pt x="61314" y="17673"/>
                  </a:cubicBezTo>
                  <a:lnTo>
                    <a:pt x="61314" y="17745"/>
                  </a:lnTo>
                  <a:cubicBezTo>
                    <a:pt x="61278" y="18106"/>
                    <a:pt x="61026" y="20198"/>
                    <a:pt x="60701" y="23263"/>
                  </a:cubicBezTo>
                  <a:cubicBezTo>
                    <a:pt x="59727" y="32424"/>
                    <a:pt x="57852" y="50350"/>
                    <a:pt x="57275" y="55976"/>
                  </a:cubicBezTo>
                  <a:cubicBezTo>
                    <a:pt x="56878" y="59763"/>
                    <a:pt x="56409" y="62685"/>
                    <a:pt x="55039" y="65678"/>
                  </a:cubicBezTo>
                  <a:cubicBezTo>
                    <a:pt x="53668" y="68708"/>
                    <a:pt x="51468" y="71846"/>
                    <a:pt x="47609" y="76102"/>
                  </a:cubicBezTo>
                  <a:cubicBezTo>
                    <a:pt x="43750" y="80322"/>
                    <a:pt x="39530" y="83351"/>
                    <a:pt x="36248" y="85335"/>
                  </a:cubicBezTo>
                  <a:cubicBezTo>
                    <a:pt x="34625" y="86345"/>
                    <a:pt x="33218" y="87066"/>
                    <a:pt x="32244" y="87535"/>
                  </a:cubicBezTo>
                  <a:cubicBezTo>
                    <a:pt x="31739" y="87787"/>
                    <a:pt x="31343" y="87932"/>
                    <a:pt x="31090" y="88076"/>
                  </a:cubicBezTo>
                  <a:cubicBezTo>
                    <a:pt x="30946" y="88112"/>
                    <a:pt x="30838" y="88148"/>
                    <a:pt x="30766" y="88184"/>
                  </a:cubicBezTo>
                  <a:cubicBezTo>
                    <a:pt x="30693" y="88220"/>
                    <a:pt x="30657" y="88220"/>
                    <a:pt x="30657" y="88220"/>
                  </a:cubicBezTo>
                  <a:lnTo>
                    <a:pt x="30585" y="88292"/>
                  </a:lnTo>
                  <a:lnTo>
                    <a:pt x="27510" y="91057"/>
                  </a:lnTo>
                  <a:lnTo>
                    <a:pt x="27510" y="91057"/>
                  </a:lnTo>
                  <a:cubicBezTo>
                    <a:pt x="27433" y="88416"/>
                    <a:pt x="26887" y="85123"/>
                    <a:pt x="25392" y="81800"/>
                  </a:cubicBezTo>
                  <a:cubicBezTo>
                    <a:pt x="23769" y="78230"/>
                    <a:pt x="21027" y="74659"/>
                    <a:pt x="16483" y="71990"/>
                  </a:cubicBezTo>
                  <a:cubicBezTo>
                    <a:pt x="12624" y="69754"/>
                    <a:pt x="9089" y="69069"/>
                    <a:pt x="6204" y="69069"/>
                  </a:cubicBezTo>
                  <a:cubicBezTo>
                    <a:pt x="4025" y="69069"/>
                    <a:pt x="2231" y="69453"/>
                    <a:pt x="978" y="69830"/>
                  </a:cubicBezTo>
                  <a:lnTo>
                    <a:pt x="978" y="69830"/>
                  </a:lnTo>
                  <a:cubicBezTo>
                    <a:pt x="1473" y="69020"/>
                    <a:pt x="2195" y="67933"/>
                    <a:pt x="3210" y="66616"/>
                  </a:cubicBezTo>
                  <a:cubicBezTo>
                    <a:pt x="4256" y="65209"/>
                    <a:pt x="6276" y="64091"/>
                    <a:pt x="8043" y="63298"/>
                  </a:cubicBezTo>
                  <a:cubicBezTo>
                    <a:pt x="8909" y="62901"/>
                    <a:pt x="9702" y="62613"/>
                    <a:pt x="10279" y="62432"/>
                  </a:cubicBezTo>
                  <a:cubicBezTo>
                    <a:pt x="10604" y="62324"/>
                    <a:pt x="10820" y="62252"/>
                    <a:pt x="11001" y="62180"/>
                  </a:cubicBezTo>
                  <a:cubicBezTo>
                    <a:pt x="11145" y="62144"/>
                    <a:pt x="11253" y="62108"/>
                    <a:pt x="11253" y="62108"/>
                  </a:cubicBezTo>
                  <a:lnTo>
                    <a:pt x="11325" y="62072"/>
                  </a:lnTo>
                  <a:cubicBezTo>
                    <a:pt x="11325" y="62072"/>
                    <a:pt x="13453" y="60629"/>
                    <a:pt x="17854" y="57491"/>
                  </a:cubicBezTo>
                  <a:cubicBezTo>
                    <a:pt x="20018" y="55904"/>
                    <a:pt x="22759" y="54353"/>
                    <a:pt x="24923" y="53163"/>
                  </a:cubicBezTo>
                  <a:cubicBezTo>
                    <a:pt x="26041" y="52586"/>
                    <a:pt x="27015" y="52117"/>
                    <a:pt x="27700" y="51756"/>
                  </a:cubicBezTo>
                  <a:cubicBezTo>
                    <a:pt x="28385" y="51432"/>
                    <a:pt x="28782" y="51215"/>
                    <a:pt x="28782" y="51215"/>
                  </a:cubicBezTo>
                  <a:cubicBezTo>
                    <a:pt x="28890" y="51179"/>
                    <a:pt x="28962" y="51071"/>
                    <a:pt x="28962" y="50927"/>
                  </a:cubicBezTo>
                  <a:cubicBezTo>
                    <a:pt x="28962" y="50819"/>
                    <a:pt x="28854" y="50710"/>
                    <a:pt x="28746" y="50674"/>
                  </a:cubicBezTo>
                  <a:cubicBezTo>
                    <a:pt x="26762" y="49989"/>
                    <a:pt x="25139" y="48330"/>
                    <a:pt x="23733" y="46130"/>
                  </a:cubicBezTo>
                  <a:cubicBezTo>
                    <a:pt x="22326" y="43930"/>
                    <a:pt x="21208" y="41189"/>
                    <a:pt x="20198" y="38412"/>
                  </a:cubicBezTo>
                  <a:cubicBezTo>
                    <a:pt x="18142" y="32749"/>
                    <a:pt x="14319" y="26798"/>
                    <a:pt x="11145" y="23804"/>
                  </a:cubicBezTo>
                  <a:cubicBezTo>
                    <a:pt x="10027" y="22794"/>
                    <a:pt x="9125" y="21929"/>
                    <a:pt x="8512" y="21063"/>
                  </a:cubicBezTo>
                  <a:cubicBezTo>
                    <a:pt x="7899" y="20198"/>
                    <a:pt x="7574" y="19332"/>
                    <a:pt x="7574" y="18214"/>
                  </a:cubicBezTo>
                  <a:cubicBezTo>
                    <a:pt x="7574" y="17312"/>
                    <a:pt x="7791" y="16194"/>
                    <a:pt x="8296" y="14824"/>
                  </a:cubicBezTo>
                  <a:cubicBezTo>
                    <a:pt x="9161" y="12515"/>
                    <a:pt x="11578" y="9414"/>
                    <a:pt x="14103" y="6781"/>
                  </a:cubicBezTo>
                  <a:cubicBezTo>
                    <a:pt x="15365" y="5482"/>
                    <a:pt x="16663" y="4292"/>
                    <a:pt x="17818" y="3354"/>
                  </a:cubicBezTo>
                  <a:cubicBezTo>
                    <a:pt x="18972" y="2453"/>
                    <a:pt x="20018" y="1803"/>
                    <a:pt x="20667" y="1551"/>
                  </a:cubicBezTo>
                  <a:cubicBezTo>
                    <a:pt x="22001" y="1118"/>
                    <a:pt x="23336" y="613"/>
                    <a:pt x="24310" y="613"/>
                  </a:cubicBezTo>
                  <a:close/>
                  <a:moveTo>
                    <a:pt x="24310" y="0"/>
                  </a:moveTo>
                  <a:cubicBezTo>
                    <a:pt x="23155" y="0"/>
                    <a:pt x="21785" y="541"/>
                    <a:pt x="20486" y="974"/>
                  </a:cubicBezTo>
                  <a:cubicBezTo>
                    <a:pt x="19693" y="1262"/>
                    <a:pt x="18647" y="1948"/>
                    <a:pt x="17457" y="2885"/>
                  </a:cubicBezTo>
                  <a:cubicBezTo>
                    <a:pt x="15690" y="4292"/>
                    <a:pt x="13598" y="6312"/>
                    <a:pt x="11794" y="8440"/>
                  </a:cubicBezTo>
                  <a:cubicBezTo>
                    <a:pt x="9991" y="10532"/>
                    <a:pt x="8440" y="12768"/>
                    <a:pt x="7755" y="14643"/>
                  </a:cubicBezTo>
                  <a:cubicBezTo>
                    <a:pt x="7214" y="16050"/>
                    <a:pt x="6961" y="17204"/>
                    <a:pt x="6961" y="18214"/>
                  </a:cubicBezTo>
                  <a:cubicBezTo>
                    <a:pt x="6961" y="19440"/>
                    <a:pt x="7358" y="20486"/>
                    <a:pt x="8007" y="21388"/>
                  </a:cubicBezTo>
                  <a:cubicBezTo>
                    <a:pt x="8693" y="22362"/>
                    <a:pt x="9630" y="23227"/>
                    <a:pt x="10748" y="24273"/>
                  </a:cubicBezTo>
                  <a:cubicBezTo>
                    <a:pt x="13814" y="27123"/>
                    <a:pt x="17637" y="33038"/>
                    <a:pt x="19621" y="38592"/>
                  </a:cubicBezTo>
                  <a:cubicBezTo>
                    <a:pt x="20631" y="41405"/>
                    <a:pt x="21785" y="44182"/>
                    <a:pt x="23228" y="46455"/>
                  </a:cubicBezTo>
                  <a:cubicBezTo>
                    <a:pt x="24528" y="48469"/>
                    <a:pt x="26062" y="50104"/>
                    <a:pt x="27936" y="50961"/>
                  </a:cubicBezTo>
                  <a:lnTo>
                    <a:pt x="27936" y="50961"/>
                  </a:lnTo>
                  <a:cubicBezTo>
                    <a:pt x="26212" y="51806"/>
                    <a:pt x="21101" y="54384"/>
                    <a:pt x="17493" y="56986"/>
                  </a:cubicBezTo>
                  <a:cubicBezTo>
                    <a:pt x="15293" y="58537"/>
                    <a:pt x="13670" y="59691"/>
                    <a:pt x="12588" y="60449"/>
                  </a:cubicBezTo>
                  <a:cubicBezTo>
                    <a:pt x="12047" y="60845"/>
                    <a:pt x="11650" y="61134"/>
                    <a:pt x="11398" y="61314"/>
                  </a:cubicBezTo>
                  <a:cubicBezTo>
                    <a:pt x="11208" y="61432"/>
                    <a:pt x="11097" y="61504"/>
                    <a:pt x="11042" y="61540"/>
                  </a:cubicBezTo>
                  <a:lnTo>
                    <a:pt x="11042" y="61540"/>
                  </a:lnTo>
                  <a:cubicBezTo>
                    <a:pt x="10819" y="61605"/>
                    <a:pt x="9411" y="62029"/>
                    <a:pt x="7791" y="62757"/>
                  </a:cubicBezTo>
                  <a:cubicBezTo>
                    <a:pt x="5988" y="63550"/>
                    <a:pt x="3932" y="64704"/>
                    <a:pt x="2741" y="66255"/>
                  </a:cubicBezTo>
                  <a:cubicBezTo>
                    <a:pt x="1371" y="67987"/>
                    <a:pt x="541" y="69393"/>
                    <a:pt x="36" y="70223"/>
                  </a:cubicBezTo>
                  <a:cubicBezTo>
                    <a:pt x="0" y="70331"/>
                    <a:pt x="0" y="70475"/>
                    <a:pt x="73" y="70547"/>
                  </a:cubicBezTo>
                  <a:cubicBezTo>
                    <a:pt x="127" y="70629"/>
                    <a:pt x="221" y="70669"/>
                    <a:pt x="311" y="70669"/>
                  </a:cubicBezTo>
                  <a:cubicBezTo>
                    <a:pt x="341" y="70669"/>
                    <a:pt x="370" y="70665"/>
                    <a:pt x="397" y="70656"/>
                  </a:cubicBezTo>
                  <a:cubicBezTo>
                    <a:pt x="1623" y="70223"/>
                    <a:pt x="3643" y="69646"/>
                    <a:pt x="6204" y="69646"/>
                  </a:cubicBezTo>
                  <a:cubicBezTo>
                    <a:pt x="8981" y="69646"/>
                    <a:pt x="12444" y="70331"/>
                    <a:pt x="16158" y="72531"/>
                  </a:cubicBezTo>
                  <a:cubicBezTo>
                    <a:pt x="20595" y="75128"/>
                    <a:pt x="23264" y="78590"/>
                    <a:pt x="24851" y="82053"/>
                  </a:cubicBezTo>
                  <a:cubicBezTo>
                    <a:pt x="26438" y="85551"/>
                    <a:pt x="26906" y="89050"/>
                    <a:pt x="26906" y="91719"/>
                  </a:cubicBezTo>
                  <a:cubicBezTo>
                    <a:pt x="26906" y="91827"/>
                    <a:pt x="26979" y="91935"/>
                    <a:pt x="27087" y="91971"/>
                  </a:cubicBezTo>
                  <a:cubicBezTo>
                    <a:pt x="27128" y="91999"/>
                    <a:pt x="27175" y="92011"/>
                    <a:pt x="27221" y="92011"/>
                  </a:cubicBezTo>
                  <a:cubicBezTo>
                    <a:pt x="27295" y="92011"/>
                    <a:pt x="27367" y="91980"/>
                    <a:pt x="27411" y="91935"/>
                  </a:cubicBezTo>
                  <a:lnTo>
                    <a:pt x="30907" y="88792"/>
                  </a:lnTo>
                  <a:lnTo>
                    <a:pt x="30907" y="88792"/>
                  </a:lnTo>
                  <a:lnTo>
                    <a:pt x="30910" y="88797"/>
                  </a:lnTo>
                  <a:cubicBezTo>
                    <a:pt x="30910" y="88797"/>
                    <a:pt x="40251" y="85082"/>
                    <a:pt x="48042" y="76498"/>
                  </a:cubicBezTo>
                  <a:cubicBezTo>
                    <a:pt x="51937" y="72206"/>
                    <a:pt x="54209" y="69033"/>
                    <a:pt x="55580" y="65931"/>
                  </a:cubicBezTo>
                  <a:cubicBezTo>
                    <a:pt x="56986" y="62829"/>
                    <a:pt x="57491" y="59835"/>
                    <a:pt x="57888" y="56012"/>
                  </a:cubicBezTo>
                  <a:cubicBezTo>
                    <a:pt x="58285" y="52225"/>
                    <a:pt x="59259" y="42776"/>
                    <a:pt x="60160" y="34228"/>
                  </a:cubicBezTo>
                  <a:cubicBezTo>
                    <a:pt x="60593" y="29936"/>
                    <a:pt x="61026" y="25896"/>
                    <a:pt x="61350" y="22867"/>
                  </a:cubicBezTo>
                  <a:cubicBezTo>
                    <a:pt x="61495" y="21388"/>
                    <a:pt x="61639" y="20126"/>
                    <a:pt x="61747" y="19260"/>
                  </a:cubicBezTo>
                  <a:cubicBezTo>
                    <a:pt x="61783" y="18827"/>
                    <a:pt x="61819" y="18466"/>
                    <a:pt x="61855" y="18214"/>
                  </a:cubicBezTo>
                  <a:cubicBezTo>
                    <a:pt x="61892" y="18106"/>
                    <a:pt x="61892" y="17998"/>
                    <a:pt x="61892" y="17925"/>
                  </a:cubicBezTo>
                  <a:lnTo>
                    <a:pt x="61892" y="17853"/>
                  </a:lnTo>
                  <a:lnTo>
                    <a:pt x="61928" y="17817"/>
                  </a:lnTo>
                  <a:cubicBezTo>
                    <a:pt x="61928" y="17745"/>
                    <a:pt x="62000" y="17529"/>
                    <a:pt x="62144" y="17276"/>
                  </a:cubicBezTo>
                  <a:cubicBezTo>
                    <a:pt x="62324" y="16879"/>
                    <a:pt x="62613" y="16375"/>
                    <a:pt x="62974" y="15942"/>
                  </a:cubicBezTo>
                  <a:cubicBezTo>
                    <a:pt x="63334" y="15509"/>
                    <a:pt x="63731" y="15184"/>
                    <a:pt x="64128" y="15148"/>
                  </a:cubicBezTo>
                  <a:lnTo>
                    <a:pt x="64164" y="15148"/>
                  </a:lnTo>
                  <a:cubicBezTo>
                    <a:pt x="64236" y="15148"/>
                    <a:pt x="64524" y="15220"/>
                    <a:pt x="64849" y="15365"/>
                  </a:cubicBezTo>
                  <a:cubicBezTo>
                    <a:pt x="66003" y="15942"/>
                    <a:pt x="67987" y="17493"/>
                    <a:pt x="69790" y="18935"/>
                  </a:cubicBezTo>
                  <a:cubicBezTo>
                    <a:pt x="70692" y="19657"/>
                    <a:pt x="71557" y="20342"/>
                    <a:pt x="72243" y="20919"/>
                  </a:cubicBezTo>
                  <a:cubicBezTo>
                    <a:pt x="72928" y="21460"/>
                    <a:pt x="73433" y="21893"/>
                    <a:pt x="73685" y="22037"/>
                  </a:cubicBezTo>
                  <a:cubicBezTo>
                    <a:pt x="74154" y="22362"/>
                    <a:pt x="74804" y="22614"/>
                    <a:pt x="75453" y="22614"/>
                  </a:cubicBezTo>
                  <a:cubicBezTo>
                    <a:pt x="75922" y="22614"/>
                    <a:pt x="76354" y="22506"/>
                    <a:pt x="76715" y="22181"/>
                  </a:cubicBezTo>
                  <a:cubicBezTo>
                    <a:pt x="77076" y="21857"/>
                    <a:pt x="77328" y="21352"/>
                    <a:pt x="77400" y="20703"/>
                  </a:cubicBezTo>
                  <a:cubicBezTo>
                    <a:pt x="77400" y="20594"/>
                    <a:pt x="77400" y="20450"/>
                    <a:pt x="77400" y="20306"/>
                  </a:cubicBezTo>
                  <a:cubicBezTo>
                    <a:pt x="77400" y="19044"/>
                    <a:pt x="76931" y="17204"/>
                    <a:pt x="75741" y="14932"/>
                  </a:cubicBezTo>
                  <a:cubicBezTo>
                    <a:pt x="74587" y="12696"/>
                    <a:pt x="72748" y="10063"/>
                    <a:pt x="70007" y="7358"/>
                  </a:cubicBezTo>
                  <a:cubicBezTo>
                    <a:pt x="67915" y="5230"/>
                    <a:pt x="66039" y="3787"/>
                    <a:pt x="64380" y="2849"/>
                  </a:cubicBezTo>
                  <a:cubicBezTo>
                    <a:pt x="62757" y="1912"/>
                    <a:pt x="61387" y="1479"/>
                    <a:pt x="60268" y="1479"/>
                  </a:cubicBezTo>
                  <a:cubicBezTo>
                    <a:pt x="59475" y="1479"/>
                    <a:pt x="58790" y="1731"/>
                    <a:pt x="58357" y="2200"/>
                  </a:cubicBezTo>
                  <a:cubicBezTo>
                    <a:pt x="57996" y="2597"/>
                    <a:pt x="57780" y="3138"/>
                    <a:pt x="57636" y="3751"/>
                  </a:cubicBezTo>
                  <a:cubicBezTo>
                    <a:pt x="57455" y="4653"/>
                    <a:pt x="57455" y="5735"/>
                    <a:pt x="57419" y="7033"/>
                  </a:cubicBezTo>
                  <a:cubicBezTo>
                    <a:pt x="57383" y="8332"/>
                    <a:pt x="57275" y="9846"/>
                    <a:pt x="56950" y="11542"/>
                  </a:cubicBezTo>
                  <a:cubicBezTo>
                    <a:pt x="56518" y="13778"/>
                    <a:pt x="54894" y="19116"/>
                    <a:pt x="53019" y="24814"/>
                  </a:cubicBezTo>
                  <a:cubicBezTo>
                    <a:pt x="51144" y="30513"/>
                    <a:pt x="49052" y="36608"/>
                    <a:pt x="47645" y="40540"/>
                  </a:cubicBezTo>
                  <a:cubicBezTo>
                    <a:pt x="45914" y="45373"/>
                    <a:pt x="45589" y="51215"/>
                    <a:pt x="45589" y="55075"/>
                  </a:cubicBezTo>
                  <a:cubicBezTo>
                    <a:pt x="45589" y="57010"/>
                    <a:pt x="45679" y="58429"/>
                    <a:pt x="45717" y="58941"/>
                  </a:cubicBezTo>
                  <a:lnTo>
                    <a:pt x="45717" y="58941"/>
                  </a:lnTo>
                  <a:cubicBezTo>
                    <a:pt x="44844" y="59257"/>
                    <a:pt x="41699" y="60490"/>
                    <a:pt x="39350" y="62252"/>
                  </a:cubicBezTo>
                  <a:cubicBezTo>
                    <a:pt x="38015" y="63262"/>
                    <a:pt x="36284" y="64452"/>
                    <a:pt x="34913" y="65426"/>
                  </a:cubicBezTo>
                  <a:cubicBezTo>
                    <a:pt x="34228" y="65895"/>
                    <a:pt x="33651" y="66291"/>
                    <a:pt x="33218" y="66616"/>
                  </a:cubicBezTo>
                  <a:cubicBezTo>
                    <a:pt x="32981" y="66774"/>
                    <a:pt x="32798" y="66900"/>
                    <a:pt x="32681" y="66981"/>
                  </a:cubicBezTo>
                  <a:lnTo>
                    <a:pt x="32681" y="66981"/>
                  </a:lnTo>
                  <a:lnTo>
                    <a:pt x="32065" y="66683"/>
                  </a:lnTo>
                  <a:lnTo>
                    <a:pt x="32065" y="66683"/>
                  </a:lnTo>
                  <a:cubicBezTo>
                    <a:pt x="32604" y="66134"/>
                    <a:pt x="33825" y="64872"/>
                    <a:pt x="35166" y="63370"/>
                  </a:cubicBezTo>
                  <a:cubicBezTo>
                    <a:pt x="36969" y="61350"/>
                    <a:pt x="39025" y="58862"/>
                    <a:pt x="40035" y="57022"/>
                  </a:cubicBezTo>
                  <a:cubicBezTo>
                    <a:pt x="40648" y="55832"/>
                    <a:pt x="41153" y="55002"/>
                    <a:pt x="41478" y="54353"/>
                  </a:cubicBezTo>
                  <a:cubicBezTo>
                    <a:pt x="41802" y="53704"/>
                    <a:pt x="42019" y="53199"/>
                    <a:pt x="42019" y="52622"/>
                  </a:cubicBezTo>
                  <a:cubicBezTo>
                    <a:pt x="42019" y="52081"/>
                    <a:pt x="41802" y="51540"/>
                    <a:pt x="41478" y="50819"/>
                  </a:cubicBezTo>
                  <a:cubicBezTo>
                    <a:pt x="41189" y="50242"/>
                    <a:pt x="40504" y="49196"/>
                    <a:pt x="39530" y="47861"/>
                  </a:cubicBezTo>
                  <a:cubicBezTo>
                    <a:pt x="36645" y="43822"/>
                    <a:pt x="31343" y="37185"/>
                    <a:pt x="28674" y="33723"/>
                  </a:cubicBezTo>
                  <a:cubicBezTo>
                    <a:pt x="26870" y="31451"/>
                    <a:pt x="24887" y="28349"/>
                    <a:pt x="23264" y="25572"/>
                  </a:cubicBezTo>
                  <a:cubicBezTo>
                    <a:pt x="21605" y="22794"/>
                    <a:pt x="20270" y="20306"/>
                    <a:pt x="19837" y="19224"/>
                  </a:cubicBezTo>
                  <a:cubicBezTo>
                    <a:pt x="19404" y="18142"/>
                    <a:pt x="19224" y="17060"/>
                    <a:pt x="19224" y="16050"/>
                  </a:cubicBezTo>
                  <a:cubicBezTo>
                    <a:pt x="19224" y="15040"/>
                    <a:pt x="19404" y="14138"/>
                    <a:pt x="19729" y="13381"/>
                  </a:cubicBezTo>
                  <a:cubicBezTo>
                    <a:pt x="19801" y="13273"/>
                    <a:pt x="19945" y="13056"/>
                    <a:pt x="20162" y="12804"/>
                  </a:cubicBezTo>
                  <a:cubicBezTo>
                    <a:pt x="20955" y="12010"/>
                    <a:pt x="22578" y="10820"/>
                    <a:pt x="24021" y="9305"/>
                  </a:cubicBezTo>
                  <a:cubicBezTo>
                    <a:pt x="25464" y="7827"/>
                    <a:pt x="26762" y="5987"/>
                    <a:pt x="26834" y="3751"/>
                  </a:cubicBezTo>
                  <a:cubicBezTo>
                    <a:pt x="26834" y="3679"/>
                    <a:pt x="26834" y="3571"/>
                    <a:pt x="26834" y="3499"/>
                  </a:cubicBezTo>
                  <a:cubicBezTo>
                    <a:pt x="26834" y="2236"/>
                    <a:pt x="26582" y="1371"/>
                    <a:pt x="26149" y="794"/>
                  </a:cubicBezTo>
                  <a:cubicBezTo>
                    <a:pt x="25933" y="505"/>
                    <a:pt x="25644" y="289"/>
                    <a:pt x="25319" y="180"/>
                  </a:cubicBezTo>
                  <a:cubicBezTo>
                    <a:pt x="25031" y="36"/>
                    <a:pt x="24670" y="0"/>
                    <a:pt x="24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4812;p64">
              <a:extLst>
                <a:ext uri="{FF2B5EF4-FFF2-40B4-BE49-F238E27FC236}">
                  <a16:creationId xmlns:a16="http://schemas.microsoft.com/office/drawing/2014/main" id="{4920D999-77AB-8461-AE06-DB493446BD30}"/>
                </a:ext>
              </a:extLst>
            </p:cNvPr>
            <p:cNvSpPr/>
            <p:nvPr/>
          </p:nvSpPr>
          <p:spPr>
            <a:xfrm>
              <a:off x="4489850" y="2578700"/>
              <a:ext cx="470700" cy="295075"/>
            </a:xfrm>
            <a:custGeom>
              <a:avLst/>
              <a:gdLst/>
              <a:ahLst/>
              <a:cxnLst/>
              <a:rect l="l" t="t" r="r" b="b"/>
              <a:pathLst>
                <a:path w="18828" h="11803" extrusionOk="0">
                  <a:moveTo>
                    <a:pt x="293" y="0"/>
                  </a:moveTo>
                  <a:cubicBezTo>
                    <a:pt x="146" y="0"/>
                    <a:pt x="37" y="103"/>
                    <a:pt x="37" y="260"/>
                  </a:cubicBezTo>
                  <a:cubicBezTo>
                    <a:pt x="1" y="440"/>
                    <a:pt x="109" y="584"/>
                    <a:pt x="289" y="584"/>
                  </a:cubicBezTo>
                  <a:cubicBezTo>
                    <a:pt x="289" y="584"/>
                    <a:pt x="325" y="584"/>
                    <a:pt x="397" y="620"/>
                  </a:cubicBezTo>
                  <a:cubicBezTo>
                    <a:pt x="1047" y="729"/>
                    <a:pt x="4076" y="1234"/>
                    <a:pt x="7647" y="2893"/>
                  </a:cubicBezTo>
                  <a:cubicBezTo>
                    <a:pt x="11217" y="4516"/>
                    <a:pt x="15329" y="7221"/>
                    <a:pt x="18214" y="11693"/>
                  </a:cubicBezTo>
                  <a:cubicBezTo>
                    <a:pt x="18284" y="11763"/>
                    <a:pt x="18384" y="11803"/>
                    <a:pt x="18485" y="11803"/>
                  </a:cubicBezTo>
                  <a:cubicBezTo>
                    <a:pt x="18541" y="11803"/>
                    <a:pt x="18596" y="11791"/>
                    <a:pt x="18647" y="11765"/>
                  </a:cubicBezTo>
                  <a:cubicBezTo>
                    <a:pt x="18792" y="11657"/>
                    <a:pt x="18828" y="11477"/>
                    <a:pt x="18719" y="11332"/>
                  </a:cubicBezTo>
                  <a:cubicBezTo>
                    <a:pt x="15546" y="6463"/>
                    <a:pt x="10965" y="3614"/>
                    <a:pt x="7178" y="2027"/>
                  </a:cubicBezTo>
                  <a:cubicBezTo>
                    <a:pt x="3355" y="404"/>
                    <a:pt x="361" y="7"/>
                    <a:pt x="361" y="7"/>
                  </a:cubicBezTo>
                  <a:cubicBezTo>
                    <a:pt x="338" y="3"/>
                    <a:pt x="315" y="0"/>
                    <a:pt x="2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4813;p64">
              <a:extLst>
                <a:ext uri="{FF2B5EF4-FFF2-40B4-BE49-F238E27FC236}">
                  <a16:creationId xmlns:a16="http://schemas.microsoft.com/office/drawing/2014/main" id="{A6178615-C2EC-A7D2-9E95-396D4280095B}"/>
                </a:ext>
              </a:extLst>
            </p:cNvPr>
            <p:cNvSpPr/>
            <p:nvPr/>
          </p:nvSpPr>
          <p:spPr>
            <a:xfrm>
              <a:off x="5419475" y="1062375"/>
              <a:ext cx="516700" cy="513275"/>
            </a:xfrm>
            <a:custGeom>
              <a:avLst/>
              <a:gdLst/>
              <a:ahLst/>
              <a:cxnLst/>
              <a:rect l="l" t="t" r="r" b="b"/>
              <a:pathLst>
                <a:path w="20668" h="20531" extrusionOk="0">
                  <a:moveTo>
                    <a:pt x="3617" y="1"/>
                  </a:moveTo>
                  <a:cubicBezTo>
                    <a:pt x="2873" y="1"/>
                    <a:pt x="2308" y="219"/>
                    <a:pt x="1948" y="608"/>
                  </a:cubicBezTo>
                  <a:cubicBezTo>
                    <a:pt x="578" y="2087"/>
                    <a:pt x="1480" y="5225"/>
                    <a:pt x="578" y="9806"/>
                  </a:cubicBezTo>
                  <a:cubicBezTo>
                    <a:pt x="470" y="10419"/>
                    <a:pt x="253" y="11284"/>
                    <a:pt x="1" y="12258"/>
                  </a:cubicBezTo>
                  <a:cubicBezTo>
                    <a:pt x="207" y="12224"/>
                    <a:pt x="438" y="12202"/>
                    <a:pt x="692" y="12202"/>
                  </a:cubicBezTo>
                  <a:cubicBezTo>
                    <a:pt x="1500" y="12202"/>
                    <a:pt x="2535" y="12427"/>
                    <a:pt x="3716" y="13196"/>
                  </a:cubicBezTo>
                  <a:cubicBezTo>
                    <a:pt x="4473" y="13665"/>
                    <a:pt x="5050" y="14206"/>
                    <a:pt x="5519" y="14783"/>
                  </a:cubicBezTo>
                  <a:cubicBezTo>
                    <a:pt x="5952" y="14025"/>
                    <a:pt x="6637" y="13196"/>
                    <a:pt x="7431" y="13088"/>
                  </a:cubicBezTo>
                  <a:cubicBezTo>
                    <a:pt x="7456" y="13083"/>
                    <a:pt x="7483" y="13081"/>
                    <a:pt x="7513" y="13081"/>
                  </a:cubicBezTo>
                  <a:cubicBezTo>
                    <a:pt x="9043" y="13081"/>
                    <a:pt x="16178" y="19376"/>
                    <a:pt x="17169" y="20013"/>
                  </a:cubicBezTo>
                  <a:cubicBezTo>
                    <a:pt x="17598" y="20304"/>
                    <a:pt x="18211" y="20530"/>
                    <a:pt x="18789" y="20530"/>
                  </a:cubicBezTo>
                  <a:cubicBezTo>
                    <a:pt x="19571" y="20530"/>
                    <a:pt x="20290" y="20117"/>
                    <a:pt x="20415" y="18895"/>
                  </a:cubicBezTo>
                  <a:cubicBezTo>
                    <a:pt x="20667" y="16767"/>
                    <a:pt x="18864" y="11501"/>
                    <a:pt x="13129" y="5766"/>
                  </a:cubicBezTo>
                  <a:cubicBezTo>
                    <a:pt x="8967" y="1604"/>
                    <a:pt x="5633" y="1"/>
                    <a:pt x="3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4814;p64">
              <a:extLst>
                <a:ext uri="{FF2B5EF4-FFF2-40B4-BE49-F238E27FC236}">
                  <a16:creationId xmlns:a16="http://schemas.microsoft.com/office/drawing/2014/main" id="{7D48EEAC-F005-4921-88F7-5B4A47B7516F}"/>
                </a:ext>
              </a:extLst>
            </p:cNvPr>
            <p:cNvSpPr/>
            <p:nvPr/>
          </p:nvSpPr>
          <p:spPr>
            <a:xfrm>
              <a:off x="5411375" y="1055025"/>
              <a:ext cx="526600" cy="528425"/>
            </a:xfrm>
            <a:custGeom>
              <a:avLst/>
              <a:gdLst/>
              <a:ahLst/>
              <a:cxnLst/>
              <a:rect l="l" t="t" r="r" b="b"/>
              <a:pathLst>
                <a:path w="21064" h="21137" extrusionOk="0">
                  <a:moveTo>
                    <a:pt x="3931" y="614"/>
                  </a:moveTo>
                  <a:cubicBezTo>
                    <a:pt x="4869" y="614"/>
                    <a:pt x="6168" y="975"/>
                    <a:pt x="7755" y="1876"/>
                  </a:cubicBezTo>
                  <a:cubicBezTo>
                    <a:pt x="9342" y="2778"/>
                    <a:pt x="11181" y="4221"/>
                    <a:pt x="13273" y="6276"/>
                  </a:cubicBezTo>
                  <a:cubicBezTo>
                    <a:pt x="15942" y="8982"/>
                    <a:pt x="17745" y="11542"/>
                    <a:pt x="18899" y="13742"/>
                  </a:cubicBezTo>
                  <a:cubicBezTo>
                    <a:pt x="20017" y="15942"/>
                    <a:pt x="20486" y="17746"/>
                    <a:pt x="20486" y="18828"/>
                  </a:cubicBezTo>
                  <a:cubicBezTo>
                    <a:pt x="20486" y="18936"/>
                    <a:pt x="20450" y="19044"/>
                    <a:pt x="20450" y="19152"/>
                  </a:cubicBezTo>
                  <a:cubicBezTo>
                    <a:pt x="20414" y="19730"/>
                    <a:pt x="20198" y="20054"/>
                    <a:pt x="19981" y="20234"/>
                  </a:cubicBezTo>
                  <a:cubicBezTo>
                    <a:pt x="19765" y="20451"/>
                    <a:pt x="19476" y="20523"/>
                    <a:pt x="19116" y="20523"/>
                  </a:cubicBezTo>
                  <a:cubicBezTo>
                    <a:pt x="18611" y="20523"/>
                    <a:pt x="18034" y="20307"/>
                    <a:pt x="17673" y="20054"/>
                  </a:cubicBezTo>
                  <a:cubicBezTo>
                    <a:pt x="17565" y="19982"/>
                    <a:pt x="17348" y="19838"/>
                    <a:pt x="17060" y="19585"/>
                  </a:cubicBezTo>
                  <a:cubicBezTo>
                    <a:pt x="16014" y="18756"/>
                    <a:pt x="14102" y="17169"/>
                    <a:pt x="12263" y="15726"/>
                  </a:cubicBezTo>
                  <a:cubicBezTo>
                    <a:pt x="11325" y="15041"/>
                    <a:pt x="10424" y="14356"/>
                    <a:pt x="9666" y="13887"/>
                  </a:cubicBezTo>
                  <a:cubicBezTo>
                    <a:pt x="9269" y="13634"/>
                    <a:pt x="8945" y="13454"/>
                    <a:pt x="8620" y="13310"/>
                  </a:cubicBezTo>
                  <a:cubicBezTo>
                    <a:pt x="8332" y="13165"/>
                    <a:pt x="8079" y="13057"/>
                    <a:pt x="7827" y="13057"/>
                  </a:cubicBezTo>
                  <a:lnTo>
                    <a:pt x="7682" y="13057"/>
                  </a:lnTo>
                  <a:cubicBezTo>
                    <a:pt x="7214" y="13165"/>
                    <a:pt x="6817" y="13418"/>
                    <a:pt x="6456" y="13778"/>
                  </a:cubicBezTo>
                  <a:cubicBezTo>
                    <a:pt x="6199" y="14010"/>
                    <a:pt x="5979" y="14296"/>
                    <a:pt x="5795" y="14585"/>
                  </a:cubicBezTo>
                  <a:lnTo>
                    <a:pt x="5795" y="14585"/>
                  </a:lnTo>
                  <a:cubicBezTo>
                    <a:pt x="5367" y="14105"/>
                    <a:pt x="4842" y="13623"/>
                    <a:pt x="4220" y="13237"/>
                  </a:cubicBezTo>
                  <a:cubicBezTo>
                    <a:pt x="2994" y="12444"/>
                    <a:pt x="1876" y="12192"/>
                    <a:pt x="1010" y="12192"/>
                  </a:cubicBezTo>
                  <a:cubicBezTo>
                    <a:pt x="914" y="12192"/>
                    <a:pt x="818" y="12197"/>
                    <a:pt x="721" y="12205"/>
                  </a:cubicBezTo>
                  <a:lnTo>
                    <a:pt x="721" y="12205"/>
                  </a:lnTo>
                  <a:cubicBezTo>
                    <a:pt x="927" y="11403"/>
                    <a:pt x="1098" y="10695"/>
                    <a:pt x="1190" y="10172"/>
                  </a:cubicBezTo>
                  <a:cubicBezTo>
                    <a:pt x="1659" y="7827"/>
                    <a:pt x="1659" y="5880"/>
                    <a:pt x="1731" y="4365"/>
                  </a:cubicBezTo>
                  <a:cubicBezTo>
                    <a:pt x="1731" y="3571"/>
                    <a:pt x="1767" y="2922"/>
                    <a:pt x="1912" y="2381"/>
                  </a:cubicBezTo>
                  <a:cubicBezTo>
                    <a:pt x="2020" y="1840"/>
                    <a:pt x="2200" y="1444"/>
                    <a:pt x="2489" y="1119"/>
                  </a:cubicBezTo>
                  <a:cubicBezTo>
                    <a:pt x="2777" y="794"/>
                    <a:pt x="3246" y="614"/>
                    <a:pt x="3931" y="614"/>
                  </a:cubicBezTo>
                  <a:close/>
                  <a:moveTo>
                    <a:pt x="3931" y="1"/>
                  </a:moveTo>
                  <a:cubicBezTo>
                    <a:pt x="3138" y="1"/>
                    <a:pt x="2453" y="253"/>
                    <a:pt x="2020" y="722"/>
                  </a:cubicBezTo>
                  <a:cubicBezTo>
                    <a:pt x="1659" y="1119"/>
                    <a:pt x="1443" y="1660"/>
                    <a:pt x="1299" y="2273"/>
                  </a:cubicBezTo>
                  <a:cubicBezTo>
                    <a:pt x="1118" y="3175"/>
                    <a:pt x="1118" y="4257"/>
                    <a:pt x="1082" y="5555"/>
                  </a:cubicBezTo>
                  <a:cubicBezTo>
                    <a:pt x="1046" y="6854"/>
                    <a:pt x="938" y="8368"/>
                    <a:pt x="613" y="10064"/>
                  </a:cubicBezTo>
                  <a:cubicBezTo>
                    <a:pt x="505" y="10641"/>
                    <a:pt x="289" y="11506"/>
                    <a:pt x="36" y="12480"/>
                  </a:cubicBezTo>
                  <a:cubicBezTo>
                    <a:pt x="0" y="12588"/>
                    <a:pt x="36" y="12696"/>
                    <a:pt x="72" y="12769"/>
                  </a:cubicBezTo>
                  <a:cubicBezTo>
                    <a:pt x="125" y="12821"/>
                    <a:pt x="197" y="12855"/>
                    <a:pt x="275" y="12855"/>
                  </a:cubicBezTo>
                  <a:cubicBezTo>
                    <a:pt x="303" y="12855"/>
                    <a:pt x="332" y="12850"/>
                    <a:pt x="361" y="12841"/>
                  </a:cubicBezTo>
                  <a:cubicBezTo>
                    <a:pt x="541" y="12841"/>
                    <a:pt x="794" y="12805"/>
                    <a:pt x="1010" y="12805"/>
                  </a:cubicBezTo>
                  <a:cubicBezTo>
                    <a:pt x="1767" y="12805"/>
                    <a:pt x="2741" y="13021"/>
                    <a:pt x="3895" y="13742"/>
                  </a:cubicBezTo>
                  <a:cubicBezTo>
                    <a:pt x="4617" y="14175"/>
                    <a:pt x="5158" y="14716"/>
                    <a:pt x="5627" y="15257"/>
                  </a:cubicBezTo>
                  <a:cubicBezTo>
                    <a:pt x="5656" y="15316"/>
                    <a:pt x="5734" y="15375"/>
                    <a:pt x="5820" y="15375"/>
                  </a:cubicBezTo>
                  <a:cubicBezTo>
                    <a:pt x="5839" y="15375"/>
                    <a:pt x="5859" y="15372"/>
                    <a:pt x="5879" y="15365"/>
                  </a:cubicBezTo>
                  <a:cubicBezTo>
                    <a:pt x="5951" y="15365"/>
                    <a:pt x="6059" y="15329"/>
                    <a:pt x="6096" y="15221"/>
                  </a:cubicBezTo>
                  <a:cubicBezTo>
                    <a:pt x="6312" y="14860"/>
                    <a:pt x="6564" y="14500"/>
                    <a:pt x="6889" y="14211"/>
                  </a:cubicBezTo>
                  <a:cubicBezTo>
                    <a:pt x="7178" y="13923"/>
                    <a:pt x="7502" y="13706"/>
                    <a:pt x="7791" y="13670"/>
                  </a:cubicBezTo>
                  <a:lnTo>
                    <a:pt x="7827" y="13670"/>
                  </a:lnTo>
                  <a:cubicBezTo>
                    <a:pt x="7899" y="13670"/>
                    <a:pt x="8187" y="13742"/>
                    <a:pt x="8512" y="13887"/>
                  </a:cubicBezTo>
                  <a:cubicBezTo>
                    <a:pt x="9666" y="14464"/>
                    <a:pt x="11650" y="16015"/>
                    <a:pt x="13453" y="17457"/>
                  </a:cubicBezTo>
                  <a:cubicBezTo>
                    <a:pt x="14355" y="18179"/>
                    <a:pt x="15220" y="18864"/>
                    <a:pt x="15906" y="19441"/>
                  </a:cubicBezTo>
                  <a:cubicBezTo>
                    <a:pt x="16591" y="19982"/>
                    <a:pt x="17096" y="20415"/>
                    <a:pt x="17348" y="20559"/>
                  </a:cubicBezTo>
                  <a:cubicBezTo>
                    <a:pt x="17817" y="20884"/>
                    <a:pt x="18467" y="21136"/>
                    <a:pt x="19116" y="21136"/>
                  </a:cubicBezTo>
                  <a:cubicBezTo>
                    <a:pt x="19585" y="21136"/>
                    <a:pt x="20017" y="21028"/>
                    <a:pt x="20378" y="20703"/>
                  </a:cubicBezTo>
                  <a:cubicBezTo>
                    <a:pt x="20739" y="20379"/>
                    <a:pt x="20991" y="19874"/>
                    <a:pt x="21063" y="19225"/>
                  </a:cubicBezTo>
                  <a:cubicBezTo>
                    <a:pt x="21063" y="19116"/>
                    <a:pt x="21063" y="18972"/>
                    <a:pt x="21063" y="18828"/>
                  </a:cubicBezTo>
                  <a:cubicBezTo>
                    <a:pt x="21063" y="17566"/>
                    <a:pt x="20594" y="15726"/>
                    <a:pt x="19404" y="13454"/>
                  </a:cubicBezTo>
                  <a:cubicBezTo>
                    <a:pt x="18250" y="11218"/>
                    <a:pt x="16411" y="8585"/>
                    <a:pt x="13670" y="5880"/>
                  </a:cubicBezTo>
                  <a:cubicBezTo>
                    <a:pt x="11578" y="3752"/>
                    <a:pt x="9702" y="2309"/>
                    <a:pt x="8043" y="1371"/>
                  </a:cubicBezTo>
                  <a:cubicBezTo>
                    <a:pt x="6420" y="434"/>
                    <a:pt x="5050" y="1"/>
                    <a:pt x="3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4815;p64">
              <a:extLst>
                <a:ext uri="{FF2B5EF4-FFF2-40B4-BE49-F238E27FC236}">
                  <a16:creationId xmlns:a16="http://schemas.microsoft.com/office/drawing/2014/main" id="{71C452EF-AE55-E69A-1B99-5C9FA2EB2072}"/>
                </a:ext>
              </a:extLst>
            </p:cNvPr>
            <p:cNvSpPr/>
            <p:nvPr/>
          </p:nvSpPr>
          <p:spPr>
            <a:xfrm>
              <a:off x="4158925" y="1025400"/>
              <a:ext cx="508275" cy="645500"/>
            </a:xfrm>
            <a:custGeom>
              <a:avLst/>
              <a:gdLst/>
              <a:ahLst/>
              <a:cxnLst/>
              <a:rect l="l" t="t" r="r" b="b"/>
              <a:pathLst>
                <a:path w="20331" h="25820" extrusionOk="0">
                  <a:moveTo>
                    <a:pt x="18068" y="0"/>
                  </a:moveTo>
                  <a:cubicBezTo>
                    <a:pt x="16989" y="0"/>
                    <a:pt x="15647" y="517"/>
                    <a:pt x="14356" y="969"/>
                  </a:cubicBezTo>
                  <a:cubicBezTo>
                    <a:pt x="11434" y="1979"/>
                    <a:pt x="3572" y="9626"/>
                    <a:pt x="1768" y="14422"/>
                  </a:cubicBezTo>
                  <a:cubicBezTo>
                    <a:pt x="1" y="19255"/>
                    <a:pt x="1552" y="20842"/>
                    <a:pt x="4690" y="23728"/>
                  </a:cubicBezTo>
                  <a:cubicBezTo>
                    <a:pt x="5303" y="24305"/>
                    <a:pt x="5952" y="25026"/>
                    <a:pt x="6637" y="25820"/>
                  </a:cubicBezTo>
                  <a:cubicBezTo>
                    <a:pt x="8946" y="25784"/>
                    <a:pt x="12192" y="24954"/>
                    <a:pt x="14392" y="21239"/>
                  </a:cubicBezTo>
                  <a:cubicBezTo>
                    <a:pt x="13887" y="20301"/>
                    <a:pt x="13526" y="19544"/>
                    <a:pt x="13346" y="19039"/>
                  </a:cubicBezTo>
                  <a:cubicBezTo>
                    <a:pt x="12444" y="16803"/>
                    <a:pt x="12552" y="14567"/>
                    <a:pt x="13202" y="12980"/>
                  </a:cubicBezTo>
                  <a:cubicBezTo>
                    <a:pt x="13887" y="11393"/>
                    <a:pt x="20162" y="8255"/>
                    <a:pt x="20271" y="3458"/>
                  </a:cubicBezTo>
                  <a:cubicBezTo>
                    <a:pt x="20330" y="788"/>
                    <a:pt x="19400" y="0"/>
                    <a:pt x="180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4816;p64">
              <a:extLst>
                <a:ext uri="{FF2B5EF4-FFF2-40B4-BE49-F238E27FC236}">
                  <a16:creationId xmlns:a16="http://schemas.microsoft.com/office/drawing/2014/main" id="{29A3FB44-FF03-9EC0-E381-9B8C21D4F783}"/>
                </a:ext>
              </a:extLst>
            </p:cNvPr>
            <p:cNvSpPr/>
            <p:nvPr/>
          </p:nvSpPr>
          <p:spPr>
            <a:xfrm>
              <a:off x="4176975" y="1018075"/>
              <a:ext cx="496850" cy="660050"/>
            </a:xfrm>
            <a:custGeom>
              <a:avLst/>
              <a:gdLst/>
              <a:ahLst/>
              <a:cxnLst/>
              <a:rect l="l" t="t" r="r" b="b"/>
              <a:pathLst>
                <a:path w="19874" h="26402" extrusionOk="0">
                  <a:moveTo>
                    <a:pt x="17349" y="613"/>
                  </a:moveTo>
                  <a:cubicBezTo>
                    <a:pt x="17673" y="613"/>
                    <a:pt x="17926" y="649"/>
                    <a:pt x="18142" y="721"/>
                  </a:cubicBezTo>
                  <a:cubicBezTo>
                    <a:pt x="18467" y="866"/>
                    <a:pt x="18719" y="1082"/>
                    <a:pt x="18936" y="1515"/>
                  </a:cubicBezTo>
                  <a:cubicBezTo>
                    <a:pt x="19152" y="1948"/>
                    <a:pt x="19260" y="2597"/>
                    <a:pt x="19260" y="3499"/>
                  </a:cubicBezTo>
                  <a:cubicBezTo>
                    <a:pt x="19260" y="3571"/>
                    <a:pt x="19260" y="3643"/>
                    <a:pt x="19260" y="3751"/>
                  </a:cubicBezTo>
                  <a:cubicBezTo>
                    <a:pt x="19224" y="4869"/>
                    <a:pt x="18827" y="5915"/>
                    <a:pt x="18250" y="6889"/>
                  </a:cubicBezTo>
                  <a:cubicBezTo>
                    <a:pt x="17349" y="8332"/>
                    <a:pt x="16014" y="9594"/>
                    <a:pt x="14788" y="10604"/>
                  </a:cubicBezTo>
                  <a:cubicBezTo>
                    <a:pt x="14211" y="11109"/>
                    <a:pt x="13634" y="11578"/>
                    <a:pt x="13201" y="12010"/>
                  </a:cubicBezTo>
                  <a:cubicBezTo>
                    <a:pt x="12732" y="12407"/>
                    <a:pt x="12371" y="12768"/>
                    <a:pt x="12227" y="13165"/>
                  </a:cubicBezTo>
                  <a:cubicBezTo>
                    <a:pt x="11866" y="13994"/>
                    <a:pt x="11650" y="14968"/>
                    <a:pt x="11650" y="16050"/>
                  </a:cubicBezTo>
                  <a:cubicBezTo>
                    <a:pt x="11650" y="17132"/>
                    <a:pt x="11866" y="18286"/>
                    <a:pt x="12335" y="19440"/>
                  </a:cubicBezTo>
                  <a:cubicBezTo>
                    <a:pt x="12540" y="19917"/>
                    <a:pt x="12873" y="20652"/>
                    <a:pt x="13335" y="21523"/>
                  </a:cubicBezTo>
                  <a:lnTo>
                    <a:pt x="13335" y="21523"/>
                  </a:lnTo>
                  <a:cubicBezTo>
                    <a:pt x="12270" y="23245"/>
                    <a:pt x="11003" y="24290"/>
                    <a:pt x="9702" y="24922"/>
                  </a:cubicBezTo>
                  <a:cubicBezTo>
                    <a:pt x="8430" y="25542"/>
                    <a:pt x="7157" y="25767"/>
                    <a:pt x="6041" y="25787"/>
                  </a:cubicBezTo>
                  <a:lnTo>
                    <a:pt x="6041" y="25787"/>
                  </a:lnTo>
                  <a:cubicBezTo>
                    <a:pt x="5419" y="25039"/>
                    <a:pt x="4769" y="24389"/>
                    <a:pt x="4184" y="23804"/>
                  </a:cubicBezTo>
                  <a:cubicBezTo>
                    <a:pt x="3066" y="22794"/>
                    <a:pt x="2164" y="21929"/>
                    <a:pt x="1551" y="21063"/>
                  </a:cubicBezTo>
                  <a:cubicBezTo>
                    <a:pt x="938" y="20198"/>
                    <a:pt x="613" y="19332"/>
                    <a:pt x="613" y="18214"/>
                  </a:cubicBezTo>
                  <a:cubicBezTo>
                    <a:pt x="613" y="17312"/>
                    <a:pt x="830" y="16194"/>
                    <a:pt x="1335" y="14824"/>
                  </a:cubicBezTo>
                  <a:cubicBezTo>
                    <a:pt x="2200" y="12515"/>
                    <a:pt x="4617" y="9414"/>
                    <a:pt x="7142" y="6781"/>
                  </a:cubicBezTo>
                  <a:cubicBezTo>
                    <a:pt x="8404" y="5482"/>
                    <a:pt x="9702" y="4292"/>
                    <a:pt x="10857" y="3354"/>
                  </a:cubicBezTo>
                  <a:cubicBezTo>
                    <a:pt x="12011" y="2453"/>
                    <a:pt x="13057" y="1803"/>
                    <a:pt x="13706" y="1551"/>
                  </a:cubicBezTo>
                  <a:cubicBezTo>
                    <a:pt x="15040" y="1118"/>
                    <a:pt x="16375" y="613"/>
                    <a:pt x="17349" y="613"/>
                  </a:cubicBezTo>
                  <a:close/>
                  <a:moveTo>
                    <a:pt x="17349" y="0"/>
                  </a:moveTo>
                  <a:cubicBezTo>
                    <a:pt x="16194" y="0"/>
                    <a:pt x="14824" y="541"/>
                    <a:pt x="13525" y="974"/>
                  </a:cubicBezTo>
                  <a:cubicBezTo>
                    <a:pt x="12732" y="1262"/>
                    <a:pt x="11686" y="1948"/>
                    <a:pt x="10496" y="2885"/>
                  </a:cubicBezTo>
                  <a:cubicBezTo>
                    <a:pt x="8729" y="4292"/>
                    <a:pt x="6637" y="6312"/>
                    <a:pt x="4833" y="8440"/>
                  </a:cubicBezTo>
                  <a:cubicBezTo>
                    <a:pt x="3030" y="10532"/>
                    <a:pt x="1479" y="12768"/>
                    <a:pt x="794" y="14643"/>
                  </a:cubicBezTo>
                  <a:cubicBezTo>
                    <a:pt x="253" y="16050"/>
                    <a:pt x="0" y="17204"/>
                    <a:pt x="0" y="18214"/>
                  </a:cubicBezTo>
                  <a:cubicBezTo>
                    <a:pt x="0" y="19440"/>
                    <a:pt x="397" y="20486"/>
                    <a:pt x="1046" y="21388"/>
                  </a:cubicBezTo>
                  <a:cubicBezTo>
                    <a:pt x="1732" y="22362"/>
                    <a:pt x="2669" y="23227"/>
                    <a:pt x="3787" y="24273"/>
                  </a:cubicBezTo>
                  <a:cubicBezTo>
                    <a:pt x="4364" y="24814"/>
                    <a:pt x="5014" y="25500"/>
                    <a:pt x="5663" y="26293"/>
                  </a:cubicBezTo>
                  <a:cubicBezTo>
                    <a:pt x="5735" y="26365"/>
                    <a:pt x="5807" y="26401"/>
                    <a:pt x="5915" y="26401"/>
                  </a:cubicBezTo>
                  <a:cubicBezTo>
                    <a:pt x="7106" y="26401"/>
                    <a:pt x="8548" y="26185"/>
                    <a:pt x="9955" y="25463"/>
                  </a:cubicBezTo>
                  <a:cubicBezTo>
                    <a:pt x="11398" y="24778"/>
                    <a:pt x="12804" y="23588"/>
                    <a:pt x="13922" y="21676"/>
                  </a:cubicBezTo>
                  <a:cubicBezTo>
                    <a:pt x="13994" y="21604"/>
                    <a:pt x="13994" y="21460"/>
                    <a:pt x="13922" y="21388"/>
                  </a:cubicBezTo>
                  <a:cubicBezTo>
                    <a:pt x="13453" y="20450"/>
                    <a:pt x="13093" y="19693"/>
                    <a:pt x="12876" y="19224"/>
                  </a:cubicBezTo>
                  <a:cubicBezTo>
                    <a:pt x="12443" y="18142"/>
                    <a:pt x="12263" y="17060"/>
                    <a:pt x="12263" y="16050"/>
                  </a:cubicBezTo>
                  <a:cubicBezTo>
                    <a:pt x="12263" y="15040"/>
                    <a:pt x="12443" y="14138"/>
                    <a:pt x="12768" y="13381"/>
                  </a:cubicBezTo>
                  <a:cubicBezTo>
                    <a:pt x="12840" y="13273"/>
                    <a:pt x="12984" y="13056"/>
                    <a:pt x="13201" y="12804"/>
                  </a:cubicBezTo>
                  <a:cubicBezTo>
                    <a:pt x="13994" y="12010"/>
                    <a:pt x="15617" y="10820"/>
                    <a:pt x="17060" y="9305"/>
                  </a:cubicBezTo>
                  <a:cubicBezTo>
                    <a:pt x="18503" y="7827"/>
                    <a:pt x="19801" y="5987"/>
                    <a:pt x="19873" y="3751"/>
                  </a:cubicBezTo>
                  <a:cubicBezTo>
                    <a:pt x="19873" y="3679"/>
                    <a:pt x="19873" y="3571"/>
                    <a:pt x="19873" y="3499"/>
                  </a:cubicBezTo>
                  <a:cubicBezTo>
                    <a:pt x="19873" y="2236"/>
                    <a:pt x="19621" y="1371"/>
                    <a:pt x="19188" y="794"/>
                  </a:cubicBezTo>
                  <a:cubicBezTo>
                    <a:pt x="18972" y="505"/>
                    <a:pt x="18683" y="289"/>
                    <a:pt x="18358" y="180"/>
                  </a:cubicBezTo>
                  <a:cubicBezTo>
                    <a:pt x="18070" y="36"/>
                    <a:pt x="17709" y="0"/>
                    <a:pt x="17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4817;p64">
              <a:extLst>
                <a:ext uri="{FF2B5EF4-FFF2-40B4-BE49-F238E27FC236}">
                  <a16:creationId xmlns:a16="http://schemas.microsoft.com/office/drawing/2014/main" id="{F2A16855-A9A5-10ED-700D-3BA2E96A1D98}"/>
                </a:ext>
              </a:extLst>
            </p:cNvPr>
            <p:cNvSpPr/>
            <p:nvPr/>
          </p:nvSpPr>
          <p:spPr>
            <a:xfrm>
              <a:off x="4167950" y="1025400"/>
              <a:ext cx="499250" cy="549925"/>
            </a:xfrm>
            <a:custGeom>
              <a:avLst/>
              <a:gdLst/>
              <a:ahLst/>
              <a:cxnLst/>
              <a:rect l="l" t="t" r="r" b="b"/>
              <a:pathLst>
                <a:path w="19970" h="21997" extrusionOk="0">
                  <a:moveTo>
                    <a:pt x="17707" y="0"/>
                  </a:moveTo>
                  <a:cubicBezTo>
                    <a:pt x="16628" y="0"/>
                    <a:pt x="15286" y="517"/>
                    <a:pt x="13995" y="969"/>
                  </a:cubicBezTo>
                  <a:cubicBezTo>
                    <a:pt x="11073" y="1979"/>
                    <a:pt x="3211" y="9626"/>
                    <a:pt x="1407" y="14422"/>
                  </a:cubicBezTo>
                  <a:cubicBezTo>
                    <a:pt x="1" y="18210"/>
                    <a:pt x="686" y="20013"/>
                    <a:pt x="2561" y="21997"/>
                  </a:cubicBezTo>
                  <a:cubicBezTo>
                    <a:pt x="3211" y="21852"/>
                    <a:pt x="4004" y="21492"/>
                    <a:pt x="4906" y="20842"/>
                  </a:cubicBezTo>
                  <a:cubicBezTo>
                    <a:pt x="7575" y="18823"/>
                    <a:pt x="8693" y="15216"/>
                    <a:pt x="10388" y="13990"/>
                  </a:cubicBezTo>
                  <a:cubicBezTo>
                    <a:pt x="11362" y="13304"/>
                    <a:pt x="13057" y="12186"/>
                    <a:pt x="14824" y="11032"/>
                  </a:cubicBezTo>
                  <a:cubicBezTo>
                    <a:pt x="16880" y="9265"/>
                    <a:pt x="19838" y="6740"/>
                    <a:pt x="19910" y="3458"/>
                  </a:cubicBezTo>
                  <a:cubicBezTo>
                    <a:pt x="19969" y="788"/>
                    <a:pt x="19039" y="0"/>
                    <a:pt x="177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4818;p64">
              <a:extLst>
                <a:ext uri="{FF2B5EF4-FFF2-40B4-BE49-F238E27FC236}">
                  <a16:creationId xmlns:a16="http://schemas.microsoft.com/office/drawing/2014/main" id="{0692F852-3B37-FFF4-218E-E7D8FEED9EA6}"/>
                </a:ext>
              </a:extLst>
            </p:cNvPr>
            <p:cNvSpPr/>
            <p:nvPr/>
          </p:nvSpPr>
          <p:spPr>
            <a:xfrm>
              <a:off x="4176975" y="1018075"/>
              <a:ext cx="496850" cy="564825"/>
            </a:xfrm>
            <a:custGeom>
              <a:avLst/>
              <a:gdLst/>
              <a:ahLst/>
              <a:cxnLst/>
              <a:rect l="l" t="t" r="r" b="b"/>
              <a:pathLst>
                <a:path w="19874" h="22593" extrusionOk="0">
                  <a:moveTo>
                    <a:pt x="17349" y="613"/>
                  </a:moveTo>
                  <a:cubicBezTo>
                    <a:pt x="17673" y="613"/>
                    <a:pt x="17926" y="649"/>
                    <a:pt x="18142" y="721"/>
                  </a:cubicBezTo>
                  <a:cubicBezTo>
                    <a:pt x="18467" y="866"/>
                    <a:pt x="18719" y="1082"/>
                    <a:pt x="18936" y="1515"/>
                  </a:cubicBezTo>
                  <a:cubicBezTo>
                    <a:pt x="19152" y="1948"/>
                    <a:pt x="19260" y="2597"/>
                    <a:pt x="19260" y="3499"/>
                  </a:cubicBezTo>
                  <a:cubicBezTo>
                    <a:pt x="19260" y="3571"/>
                    <a:pt x="19260" y="3643"/>
                    <a:pt x="19260" y="3751"/>
                  </a:cubicBezTo>
                  <a:cubicBezTo>
                    <a:pt x="19224" y="5302"/>
                    <a:pt x="18503" y="6672"/>
                    <a:pt x="17529" y="7899"/>
                  </a:cubicBezTo>
                  <a:cubicBezTo>
                    <a:pt x="16519" y="9125"/>
                    <a:pt x="15293" y="10207"/>
                    <a:pt x="14247" y="11073"/>
                  </a:cubicBezTo>
                  <a:lnTo>
                    <a:pt x="14260" y="11088"/>
                  </a:lnTo>
                  <a:lnTo>
                    <a:pt x="14260" y="11088"/>
                  </a:lnTo>
                  <a:cubicBezTo>
                    <a:pt x="12536" y="12237"/>
                    <a:pt x="10816" y="13348"/>
                    <a:pt x="9847" y="14030"/>
                  </a:cubicBezTo>
                  <a:cubicBezTo>
                    <a:pt x="8945" y="14715"/>
                    <a:pt x="8224" y="15942"/>
                    <a:pt x="7394" y="17240"/>
                  </a:cubicBezTo>
                  <a:cubicBezTo>
                    <a:pt x="6601" y="18539"/>
                    <a:pt x="5663" y="19909"/>
                    <a:pt x="4364" y="20883"/>
                  </a:cubicBezTo>
                  <a:cubicBezTo>
                    <a:pt x="3571" y="21478"/>
                    <a:pt x="2869" y="21800"/>
                    <a:pt x="2286" y="21961"/>
                  </a:cubicBezTo>
                  <a:lnTo>
                    <a:pt x="2286" y="21961"/>
                  </a:lnTo>
                  <a:cubicBezTo>
                    <a:pt x="1769" y="21371"/>
                    <a:pt x="1349" y="20836"/>
                    <a:pt x="1082" y="20270"/>
                  </a:cubicBezTo>
                  <a:cubicBezTo>
                    <a:pt x="758" y="19657"/>
                    <a:pt x="613" y="18971"/>
                    <a:pt x="613" y="18214"/>
                  </a:cubicBezTo>
                  <a:cubicBezTo>
                    <a:pt x="613" y="17276"/>
                    <a:pt x="830" y="16194"/>
                    <a:pt x="1335" y="14824"/>
                  </a:cubicBezTo>
                  <a:cubicBezTo>
                    <a:pt x="2200" y="12515"/>
                    <a:pt x="4617" y="9414"/>
                    <a:pt x="7142" y="6781"/>
                  </a:cubicBezTo>
                  <a:cubicBezTo>
                    <a:pt x="8404" y="5482"/>
                    <a:pt x="9702" y="4292"/>
                    <a:pt x="10857" y="3354"/>
                  </a:cubicBezTo>
                  <a:cubicBezTo>
                    <a:pt x="12011" y="2453"/>
                    <a:pt x="13057" y="1803"/>
                    <a:pt x="13706" y="1551"/>
                  </a:cubicBezTo>
                  <a:cubicBezTo>
                    <a:pt x="15040" y="1118"/>
                    <a:pt x="16375" y="613"/>
                    <a:pt x="17349" y="613"/>
                  </a:cubicBezTo>
                  <a:close/>
                  <a:moveTo>
                    <a:pt x="17349" y="0"/>
                  </a:moveTo>
                  <a:cubicBezTo>
                    <a:pt x="16194" y="0"/>
                    <a:pt x="14824" y="541"/>
                    <a:pt x="13525" y="974"/>
                  </a:cubicBezTo>
                  <a:cubicBezTo>
                    <a:pt x="12732" y="1262"/>
                    <a:pt x="11686" y="1948"/>
                    <a:pt x="10496" y="2885"/>
                  </a:cubicBezTo>
                  <a:cubicBezTo>
                    <a:pt x="8729" y="4292"/>
                    <a:pt x="6637" y="6312"/>
                    <a:pt x="4833" y="8440"/>
                  </a:cubicBezTo>
                  <a:cubicBezTo>
                    <a:pt x="3030" y="10532"/>
                    <a:pt x="1479" y="12768"/>
                    <a:pt x="794" y="14643"/>
                  </a:cubicBezTo>
                  <a:cubicBezTo>
                    <a:pt x="253" y="16050"/>
                    <a:pt x="0" y="17204"/>
                    <a:pt x="0" y="18214"/>
                  </a:cubicBezTo>
                  <a:cubicBezTo>
                    <a:pt x="0" y="19080"/>
                    <a:pt x="181" y="19837"/>
                    <a:pt x="541" y="20522"/>
                  </a:cubicBezTo>
                  <a:cubicBezTo>
                    <a:pt x="866" y="21208"/>
                    <a:pt x="1371" y="21857"/>
                    <a:pt x="1984" y="22506"/>
                  </a:cubicBezTo>
                  <a:cubicBezTo>
                    <a:pt x="2037" y="22559"/>
                    <a:pt x="2109" y="22592"/>
                    <a:pt x="2186" y="22592"/>
                  </a:cubicBezTo>
                  <a:cubicBezTo>
                    <a:pt x="2215" y="22592"/>
                    <a:pt x="2244" y="22588"/>
                    <a:pt x="2273" y="22578"/>
                  </a:cubicBezTo>
                  <a:cubicBezTo>
                    <a:pt x="2958" y="22398"/>
                    <a:pt x="3823" y="22037"/>
                    <a:pt x="4725" y="21352"/>
                  </a:cubicBezTo>
                  <a:cubicBezTo>
                    <a:pt x="6096" y="20306"/>
                    <a:pt x="7069" y="18863"/>
                    <a:pt x="7899" y="17565"/>
                  </a:cubicBezTo>
                  <a:cubicBezTo>
                    <a:pt x="8729" y="16266"/>
                    <a:pt x="9450" y="15076"/>
                    <a:pt x="10207" y="14535"/>
                  </a:cubicBezTo>
                  <a:cubicBezTo>
                    <a:pt x="11145" y="13850"/>
                    <a:pt x="12876" y="12732"/>
                    <a:pt x="14607" y="11542"/>
                  </a:cubicBezTo>
                  <a:lnTo>
                    <a:pt x="14644" y="11542"/>
                  </a:lnTo>
                  <a:cubicBezTo>
                    <a:pt x="15690" y="10640"/>
                    <a:pt x="16952" y="9594"/>
                    <a:pt x="17998" y="8296"/>
                  </a:cubicBezTo>
                  <a:cubicBezTo>
                    <a:pt x="19008" y="6997"/>
                    <a:pt x="19837" y="5482"/>
                    <a:pt x="19873" y="3751"/>
                  </a:cubicBezTo>
                  <a:cubicBezTo>
                    <a:pt x="19873" y="3679"/>
                    <a:pt x="19873" y="3571"/>
                    <a:pt x="19873" y="3499"/>
                  </a:cubicBezTo>
                  <a:cubicBezTo>
                    <a:pt x="19873" y="2236"/>
                    <a:pt x="19621" y="1371"/>
                    <a:pt x="19188" y="794"/>
                  </a:cubicBezTo>
                  <a:cubicBezTo>
                    <a:pt x="18972" y="505"/>
                    <a:pt x="18683" y="289"/>
                    <a:pt x="18358" y="180"/>
                  </a:cubicBezTo>
                  <a:cubicBezTo>
                    <a:pt x="18070" y="36"/>
                    <a:pt x="17709" y="0"/>
                    <a:pt x="17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4819;p64">
              <a:extLst>
                <a:ext uri="{FF2B5EF4-FFF2-40B4-BE49-F238E27FC236}">
                  <a16:creationId xmlns:a16="http://schemas.microsoft.com/office/drawing/2014/main" id="{4E7476EA-80B9-DEB2-C0E7-9D1C22844539}"/>
                </a:ext>
              </a:extLst>
            </p:cNvPr>
            <p:cNvSpPr/>
            <p:nvPr/>
          </p:nvSpPr>
          <p:spPr>
            <a:xfrm>
              <a:off x="4178775" y="1025400"/>
              <a:ext cx="488425" cy="508700"/>
            </a:xfrm>
            <a:custGeom>
              <a:avLst/>
              <a:gdLst/>
              <a:ahLst/>
              <a:cxnLst/>
              <a:rect l="l" t="t" r="r" b="b"/>
              <a:pathLst>
                <a:path w="19537" h="20348" extrusionOk="0">
                  <a:moveTo>
                    <a:pt x="17274" y="0"/>
                  </a:moveTo>
                  <a:cubicBezTo>
                    <a:pt x="16195" y="0"/>
                    <a:pt x="14853" y="517"/>
                    <a:pt x="13562" y="969"/>
                  </a:cubicBezTo>
                  <a:cubicBezTo>
                    <a:pt x="10640" y="1979"/>
                    <a:pt x="2778" y="9626"/>
                    <a:pt x="974" y="14422"/>
                  </a:cubicBezTo>
                  <a:cubicBezTo>
                    <a:pt x="0" y="17127"/>
                    <a:pt x="37" y="18823"/>
                    <a:pt x="830" y="20265"/>
                  </a:cubicBezTo>
                  <a:cubicBezTo>
                    <a:pt x="1060" y="20318"/>
                    <a:pt x="1303" y="20348"/>
                    <a:pt x="1559" y="20348"/>
                  </a:cubicBezTo>
                  <a:cubicBezTo>
                    <a:pt x="2345" y="20348"/>
                    <a:pt x="3249" y="20071"/>
                    <a:pt x="4256" y="19364"/>
                  </a:cubicBezTo>
                  <a:cubicBezTo>
                    <a:pt x="7935" y="16695"/>
                    <a:pt x="6601" y="13881"/>
                    <a:pt x="9847" y="12294"/>
                  </a:cubicBezTo>
                  <a:cubicBezTo>
                    <a:pt x="12480" y="11032"/>
                    <a:pt x="16303" y="8580"/>
                    <a:pt x="18900" y="5838"/>
                  </a:cubicBezTo>
                  <a:cubicBezTo>
                    <a:pt x="19260" y="5081"/>
                    <a:pt x="19477" y="4288"/>
                    <a:pt x="19477" y="3458"/>
                  </a:cubicBezTo>
                  <a:cubicBezTo>
                    <a:pt x="19536" y="788"/>
                    <a:pt x="18606" y="0"/>
                    <a:pt x="172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4820;p64">
              <a:extLst>
                <a:ext uri="{FF2B5EF4-FFF2-40B4-BE49-F238E27FC236}">
                  <a16:creationId xmlns:a16="http://schemas.microsoft.com/office/drawing/2014/main" id="{5B8970CC-902A-32CA-E91D-8E621515814B}"/>
                </a:ext>
              </a:extLst>
            </p:cNvPr>
            <p:cNvSpPr/>
            <p:nvPr/>
          </p:nvSpPr>
          <p:spPr>
            <a:xfrm>
              <a:off x="4176975" y="1018075"/>
              <a:ext cx="496850" cy="523900"/>
            </a:xfrm>
            <a:custGeom>
              <a:avLst/>
              <a:gdLst/>
              <a:ahLst/>
              <a:cxnLst/>
              <a:rect l="l" t="t" r="r" b="b"/>
              <a:pathLst>
                <a:path w="19874" h="20956" extrusionOk="0">
                  <a:moveTo>
                    <a:pt x="17349" y="613"/>
                  </a:moveTo>
                  <a:cubicBezTo>
                    <a:pt x="17673" y="613"/>
                    <a:pt x="17926" y="649"/>
                    <a:pt x="18142" y="721"/>
                  </a:cubicBezTo>
                  <a:cubicBezTo>
                    <a:pt x="18467" y="866"/>
                    <a:pt x="18719" y="1082"/>
                    <a:pt x="18936" y="1515"/>
                  </a:cubicBezTo>
                  <a:cubicBezTo>
                    <a:pt x="19152" y="1948"/>
                    <a:pt x="19260" y="2597"/>
                    <a:pt x="19260" y="3499"/>
                  </a:cubicBezTo>
                  <a:cubicBezTo>
                    <a:pt x="19260" y="3571"/>
                    <a:pt x="19260" y="3643"/>
                    <a:pt x="19260" y="3751"/>
                  </a:cubicBezTo>
                  <a:cubicBezTo>
                    <a:pt x="19225" y="4519"/>
                    <a:pt x="19055" y="5253"/>
                    <a:pt x="18750" y="5920"/>
                  </a:cubicBezTo>
                  <a:lnTo>
                    <a:pt x="18750" y="5920"/>
                  </a:lnTo>
                  <a:cubicBezTo>
                    <a:pt x="16190" y="8623"/>
                    <a:pt x="12406" y="11073"/>
                    <a:pt x="9774" y="12335"/>
                  </a:cubicBezTo>
                  <a:cubicBezTo>
                    <a:pt x="8945" y="12732"/>
                    <a:pt x="8368" y="13237"/>
                    <a:pt x="7935" y="13814"/>
                  </a:cubicBezTo>
                  <a:cubicBezTo>
                    <a:pt x="7322" y="14643"/>
                    <a:pt x="7033" y="15581"/>
                    <a:pt x="6601" y="16519"/>
                  </a:cubicBezTo>
                  <a:cubicBezTo>
                    <a:pt x="6132" y="17457"/>
                    <a:pt x="5483" y="18430"/>
                    <a:pt x="4148" y="19404"/>
                  </a:cubicBezTo>
                  <a:cubicBezTo>
                    <a:pt x="3210" y="20089"/>
                    <a:pt x="2345" y="20342"/>
                    <a:pt x="1623" y="20342"/>
                  </a:cubicBezTo>
                  <a:cubicBezTo>
                    <a:pt x="1456" y="20342"/>
                    <a:pt x="1267" y="20320"/>
                    <a:pt x="1090" y="20294"/>
                  </a:cubicBezTo>
                  <a:lnTo>
                    <a:pt x="1090" y="20294"/>
                  </a:lnTo>
                  <a:cubicBezTo>
                    <a:pt x="772" y="19676"/>
                    <a:pt x="613" y="18993"/>
                    <a:pt x="613" y="18214"/>
                  </a:cubicBezTo>
                  <a:cubicBezTo>
                    <a:pt x="613" y="17276"/>
                    <a:pt x="830" y="16194"/>
                    <a:pt x="1335" y="14824"/>
                  </a:cubicBezTo>
                  <a:cubicBezTo>
                    <a:pt x="2200" y="12515"/>
                    <a:pt x="4617" y="9414"/>
                    <a:pt x="7142" y="6781"/>
                  </a:cubicBezTo>
                  <a:cubicBezTo>
                    <a:pt x="8404" y="5482"/>
                    <a:pt x="9702" y="4292"/>
                    <a:pt x="10857" y="3354"/>
                  </a:cubicBezTo>
                  <a:cubicBezTo>
                    <a:pt x="12011" y="2453"/>
                    <a:pt x="13057" y="1803"/>
                    <a:pt x="13706" y="1551"/>
                  </a:cubicBezTo>
                  <a:cubicBezTo>
                    <a:pt x="15040" y="1118"/>
                    <a:pt x="16375" y="613"/>
                    <a:pt x="17349" y="613"/>
                  </a:cubicBezTo>
                  <a:close/>
                  <a:moveTo>
                    <a:pt x="17349" y="0"/>
                  </a:moveTo>
                  <a:cubicBezTo>
                    <a:pt x="16194" y="0"/>
                    <a:pt x="14824" y="541"/>
                    <a:pt x="13525" y="974"/>
                  </a:cubicBezTo>
                  <a:cubicBezTo>
                    <a:pt x="12732" y="1262"/>
                    <a:pt x="11686" y="1948"/>
                    <a:pt x="10496" y="2885"/>
                  </a:cubicBezTo>
                  <a:cubicBezTo>
                    <a:pt x="8729" y="4292"/>
                    <a:pt x="6637" y="6312"/>
                    <a:pt x="4833" y="8440"/>
                  </a:cubicBezTo>
                  <a:cubicBezTo>
                    <a:pt x="3030" y="10532"/>
                    <a:pt x="1479" y="12768"/>
                    <a:pt x="794" y="14643"/>
                  </a:cubicBezTo>
                  <a:cubicBezTo>
                    <a:pt x="253" y="16050"/>
                    <a:pt x="0" y="17204"/>
                    <a:pt x="0" y="18214"/>
                  </a:cubicBezTo>
                  <a:cubicBezTo>
                    <a:pt x="0" y="19152"/>
                    <a:pt x="217" y="19945"/>
                    <a:pt x="613" y="20703"/>
                  </a:cubicBezTo>
                  <a:cubicBezTo>
                    <a:pt x="650" y="20775"/>
                    <a:pt x="758" y="20847"/>
                    <a:pt x="830" y="20847"/>
                  </a:cubicBezTo>
                  <a:cubicBezTo>
                    <a:pt x="1082" y="20919"/>
                    <a:pt x="1335" y="20955"/>
                    <a:pt x="1623" y="20955"/>
                  </a:cubicBezTo>
                  <a:cubicBezTo>
                    <a:pt x="2489" y="20955"/>
                    <a:pt x="3463" y="20667"/>
                    <a:pt x="4473" y="19909"/>
                  </a:cubicBezTo>
                  <a:cubicBezTo>
                    <a:pt x="6384" y="18539"/>
                    <a:pt x="7033" y="17060"/>
                    <a:pt x="7574" y="15834"/>
                  </a:cubicBezTo>
                  <a:cubicBezTo>
                    <a:pt x="7827" y="15220"/>
                    <a:pt x="8079" y="14643"/>
                    <a:pt x="8440" y="14174"/>
                  </a:cubicBezTo>
                  <a:cubicBezTo>
                    <a:pt x="8801" y="13670"/>
                    <a:pt x="9270" y="13237"/>
                    <a:pt x="10063" y="12876"/>
                  </a:cubicBezTo>
                  <a:cubicBezTo>
                    <a:pt x="12732" y="11578"/>
                    <a:pt x="16555" y="9125"/>
                    <a:pt x="19188" y="6348"/>
                  </a:cubicBezTo>
                  <a:lnTo>
                    <a:pt x="19260" y="6240"/>
                  </a:lnTo>
                  <a:cubicBezTo>
                    <a:pt x="19621" y="5482"/>
                    <a:pt x="19837" y="4653"/>
                    <a:pt x="19873" y="3751"/>
                  </a:cubicBezTo>
                  <a:cubicBezTo>
                    <a:pt x="19873" y="3679"/>
                    <a:pt x="19873" y="3571"/>
                    <a:pt x="19873" y="3499"/>
                  </a:cubicBezTo>
                  <a:cubicBezTo>
                    <a:pt x="19873" y="2236"/>
                    <a:pt x="19621" y="1371"/>
                    <a:pt x="19188" y="794"/>
                  </a:cubicBezTo>
                  <a:cubicBezTo>
                    <a:pt x="18972" y="505"/>
                    <a:pt x="18683" y="289"/>
                    <a:pt x="18358" y="180"/>
                  </a:cubicBezTo>
                  <a:cubicBezTo>
                    <a:pt x="18070" y="36"/>
                    <a:pt x="17709" y="0"/>
                    <a:pt x="17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4821;p64">
              <a:extLst>
                <a:ext uri="{FF2B5EF4-FFF2-40B4-BE49-F238E27FC236}">
                  <a16:creationId xmlns:a16="http://schemas.microsoft.com/office/drawing/2014/main" id="{74AC3292-0F5A-B1A5-6509-E6140C3313D8}"/>
                </a:ext>
              </a:extLst>
            </p:cNvPr>
            <p:cNvSpPr/>
            <p:nvPr/>
          </p:nvSpPr>
          <p:spPr>
            <a:xfrm>
              <a:off x="5450150" y="1062375"/>
              <a:ext cx="486025" cy="512950"/>
            </a:xfrm>
            <a:custGeom>
              <a:avLst/>
              <a:gdLst/>
              <a:ahLst/>
              <a:cxnLst/>
              <a:rect l="l" t="t" r="r" b="b"/>
              <a:pathLst>
                <a:path w="19441" h="20518" extrusionOk="0">
                  <a:moveTo>
                    <a:pt x="2390" y="1"/>
                  </a:moveTo>
                  <a:cubicBezTo>
                    <a:pt x="1646" y="1"/>
                    <a:pt x="1081" y="219"/>
                    <a:pt x="721" y="608"/>
                  </a:cubicBezTo>
                  <a:cubicBezTo>
                    <a:pt x="325" y="1041"/>
                    <a:pt x="108" y="1618"/>
                    <a:pt x="0" y="2304"/>
                  </a:cubicBezTo>
                  <a:cubicBezTo>
                    <a:pt x="482" y="2137"/>
                    <a:pt x="1126" y="1994"/>
                    <a:pt x="1909" y="1994"/>
                  </a:cubicBezTo>
                  <a:cubicBezTo>
                    <a:pt x="2825" y="1994"/>
                    <a:pt x="3931" y="2190"/>
                    <a:pt x="5194" y="2773"/>
                  </a:cubicBezTo>
                  <a:cubicBezTo>
                    <a:pt x="9125" y="4540"/>
                    <a:pt x="16302" y="13521"/>
                    <a:pt x="17420" y="15973"/>
                  </a:cubicBezTo>
                  <a:cubicBezTo>
                    <a:pt x="18070" y="17416"/>
                    <a:pt x="17889" y="19219"/>
                    <a:pt x="17709" y="20518"/>
                  </a:cubicBezTo>
                  <a:cubicBezTo>
                    <a:pt x="18430" y="20481"/>
                    <a:pt x="19080" y="20049"/>
                    <a:pt x="19188" y="18895"/>
                  </a:cubicBezTo>
                  <a:cubicBezTo>
                    <a:pt x="19440" y="16767"/>
                    <a:pt x="17637" y="11501"/>
                    <a:pt x="11902" y="5766"/>
                  </a:cubicBezTo>
                  <a:cubicBezTo>
                    <a:pt x="7740" y="1604"/>
                    <a:pt x="4406" y="1"/>
                    <a:pt x="23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4822;p64">
              <a:extLst>
                <a:ext uri="{FF2B5EF4-FFF2-40B4-BE49-F238E27FC236}">
                  <a16:creationId xmlns:a16="http://schemas.microsoft.com/office/drawing/2014/main" id="{FC6C7348-BAA0-55AC-C8F4-E78F1EF1993A}"/>
                </a:ext>
              </a:extLst>
            </p:cNvPr>
            <p:cNvSpPr/>
            <p:nvPr/>
          </p:nvSpPr>
          <p:spPr>
            <a:xfrm>
              <a:off x="5442025" y="1055025"/>
              <a:ext cx="495950" cy="528425"/>
            </a:xfrm>
            <a:custGeom>
              <a:avLst/>
              <a:gdLst/>
              <a:ahLst/>
              <a:cxnLst/>
              <a:rect l="l" t="t" r="r" b="b"/>
              <a:pathLst>
                <a:path w="19838" h="21137" extrusionOk="0">
                  <a:moveTo>
                    <a:pt x="2705" y="614"/>
                  </a:moveTo>
                  <a:cubicBezTo>
                    <a:pt x="3643" y="614"/>
                    <a:pt x="4942" y="975"/>
                    <a:pt x="6529" y="1876"/>
                  </a:cubicBezTo>
                  <a:cubicBezTo>
                    <a:pt x="8116" y="2778"/>
                    <a:pt x="9955" y="4221"/>
                    <a:pt x="12047" y="6276"/>
                  </a:cubicBezTo>
                  <a:cubicBezTo>
                    <a:pt x="14716" y="8982"/>
                    <a:pt x="16519" y="11542"/>
                    <a:pt x="17673" y="13742"/>
                  </a:cubicBezTo>
                  <a:cubicBezTo>
                    <a:pt x="18791" y="15942"/>
                    <a:pt x="19260" y="17746"/>
                    <a:pt x="19260" y="18828"/>
                  </a:cubicBezTo>
                  <a:cubicBezTo>
                    <a:pt x="19260" y="18936"/>
                    <a:pt x="19224" y="19044"/>
                    <a:pt x="19224" y="19152"/>
                  </a:cubicBezTo>
                  <a:cubicBezTo>
                    <a:pt x="19188" y="19693"/>
                    <a:pt x="19008" y="20018"/>
                    <a:pt x="18791" y="20198"/>
                  </a:cubicBezTo>
                  <a:cubicBezTo>
                    <a:pt x="18690" y="20320"/>
                    <a:pt x="18555" y="20396"/>
                    <a:pt x="18404" y="20446"/>
                  </a:cubicBezTo>
                  <a:lnTo>
                    <a:pt x="18404" y="20446"/>
                  </a:lnTo>
                  <a:cubicBezTo>
                    <a:pt x="18458" y="19939"/>
                    <a:pt x="18503" y="19388"/>
                    <a:pt x="18503" y="18792"/>
                  </a:cubicBezTo>
                  <a:cubicBezTo>
                    <a:pt x="18503" y="17926"/>
                    <a:pt x="18395" y="16988"/>
                    <a:pt x="17998" y="16159"/>
                  </a:cubicBezTo>
                  <a:cubicBezTo>
                    <a:pt x="17709" y="15510"/>
                    <a:pt x="17060" y="14464"/>
                    <a:pt x="16159" y="13237"/>
                  </a:cubicBezTo>
                  <a:cubicBezTo>
                    <a:pt x="14788" y="11398"/>
                    <a:pt x="12949" y="9162"/>
                    <a:pt x="11037" y="7178"/>
                  </a:cubicBezTo>
                  <a:cubicBezTo>
                    <a:pt x="9125" y="5194"/>
                    <a:pt x="7178" y="3499"/>
                    <a:pt x="5627" y="2778"/>
                  </a:cubicBezTo>
                  <a:cubicBezTo>
                    <a:pt x="4365" y="2201"/>
                    <a:pt x="3210" y="1985"/>
                    <a:pt x="2273" y="1985"/>
                  </a:cubicBezTo>
                  <a:cubicBezTo>
                    <a:pt x="1678" y="1985"/>
                    <a:pt x="1158" y="2059"/>
                    <a:pt x="712" y="2167"/>
                  </a:cubicBezTo>
                  <a:lnTo>
                    <a:pt x="712" y="2167"/>
                  </a:lnTo>
                  <a:cubicBezTo>
                    <a:pt x="825" y="1737"/>
                    <a:pt x="994" y="1388"/>
                    <a:pt x="1263" y="1119"/>
                  </a:cubicBezTo>
                  <a:cubicBezTo>
                    <a:pt x="1551" y="794"/>
                    <a:pt x="2020" y="614"/>
                    <a:pt x="2705" y="614"/>
                  </a:cubicBezTo>
                  <a:close/>
                  <a:moveTo>
                    <a:pt x="2705" y="1"/>
                  </a:moveTo>
                  <a:cubicBezTo>
                    <a:pt x="1912" y="1"/>
                    <a:pt x="1227" y="253"/>
                    <a:pt x="794" y="722"/>
                  </a:cubicBezTo>
                  <a:cubicBezTo>
                    <a:pt x="361" y="1191"/>
                    <a:pt x="145" y="1840"/>
                    <a:pt x="37" y="2562"/>
                  </a:cubicBezTo>
                  <a:cubicBezTo>
                    <a:pt x="0" y="2670"/>
                    <a:pt x="73" y="2778"/>
                    <a:pt x="145" y="2850"/>
                  </a:cubicBezTo>
                  <a:cubicBezTo>
                    <a:pt x="196" y="2876"/>
                    <a:pt x="265" y="2901"/>
                    <a:pt x="339" y="2901"/>
                  </a:cubicBezTo>
                  <a:cubicBezTo>
                    <a:pt x="370" y="2901"/>
                    <a:pt x="402" y="2897"/>
                    <a:pt x="433" y="2886"/>
                  </a:cubicBezTo>
                  <a:cubicBezTo>
                    <a:pt x="902" y="2706"/>
                    <a:pt x="1515" y="2598"/>
                    <a:pt x="2273" y="2598"/>
                  </a:cubicBezTo>
                  <a:cubicBezTo>
                    <a:pt x="3138" y="2598"/>
                    <a:pt x="4184" y="2778"/>
                    <a:pt x="5374" y="3319"/>
                  </a:cubicBezTo>
                  <a:cubicBezTo>
                    <a:pt x="6312" y="3752"/>
                    <a:pt x="7502" y="4617"/>
                    <a:pt x="8729" y="5735"/>
                  </a:cubicBezTo>
                  <a:cubicBezTo>
                    <a:pt x="10568" y="7431"/>
                    <a:pt x="12552" y="9631"/>
                    <a:pt x="14175" y="11687"/>
                  </a:cubicBezTo>
                  <a:cubicBezTo>
                    <a:pt x="15004" y="12696"/>
                    <a:pt x="15726" y="13634"/>
                    <a:pt x="16267" y="14464"/>
                  </a:cubicBezTo>
                  <a:cubicBezTo>
                    <a:pt x="16844" y="15293"/>
                    <a:pt x="17277" y="15979"/>
                    <a:pt x="17457" y="16411"/>
                  </a:cubicBezTo>
                  <a:cubicBezTo>
                    <a:pt x="17782" y="17133"/>
                    <a:pt x="17890" y="17962"/>
                    <a:pt x="17890" y="18792"/>
                  </a:cubicBezTo>
                  <a:cubicBezTo>
                    <a:pt x="17890" y="19477"/>
                    <a:pt x="17818" y="20162"/>
                    <a:pt x="17745" y="20775"/>
                  </a:cubicBezTo>
                  <a:cubicBezTo>
                    <a:pt x="17745" y="20884"/>
                    <a:pt x="17782" y="20956"/>
                    <a:pt x="17818" y="21028"/>
                  </a:cubicBezTo>
                  <a:cubicBezTo>
                    <a:pt x="17890" y="21100"/>
                    <a:pt x="17998" y="21136"/>
                    <a:pt x="18070" y="21136"/>
                  </a:cubicBezTo>
                  <a:cubicBezTo>
                    <a:pt x="18467" y="21100"/>
                    <a:pt x="18900" y="20956"/>
                    <a:pt x="19224" y="20631"/>
                  </a:cubicBezTo>
                  <a:cubicBezTo>
                    <a:pt x="19549" y="20307"/>
                    <a:pt x="19765" y="19838"/>
                    <a:pt x="19837" y="19225"/>
                  </a:cubicBezTo>
                  <a:cubicBezTo>
                    <a:pt x="19837" y="19116"/>
                    <a:pt x="19837" y="18972"/>
                    <a:pt x="19837" y="18828"/>
                  </a:cubicBezTo>
                  <a:cubicBezTo>
                    <a:pt x="19837" y="17566"/>
                    <a:pt x="19368" y="15726"/>
                    <a:pt x="18178" y="13454"/>
                  </a:cubicBezTo>
                  <a:cubicBezTo>
                    <a:pt x="17024" y="11218"/>
                    <a:pt x="15185" y="8585"/>
                    <a:pt x="12444" y="5880"/>
                  </a:cubicBezTo>
                  <a:cubicBezTo>
                    <a:pt x="10352" y="3752"/>
                    <a:pt x="8476" y="2309"/>
                    <a:pt x="6817" y="1371"/>
                  </a:cubicBezTo>
                  <a:cubicBezTo>
                    <a:pt x="5194" y="434"/>
                    <a:pt x="3824" y="1"/>
                    <a:pt x="2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4823;p64">
              <a:extLst>
                <a:ext uri="{FF2B5EF4-FFF2-40B4-BE49-F238E27FC236}">
                  <a16:creationId xmlns:a16="http://schemas.microsoft.com/office/drawing/2014/main" id="{405AE8A6-2112-1A38-7148-C5F8E03787A3}"/>
                </a:ext>
              </a:extLst>
            </p:cNvPr>
            <p:cNvSpPr/>
            <p:nvPr/>
          </p:nvSpPr>
          <p:spPr>
            <a:xfrm>
              <a:off x="4674700" y="3104025"/>
              <a:ext cx="162325" cy="244525"/>
            </a:xfrm>
            <a:custGeom>
              <a:avLst/>
              <a:gdLst/>
              <a:ahLst/>
              <a:cxnLst/>
              <a:rect l="l" t="t" r="r" b="b"/>
              <a:pathLst>
                <a:path w="6493" h="9781" extrusionOk="0">
                  <a:moveTo>
                    <a:pt x="5667" y="0"/>
                  </a:moveTo>
                  <a:cubicBezTo>
                    <a:pt x="5576" y="0"/>
                    <a:pt x="5485" y="29"/>
                    <a:pt x="5410" y="94"/>
                  </a:cubicBezTo>
                  <a:lnTo>
                    <a:pt x="145" y="4386"/>
                  </a:lnTo>
                  <a:cubicBezTo>
                    <a:pt x="36" y="4458"/>
                    <a:pt x="0" y="4602"/>
                    <a:pt x="0" y="4746"/>
                  </a:cubicBezTo>
                  <a:lnTo>
                    <a:pt x="181" y="9363"/>
                  </a:lnTo>
                  <a:cubicBezTo>
                    <a:pt x="181" y="9616"/>
                    <a:pt x="395" y="9781"/>
                    <a:pt x="622" y="9781"/>
                  </a:cubicBezTo>
                  <a:cubicBezTo>
                    <a:pt x="718" y="9781"/>
                    <a:pt x="816" y="9752"/>
                    <a:pt x="902" y="9687"/>
                  </a:cubicBezTo>
                  <a:lnTo>
                    <a:pt x="6312" y="5323"/>
                  </a:lnTo>
                  <a:cubicBezTo>
                    <a:pt x="6420" y="5251"/>
                    <a:pt x="6492" y="5107"/>
                    <a:pt x="6456" y="4963"/>
                  </a:cubicBezTo>
                  <a:lnTo>
                    <a:pt x="6096" y="418"/>
                  </a:lnTo>
                  <a:cubicBezTo>
                    <a:pt x="6096" y="164"/>
                    <a:pt x="5882" y="0"/>
                    <a:pt x="5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4824;p64">
              <a:extLst>
                <a:ext uri="{FF2B5EF4-FFF2-40B4-BE49-F238E27FC236}">
                  <a16:creationId xmlns:a16="http://schemas.microsoft.com/office/drawing/2014/main" id="{57073DD3-9DD8-4B6A-9E9C-C8BD5F28540C}"/>
                </a:ext>
              </a:extLst>
            </p:cNvPr>
            <p:cNvSpPr/>
            <p:nvPr/>
          </p:nvSpPr>
          <p:spPr>
            <a:xfrm>
              <a:off x="4667475" y="3096425"/>
              <a:ext cx="176750" cy="259725"/>
            </a:xfrm>
            <a:custGeom>
              <a:avLst/>
              <a:gdLst/>
              <a:ahLst/>
              <a:cxnLst/>
              <a:rect l="l" t="t" r="r" b="b"/>
              <a:pathLst>
                <a:path w="7070" h="10389" extrusionOk="0">
                  <a:moveTo>
                    <a:pt x="5952" y="614"/>
                  </a:moveTo>
                  <a:lnTo>
                    <a:pt x="6060" y="650"/>
                  </a:lnTo>
                  <a:lnTo>
                    <a:pt x="6096" y="722"/>
                  </a:lnTo>
                  <a:lnTo>
                    <a:pt x="6457" y="5303"/>
                  </a:lnTo>
                  <a:lnTo>
                    <a:pt x="6421" y="5411"/>
                  </a:lnTo>
                  <a:lnTo>
                    <a:pt x="975" y="9775"/>
                  </a:lnTo>
                  <a:lnTo>
                    <a:pt x="902" y="9811"/>
                  </a:lnTo>
                  <a:lnTo>
                    <a:pt x="794" y="9775"/>
                  </a:lnTo>
                  <a:lnTo>
                    <a:pt x="758" y="9667"/>
                  </a:lnTo>
                  <a:lnTo>
                    <a:pt x="578" y="5014"/>
                  </a:lnTo>
                  <a:lnTo>
                    <a:pt x="650" y="4906"/>
                  </a:lnTo>
                  <a:lnTo>
                    <a:pt x="5880" y="650"/>
                  </a:lnTo>
                  <a:lnTo>
                    <a:pt x="5952" y="614"/>
                  </a:lnTo>
                  <a:close/>
                  <a:moveTo>
                    <a:pt x="5952" y="1"/>
                  </a:moveTo>
                  <a:cubicBezTo>
                    <a:pt x="5808" y="1"/>
                    <a:pt x="5627" y="73"/>
                    <a:pt x="5519" y="181"/>
                  </a:cubicBezTo>
                  <a:lnTo>
                    <a:pt x="253" y="4437"/>
                  </a:lnTo>
                  <a:cubicBezTo>
                    <a:pt x="73" y="4581"/>
                    <a:pt x="1" y="4798"/>
                    <a:pt x="1" y="5014"/>
                  </a:cubicBezTo>
                  <a:lnTo>
                    <a:pt x="1" y="5086"/>
                  </a:lnTo>
                  <a:lnTo>
                    <a:pt x="2" y="5086"/>
                  </a:lnTo>
                  <a:lnTo>
                    <a:pt x="2" y="5086"/>
                  </a:lnTo>
                  <a:lnTo>
                    <a:pt x="181" y="9703"/>
                  </a:lnTo>
                  <a:cubicBezTo>
                    <a:pt x="181" y="9883"/>
                    <a:pt x="253" y="10064"/>
                    <a:pt x="398" y="10208"/>
                  </a:cubicBezTo>
                  <a:cubicBezTo>
                    <a:pt x="542" y="10316"/>
                    <a:pt x="722" y="10388"/>
                    <a:pt x="902" y="10388"/>
                  </a:cubicBezTo>
                  <a:cubicBezTo>
                    <a:pt x="1047" y="10388"/>
                    <a:pt x="1227" y="10352"/>
                    <a:pt x="1371" y="10244"/>
                  </a:cubicBezTo>
                  <a:lnTo>
                    <a:pt x="6781" y="5880"/>
                  </a:lnTo>
                  <a:cubicBezTo>
                    <a:pt x="6962" y="5735"/>
                    <a:pt x="7070" y="5519"/>
                    <a:pt x="7070" y="5303"/>
                  </a:cubicBezTo>
                  <a:lnTo>
                    <a:pt x="7070" y="5231"/>
                  </a:lnTo>
                  <a:lnTo>
                    <a:pt x="6709" y="686"/>
                  </a:lnTo>
                  <a:cubicBezTo>
                    <a:pt x="6673" y="470"/>
                    <a:pt x="6601" y="325"/>
                    <a:pt x="6457" y="181"/>
                  </a:cubicBezTo>
                  <a:cubicBezTo>
                    <a:pt x="6313" y="73"/>
                    <a:pt x="6132" y="1"/>
                    <a:pt x="59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4825;p64">
              <a:extLst>
                <a:ext uri="{FF2B5EF4-FFF2-40B4-BE49-F238E27FC236}">
                  <a16:creationId xmlns:a16="http://schemas.microsoft.com/office/drawing/2014/main" id="{5135EF7E-F6D6-2A85-8A6F-EBC732931A7C}"/>
                </a:ext>
              </a:extLst>
            </p:cNvPr>
            <p:cNvSpPr/>
            <p:nvPr/>
          </p:nvSpPr>
          <p:spPr>
            <a:xfrm>
              <a:off x="4739591" y="-166683"/>
              <a:ext cx="18104" cy="2089879"/>
            </a:xfrm>
            <a:custGeom>
              <a:avLst/>
              <a:gdLst/>
              <a:ahLst/>
              <a:cxnLst/>
              <a:rect l="l" t="t" r="r" b="b"/>
              <a:pathLst>
                <a:path w="722" h="67410" extrusionOk="0">
                  <a:moveTo>
                    <a:pt x="433" y="0"/>
                  </a:moveTo>
                  <a:cubicBezTo>
                    <a:pt x="253" y="0"/>
                    <a:pt x="108" y="144"/>
                    <a:pt x="108" y="289"/>
                  </a:cubicBezTo>
                  <a:cubicBezTo>
                    <a:pt x="36" y="11325"/>
                    <a:pt x="0" y="22362"/>
                    <a:pt x="0" y="33506"/>
                  </a:cubicBezTo>
                  <a:cubicBezTo>
                    <a:pt x="0" y="44651"/>
                    <a:pt x="36" y="55832"/>
                    <a:pt x="108" y="67085"/>
                  </a:cubicBezTo>
                  <a:cubicBezTo>
                    <a:pt x="108" y="67265"/>
                    <a:pt x="253" y="67409"/>
                    <a:pt x="433" y="67409"/>
                  </a:cubicBezTo>
                  <a:cubicBezTo>
                    <a:pt x="577" y="67409"/>
                    <a:pt x="722" y="67265"/>
                    <a:pt x="722" y="67085"/>
                  </a:cubicBezTo>
                  <a:cubicBezTo>
                    <a:pt x="649" y="55832"/>
                    <a:pt x="613" y="44651"/>
                    <a:pt x="613" y="33506"/>
                  </a:cubicBezTo>
                  <a:cubicBezTo>
                    <a:pt x="613" y="22362"/>
                    <a:pt x="649" y="11325"/>
                    <a:pt x="722" y="289"/>
                  </a:cubicBezTo>
                  <a:cubicBezTo>
                    <a:pt x="722" y="144"/>
                    <a:pt x="577" y="0"/>
                    <a:pt x="4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4826;p64">
              <a:extLst>
                <a:ext uri="{FF2B5EF4-FFF2-40B4-BE49-F238E27FC236}">
                  <a16:creationId xmlns:a16="http://schemas.microsoft.com/office/drawing/2014/main" id="{290C9403-8C59-9448-9EB3-0E2C83A9B0B6}"/>
                </a:ext>
              </a:extLst>
            </p:cNvPr>
            <p:cNvSpPr/>
            <p:nvPr/>
          </p:nvSpPr>
          <p:spPr>
            <a:xfrm>
              <a:off x="4742325" y="1908025"/>
              <a:ext cx="15350" cy="1251550"/>
            </a:xfrm>
            <a:custGeom>
              <a:avLst/>
              <a:gdLst/>
              <a:ahLst/>
              <a:cxnLst/>
              <a:rect l="l" t="t" r="r" b="b"/>
              <a:pathLst>
                <a:path w="614" h="50062" extrusionOk="0">
                  <a:moveTo>
                    <a:pt x="325" y="0"/>
                  </a:moveTo>
                  <a:cubicBezTo>
                    <a:pt x="145" y="0"/>
                    <a:pt x="0" y="145"/>
                    <a:pt x="0" y="289"/>
                  </a:cubicBezTo>
                  <a:lnTo>
                    <a:pt x="0" y="49773"/>
                  </a:lnTo>
                  <a:cubicBezTo>
                    <a:pt x="0" y="49953"/>
                    <a:pt x="145" y="50061"/>
                    <a:pt x="325" y="50061"/>
                  </a:cubicBezTo>
                  <a:cubicBezTo>
                    <a:pt x="469" y="50061"/>
                    <a:pt x="614" y="49953"/>
                    <a:pt x="614" y="49773"/>
                  </a:cubicBezTo>
                  <a:lnTo>
                    <a:pt x="614" y="289"/>
                  </a:lnTo>
                  <a:cubicBezTo>
                    <a:pt x="614" y="145"/>
                    <a:pt x="469" y="0"/>
                    <a:pt x="3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4827;p64">
              <a:extLst>
                <a:ext uri="{FF2B5EF4-FFF2-40B4-BE49-F238E27FC236}">
                  <a16:creationId xmlns:a16="http://schemas.microsoft.com/office/drawing/2014/main" id="{DE1FDA85-4CDF-869C-6FDF-A8CF34AF357F}"/>
                </a:ext>
              </a:extLst>
            </p:cNvPr>
            <p:cNvSpPr/>
            <p:nvPr/>
          </p:nvSpPr>
          <p:spPr>
            <a:xfrm>
              <a:off x="3923552" y="-166737"/>
              <a:ext cx="18104" cy="2984732"/>
            </a:xfrm>
            <a:custGeom>
              <a:avLst/>
              <a:gdLst/>
              <a:ahLst/>
              <a:cxnLst/>
              <a:rect l="l" t="t" r="r" b="b"/>
              <a:pathLst>
                <a:path w="722" h="103153" extrusionOk="0">
                  <a:moveTo>
                    <a:pt x="325" y="0"/>
                  </a:moveTo>
                  <a:cubicBezTo>
                    <a:pt x="145" y="0"/>
                    <a:pt x="0" y="108"/>
                    <a:pt x="0" y="289"/>
                  </a:cubicBezTo>
                  <a:cubicBezTo>
                    <a:pt x="73" y="17312"/>
                    <a:pt x="109" y="34372"/>
                    <a:pt x="109" y="51468"/>
                  </a:cubicBezTo>
                  <a:cubicBezTo>
                    <a:pt x="109" y="68564"/>
                    <a:pt x="73" y="85696"/>
                    <a:pt x="0" y="102864"/>
                  </a:cubicBezTo>
                  <a:cubicBezTo>
                    <a:pt x="0" y="103008"/>
                    <a:pt x="145" y="103152"/>
                    <a:pt x="325" y="103152"/>
                  </a:cubicBezTo>
                  <a:cubicBezTo>
                    <a:pt x="469" y="103152"/>
                    <a:pt x="614" y="103008"/>
                    <a:pt x="614" y="102864"/>
                  </a:cubicBezTo>
                  <a:cubicBezTo>
                    <a:pt x="686" y="85696"/>
                    <a:pt x="722" y="68564"/>
                    <a:pt x="722" y="51468"/>
                  </a:cubicBezTo>
                  <a:cubicBezTo>
                    <a:pt x="722" y="34372"/>
                    <a:pt x="686" y="17312"/>
                    <a:pt x="614" y="289"/>
                  </a:cubicBezTo>
                  <a:cubicBezTo>
                    <a:pt x="614" y="108"/>
                    <a:pt x="469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4828;p64">
              <a:extLst>
                <a:ext uri="{FF2B5EF4-FFF2-40B4-BE49-F238E27FC236}">
                  <a16:creationId xmlns:a16="http://schemas.microsoft.com/office/drawing/2014/main" id="{9B9EB531-947E-FB4F-4252-DB6A2CDAF038}"/>
                </a:ext>
              </a:extLst>
            </p:cNvPr>
            <p:cNvSpPr/>
            <p:nvPr/>
          </p:nvSpPr>
          <p:spPr>
            <a:xfrm>
              <a:off x="3599900" y="4261400"/>
              <a:ext cx="339050" cy="267825"/>
            </a:xfrm>
            <a:custGeom>
              <a:avLst/>
              <a:gdLst/>
              <a:ahLst/>
              <a:cxnLst/>
              <a:rect l="l" t="t" r="r" b="b"/>
              <a:pathLst>
                <a:path w="13562" h="10713" extrusionOk="0">
                  <a:moveTo>
                    <a:pt x="3102" y="1"/>
                  </a:moveTo>
                  <a:cubicBezTo>
                    <a:pt x="2128" y="1732"/>
                    <a:pt x="1010" y="3607"/>
                    <a:pt x="0" y="5375"/>
                  </a:cubicBezTo>
                  <a:cubicBezTo>
                    <a:pt x="1840" y="5663"/>
                    <a:pt x="4617" y="6348"/>
                    <a:pt x="6312" y="7863"/>
                  </a:cubicBezTo>
                  <a:cubicBezTo>
                    <a:pt x="7466" y="8909"/>
                    <a:pt x="8260" y="9883"/>
                    <a:pt x="8801" y="10712"/>
                  </a:cubicBezTo>
                  <a:cubicBezTo>
                    <a:pt x="10207" y="9847"/>
                    <a:pt x="11830" y="8909"/>
                    <a:pt x="13562" y="8007"/>
                  </a:cubicBezTo>
                  <a:cubicBezTo>
                    <a:pt x="12588" y="6132"/>
                    <a:pt x="10748" y="3210"/>
                    <a:pt x="7899" y="1696"/>
                  </a:cubicBezTo>
                  <a:cubicBezTo>
                    <a:pt x="5266" y="325"/>
                    <a:pt x="3860" y="37"/>
                    <a:pt x="3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4829;p64">
              <a:extLst>
                <a:ext uri="{FF2B5EF4-FFF2-40B4-BE49-F238E27FC236}">
                  <a16:creationId xmlns:a16="http://schemas.microsoft.com/office/drawing/2014/main" id="{B3EE6E7F-0608-3411-BE51-2D291B48979B}"/>
                </a:ext>
              </a:extLst>
            </p:cNvPr>
            <p:cNvSpPr/>
            <p:nvPr/>
          </p:nvSpPr>
          <p:spPr>
            <a:xfrm>
              <a:off x="3591775" y="4254175"/>
              <a:ext cx="355300" cy="282700"/>
            </a:xfrm>
            <a:custGeom>
              <a:avLst/>
              <a:gdLst/>
              <a:ahLst/>
              <a:cxnLst/>
              <a:rect l="l" t="t" r="r" b="b"/>
              <a:pathLst>
                <a:path w="14212" h="11308" extrusionOk="0">
                  <a:moveTo>
                    <a:pt x="3576" y="618"/>
                  </a:moveTo>
                  <a:cubicBezTo>
                    <a:pt x="4280" y="655"/>
                    <a:pt x="5666" y="966"/>
                    <a:pt x="8080" y="2273"/>
                  </a:cubicBezTo>
                  <a:cubicBezTo>
                    <a:pt x="10683" y="3643"/>
                    <a:pt x="12473" y="6282"/>
                    <a:pt x="13480" y="8150"/>
                  </a:cubicBezTo>
                  <a:lnTo>
                    <a:pt x="13480" y="8150"/>
                  </a:lnTo>
                  <a:cubicBezTo>
                    <a:pt x="11945" y="8987"/>
                    <a:pt x="10500" y="9821"/>
                    <a:pt x="9223" y="10601"/>
                  </a:cubicBezTo>
                  <a:lnTo>
                    <a:pt x="9223" y="10601"/>
                  </a:lnTo>
                  <a:cubicBezTo>
                    <a:pt x="8661" y="9816"/>
                    <a:pt x="7907" y="8891"/>
                    <a:pt x="6854" y="7936"/>
                  </a:cubicBezTo>
                  <a:cubicBezTo>
                    <a:pt x="5187" y="6469"/>
                    <a:pt x="2659" y="5773"/>
                    <a:pt x="804" y="5419"/>
                  </a:cubicBezTo>
                  <a:lnTo>
                    <a:pt x="804" y="5419"/>
                  </a:lnTo>
                  <a:cubicBezTo>
                    <a:pt x="1717" y="3856"/>
                    <a:pt x="2700" y="2171"/>
                    <a:pt x="3576" y="618"/>
                  </a:cubicBezTo>
                  <a:close/>
                  <a:moveTo>
                    <a:pt x="3427" y="1"/>
                  </a:moveTo>
                  <a:cubicBezTo>
                    <a:pt x="3319" y="1"/>
                    <a:pt x="3211" y="73"/>
                    <a:pt x="3175" y="145"/>
                  </a:cubicBezTo>
                  <a:cubicBezTo>
                    <a:pt x="2201" y="1840"/>
                    <a:pt x="1083" y="3752"/>
                    <a:pt x="73" y="5483"/>
                  </a:cubicBezTo>
                  <a:cubicBezTo>
                    <a:pt x="1" y="5591"/>
                    <a:pt x="1" y="5700"/>
                    <a:pt x="37" y="5772"/>
                  </a:cubicBezTo>
                  <a:cubicBezTo>
                    <a:pt x="73" y="5880"/>
                    <a:pt x="181" y="5916"/>
                    <a:pt x="253" y="5952"/>
                  </a:cubicBezTo>
                  <a:cubicBezTo>
                    <a:pt x="2093" y="6241"/>
                    <a:pt x="4834" y="6926"/>
                    <a:pt x="6421" y="8405"/>
                  </a:cubicBezTo>
                  <a:cubicBezTo>
                    <a:pt x="7539" y="9378"/>
                    <a:pt x="8332" y="10352"/>
                    <a:pt x="8873" y="11182"/>
                  </a:cubicBezTo>
                  <a:cubicBezTo>
                    <a:pt x="8920" y="11252"/>
                    <a:pt x="9013" y="11307"/>
                    <a:pt x="9112" y="11307"/>
                  </a:cubicBezTo>
                  <a:cubicBezTo>
                    <a:pt x="9165" y="11307"/>
                    <a:pt x="9220" y="11292"/>
                    <a:pt x="9270" y="11254"/>
                  </a:cubicBezTo>
                  <a:cubicBezTo>
                    <a:pt x="10713" y="10388"/>
                    <a:pt x="12300" y="9487"/>
                    <a:pt x="14031" y="8549"/>
                  </a:cubicBezTo>
                  <a:cubicBezTo>
                    <a:pt x="14175" y="8477"/>
                    <a:pt x="14211" y="8296"/>
                    <a:pt x="14139" y="8152"/>
                  </a:cubicBezTo>
                  <a:cubicBezTo>
                    <a:pt x="13165" y="6241"/>
                    <a:pt x="11290" y="3319"/>
                    <a:pt x="8332" y="1732"/>
                  </a:cubicBezTo>
                  <a:cubicBezTo>
                    <a:pt x="5735" y="326"/>
                    <a:pt x="4257" y="1"/>
                    <a:pt x="3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4830;p64">
              <a:extLst>
                <a:ext uri="{FF2B5EF4-FFF2-40B4-BE49-F238E27FC236}">
                  <a16:creationId xmlns:a16="http://schemas.microsoft.com/office/drawing/2014/main" id="{8FB9EFF0-2345-A792-C152-26D1B01BE761}"/>
                </a:ext>
              </a:extLst>
            </p:cNvPr>
            <p:cNvSpPr/>
            <p:nvPr/>
          </p:nvSpPr>
          <p:spPr>
            <a:xfrm>
              <a:off x="3592675" y="4213600"/>
              <a:ext cx="394975" cy="349875"/>
            </a:xfrm>
            <a:custGeom>
              <a:avLst/>
              <a:gdLst/>
              <a:ahLst/>
              <a:cxnLst/>
              <a:rect l="l" t="t" r="r" b="b"/>
              <a:pathLst>
                <a:path w="15799" h="13995" extrusionOk="0">
                  <a:moveTo>
                    <a:pt x="8801" y="1"/>
                  </a:moveTo>
                  <a:lnTo>
                    <a:pt x="1" y="10569"/>
                  </a:lnTo>
                  <a:lnTo>
                    <a:pt x="5375" y="13995"/>
                  </a:lnTo>
                  <a:lnTo>
                    <a:pt x="15798" y="3572"/>
                  </a:lnTo>
                  <a:lnTo>
                    <a:pt x="88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4831;p64">
              <a:extLst>
                <a:ext uri="{FF2B5EF4-FFF2-40B4-BE49-F238E27FC236}">
                  <a16:creationId xmlns:a16="http://schemas.microsoft.com/office/drawing/2014/main" id="{98C57482-C839-C955-9A46-06B601FF9E05}"/>
                </a:ext>
              </a:extLst>
            </p:cNvPr>
            <p:cNvSpPr/>
            <p:nvPr/>
          </p:nvSpPr>
          <p:spPr>
            <a:xfrm>
              <a:off x="3584575" y="4205450"/>
              <a:ext cx="411175" cy="365600"/>
            </a:xfrm>
            <a:custGeom>
              <a:avLst/>
              <a:gdLst/>
              <a:ahLst/>
              <a:cxnLst/>
              <a:rect l="l" t="t" r="r" b="b"/>
              <a:pathLst>
                <a:path w="16447" h="14624" extrusionOk="0">
                  <a:moveTo>
                    <a:pt x="9192" y="687"/>
                  </a:moveTo>
                  <a:lnTo>
                    <a:pt x="15617" y="3970"/>
                  </a:lnTo>
                  <a:lnTo>
                    <a:pt x="5663" y="13960"/>
                  </a:lnTo>
                  <a:lnTo>
                    <a:pt x="758" y="10822"/>
                  </a:lnTo>
                  <a:lnTo>
                    <a:pt x="9192" y="687"/>
                  </a:lnTo>
                  <a:close/>
                  <a:moveTo>
                    <a:pt x="9118" y="1"/>
                  </a:moveTo>
                  <a:cubicBezTo>
                    <a:pt x="9028" y="1"/>
                    <a:pt x="8943" y="41"/>
                    <a:pt x="8873" y="111"/>
                  </a:cubicBezTo>
                  <a:lnTo>
                    <a:pt x="72" y="10714"/>
                  </a:lnTo>
                  <a:cubicBezTo>
                    <a:pt x="36" y="10786"/>
                    <a:pt x="0" y="10859"/>
                    <a:pt x="36" y="10967"/>
                  </a:cubicBezTo>
                  <a:cubicBezTo>
                    <a:pt x="36" y="11039"/>
                    <a:pt x="72" y="11111"/>
                    <a:pt x="145" y="11147"/>
                  </a:cubicBezTo>
                  <a:lnTo>
                    <a:pt x="5555" y="14573"/>
                  </a:lnTo>
                  <a:cubicBezTo>
                    <a:pt x="5603" y="14606"/>
                    <a:pt x="5659" y="14624"/>
                    <a:pt x="5716" y="14624"/>
                  </a:cubicBezTo>
                  <a:cubicBezTo>
                    <a:pt x="5785" y="14624"/>
                    <a:pt x="5856" y="14597"/>
                    <a:pt x="5915" y="14537"/>
                  </a:cubicBezTo>
                  <a:lnTo>
                    <a:pt x="16339" y="4114"/>
                  </a:lnTo>
                  <a:cubicBezTo>
                    <a:pt x="16411" y="4042"/>
                    <a:pt x="16447" y="3934"/>
                    <a:pt x="16411" y="3862"/>
                  </a:cubicBezTo>
                  <a:cubicBezTo>
                    <a:pt x="16411" y="3753"/>
                    <a:pt x="16339" y="3681"/>
                    <a:pt x="16266" y="3645"/>
                  </a:cubicBezTo>
                  <a:lnTo>
                    <a:pt x="9269" y="38"/>
                  </a:lnTo>
                  <a:cubicBezTo>
                    <a:pt x="9218" y="13"/>
                    <a:pt x="9167" y="1"/>
                    <a:pt x="9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4832;p64">
              <a:extLst>
                <a:ext uri="{FF2B5EF4-FFF2-40B4-BE49-F238E27FC236}">
                  <a16:creationId xmlns:a16="http://schemas.microsoft.com/office/drawing/2014/main" id="{F19E8765-0B47-0C84-14AD-1ECCE2A61A36}"/>
                </a:ext>
              </a:extLst>
            </p:cNvPr>
            <p:cNvSpPr/>
            <p:nvPr/>
          </p:nvSpPr>
          <p:spPr>
            <a:xfrm>
              <a:off x="3659400" y="4259600"/>
              <a:ext cx="255200" cy="233550"/>
            </a:xfrm>
            <a:custGeom>
              <a:avLst/>
              <a:gdLst/>
              <a:ahLst/>
              <a:cxnLst/>
              <a:rect l="l" t="t" r="r" b="b"/>
              <a:pathLst>
                <a:path w="10208" h="9342" extrusionOk="0">
                  <a:moveTo>
                    <a:pt x="6601" y="0"/>
                  </a:moveTo>
                  <a:lnTo>
                    <a:pt x="1" y="7827"/>
                  </a:lnTo>
                  <a:lnTo>
                    <a:pt x="2598" y="9342"/>
                  </a:lnTo>
                  <a:lnTo>
                    <a:pt x="10208" y="1623"/>
                  </a:lnTo>
                  <a:lnTo>
                    <a:pt x="66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4833;p64">
              <a:extLst>
                <a:ext uri="{FF2B5EF4-FFF2-40B4-BE49-F238E27FC236}">
                  <a16:creationId xmlns:a16="http://schemas.microsoft.com/office/drawing/2014/main" id="{2A6CC9B3-8EFB-ED0F-2F11-BFD83F3E57AD}"/>
                </a:ext>
              </a:extLst>
            </p:cNvPr>
            <p:cNvSpPr/>
            <p:nvPr/>
          </p:nvSpPr>
          <p:spPr>
            <a:xfrm>
              <a:off x="3651300" y="4252025"/>
              <a:ext cx="271425" cy="248425"/>
            </a:xfrm>
            <a:custGeom>
              <a:avLst/>
              <a:gdLst/>
              <a:ahLst/>
              <a:cxnLst/>
              <a:rect l="l" t="t" r="r" b="b"/>
              <a:pathLst>
                <a:path w="10857" h="9937" extrusionOk="0">
                  <a:moveTo>
                    <a:pt x="7032" y="655"/>
                  </a:moveTo>
                  <a:lnTo>
                    <a:pt x="10027" y="2035"/>
                  </a:lnTo>
                  <a:lnTo>
                    <a:pt x="2886" y="9284"/>
                  </a:lnTo>
                  <a:lnTo>
                    <a:pt x="758" y="8058"/>
                  </a:lnTo>
                  <a:lnTo>
                    <a:pt x="7032" y="655"/>
                  </a:lnTo>
                  <a:close/>
                  <a:moveTo>
                    <a:pt x="6955" y="1"/>
                  </a:moveTo>
                  <a:cubicBezTo>
                    <a:pt x="6853" y="1"/>
                    <a:pt x="6761" y="34"/>
                    <a:pt x="6709" y="87"/>
                  </a:cubicBezTo>
                  <a:lnTo>
                    <a:pt x="72" y="7914"/>
                  </a:lnTo>
                  <a:cubicBezTo>
                    <a:pt x="36" y="7986"/>
                    <a:pt x="0" y="8094"/>
                    <a:pt x="0" y="8166"/>
                  </a:cubicBezTo>
                  <a:cubicBezTo>
                    <a:pt x="36" y="8274"/>
                    <a:pt x="72" y="8346"/>
                    <a:pt x="144" y="8382"/>
                  </a:cubicBezTo>
                  <a:lnTo>
                    <a:pt x="2777" y="9897"/>
                  </a:lnTo>
                  <a:cubicBezTo>
                    <a:pt x="2819" y="9925"/>
                    <a:pt x="2865" y="9937"/>
                    <a:pt x="2913" y="9937"/>
                  </a:cubicBezTo>
                  <a:cubicBezTo>
                    <a:pt x="2991" y="9937"/>
                    <a:pt x="3071" y="9906"/>
                    <a:pt x="3138" y="9861"/>
                  </a:cubicBezTo>
                  <a:lnTo>
                    <a:pt x="10748" y="2143"/>
                  </a:lnTo>
                  <a:cubicBezTo>
                    <a:pt x="10820" y="2071"/>
                    <a:pt x="10856" y="1962"/>
                    <a:pt x="10820" y="1890"/>
                  </a:cubicBezTo>
                  <a:cubicBezTo>
                    <a:pt x="10820" y="1782"/>
                    <a:pt x="10748" y="1710"/>
                    <a:pt x="10640" y="1638"/>
                  </a:cubicBezTo>
                  <a:lnTo>
                    <a:pt x="7069" y="15"/>
                  </a:lnTo>
                  <a:cubicBezTo>
                    <a:pt x="7031" y="5"/>
                    <a:pt x="6992" y="1"/>
                    <a:pt x="6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4834;p64">
              <a:extLst>
                <a:ext uri="{FF2B5EF4-FFF2-40B4-BE49-F238E27FC236}">
                  <a16:creationId xmlns:a16="http://schemas.microsoft.com/office/drawing/2014/main" id="{57598C8F-D949-BB6A-0CBE-A0C9283A46FF}"/>
                </a:ext>
              </a:extLst>
            </p:cNvPr>
            <p:cNvSpPr/>
            <p:nvPr/>
          </p:nvSpPr>
          <p:spPr>
            <a:xfrm>
              <a:off x="2214925" y="4282725"/>
              <a:ext cx="151500" cy="319300"/>
            </a:xfrm>
            <a:custGeom>
              <a:avLst/>
              <a:gdLst/>
              <a:ahLst/>
              <a:cxnLst/>
              <a:rect l="l" t="t" r="r" b="b"/>
              <a:pathLst>
                <a:path w="6060" h="12772" extrusionOk="0">
                  <a:moveTo>
                    <a:pt x="2113" y="0"/>
                  </a:moveTo>
                  <a:cubicBezTo>
                    <a:pt x="1723" y="0"/>
                    <a:pt x="1333" y="155"/>
                    <a:pt x="974" y="482"/>
                  </a:cubicBezTo>
                  <a:cubicBezTo>
                    <a:pt x="0" y="1384"/>
                    <a:pt x="577" y="3440"/>
                    <a:pt x="830" y="4522"/>
                  </a:cubicBezTo>
                  <a:cubicBezTo>
                    <a:pt x="1227" y="6469"/>
                    <a:pt x="1551" y="8453"/>
                    <a:pt x="2200" y="10328"/>
                  </a:cubicBezTo>
                  <a:cubicBezTo>
                    <a:pt x="2489" y="11086"/>
                    <a:pt x="2814" y="12528"/>
                    <a:pt x="3751" y="12709"/>
                  </a:cubicBezTo>
                  <a:cubicBezTo>
                    <a:pt x="3943" y="12751"/>
                    <a:pt x="4121" y="12772"/>
                    <a:pt x="4285" y="12772"/>
                  </a:cubicBezTo>
                  <a:cubicBezTo>
                    <a:pt x="5503" y="12772"/>
                    <a:pt x="5956" y="11638"/>
                    <a:pt x="5987" y="10112"/>
                  </a:cubicBezTo>
                  <a:cubicBezTo>
                    <a:pt x="6060" y="7371"/>
                    <a:pt x="4761" y="3295"/>
                    <a:pt x="4473" y="2430"/>
                  </a:cubicBezTo>
                  <a:cubicBezTo>
                    <a:pt x="3988" y="899"/>
                    <a:pt x="3053" y="0"/>
                    <a:pt x="2113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4835;p64">
              <a:extLst>
                <a:ext uri="{FF2B5EF4-FFF2-40B4-BE49-F238E27FC236}">
                  <a16:creationId xmlns:a16="http://schemas.microsoft.com/office/drawing/2014/main" id="{16E08E93-4C5D-E4B4-DC71-4631345736E0}"/>
                </a:ext>
              </a:extLst>
            </p:cNvPr>
            <p:cNvSpPr/>
            <p:nvPr/>
          </p:nvSpPr>
          <p:spPr>
            <a:xfrm>
              <a:off x="2218525" y="4275825"/>
              <a:ext cx="153300" cy="333650"/>
            </a:xfrm>
            <a:custGeom>
              <a:avLst/>
              <a:gdLst/>
              <a:ahLst/>
              <a:cxnLst/>
              <a:rect l="l" t="t" r="r" b="b"/>
              <a:pathLst>
                <a:path w="6132" h="13346" extrusionOk="0">
                  <a:moveTo>
                    <a:pt x="1984" y="578"/>
                  </a:moveTo>
                  <a:cubicBezTo>
                    <a:pt x="2345" y="578"/>
                    <a:pt x="2742" y="758"/>
                    <a:pt x="3102" y="1119"/>
                  </a:cubicBezTo>
                  <a:cubicBezTo>
                    <a:pt x="3463" y="1515"/>
                    <a:pt x="3824" y="2056"/>
                    <a:pt x="4040" y="2814"/>
                  </a:cubicBezTo>
                  <a:cubicBezTo>
                    <a:pt x="4329" y="3643"/>
                    <a:pt x="5555" y="7539"/>
                    <a:pt x="5555" y="10208"/>
                  </a:cubicBezTo>
                  <a:cubicBezTo>
                    <a:pt x="5555" y="10280"/>
                    <a:pt x="5555" y="10316"/>
                    <a:pt x="5555" y="10388"/>
                  </a:cubicBezTo>
                  <a:cubicBezTo>
                    <a:pt x="5519" y="11145"/>
                    <a:pt x="5411" y="11758"/>
                    <a:pt x="5194" y="12155"/>
                  </a:cubicBezTo>
                  <a:cubicBezTo>
                    <a:pt x="5050" y="12336"/>
                    <a:pt x="4942" y="12480"/>
                    <a:pt x="4761" y="12588"/>
                  </a:cubicBezTo>
                  <a:cubicBezTo>
                    <a:pt x="4581" y="12696"/>
                    <a:pt x="4401" y="12768"/>
                    <a:pt x="4112" y="12768"/>
                  </a:cubicBezTo>
                  <a:cubicBezTo>
                    <a:pt x="4004" y="12768"/>
                    <a:pt x="3824" y="12732"/>
                    <a:pt x="3679" y="12696"/>
                  </a:cubicBezTo>
                  <a:cubicBezTo>
                    <a:pt x="3499" y="12660"/>
                    <a:pt x="3355" y="12588"/>
                    <a:pt x="3211" y="12444"/>
                  </a:cubicBezTo>
                  <a:cubicBezTo>
                    <a:pt x="3030" y="12227"/>
                    <a:pt x="2850" y="11903"/>
                    <a:pt x="2706" y="11542"/>
                  </a:cubicBezTo>
                  <a:cubicBezTo>
                    <a:pt x="2561" y="11181"/>
                    <a:pt x="2453" y="10785"/>
                    <a:pt x="2345" y="10496"/>
                  </a:cubicBezTo>
                  <a:cubicBezTo>
                    <a:pt x="1696" y="8657"/>
                    <a:pt x="1371" y="6709"/>
                    <a:pt x="974" y="4761"/>
                  </a:cubicBezTo>
                  <a:cubicBezTo>
                    <a:pt x="830" y="4112"/>
                    <a:pt x="578" y="3175"/>
                    <a:pt x="578" y="2345"/>
                  </a:cubicBezTo>
                  <a:cubicBezTo>
                    <a:pt x="578" y="1768"/>
                    <a:pt x="722" y="1299"/>
                    <a:pt x="1047" y="1010"/>
                  </a:cubicBezTo>
                  <a:cubicBezTo>
                    <a:pt x="1371" y="722"/>
                    <a:pt x="1660" y="578"/>
                    <a:pt x="1984" y="578"/>
                  </a:cubicBezTo>
                  <a:close/>
                  <a:moveTo>
                    <a:pt x="1984" y="1"/>
                  </a:moveTo>
                  <a:cubicBezTo>
                    <a:pt x="1515" y="1"/>
                    <a:pt x="1047" y="181"/>
                    <a:pt x="650" y="542"/>
                  </a:cubicBezTo>
                  <a:cubicBezTo>
                    <a:pt x="109" y="1010"/>
                    <a:pt x="1" y="1696"/>
                    <a:pt x="1" y="2345"/>
                  </a:cubicBezTo>
                  <a:cubicBezTo>
                    <a:pt x="1" y="3283"/>
                    <a:pt x="253" y="4257"/>
                    <a:pt x="397" y="4870"/>
                  </a:cubicBezTo>
                  <a:cubicBezTo>
                    <a:pt x="794" y="6817"/>
                    <a:pt x="1083" y="8801"/>
                    <a:pt x="1804" y="10713"/>
                  </a:cubicBezTo>
                  <a:cubicBezTo>
                    <a:pt x="1912" y="11073"/>
                    <a:pt x="2056" y="11614"/>
                    <a:pt x="2309" y="12155"/>
                  </a:cubicBezTo>
                  <a:cubicBezTo>
                    <a:pt x="2453" y="12408"/>
                    <a:pt x="2597" y="12660"/>
                    <a:pt x="2778" y="12840"/>
                  </a:cubicBezTo>
                  <a:cubicBezTo>
                    <a:pt x="2994" y="13057"/>
                    <a:pt x="3247" y="13237"/>
                    <a:pt x="3535" y="13309"/>
                  </a:cubicBezTo>
                  <a:cubicBezTo>
                    <a:pt x="3752" y="13345"/>
                    <a:pt x="3932" y="13345"/>
                    <a:pt x="4112" y="13345"/>
                  </a:cubicBezTo>
                  <a:cubicBezTo>
                    <a:pt x="4473" y="13345"/>
                    <a:pt x="4798" y="13273"/>
                    <a:pt x="5086" y="13129"/>
                  </a:cubicBezTo>
                  <a:cubicBezTo>
                    <a:pt x="5483" y="12877"/>
                    <a:pt x="5735" y="12480"/>
                    <a:pt x="5916" y="12011"/>
                  </a:cubicBezTo>
                  <a:cubicBezTo>
                    <a:pt x="6060" y="11542"/>
                    <a:pt x="6132" y="11001"/>
                    <a:pt x="6132" y="10424"/>
                  </a:cubicBezTo>
                  <a:cubicBezTo>
                    <a:pt x="6132" y="10352"/>
                    <a:pt x="6132" y="10280"/>
                    <a:pt x="6132" y="10208"/>
                  </a:cubicBezTo>
                  <a:cubicBezTo>
                    <a:pt x="6132" y="7358"/>
                    <a:pt x="4906" y="3499"/>
                    <a:pt x="4617" y="2633"/>
                  </a:cubicBezTo>
                  <a:cubicBezTo>
                    <a:pt x="4365" y="1804"/>
                    <a:pt x="4004" y="1155"/>
                    <a:pt x="3535" y="722"/>
                  </a:cubicBezTo>
                  <a:cubicBezTo>
                    <a:pt x="3102" y="253"/>
                    <a:pt x="2561" y="1"/>
                    <a:pt x="19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4836;p64">
              <a:extLst>
                <a:ext uri="{FF2B5EF4-FFF2-40B4-BE49-F238E27FC236}">
                  <a16:creationId xmlns:a16="http://schemas.microsoft.com/office/drawing/2014/main" id="{A97CB91B-1A93-4A3A-4636-9573F4AC6236}"/>
                </a:ext>
              </a:extLst>
            </p:cNvPr>
            <p:cNvSpPr/>
            <p:nvPr/>
          </p:nvSpPr>
          <p:spPr>
            <a:xfrm>
              <a:off x="2166225" y="4403450"/>
              <a:ext cx="113650" cy="239800"/>
            </a:xfrm>
            <a:custGeom>
              <a:avLst/>
              <a:gdLst/>
              <a:ahLst/>
              <a:cxnLst/>
              <a:rect l="l" t="t" r="r" b="b"/>
              <a:pathLst>
                <a:path w="4546" h="9592" extrusionOk="0">
                  <a:moveTo>
                    <a:pt x="1591" y="1"/>
                  </a:moveTo>
                  <a:cubicBezTo>
                    <a:pt x="1297" y="1"/>
                    <a:pt x="1000" y="121"/>
                    <a:pt x="722" y="378"/>
                  </a:cubicBezTo>
                  <a:cubicBezTo>
                    <a:pt x="1" y="1063"/>
                    <a:pt x="433" y="2578"/>
                    <a:pt x="614" y="3407"/>
                  </a:cubicBezTo>
                  <a:cubicBezTo>
                    <a:pt x="902" y="4850"/>
                    <a:pt x="1155" y="6329"/>
                    <a:pt x="1660" y="7772"/>
                  </a:cubicBezTo>
                  <a:cubicBezTo>
                    <a:pt x="1876" y="8313"/>
                    <a:pt x="2093" y="9395"/>
                    <a:pt x="2814" y="9539"/>
                  </a:cubicBezTo>
                  <a:cubicBezTo>
                    <a:pt x="2965" y="9574"/>
                    <a:pt x="3104" y="9591"/>
                    <a:pt x="3231" y="9591"/>
                  </a:cubicBezTo>
                  <a:cubicBezTo>
                    <a:pt x="4141" y="9591"/>
                    <a:pt x="4477" y="8730"/>
                    <a:pt x="4509" y="7591"/>
                  </a:cubicBezTo>
                  <a:cubicBezTo>
                    <a:pt x="4545" y="5535"/>
                    <a:pt x="3571" y="2470"/>
                    <a:pt x="3355" y="1820"/>
                  </a:cubicBezTo>
                  <a:cubicBezTo>
                    <a:pt x="2974" y="679"/>
                    <a:pt x="2290" y="1"/>
                    <a:pt x="15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4837;p64">
              <a:extLst>
                <a:ext uri="{FF2B5EF4-FFF2-40B4-BE49-F238E27FC236}">
                  <a16:creationId xmlns:a16="http://schemas.microsoft.com/office/drawing/2014/main" id="{2DEDD0AD-9B4C-9C7E-6726-350269DA5C0A}"/>
                </a:ext>
              </a:extLst>
            </p:cNvPr>
            <p:cNvSpPr/>
            <p:nvPr/>
          </p:nvSpPr>
          <p:spPr>
            <a:xfrm>
              <a:off x="2166225" y="4395750"/>
              <a:ext cx="119950" cy="255200"/>
            </a:xfrm>
            <a:custGeom>
              <a:avLst/>
              <a:gdLst/>
              <a:ahLst/>
              <a:cxnLst/>
              <a:rect l="l" t="t" r="r" b="b"/>
              <a:pathLst>
                <a:path w="4798" h="10208" extrusionOk="0">
                  <a:moveTo>
                    <a:pt x="1588" y="614"/>
                  </a:moveTo>
                  <a:cubicBezTo>
                    <a:pt x="1840" y="614"/>
                    <a:pt x="2129" y="722"/>
                    <a:pt x="2381" y="1010"/>
                  </a:cubicBezTo>
                  <a:cubicBezTo>
                    <a:pt x="2670" y="1263"/>
                    <a:pt x="2886" y="1696"/>
                    <a:pt x="3066" y="2237"/>
                  </a:cubicBezTo>
                  <a:cubicBezTo>
                    <a:pt x="3283" y="2850"/>
                    <a:pt x="4184" y="5771"/>
                    <a:pt x="4184" y="7755"/>
                  </a:cubicBezTo>
                  <a:lnTo>
                    <a:pt x="4184" y="7899"/>
                  </a:lnTo>
                  <a:cubicBezTo>
                    <a:pt x="4184" y="8440"/>
                    <a:pt x="4076" y="8909"/>
                    <a:pt x="3932" y="9198"/>
                  </a:cubicBezTo>
                  <a:cubicBezTo>
                    <a:pt x="3860" y="9342"/>
                    <a:pt x="3752" y="9414"/>
                    <a:pt x="3643" y="9486"/>
                  </a:cubicBezTo>
                  <a:cubicBezTo>
                    <a:pt x="3535" y="9558"/>
                    <a:pt x="3391" y="9594"/>
                    <a:pt x="3211" y="9594"/>
                  </a:cubicBezTo>
                  <a:cubicBezTo>
                    <a:pt x="3102" y="9594"/>
                    <a:pt x="2994" y="9594"/>
                    <a:pt x="2886" y="9558"/>
                  </a:cubicBezTo>
                  <a:cubicBezTo>
                    <a:pt x="2778" y="9558"/>
                    <a:pt x="2670" y="9486"/>
                    <a:pt x="2561" y="9378"/>
                  </a:cubicBezTo>
                  <a:cubicBezTo>
                    <a:pt x="2453" y="9234"/>
                    <a:pt x="2309" y="8981"/>
                    <a:pt x="2201" y="8729"/>
                  </a:cubicBezTo>
                  <a:cubicBezTo>
                    <a:pt x="2093" y="8476"/>
                    <a:pt x="2020" y="8188"/>
                    <a:pt x="1948" y="7971"/>
                  </a:cubicBezTo>
                  <a:cubicBezTo>
                    <a:pt x="1443" y="6601"/>
                    <a:pt x="1227" y="5122"/>
                    <a:pt x="902" y="3643"/>
                  </a:cubicBezTo>
                  <a:cubicBezTo>
                    <a:pt x="794" y="3174"/>
                    <a:pt x="614" y="2453"/>
                    <a:pt x="614" y="1876"/>
                  </a:cubicBezTo>
                  <a:cubicBezTo>
                    <a:pt x="614" y="1443"/>
                    <a:pt x="722" y="1083"/>
                    <a:pt x="938" y="902"/>
                  </a:cubicBezTo>
                  <a:cubicBezTo>
                    <a:pt x="1155" y="686"/>
                    <a:pt x="1371" y="614"/>
                    <a:pt x="1588" y="614"/>
                  </a:cubicBezTo>
                  <a:close/>
                  <a:moveTo>
                    <a:pt x="1588" y="1"/>
                  </a:moveTo>
                  <a:cubicBezTo>
                    <a:pt x="1227" y="1"/>
                    <a:pt x="830" y="181"/>
                    <a:pt x="542" y="469"/>
                  </a:cubicBezTo>
                  <a:cubicBezTo>
                    <a:pt x="109" y="830"/>
                    <a:pt x="1" y="1371"/>
                    <a:pt x="1" y="1876"/>
                  </a:cubicBezTo>
                  <a:cubicBezTo>
                    <a:pt x="1" y="2561"/>
                    <a:pt x="217" y="3319"/>
                    <a:pt x="325" y="3788"/>
                  </a:cubicBezTo>
                  <a:cubicBezTo>
                    <a:pt x="614" y="5230"/>
                    <a:pt x="866" y="6709"/>
                    <a:pt x="1371" y="8152"/>
                  </a:cubicBezTo>
                  <a:cubicBezTo>
                    <a:pt x="1479" y="8440"/>
                    <a:pt x="1588" y="8873"/>
                    <a:pt x="1768" y="9234"/>
                  </a:cubicBezTo>
                  <a:cubicBezTo>
                    <a:pt x="1876" y="9450"/>
                    <a:pt x="1984" y="9630"/>
                    <a:pt x="2129" y="9811"/>
                  </a:cubicBezTo>
                  <a:cubicBezTo>
                    <a:pt x="2309" y="9955"/>
                    <a:pt x="2489" y="10099"/>
                    <a:pt x="2742" y="10171"/>
                  </a:cubicBezTo>
                  <a:cubicBezTo>
                    <a:pt x="2922" y="10171"/>
                    <a:pt x="3066" y="10208"/>
                    <a:pt x="3211" y="10208"/>
                  </a:cubicBezTo>
                  <a:cubicBezTo>
                    <a:pt x="3499" y="10208"/>
                    <a:pt x="3752" y="10135"/>
                    <a:pt x="3932" y="10027"/>
                  </a:cubicBezTo>
                  <a:cubicBezTo>
                    <a:pt x="4257" y="9811"/>
                    <a:pt x="4473" y="9486"/>
                    <a:pt x="4617" y="9126"/>
                  </a:cubicBezTo>
                  <a:cubicBezTo>
                    <a:pt x="4725" y="8765"/>
                    <a:pt x="4798" y="8368"/>
                    <a:pt x="4798" y="7899"/>
                  </a:cubicBezTo>
                  <a:lnTo>
                    <a:pt x="4798" y="7755"/>
                  </a:lnTo>
                  <a:cubicBezTo>
                    <a:pt x="4798" y="5627"/>
                    <a:pt x="3860" y="2706"/>
                    <a:pt x="3643" y="2056"/>
                  </a:cubicBezTo>
                  <a:cubicBezTo>
                    <a:pt x="3463" y="1443"/>
                    <a:pt x="3175" y="938"/>
                    <a:pt x="2814" y="578"/>
                  </a:cubicBezTo>
                  <a:cubicBezTo>
                    <a:pt x="2453" y="217"/>
                    <a:pt x="2057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4838;p64">
              <a:extLst>
                <a:ext uri="{FF2B5EF4-FFF2-40B4-BE49-F238E27FC236}">
                  <a16:creationId xmlns:a16="http://schemas.microsoft.com/office/drawing/2014/main" id="{2031576D-EA30-FEAB-2ED2-BBF2E54A5A11}"/>
                </a:ext>
              </a:extLst>
            </p:cNvPr>
            <p:cNvSpPr/>
            <p:nvPr/>
          </p:nvSpPr>
          <p:spPr>
            <a:xfrm>
              <a:off x="2527800" y="4365100"/>
              <a:ext cx="239875" cy="326075"/>
            </a:xfrm>
            <a:custGeom>
              <a:avLst/>
              <a:gdLst/>
              <a:ahLst/>
              <a:cxnLst/>
              <a:rect l="l" t="t" r="r" b="b"/>
              <a:pathLst>
                <a:path w="9595" h="13043" extrusionOk="0">
                  <a:moveTo>
                    <a:pt x="289" y="0"/>
                  </a:moveTo>
                  <a:cubicBezTo>
                    <a:pt x="289" y="1"/>
                    <a:pt x="1" y="5302"/>
                    <a:pt x="686" y="5699"/>
                  </a:cubicBezTo>
                  <a:cubicBezTo>
                    <a:pt x="1371" y="6096"/>
                    <a:pt x="3896" y="6781"/>
                    <a:pt x="4220" y="6853"/>
                  </a:cubicBezTo>
                  <a:cubicBezTo>
                    <a:pt x="4509" y="6961"/>
                    <a:pt x="4293" y="7358"/>
                    <a:pt x="3896" y="8728"/>
                  </a:cubicBezTo>
                  <a:cubicBezTo>
                    <a:pt x="3535" y="10099"/>
                    <a:pt x="3896" y="11975"/>
                    <a:pt x="5086" y="12660"/>
                  </a:cubicBezTo>
                  <a:cubicBezTo>
                    <a:pt x="5525" y="12913"/>
                    <a:pt x="5920" y="13043"/>
                    <a:pt x="6250" y="13043"/>
                  </a:cubicBezTo>
                  <a:cubicBezTo>
                    <a:pt x="6812" y="13043"/>
                    <a:pt x="7182" y="12663"/>
                    <a:pt x="7250" y="11866"/>
                  </a:cubicBezTo>
                  <a:cubicBezTo>
                    <a:pt x="7358" y="10604"/>
                    <a:pt x="9594" y="6961"/>
                    <a:pt x="8909" y="5879"/>
                  </a:cubicBezTo>
                  <a:cubicBezTo>
                    <a:pt x="8224" y="4797"/>
                    <a:pt x="7142" y="3715"/>
                    <a:pt x="4978" y="3427"/>
                  </a:cubicBezTo>
                  <a:cubicBezTo>
                    <a:pt x="2850" y="3138"/>
                    <a:pt x="289" y="0"/>
                    <a:pt x="2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4839;p64">
              <a:extLst>
                <a:ext uri="{FF2B5EF4-FFF2-40B4-BE49-F238E27FC236}">
                  <a16:creationId xmlns:a16="http://schemas.microsoft.com/office/drawing/2014/main" id="{E1579BBF-D843-DA31-E2EF-363C774FA6C6}"/>
                </a:ext>
              </a:extLst>
            </p:cNvPr>
            <p:cNvSpPr/>
            <p:nvPr/>
          </p:nvSpPr>
          <p:spPr>
            <a:xfrm>
              <a:off x="2526000" y="4357550"/>
              <a:ext cx="235350" cy="341200"/>
            </a:xfrm>
            <a:custGeom>
              <a:avLst/>
              <a:gdLst/>
              <a:ahLst/>
              <a:cxnLst/>
              <a:rect l="l" t="t" r="r" b="b"/>
              <a:pathLst>
                <a:path w="9414" h="13648" extrusionOk="0">
                  <a:moveTo>
                    <a:pt x="613" y="1069"/>
                  </a:moveTo>
                  <a:cubicBezTo>
                    <a:pt x="885" y="1369"/>
                    <a:pt x="1254" y="1751"/>
                    <a:pt x="1696" y="2142"/>
                  </a:cubicBezTo>
                  <a:cubicBezTo>
                    <a:pt x="2633" y="2971"/>
                    <a:pt x="3824" y="3873"/>
                    <a:pt x="5014" y="4053"/>
                  </a:cubicBezTo>
                  <a:cubicBezTo>
                    <a:pt x="6060" y="4161"/>
                    <a:pt x="6817" y="4486"/>
                    <a:pt x="7394" y="4919"/>
                  </a:cubicBezTo>
                  <a:cubicBezTo>
                    <a:pt x="7971" y="5316"/>
                    <a:pt x="8404" y="5821"/>
                    <a:pt x="8729" y="6362"/>
                  </a:cubicBezTo>
                  <a:cubicBezTo>
                    <a:pt x="8765" y="6434"/>
                    <a:pt x="8801" y="6542"/>
                    <a:pt x="8801" y="6722"/>
                  </a:cubicBezTo>
                  <a:cubicBezTo>
                    <a:pt x="8801" y="7047"/>
                    <a:pt x="8729" y="7480"/>
                    <a:pt x="8548" y="7948"/>
                  </a:cubicBezTo>
                  <a:cubicBezTo>
                    <a:pt x="8332" y="8670"/>
                    <a:pt x="7971" y="9463"/>
                    <a:pt x="7647" y="10221"/>
                  </a:cubicBezTo>
                  <a:cubicBezTo>
                    <a:pt x="7502" y="10617"/>
                    <a:pt x="7358" y="10942"/>
                    <a:pt x="7214" y="11267"/>
                  </a:cubicBezTo>
                  <a:cubicBezTo>
                    <a:pt x="7106" y="11591"/>
                    <a:pt x="7034" y="11880"/>
                    <a:pt x="7034" y="12132"/>
                  </a:cubicBezTo>
                  <a:cubicBezTo>
                    <a:pt x="6997" y="12493"/>
                    <a:pt x="6889" y="12745"/>
                    <a:pt x="6781" y="12854"/>
                  </a:cubicBezTo>
                  <a:cubicBezTo>
                    <a:pt x="6673" y="12998"/>
                    <a:pt x="6529" y="13034"/>
                    <a:pt x="6312" y="13034"/>
                  </a:cubicBezTo>
                  <a:cubicBezTo>
                    <a:pt x="6060" y="13034"/>
                    <a:pt x="5735" y="12926"/>
                    <a:pt x="5302" y="12709"/>
                  </a:cubicBezTo>
                  <a:cubicBezTo>
                    <a:pt x="4942" y="12493"/>
                    <a:pt x="4653" y="12096"/>
                    <a:pt x="4437" y="11663"/>
                  </a:cubicBezTo>
                  <a:cubicBezTo>
                    <a:pt x="4256" y="11195"/>
                    <a:pt x="4148" y="10654"/>
                    <a:pt x="4148" y="10113"/>
                  </a:cubicBezTo>
                  <a:cubicBezTo>
                    <a:pt x="4148" y="9788"/>
                    <a:pt x="4184" y="9427"/>
                    <a:pt x="4256" y="9103"/>
                  </a:cubicBezTo>
                  <a:cubicBezTo>
                    <a:pt x="4401" y="8670"/>
                    <a:pt x="4509" y="8309"/>
                    <a:pt x="4581" y="8057"/>
                  </a:cubicBezTo>
                  <a:cubicBezTo>
                    <a:pt x="4653" y="7768"/>
                    <a:pt x="4725" y="7588"/>
                    <a:pt x="4725" y="7407"/>
                  </a:cubicBezTo>
                  <a:cubicBezTo>
                    <a:pt x="4725" y="7299"/>
                    <a:pt x="4689" y="7191"/>
                    <a:pt x="4653" y="7083"/>
                  </a:cubicBezTo>
                  <a:cubicBezTo>
                    <a:pt x="4581" y="6975"/>
                    <a:pt x="4473" y="6903"/>
                    <a:pt x="4365" y="6866"/>
                  </a:cubicBezTo>
                  <a:cubicBezTo>
                    <a:pt x="4292" y="6866"/>
                    <a:pt x="4076" y="6794"/>
                    <a:pt x="3788" y="6722"/>
                  </a:cubicBezTo>
                  <a:cubicBezTo>
                    <a:pt x="3355" y="6578"/>
                    <a:pt x="2742" y="6398"/>
                    <a:pt x="2164" y="6217"/>
                  </a:cubicBezTo>
                  <a:cubicBezTo>
                    <a:pt x="1623" y="6037"/>
                    <a:pt x="1119" y="5857"/>
                    <a:pt x="902" y="5748"/>
                  </a:cubicBezTo>
                  <a:cubicBezTo>
                    <a:pt x="902" y="5712"/>
                    <a:pt x="830" y="5604"/>
                    <a:pt x="794" y="5388"/>
                  </a:cubicBezTo>
                  <a:cubicBezTo>
                    <a:pt x="650" y="4811"/>
                    <a:pt x="578" y="3693"/>
                    <a:pt x="578" y="2683"/>
                  </a:cubicBezTo>
                  <a:cubicBezTo>
                    <a:pt x="578" y="2091"/>
                    <a:pt x="611" y="1499"/>
                    <a:pt x="613" y="1069"/>
                  </a:cubicBezTo>
                  <a:close/>
                  <a:moveTo>
                    <a:pt x="354" y="0"/>
                  </a:moveTo>
                  <a:cubicBezTo>
                    <a:pt x="323" y="0"/>
                    <a:pt x="289" y="5"/>
                    <a:pt x="253" y="14"/>
                  </a:cubicBezTo>
                  <a:cubicBezTo>
                    <a:pt x="145" y="50"/>
                    <a:pt x="73" y="158"/>
                    <a:pt x="73" y="302"/>
                  </a:cubicBezTo>
                  <a:cubicBezTo>
                    <a:pt x="73" y="302"/>
                    <a:pt x="0" y="1420"/>
                    <a:pt x="0" y="2683"/>
                  </a:cubicBezTo>
                  <a:cubicBezTo>
                    <a:pt x="0" y="3440"/>
                    <a:pt x="0" y="4197"/>
                    <a:pt x="73" y="4847"/>
                  </a:cubicBezTo>
                  <a:cubicBezTo>
                    <a:pt x="109" y="5171"/>
                    <a:pt x="181" y="5460"/>
                    <a:pt x="217" y="5676"/>
                  </a:cubicBezTo>
                  <a:cubicBezTo>
                    <a:pt x="253" y="5784"/>
                    <a:pt x="289" y="5893"/>
                    <a:pt x="361" y="6001"/>
                  </a:cubicBezTo>
                  <a:cubicBezTo>
                    <a:pt x="397" y="6109"/>
                    <a:pt x="469" y="6181"/>
                    <a:pt x="614" y="6253"/>
                  </a:cubicBezTo>
                  <a:cubicBezTo>
                    <a:pt x="794" y="6362"/>
                    <a:pt x="1082" y="6470"/>
                    <a:pt x="1443" y="6614"/>
                  </a:cubicBezTo>
                  <a:cubicBezTo>
                    <a:pt x="1984" y="6794"/>
                    <a:pt x="2597" y="6975"/>
                    <a:pt x="3138" y="7155"/>
                  </a:cubicBezTo>
                  <a:cubicBezTo>
                    <a:pt x="3565" y="7277"/>
                    <a:pt x="3940" y="7373"/>
                    <a:pt x="4111" y="7422"/>
                  </a:cubicBezTo>
                  <a:lnTo>
                    <a:pt x="4111" y="7422"/>
                  </a:lnTo>
                  <a:cubicBezTo>
                    <a:pt x="4105" y="7478"/>
                    <a:pt x="4069" y="7648"/>
                    <a:pt x="4004" y="7876"/>
                  </a:cubicBezTo>
                  <a:cubicBezTo>
                    <a:pt x="3932" y="8129"/>
                    <a:pt x="3824" y="8489"/>
                    <a:pt x="3679" y="8958"/>
                  </a:cubicBezTo>
                  <a:cubicBezTo>
                    <a:pt x="3571" y="9319"/>
                    <a:pt x="3535" y="9716"/>
                    <a:pt x="3535" y="10113"/>
                  </a:cubicBezTo>
                  <a:cubicBezTo>
                    <a:pt x="3535" y="10726"/>
                    <a:pt x="3643" y="11339"/>
                    <a:pt x="3896" y="11880"/>
                  </a:cubicBezTo>
                  <a:cubicBezTo>
                    <a:pt x="4148" y="12421"/>
                    <a:pt x="4509" y="12926"/>
                    <a:pt x="5014" y="13214"/>
                  </a:cubicBezTo>
                  <a:cubicBezTo>
                    <a:pt x="5483" y="13467"/>
                    <a:pt x="5915" y="13647"/>
                    <a:pt x="6312" y="13647"/>
                  </a:cubicBezTo>
                  <a:cubicBezTo>
                    <a:pt x="6673" y="13647"/>
                    <a:pt x="6997" y="13503"/>
                    <a:pt x="7250" y="13250"/>
                  </a:cubicBezTo>
                  <a:cubicBezTo>
                    <a:pt x="7466" y="12998"/>
                    <a:pt x="7575" y="12637"/>
                    <a:pt x="7611" y="12204"/>
                  </a:cubicBezTo>
                  <a:cubicBezTo>
                    <a:pt x="7647" y="11988"/>
                    <a:pt x="7755" y="11591"/>
                    <a:pt x="7899" y="11158"/>
                  </a:cubicBezTo>
                  <a:cubicBezTo>
                    <a:pt x="8152" y="10509"/>
                    <a:pt x="8548" y="9680"/>
                    <a:pt x="8837" y="8922"/>
                  </a:cubicBezTo>
                  <a:cubicBezTo>
                    <a:pt x="9162" y="8129"/>
                    <a:pt x="9414" y="7371"/>
                    <a:pt x="9414" y="6722"/>
                  </a:cubicBezTo>
                  <a:cubicBezTo>
                    <a:pt x="9414" y="6470"/>
                    <a:pt x="9378" y="6253"/>
                    <a:pt x="9234" y="6037"/>
                  </a:cubicBezTo>
                  <a:cubicBezTo>
                    <a:pt x="8873" y="5460"/>
                    <a:pt x="8404" y="4883"/>
                    <a:pt x="7755" y="4414"/>
                  </a:cubicBezTo>
                  <a:cubicBezTo>
                    <a:pt x="7070" y="3945"/>
                    <a:pt x="6240" y="3584"/>
                    <a:pt x="5086" y="3440"/>
                  </a:cubicBezTo>
                  <a:cubicBezTo>
                    <a:pt x="4148" y="3332"/>
                    <a:pt x="2994" y="2502"/>
                    <a:pt x="2092" y="1673"/>
                  </a:cubicBezTo>
                  <a:cubicBezTo>
                    <a:pt x="1660" y="1276"/>
                    <a:pt x="1263" y="879"/>
                    <a:pt x="1010" y="591"/>
                  </a:cubicBezTo>
                  <a:cubicBezTo>
                    <a:pt x="866" y="447"/>
                    <a:pt x="758" y="338"/>
                    <a:pt x="686" y="230"/>
                  </a:cubicBezTo>
                  <a:cubicBezTo>
                    <a:pt x="614" y="158"/>
                    <a:pt x="578" y="122"/>
                    <a:pt x="578" y="122"/>
                  </a:cubicBezTo>
                  <a:cubicBezTo>
                    <a:pt x="523" y="41"/>
                    <a:pt x="449" y="0"/>
                    <a:pt x="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4840;p64">
              <a:extLst>
                <a:ext uri="{FF2B5EF4-FFF2-40B4-BE49-F238E27FC236}">
                  <a16:creationId xmlns:a16="http://schemas.microsoft.com/office/drawing/2014/main" id="{B155D212-A6B2-919B-9784-B425C051DDB2}"/>
                </a:ext>
              </a:extLst>
            </p:cNvPr>
            <p:cNvSpPr/>
            <p:nvPr/>
          </p:nvSpPr>
          <p:spPr>
            <a:xfrm>
              <a:off x="2313200" y="4261075"/>
              <a:ext cx="151500" cy="319325"/>
            </a:xfrm>
            <a:custGeom>
              <a:avLst/>
              <a:gdLst/>
              <a:ahLst/>
              <a:cxnLst/>
              <a:rect l="l" t="t" r="r" b="b"/>
              <a:pathLst>
                <a:path w="6060" h="12773" extrusionOk="0">
                  <a:moveTo>
                    <a:pt x="2142" y="1"/>
                  </a:moveTo>
                  <a:cubicBezTo>
                    <a:pt x="1757" y="1"/>
                    <a:pt x="1370" y="155"/>
                    <a:pt x="1011" y="482"/>
                  </a:cubicBezTo>
                  <a:cubicBezTo>
                    <a:pt x="1" y="1384"/>
                    <a:pt x="614" y="3440"/>
                    <a:pt x="830" y="4522"/>
                  </a:cubicBezTo>
                  <a:cubicBezTo>
                    <a:pt x="1263" y="6470"/>
                    <a:pt x="1552" y="8453"/>
                    <a:pt x="2237" y="10329"/>
                  </a:cubicBezTo>
                  <a:cubicBezTo>
                    <a:pt x="2525" y="11086"/>
                    <a:pt x="2850" y="12529"/>
                    <a:pt x="3788" y="12709"/>
                  </a:cubicBezTo>
                  <a:cubicBezTo>
                    <a:pt x="3980" y="12752"/>
                    <a:pt x="4157" y="12772"/>
                    <a:pt x="4321" y="12772"/>
                  </a:cubicBezTo>
                  <a:cubicBezTo>
                    <a:pt x="5540" y="12772"/>
                    <a:pt x="5992" y="11639"/>
                    <a:pt x="6024" y="10112"/>
                  </a:cubicBezTo>
                  <a:cubicBezTo>
                    <a:pt x="6060" y="7371"/>
                    <a:pt x="4798" y="3296"/>
                    <a:pt x="4509" y="2430"/>
                  </a:cubicBezTo>
                  <a:cubicBezTo>
                    <a:pt x="3999" y="900"/>
                    <a:pt x="3074" y="1"/>
                    <a:pt x="2142" y="1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4841;p64">
              <a:extLst>
                <a:ext uri="{FF2B5EF4-FFF2-40B4-BE49-F238E27FC236}">
                  <a16:creationId xmlns:a16="http://schemas.microsoft.com/office/drawing/2014/main" id="{C7A80901-C673-EE21-BE5D-9F9E1AE3A2E6}"/>
                </a:ext>
              </a:extLst>
            </p:cNvPr>
            <p:cNvSpPr/>
            <p:nvPr/>
          </p:nvSpPr>
          <p:spPr>
            <a:xfrm>
              <a:off x="2316800" y="4254175"/>
              <a:ext cx="154225" cy="333650"/>
            </a:xfrm>
            <a:custGeom>
              <a:avLst/>
              <a:gdLst/>
              <a:ahLst/>
              <a:cxnLst/>
              <a:rect l="l" t="t" r="r" b="b"/>
              <a:pathLst>
                <a:path w="6169" h="13346" extrusionOk="0">
                  <a:moveTo>
                    <a:pt x="2021" y="578"/>
                  </a:moveTo>
                  <a:cubicBezTo>
                    <a:pt x="2381" y="578"/>
                    <a:pt x="2778" y="758"/>
                    <a:pt x="3139" y="1119"/>
                  </a:cubicBezTo>
                  <a:cubicBezTo>
                    <a:pt x="3499" y="1516"/>
                    <a:pt x="3824" y="2057"/>
                    <a:pt x="4076" y="2814"/>
                  </a:cubicBezTo>
                  <a:cubicBezTo>
                    <a:pt x="4365" y="3644"/>
                    <a:pt x="5591" y="7539"/>
                    <a:pt x="5555" y="10208"/>
                  </a:cubicBezTo>
                  <a:cubicBezTo>
                    <a:pt x="5555" y="10280"/>
                    <a:pt x="5555" y="10316"/>
                    <a:pt x="5555" y="10388"/>
                  </a:cubicBezTo>
                  <a:cubicBezTo>
                    <a:pt x="5555" y="11146"/>
                    <a:pt x="5447" y="11759"/>
                    <a:pt x="5195" y="12156"/>
                  </a:cubicBezTo>
                  <a:cubicBezTo>
                    <a:pt x="5086" y="12336"/>
                    <a:pt x="4942" y="12516"/>
                    <a:pt x="4798" y="12588"/>
                  </a:cubicBezTo>
                  <a:cubicBezTo>
                    <a:pt x="4617" y="12697"/>
                    <a:pt x="4401" y="12769"/>
                    <a:pt x="4149" y="12769"/>
                  </a:cubicBezTo>
                  <a:cubicBezTo>
                    <a:pt x="4004" y="12769"/>
                    <a:pt x="3860" y="12733"/>
                    <a:pt x="3680" y="12697"/>
                  </a:cubicBezTo>
                  <a:cubicBezTo>
                    <a:pt x="3535" y="12661"/>
                    <a:pt x="3391" y="12588"/>
                    <a:pt x="3247" y="12444"/>
                  </a:cubicBezTo>
                  <a:cubicBezTo>
                    <a:pt x="3031" y="12228"/>
                    <a:pt x="2886" y="11903"/>
                    <a:pt x="2742" y="11542"/>
                  </a:cubicBezTo>
                  <a:cubicBezTo>
                    <a:pt x="2598" y="11182"/>
                    <a:pt x="2490" y="10785"/>
                    <a:pt x="2381" y="10497"/>
                  </a:cubicBezTo>
                  <a:cubicBezTo>
                    <a:pt x="1696" y="8657"/>
                    <a:pt x="1408" y="6709"/>
                    <a:pt x="975" y="4762"/>
                  </a:cubicBezTo>
                  <a:cubicBezTo>
                    <a:pt x="867" y="4113"/>
                    <a:pt x="614" y="3175"/>
                    <a:pt x="614" y="2345"/>
                  </a:cubicBezTo>
                  <a:cubicBezTo>
                    <a:pt x="614" y="1768"/>
                    <a:pt x="722" y="1299"/>
                    <a:pt x="1047" y="1011"/>
                  </a:cubicBezTo>
                  <a:cubicBezTo>
                    <a:pt x="1371" y="722"/>
                    <a:pt x="1696" y="578"/>
                    <a:pt x="2021" y="578"/>
                  </a:cubicBezTo>
                  <a:close/>
                  <a:moveTo>
                    <a:pt x="2021" y="1"/>
                  </a:moveTo>
                  <a:cubicBezTo>
                    <a:pt x="1516" y="1"/>
                    <a:pt x="1047" y="181"/>
                    <a:pt x="650" y="542"/>
                  </a:cubicBezTo>
                  <a:cubicBezTo>
                    <a:pt x="145" y="1011"/>
                    <a:pt x="1" y="1696"/>
                    <a:pt x="1" y="2345"/>
                  </a:cubicBezTo>
                  <a:cubicBezTo>
                    <a:pt x="1" y="3283"/>
                    <a:pt x="289" y="4257"/>
                    <a:pt x="398" y="4870"/>
                  </a:cubicBezTo>
                  <a:cubicBezTo>
                    <a:pt x="830" y="6818"/>
                    <a:pt x="1119" y="8801"/>
                    <a:pt x="1804" y="10713"/>
                  </a:cubicBezTo>
                  <a:cubicBezTo>
                    <a:pt x="1949" y="11074"/>
                    <a:pt x="2093" y="11615"/>
                    <a:pt x="2345" y="12156"/>
                  </a:cubicBezTo>
                  <a:cubicBezTo>
                    <a:pt x="2453" y="12408"/>
                    <a:pt x="2634" y="12661"/>
                    <a:pt x="2814" y="12841"/>
                  </a:cubicBezTo>
                  <a:cubicBezTo>
                    <a:pt x="2994" y="13057"/>
                    <a:pt x="3247" y="13238"/>
                    <a:pt x="3572" y="13274"/>
                  </a:cubicBezTo>
                  <a:cubicBezTo>
                    <a:pt x="3788" y="13346"/>
                    <a:pt x="3968" y="13346"/>
                    <a:pt x="4149" y="13346"/>
                  </a:cubicBezTo>
                  <a:cubicBezTo>
                    <a:pt x="4509" y="13346"/>
                    <a:pt x="4834" y="13274"/>
                    <a:pt x="5086" y="13129"/>
                  </a:cubicBezTo>
                  <a:cubicBezTo>
                    <a:pt x="5483" y="12877"/>
                    <a:pt x="5772" y="12480"/>
                    <a:pt x="5916" y="12011"/>
                  </a:cubicBezTo>
                  <a:cubicBezTo>
                    <a:pt x="6096" y="11542"/>
                    <a:pt x="6168" y="11001"/>
                    <a:pt x="6168" y="10424"/>
                  </a:cubicBezTo>
                  <a:cubicBezTo>
                    <a:pt x="6168" y="10352"/>
                    <a:pt x="6168" y="10280"/>
                    <a:pt x="6168" y="10208"/>
                  </a:cubicBezTo>
                  <a:cubicBezTo>
                    <a:pt x="6168" y="7359"/>
                    <a:pt x="4942" y="3499"/>
                    <a:pt x="4654" y="2634"/>
                  </a:cubicBezTo>
                  <a:cubicBezTo>
                    <a:pt x="4401" y="1804"/>
                    <a:pt x="4004" y="1155"/>
                    <a:pt x="3572" y="722"/>
                  </a:cubicBezTo>
                  <a:cubicBezTo>
                    <a:pt x="3103" y="253"/>
                    <a:pt x="2562" y="1"/>
                    <a:pt x="20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4842;p64">
              <a:extLst>
                <a:ext uri="{FF2B5EF4-FFF2-40B4-BE49-F238E27FC236}">
                  <a16:creationId xmlns:a16="http://schemas.microsoft.com/office/drawing/2014/main" id="{A7FFD4A4-CBF5-A201-206B-661610110CEE}"/>
                </a:ext>
              </a:extLst>
            </p:cNvPr>
            <p:cNvSpPr/>
            <p:nvPr/>
          </p:nvSpPr>
          <p:spPr>
            <a:xfrm>
              <a:off x="2431325" y="4289025"/>
              <a:ext cx="151500" cy="319325"/>
            </a:xfrm>
            <a:custGeom>
              <a:avLst/>
              <a:gdLst/>
              <a:ahLst/>
              <a:cxnLst/>
              <a:rect l="l" t="t" r="r" b="b"/>
              <a:pathLst>
                <a:path w="6060" h="12773" extrusionOk="0">
                  <a:moveTo>
                    <a:pt x="2113" y="1"/>
                  </a:moveTo>
                  <a:cubicBezTo>
                    <a:pt x="1723" y="1"/>
                    <a:pt x="1333" y="155"/>
                    <a:pt x="974" y="482"/>
                  </a:cubicBezTo>
                  <a:cubicBezTo>
                    <a:pt x="0" y="1384"/>
                    <a:pt x="577" y="3440"/>
                    <a:pt x="830" y="4522"/>
                  </a:cubicBezTo>
                  <a:cubicBezTo>
                    <a:pt x="1227" y="6470"/>
                    <a:pt x="1515" y="8453"/>
                    <a:pt x="2201" y="10329"/>
                  </a:cubicBezTo>
                  <a:cubicBezTo>
                    <a:pt x="2489" y="11086"/>
                    <a:pt x="2814" y="12493"/>
                    <a:pt x="3751" y="12709"/>
                  </a:cubicBezTo>
                  <a:cubicBezTo>
                    <a:pt x="3944" y="12752"/>
                    <a:pt x="4121" y="12772"/>
                    <a:pt x="4285" y="12772"/>
                  </a:cubicBezTo>
                  <a:cubicBezTo>
                    <a:pt x="5503" y="12772"/>
                    <a:pt x="5956" y="11639"/>
                    <a:pt x="5988" y="10112"/>
                  </a:cubicBezTo>
                  <a:cubicBezTo>
                    <a:pt x="6060" y="7335"/>
                    <a:pt x="4761" y="3296"/>
                    <a:pt x="4473" y="2430"/>
                  </a:cubicBezTo>
                  <a:cubicBezTo>
                    <a:pt x="3988" y="900"/>
                    <a:pt x="3053" y="1"/>
                    <a:pt x="2113" y="1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4843;p64">
              <a:extLst>
                <a:ext uri="{FF2B5EF4-FFF2-40B4-BE49-F238E27FC236}">
                  <a16:creationId xmlns:a16="http://schemas.microsoft.com/office/drawing/2014/main" id="{747C2C47-FF7A-A169-0EF5-2A240570D674}"/>
                </a:ext>
              </a:extLst>
            </p:cNvPr>
            <p:cNvSpPr/>
            <p:nvPr/>
          </p:nvSpPr>
          <p:spPr>
            <a:xfrm>
              <a:off x="2434025" y="4281225"/>
              <a:ext cx="154225" cy="334550"/>
            </a:xfrm>
            <a:custGeom>
              <a:avLst/>
              <a:gdLst/>
              <a:ahLst/>
              <a:cxnLst/>
              <a:rect l="l" t="t" r="r" b="b"/>
              <a:pathLst>
                <a:path w="6169" h="13382" extrusionOk="0">
                  <a:moveTo>
                    <a:pt x="2020" y="614"/>
                  </a:moveTo>
                  <a:cubicBezTo>
                    <a:pt x="2381" y="614"/>
                    <a:pt x="2778" y="794"/>
                    <a:pt x="3138" y="1155"/>
                  </a:cubicBezTo>
                  <a:cubicBezTo>
                    <a:pt x="3499" y="1516"/>
                    <a:pt x="3860" y="2093"/>
                    <a:pt x="4076" y="2814"/>
                  </a:cubicBezTo>
                  <a:cubicBezTo>
                    <a:pt x="4365" y="3680"/>
                    <a:pt x="5591" y="7539"/>
                    <a:pt x="5591" y="10208"/>
                  </a:cubicBezTo>
                  <a:cubicBezTo>
                    <a:pt x="5591" y="10280"/>
                    <a:pt x="5591" y="10352"/>
                    <a:pt x="5591" y="10424"/>
                  </a:cubicBezTo>
                  <a:cubicBezTo>
                    <a:pt x="5555" y="11146"/>
                    <a:pt x="5447" y="11759"/>
                    <a:pt x="5230" y="12192"/>
                  </a:cubicBezTo>
                  <a:cubicBezTo>
                    <a:pt x="5086" y="12372"/>
                    <a:pt x="4978" y="12516"/>
                    <a:pt x="4798" y="12624"/>
                  </a:cubicBezTo>
                  <a:cubicBezTo>
                    <a:pt x="4617" y="12733"/>
                    <a:pt x="4437" y="12769"/>
                    <a:pt x="4148" y="12769"/>
                  </a:cubicBezTo>
                  <a:cubicBezTo>
                    <a:pt x="4040" y="12769"/>
                    <a:pt x="3860" y="12769"/>
                    <a:pt x="3716" y="12733"/>
                  </a:cubicBezTo>
                  <a:cubicBezTo>
                    <a:pt x="3535" y="12697"/>
                    <a:pt x="3391" y="12588"/>
                    <a:pt x="3247" y="12444"/>
                  </a:cubicBezTo>
                  <a:cubicBezTo>
                    <a:pt x="3066" y="12264"/>
                    <a:pt x="2886" y="11903"/>
                    <a:pt x="2742" y="11542"/>
                  </a:cubicBezTo>
                  <a:cubicBezTo>
                    <a:pt x="2597" y="11182"/>
                    <a:pt x="2489" y="10821"/>
                    <a:pt x="2381" y="10533"/>
                  </a:cubicBezTo>
                  <a:cubicBezTo>
                    <a:pt x="1732" y="8693"/>
                    <a:pt x="1407" y="6746"/>
                    <a:pt x="1010" y="4762"/>
                  </a:cubicBezTo>
                  <a:cubicBezTo>
                    <a:pt x="866" y="4113"/>
                    <a:pt x="614" y="3175"/>
                    <a:pt x="614" y="2381"/>
                  </a:cubicBezTo>
                  <a:cubicBezTo>
                    <a:pt x="614" y="1804"/>
                    <a:pt x="758" y="1299"/>
                    <a:pt x="1083" y="1011"/>
                  </a:cubicBezTo>
                  <a:cubicBezTo>
                    <a:pt x="1407" y="722"/>
                    <a:pt x="1696" y="614"/>
                    <a:pt x="2020" y="614"/>
                  </a:cubicBezTo>
                  <a:close/>
                  <a:moveTo>
                    <a:pt x="2020" y="1"/>
                  </a:moveTo>
                  <a:cubicBezTo>
                    <a:pt x="1551" y="1"/>
                    <a:pt x="1083" y="217"/>
                    <a:pt x="650" y="578"/>
                  </a:cubicBezTo>
                  <a:cubicBezTo>
                    <a:pt x="145" y="1047"/>
                    <a:pt x="1" y="1732"/>
                    <a:pt x="1" y="2381"/>
                  </a:cubicBezTo>
                  <a:cubicBezTo>
                    <a:pt x="37" y="3319"/>
                    <a:pt x="289" y="4257"/>
                    <a:pt x="397" y="4906"/>
                  </a:cubicBezTo>
                  <a:cubicBezTo>
                    <a:pt x="830" y="6818"/>
                    <a:pt x="1119" y="8801"/>
                    <a:pt x="1840" y="10749"/>
                  </a:cubicBezTo>
                  <a:cubicBezTo>
                    <a:pt x="1948" y="11074"/>
                    <a:pt x="2093" y="11651"/>
                    <a:pt x="2345" y="12156"/>
                  </a:cubicBezTo>
                  <a:cubicBezTo>
                    <a:pt x="2489" y="12408"/>
                    <a:pt x="2634" y="12661"/>
                    <a:pt x="2814" y="12877"/>
                  </a:cubicBezTo>
                  <a:cubicBezTo>
                    <a:pt x="3030" y="13093"/>
                    <a:pt x="3283" y="13238"/>
                    <a:pt x="3571" y="13310"/>
                  </a:cubicBezTo>
                  <a:cubicBezTo>
                    <a:pt x="3788" y="13346"/>
                    <a:pt x="3968" y="13382"/>
                    <a:pt x="4148" y="13382"/>
                  </a:cubicBezTo>
                  <a:cubicBezTo>
                    <a:pt x="4509" y="13382"/>
                    <a:pt x="4834" y="13310"/>
                    <a:pt x="5122" y="13129"/>
                  </a:cubicBezTo>
                  <a:cubicBezTo>
                    <a:pt x="5519" y="12877"/>
                    <a:pt x="5771" y="12480"/>
                    <a:pt x="5916" y="12047"/>
                  </a:cubicBezTo>
                  <a:cubicBezTo>
                    <a:pt x="6096" y="11579"/>
                    <a:pt x="6168" y="11038"/>
                    <a:pt x="6168" y="10424"/>
                  </a:cubicBezTo>
                  <a:cubicBezTo>
                    <a:pt x="6168" y="10352"/>
                    <a:pt x="6168" y="10280"/>
                    <a:pt x="6168" y="10208"/>
                  </a:cubicBezTo>
                  <a:cubicBezTo>
                    <a:pt x="6168" y="7395"/>
                    <a:pt x="4942" y="3500"/>
                    <a:pt x="4653" y="2634"/>
                  </a:cubicBezTo>
                  <a:cubicBezTo>
                    <a:pt x="4401" y="1840"/>
                    <a:pt x="4040" y="1191"/>
                    <a:pt x="3571" y="722"/>
                  </a:cubicBezTo>
                  <a:cubicBezTo>
                    <a:pt x="3138" y="290"/>
                    <a:pt x="2597" y="1"/>
                    <a:pt x="20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4844;p64">
              <a:extLst>
                <a:ext uri="{FF2B5EF4-FFF2-40B4-BE49-F238E27FC236}">
                  <a16:creationId xmlns:a16="http://schemas.microsoft.com/office/drawing/2014/main" id="{FA0F83CD-5DE6-0E31-E80A-ACAD96924D6B}"/>
                </a:ext>
              </a:extLst>
            </p:cNvPr>
            <p:cNvSpPr/>
            <p:nvPr/>
          </p:nvSpPr>
          <p:spPr>
            <a:xfrm>
              <a:off x="3493500" y="4624625"/>
              <a:ext cx="241675" cy="332750"/>
            </a:xfrm>
            <a:custGeom>
              <a:avLst/>
              <a:gdLst/>
              <a:ahLst/>
              <a:cxnLst/>
              <a:rect l="l" t="t" r="r" b="b"/>
              <a:pathLst>
                <a:path w="9667" h="13310" extrusionOk="0">
                  <a:moveTo>
                    <a:pt x="7152" y="0"/>
                  </a:moveTo>
                  <a:cubicBezTo>
                    <a:pt x="6332" y="0"/>
                    <a:pt x="5421" y="554"/>
                    <a:pt x="4653" y="1630"/>
                  </a:cubicBezTo>
                  <a:cubicBezTo>
                    <a:pt x="4076" y="2459"/>
                    <a:pt x="1371" y="6246"/>
                    <a:pt x="541" y="9312"/>
                  </a:cubicBezTo>
                  <a:cubicBezTo>
                    <a:pt x="0" y="11223"/>
                    <a:pt x="181" y="12846"/>
                    <a:pt x="2020" y="13279"/>
                  </a:cubicBezTo>
                  <a:cubicBezTo>
                    <a:pt x="2105" y="13300"/>
                    <a:pt x="2188" y="13309"/>
                    <a:pt x="2269" y="13309"/>
                  </a:cubicBezTo>
                  <a:cubicBezTo>
                    <a:pt x="3193" y="13309"/>
                    <a:pt x="3903" y="12070"/>
                    <a:pt x="4401" y="11440"/>
                  </a:cubicBezTo>
                  <a:cubicBezTo>
                    <a:pt x="5735" y="9709"/>
                    <a:pt x="6709" y="7725"/>
                    <a:pt x="7791" y="5777"/>
                  </a:cubicBezTo>
                  <a:cubicBezTo>
                    <a:pt x="8368" y="4695"/>
                    <a:pt x="9666" y="2784"/>
                    <a:pt x="8945" y="1305"/>
                  </a:cubicBezTo>
                  <a:cubicBezTo>
                    <a:pt x="8523" y="428"/>
                    <a:pt x="7873" y="0"/>
                    <a:pt x="7152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4845;p64">
              <a:extLst>
                <a:ext uri="{FF2B5EF4-FFF2-40B4-BE49-F238E27FC236}">
                  <a16:creationId xmlns:a16="http://schemas.microsoft.com/office/drawing/2014/main" id="{6424F2D2-D95D-D624-CB19-8168D0CBA8FE}"/>
                </a:ext>
              </a:extLst>
            </p:cNvPr>
            <p:cNvSpPr/>
            <p:nvPr/>
          </p:nvSpPr>
          <p:spPr>
            <a:xfrm>
              <a:off x="3492600" y="4617575"/>
              <a:ext cx="237175" cy="347150"/>
            </a:xfrm>
            <a:custGeom>
              <a:avLst/>
              <a:gdLst/>
              <a:ahLst/>
              <a:cxnLst/>
              <a:rect l="l" t="t" r="r" b="b"/>
              <a:pathLst>
                <a:path w="9487" h="13886" extrusionOk="0">
                  <a:moveTo>
                    <a:pt x="7178" y="577"/>
                  </a:moveTo>
                  <a:cubicBezTo>
                    <a:pt x="7502" y="577"/>
                    <a:pt x="7755" y="685"/>
                    <a:pt x="8007" y="866"/>
                  </a:cubicBezTo>
                  <a:cubicBezTo>
                    <a:pt x="8260" y="1046"/>
                    <a:pt x="8512" y="1298"/>
                    <a:pt x="8693" y="1695"/>
                  </a:cubicBezTo>
                  <a:cubicBezTo>
                    <a:pt x="8837" y="1984"/>
                    <a:pt x="8909" y="2236"/>
                    <a:pt x="8909" y="2561"/>
                  </a:cubicBezTo>
                  <a:cubicBezTo>
                    <a:pt x="8909" y="3138"/>
                    <a:pt x="8693" y="3751"/>
                    <a:pt x="8404" y="4364"/>
                  </a:cubicBezTo>
                  <a:cubicBezTo>
                    <a:pt x="8115" y="4941"/>
                    <a:pt x="7791" y="5482"/>
                    <a:pt x="7538" y="5915"/>
                  </a:cubicBezTo>
                  <a:cubicBezTo>
                    <a:pt x="6456" y="7863"/>
                    <a:pt x="5519" y="9846"/>
                    <a:pt x="4220" y="11542"/>
                  </a:cubicBezTo>
                  <a:cubicBezTo>
                    <a:pt x="3932" y="11866"/>
                    <a:pt x="3643" y="12335"/>
                    <a:pt x="3319" y="12696"/>
                  </a:cubicBezTo>
                  <a:cubicBezTo>
                    <a:pt x="3138" y="12876"/>
                    <a:pt x="2958" y="13020"/>
                    <a:pt x="2814" y="13128"/>
                  </a:cubicBezTo>
                  <a:cubicBezTo>
                    <a:pt x="2633" y="13237"/>
                    <a:pt x="2453" y="13309"/>
                    <a:pt x="2309" y="13309"/>
                  </a:cubicBezTo>
                  <a:cubicBezTo>
                    <a:pt x="2237" y="13309"/>
                    <a:pt x="2200" y="13273"/>
                    <a:pt x="2128" y="13273"/>
                  </a:cubicBezTo>
                  <a:cubicBezTo>
                    <a:pt x="1551" y="13128"/>
                    <a:pt x="1191" y="12876"/>
                    <a:pt x="974" y="12551"/>
                  </a:cubicBezTo>
                  <a:cubicBezTo>
                    <a:pt x="722" y="12227"/>
                    <a:pt x="614" y="11758"/>
                    <a:pt x="614" y="11253"/>
                  </a:cubicBezTo>
                  <a:cubicBezTo>
                    <a:pt x="614" y="10784"/>
                    <a:pt x="722" y="10243"/>
                    <a:pt x="866" y="9666"/>
                  </a:cubicBezTo>
                  <a:cubicBezTo>
                    <a:pt x="1696" y="6709"/>
                    <a:pt x="4328" y="2885"/>
                    <a:pt x="4942" y="2092"/>
                  </a:cubicBezTo>
                  <a:cubicBezTo>
                    <a:pt x="5663" y="1082"/>
                    <a:pt x="6529" y="577"/>
                    <a:pt x="7178" y="577"/>
                  </a:cubicBezTo>
                  <a:close/>
                  <a:moveTo>
                    <a:pt x="7178" y="0"/>
                  </a:moveTo>
                  <a:cubicBezTo>
                    <a:pt x="6240" y="0"/>
                    <a:pt x="5266" y="613"/>
                    <a:pt x="4437" y="1731"/>
                  </a:cubicBezTo>
                  <a:cubicBezTo>
                    <a:pt x="3860" y="2597"/>
                    <a:pt x="1155" y="6348"/>
                    <a:pt x="289" y="9522"/>
                  </a:cubicBezTo>
                  <a:cubicBezTo>
                    <a:pt x="109" y="10099"/>
                    <a:pt x="0" y="10712"/>
                    <a:pt x="0" y="11253"/>
                  </a:cubicBezTo>
                  <a:cubicBezTo>
                    <a:pt x="0" y="11866"/>
                    <a:pt x="145" y="12407"/>
                    <a:pt x="469" y="12876"/>
                  </a:cubicBezTo>
                  <a:cubicBezTo>
                    <a:pt x="794" y="13345"/>
                    <a:pt x="1299" y="13669"/>
                    <a:pt x="1984" y="13850"/>
                  </a:cubicBezTo>
                  <a:cubicBezTo>
                    <a:pt x="2092" y="13886"/>
                    <a:pt x="2200" y="13886"/>
                    <a:pt x="2309" y="13886"/>
                  </a:cubicBezTo>
                  <a:cubicBezTo>
                    <a:pt x="2597" y="13886"/>
                    <a:pt x="2886" y="13778"/>
                    <a:pt x="3102" y="13633"/>
                  </a:cubicBezTo>
                  <a:cubicBezTo>
                    <a:pt x="3463" y="13417"/>
                    <a:pt x="3787" y="13092"/>
                    <a:pt x="4040" y="12768"/>
                  </a:cubicBezTo>
                  <a:cubicBezTo>
                    <a:pt x="4292" y="12443"/>
                    <a:pt x="4509" y="12119"/>
                    <a:pt x="4689" y="11902"/>
                  </a:cubicBezTo>
                  <a:cubicBezTo>
                    <a:pt x="6024" y="10135"/>
                    <a:pt x="6997" y="8151"/>
                    <a:pt x="8079" y="6204"/>
                  </a:cubicBezTo>
                  <a:cubicBezTo>
                    <a:pt x="8296" y="5807"/>
                    <a:pt x="8656" y="5230"/>
                    <a:pt x="8945" y="4617"/>
                  </a:cubicBezTo>
                  <a:cubicBezTo>
                    <a:pt x="9234" y="3967"/>
                    <a:pt x="9486" y="3282"/>
                    <a:pt x="9486" y="2561"/>
                  </a:cubicBezTo>
                  <a:cubicBezTo>
                    <a:pt x="9486" y="2164"/>
                    <a:pt x="9414" y="1803"/>
                    <a:pt x="9234" y="1443"/>
                  </a:cubicBezTo>
                  <a:cubicBezTo>
                    <a:pt x="9017" y="974"/>
                    <a:pt x="8729" y="613"/>
                    <a:pt x="8368" y="361"/>
                  </a:cubicBezTo>
                  <a:cubicBezTo>
                    <a:pt x="8007" y="108"/>
                    <a:pt x="76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4846;p64">
              <a:extLst>
                <a:ext uri="{FF2B5EF4-FFF2-40B4-BE49-F238E27FC236}">
                  <a16:creationId xmlns:a16="http://schemas.microsoft.com/office/drawing/2014/main" id="{9085226E-E07E-7FCE-C111-4FADF0B30EF4}"/>
                </a:ext>
              </a:extLst>
            </p:cNvPr>
            <p:cNvSpPr/>
            <p:nvPr/>
          </p:nvSpPr>
          <p:spPr>
            <a:xfrm>
              <a:off x="3610725" y="4730250"/>
              <a:ext cx="182150" cy="250325"/>
            </a:xfrm>
            <a:custGeom>
              <a:avLst/>
              <a:gdLst/>
              <a:ahLst/>
              <a:cxnLst/>
              <a:rect l="l" t="t" r="r" b="b"/>
              <a:pathLst>
                <a:path w="7286" h="10013" extrusionOk="0">
                  <a:moveTo>
                    <a:pt x="5370" y="1"/>
                  </a:moveTo>
                  <a:cubicBezTo>
                    <a:pt x="4757" y="1"/>
                    <a:pt x="4076" y="419"/>
                    <a:pt x="3499" y="1228"/>
                  </a:cubicBezTo>
                  <a:cubicBezTo>
                    <a:pt x="3066" y="1841"/>
                    <a:pt x="1046" y="4690"/>
                    <a:pt x="397" y="6998"/>
                  </a:cubicBezTo>
                  <a:cubicBezTo>
                    <a:pt x="0" y="8441"/>
                    <a:pt x="144" y="9631"/>
                    <a:pt x="1515" y="9992"/>
                  </a:cubicBezTo>
                  <a:cubicBezTo>
                    <a:pt x="1577" y="10006"/>
                    <a:pt x="1637" y="10013"/>
                    <a:pt x="1697" y="10013"/>
                  </a:cubicBezTo>
                  <a:cubicBezTo>
                    <a:pt x="2403" y="10013"/>
                    <a:pt x="2952" y="9084"/>
                    <a:pt x="3318" y="8585"/>
                  </a:cubicBezTo>
                  <a:cubicBezTo>
                    <a:pt x="4328" y="7323"/>
                    <a:pt x="5050" y="5808"/>
                    <a:pt x="5843" y="4366"/>
                  </a:cubicBezTo>
                  <a:cubicBezTo>
                    <a:pt x="6312" y="3536"/>
                    <a:pt x="7286" y="2093"/>
                    <a:pt x="6709" y="975"/>
                  </a:cubicBezTo>
                  <a:cubicBezTo>
                    <a:pt x="6389" y="320"/>
                    <a:pt x="5905" y="1"/>
                    <a:pt x="5370" y="1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4847;p64">
              <a:extLst>
                <a:ext uri="{FF2B5EF4-FFF2-40B4-BE49-F238E27FC236}">
                  <a16:creationId xmlns:a16="http://schemas.microsoft.com/office/drawing/2014/main" id="{3CCFFF90-D6BE-BD5B-D9FE-BA4C62C0FC82}"/>
                </a:ext>
              </a:extLst>
            </p:cNvPr>
            <p:cNvSpPr/>
            <p:nvPr/>
          </p:nvSpPr>
          <p:spPr>
            <a:xfrm>
              <a:off x="3608925" y="4723050"/>
              <a:ext cx="181250" cy="265125"/>
            </a:xfrm>
            <a:custGeom>
              <a:avLst/>
              <a:gdLst/>
              <a:ahLst/>
              <a:cxnLst/>
              <a:rect l="l" t="t" r="r" b="b"/>
              <a:pathLst>
                <a:path w="7250" h="10605" extrusionOk="0">
                  <a:moveTo>
                    <a:pt x="5446" y="614"/>
                  </a:moveTo>
                  <a:cubicBezTo>
                    <a:pt x="5663" y="614"/>
                    <a:pt x="5843" y="650"/>
                    <a:pt x="6023" y="794"/>
                  </a:cubicBezTo>
                  <a:cubicBezTo>
                    <a:pt x="6204" y="903"/>
                    <a:pt x="6384" y="1119"/>
                    <a:pt x="6528" y="1408"/>
                  </a:cubicBezTo>
                  <a:cubicBezTo>
                    <a:pt x="6600" y="1588"/>
                    <a:pt x="6672" y="1804"/>
                    <a:pt x="6672" y="2021"/>
                  </a:cubicBezTo>
                  <a:cubicBezTo>
                    <a:pt x="6672" y="2417"/>
                    <a:pt x="6492" y="2886"/>
                    <a:pt x="6312" y="3319"/>
                  </a:cubicBezTo>
                  <a:cubicBezTo>
                    <a:pt x="6095" y="3752"/>
                    <a:pt x="5843" y="4185"/>
                    <a:pt x="5663" y="4509"/>
                  </a:cubicBezTo>
                  <a:cubicBezTo>
                    <a:pt x="4833" y="5952"/>
                    <a:pt x="4112" y="7467"/>
                    <a:pt x="3138" y="8693"/>
                  </a:cubicBezTo>
                  <a:cubicBezTo>
                    <a:pt x="2958" y="8946"/>
                    <a:pt x="2741" y="9306"/>
                    <a:pt x="2489" y="9559"/>
                  </a:cubicBezTo>
                  <a:cubicBezTo>
                    <a:pt x="2344" y="9703"/>
                    <a:pt x="2236" y="9811"/>
                    <a:pt x="2128" y="9883"/>
                  </a:cubicBezTo>
                  <a:cubicBezTo>
                    <a:pt x="1984" y="9955"/>
                    <a:pt x="1876" y="9991"/>
                    <a:pt x="1767" y="9991"/>
                  </a:cubicBezTo>
                  <a:lnTo>
                    <a:pt x="1659" y="9991"/>
                  </a:lnTo>
                  <a:cubicBezTo>
                    <a:pt x="1226" y="9883"/>
                    <a:pt x="1010" y="9703"/>
                    <a:pt x="830" y="9450"/>
                  </a:cubicBezTo>
                  <a:cubicBezTo>
                    <a:pt x="685" y="9234"/>
                    <a:pt x="577" y="8909"/>
                    <a:pt x="577" y="8549"/>
                  </a:cubicBezTo>
                  <a:cubicBezTo>
                    <a:pt x="577" y="8188"/>
                    <a:pt x="649" y="7791"/>
                    <a:pt x="757" y="7359"/>
                  </a:cubicBezTo>
                  <a:cubicBezTo>
                    <a:pt x="1371" y="5158"/>
                    <a:pt x="3390" y="2309"/>
                    <a:pt x="3823" y="1696"/>
                  </a:cubicBezTo>
                  <a:cubicBezTo>
                    <a:pt x="4364" y="939"/>
                    <a:pt x="4977" y="614"/>
                    <a:pt x="5446" y="614"/>
                  </a:cubicBezTo>
                  <a:close/>
                  <a:moveTo>
                    <a:pt x="5446" y="1"/>
                  </a:moveTo>
                  <a:cubicBezTo>
                    <a:pt x="4689" y="1"/>
                    <a:pt x="3931" y="506"/>
                    <a:pt x="3318" y="1371"/>
                  </a:cubicBezTo>
                  <a:cubicBezTo>
                    <a:pt x="2885" y="1985"/>
                    <a:pt x="866" y="4834"/>
                    <a:pt x="180" y="7214"/>
                  </a:cubicBezTo>
                  <a:cubicBezTo>
                    <a:pt x="72" y="7683"/>
                    <a:pt x="0" y="8116"/>
                    <a:pt x="0" y="8549"/>
                  </a:cubicBezTo>
                  <a:cubicBezTo>
                    <a:pt x="0" y="8982"/>
                    <a:pt x="72" y="9450"/>
                    <a:pt x="325" y="9811"/>
                  </a:cubicBezTo>
                  <a:cubicBezTo>
                    <a:pt x="577" y="10172"/>
                    <a:pt x="1010" y="10424"/>
                    <a:pt x="1515" y="10569"/>
                  </a:cubicBezTo>
                  <a:cubicBezTo>
                    <a:pt x="1623" y="10569"/>
                    <a:pt x="1695" y="10605"/>
                    <a:pt x="1767" y="10605"/>
                  </a:cubicBezTo>
                  <a:cubicBezTo>
                    <a:pt x="2020" y="10605"/>
                    <a:pt x="2236" y="10496"/>
                    <a:pt x="2417" y="10388"/>
                  </a:cubicBezTo>
                  <a:cubicBezTo>
                    <a:pt x="2705" y="10208"/>
                    <a:pt x="2921" y="9955"/>
                    <a:pt x="3138" y="9739"/>
                  </a:cubicBezTo>
                  <a:cubicBezTo>
                    <a:pt x="3318" y="9487"/>
                    <a:pt x="3499" y="9234"/>
                    <a:pt x="3607" y="9054"/>
                  </a:cubicBezTo>
                  <a:cubicBezTo>
                    <a:pt x="4653" y="7755"/>
                    <a:pt x="5374" y="6241"/>
                    <a:pt x="6168" y="4798"/>
                  </a:cubicBezTo>
                  <a:cubicBezTo>
                    <a:pt x="6348" y="4473"/>
                    <a:pt x="6600" y="4040"/>
                    <a:pt x="6853" y="3572"/>
                  </a:cubicBezTo>
                  <a:cubicBezTo>
                    <a:pt x="7069" y="3103"/>
                    <a:pt x="7250" y="2562"/>
                    <a:pt x="7250" y="2021"/>
                  </a:cubicBezTo>
                  <a:cubicBezTo>
                    <a:pt x="7250" y="1732"/>
                    <a:pt x="7213" y="1408"/>
                    <a:pt x="7069" y="1119"/>
                  </a:cubicBezTo>
                  <a:cubicBezTo>
                    <a:pt x="6889" y="758"/>
                    <a:pt x="6636" y="506"/>
                    <a:pt x="6384" y="289"/>
                  </a:cubicBezTo>
                  <a:cubicBezTo>
                    <a:pt x="6095" y="109"/>
                    <a:pt x="5771" y="1"/>
                    <a:pt x="54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4848;p64">
              <a:extLst>
                <a:ext uri="{FF2B5EF4-FFF2-40B4-BE49-F238E27FC236}">
                  <a16:creationId xmlns:a16="http://schemas.microsoft.com/office/drawing/2014/main" id="{31DDFAE9-BC7F-3C68-E3A0-C7D9694A0DCF}"/>
                </a:ext>
              </a:extLst>
            </p:cNvPr>
            <p:cNvSpPr/>
            <p:nvPr/>
          </p:nvSpPr>
          <p:spPr>
            <a:xfrm>
              <a:off x="3129225" y="4525600"/>
              <a:ext cx="300275" cy="286350"/>
            </a:xfrm>
            <a:custGeom>
              <a:avLst/>
              <a:gdLst/>
              <a:ahLst/>
              <a:cxnLst/>
              <a:rect l="l" t="t" r="r" b="b"/>
              <a:pathLst>
                <a:path w="12011" h="11454" extrusionOk="0">
                  <a:moveTo>
                    <a:pt x="12011" y="0"/>
                  </a:moveTo>
                  <a:cubicBezTo>
                    <a:pt x="12010" y="0"/>
                    <a:pt x="9320" y="1568"/>
                    <a:pt x="7073" y="1568"/>
                  </a:cubicBezTo>
                  <a:cubicBezTo>
                    <a:pt x="6680" y="1568"/>
                    <a:pt x="6301" y="1520"/>
                    <a:pt x="5951" y="1407"/>
                  </a:cubicBezTo>
                  <a:cubicBezTo>
                    <a:pt x="5202" y="1153"/>
                    <a:pt x="4541" y="1047"/>
                    <a:pt x="3953" y="1047"/>
                  </a:cubicBezTo>
                  <a:cubicBezTo>
                    <a:pt x="2702" y="1047"/>
                    <a:pt x="1782" y="1528"/>
                    <a:pt x="1046" y="2092"/>
                  </a:cubicBezTo>
                  <a:cubicBezTo>
                    <a:pt x="0" y="2922"/>
                    <a:pt x="1154" y="8043"/>
                    <a:pt x="830" y="9486"/>
                  </a:cubicBezTo>
                  <a:cubicBezTo>
                    <a:pt x="535" y="10797"/>
                    <a:pt x="1223" y="11453"/>
                    <a:pt x="2435" y="11453"/>
                  </a:cubicBezTo>
                  <a:cubicBezTo>
                    <a:pt x="2556" y="11453"/>
                    <a:pt x="2682" y="11447"/>
                    <a:pt x="2814" y="11433"/>
                  </a:cubicBezTo>
                  <a:cubicBezTo>
                    <a:pt x="4256" y="11289"/>
                    <a:pt x="5302" y="9450"/>
                    <a:pt x="5338" y="7719"/>
                  </a:cubicBezTo>
                  <a:cubicBezTo>
                    <a:pt x="5373" y="6079"/>
                    <a:pt x="5307" y="5553"/>
                    <a:pt x="5596" y="5553"/>
                  </a:cubicBezTo>
                  <a:cubicBezTo>
                    <a:pt x="5606" y="5553"/>
                    <a:pt x="5616" y="5553"/>
                    <a:pt x="5627" y="5555"/>
                  </a:cubicBezTo>
                  <a:cubicBezTo>
                    <a:pt x="5955" y="5587"/>
                    <a:pt x="8371" y="6038"/>
                    <a:pt x="9430" y="6038"/>
                  </a:cubicBezTo>
                  <a:cubicBezTo>
                    <a:pt x="9535" y="6038"/>
                    <a:pt x="9627" y="6033"/>
                    <a:pt x="9702" y="6023"/>
                  </a:cubicBezTo>
                  <a:cubicBezTo>
                    <a:pt x="10568" y="5951"/>
                    <a:pt x="12011" y="0"/>
                    <a:pt x="12011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4849;p64">
              <a:extLst>
                <a:ext uri="{FF2B5EF4-FFF2-40B4-BE49-F238E27FC236}">
                  <a16:creationId xmlns:a16="http://schemas.microsoft.com/office/drawing/2014/main" id="{C011931A-91E5-B273-8A61-6EA3B5E6A1A5}"/>
                </a:ext>
              </a:extLst>
            </p:cNvPr>
            <p:cNvSpPr/>
            <p:nvPr/>
          </p:nvSpPr>
          <p:spPr>
            <a:xfrm>
              <a:off x="3136425" y="4518300"/>
              <a:ext cx="300300" cy="301275"/>
            </a:xfrm>
            <a:custGeom>
              <a:avLst/>
              <a:gdLst/>
              <a:ahLst/>
              <a:cxnLst/>
              <a:rect l="l" t="t" r="r" b="b"/>
              <a:pathLst>
                <a:path w="12012" h="12051" extrusionOk="0">
                  <a:moveTo>
                    <a:pt x="11248" y="899"/>
                  </a:moveTo>
                  <a:cubicBezTo>
                    <a:pt x="11228" y="980"/>
                    <a:pt x="11206" y="1067"/>
                    <a:pt x="11182" y="1158"/>
                  </a:cubicBezTo>
                  <a:cubicBezTo>
                    <a:pt x="10965" y="1987"/>
                    <a:pt x="10605" y="3250"/>
                    <a:pt x="10244" y="4296"/>
                  </a:cubicBezTo>
                  <a:cubicBezTo>
                    <a:pt x="10064" y="4801"/>
                    <a:pt x="9847" y="5269"/>
                    <a:pt x="9667" y="5594"/>
                  </a:cubicBezTo>
                  <a:cubicBezTo>
                    <a:pt x="9595" y="5774"/>
                    <a:pt x="9523" y="5883"/>
                    <a:pt x="9450" y="5955"/>
                  </a:cubicBezTo>
                  <a:lnTo>
                    <a:pt x="9378" y="6027"/>
                  </a:lnTo>
                  <a:lnTo>
                    <a:pt x="9198" y="6027"/>
                  </a:lnTo>
                  <a:cubicBezTo>
                    <a:pt x="8729" y="6027"/>
                    <a:pt x="7827" y="5919"/>
                    <a:pt x="7070" y="5810"/>
                  </a:cubicBezTo>
                  <a:cubicBezTo>
                    <a:pt x="6673" y="5738"/>
                    <a:pt x="6277" y="5702"/>
                    <a:pt x="5988" y="5630"/>
                  </a:cubicBezTo>
                  <a:cubicBezTo>
                    <a:pt x="5699" y="5594"/>
                    <a:pt x="5483" y="5558"/>
                    <a:pt x="5375" y="5558"/>
                  </a:cubicBezTo>
                  <a:lnTo>
                    <a:pt x="5303" y="5522"/>
                  </a:lnTo>
                  <a:cubicBezTo>
                    <a:pt x="5231" y="5522"/>
                    <a:pt x="5122" y="5558"/>
                    <a:pt x="5050" y="5630"/>
                  </a:cubicBezTo>
                  <a:cubicBezTo>
                    <a:pt x="4906" y="5702"/>
                    <a:pt x="4870" y="5847"/>
                    <a:pt x="4834" y="5991"/>
                  </a:cubicBezTo>
                  <a:cubicBezTo>
                    <a:pt x="4798" y="6171"/>
                    <a:pt x="4762" y="6424"/>
                    <a:pt x="4762" y="6748"/>
                  </a:cubicBezTo>
                  <a:cubicBezTo>
                    <a:pt x="4762" y="7073"/>
                    <a:pt x="4762" y="7470"/>
                    <a:pt x="4762" y="8011"/>
                  </a:cubicBezTo>
                  <a:cubicBezTo>
                    <a:pt x="4726" y="8804"/>
                    <a:pt x="4473" y="9670"/>
                    <a:pt x="4076" y="10283"/>
                  </a:cubicBezTo>
                  <a:cubicBezTo>
                    <a:pt x="3644" y="10932"/>
                    <a:pt x="3103" y="11365"/>
                    <a:pt x="2490" y="11437"/>
                  </a:cubicBezTo>
                  <a:lnTo>
                    <a:pt x="2129" y="11437"/>
                  </a:lnTo>
                  <a:cubicBezTo>
                    <a:pt x="1660" y="11437"/>
                    <a:pt x="1299" y="11329"/>
                    <a:pt x="1119" y="11148"/>
                  </a:cubicBezTo>
                  <a:cubicBezTo>
                    <a:pt x="903" y="11004"/>
                    <a:pt x="758" y="10752"/>
                    <a:pt x="758" y="10355"/>
                  </a:cubicBezTo>
                  <a:cubicBezTo>
                    <a:pt x="758" y="10211"/>
                    <a:pt x="794" y="10030"/>
                    <a:pt x="830" y="9850"/>
                  </a:cubicBezTo>
                  <a:cubicBezTo>
                    <a:pt x="866" y="9634"/>
                    <a:pt x="903" y="9345"/>
                    <a:pt x="903" y="9057"/>
                  </a:cubicBezTo>
                  <a:cubicBezTo>
                    <a:pt x="903" y="7794"/>
                    <a:pt x="614" y="5847"/>
                    <a:pt x="614" y="4368"/>
                  </a:cubicBezTo>
                  <a:cubicBezTo>
                    <a:pt x="614" y="3899"/>
                    <a:pt x="650" y="3502"/>
                    <a:pt x="686" y="3178"/>
                  </a:cubicBezTo>
                  <a:cubicBezTo>
                    <a:pt x="758" y="2889"/>
                    <a:pt x="866" y="2709"/>
                    <a:pt x="975" y="2637"/>
                  </a:cubicBezTo>
                  <a:cubicBezTo>
                    <a:pt x="1660" y="2096"/>
                    <a:pt x="2490" y="1663"/>
                    <a:pt x="3680" y="1627"/>
                  </a:cubicBezTo>
                  <a:cubicBezTo>
                    <a:pt x="4221" y="1627"/>
                    <a:pt x="4870" y="1735"/>
                    <a:pt x="5591" y="1987"/>
                  </a:cubicBezTo>
                  <a:cubicBezTo>
                    <a:pt x="5952" y="2096"/>
                    <a:pt x="6385" y="2168"/>
                    <a:pt x="6818" y="2168"/>
                  </a:cubicBezTo>
                  <a:cubicBezTo>
                    <a:pt x="8008" y="2168"/>
                    <a:pt x="9234" y="1735"/>
                    <a:pt x="10208" y="1338"/>
                  </a:cubicBezTo>
                  <a:cubicBezTo>
                    <a:pt x="10615" y="1187"/>
                    <a:pt x="10971" y="1031"/>
                    <a:pt x="11248" y="899"/>
                  </a:cubicBezTo>
                  <a:close/>
                  <a:moveTo>
                    <a:pt x="11678" y="0"/>
                  </a:moveTo>
                  <a:cubicBezTo>
                    <a:pt x="11630" y="0"/>
                    <a:pt x="11584" y="12"/>
                    <a:pt x="11542" y="40"/>
                  </a:cubicBezTo>
                  <a:cubicBezTo>
                    <a:pt x="11542" y="40"/>
                    <a:pt x="11506" y="76"/>
                    <a:pt x="11434" y="112"/>
                  </a:cubicBezTo>
                  <a:cubicBezTo>
                    <a:pt x="11182" y="256"/>
                    <a:pt x="10496" y="617"/>
                    <a:pt x="9631" y="941"/>
                  </a:cubicBezTo>
                  <a:cubicBezTo>
                    <a:pt x="8765" y="1266"/>
                    <a:pt x="7719" y="1555"/>
                    <a:pt x="6818" y="1555"/>
                  </a:cubicBezTo>
                  <a:cubicBezTo>
                    <a:pt x="6421" y="1555"/>
                    <a:pt x="6096" y="1518"/>
                    <a:pt x="5772" y="1410"/>
                  </a:cubicBezTo>
                  <a:cubicBezTo>
                    <a:pt x="4978" y="1158"/>
                    <a:pt x="4293" y="1050"/>
                    <a:pt x="3680" y="1050"/>
                  </a:cubicBezTo>
                  <a:cubicBezTo>
                    <a:pt x="2345" y="1050"/>
                    <a:pt x="1335" y="1555"/>
                    <a:pt x="578" y="2168"/>
                  </a:cubicBezTo>
                  <a:cubicBezTo>
                    <a:pt x="325" y="2384"/>
                    <a:pt x="181" y="2709"/>
                    <a:pt x="109" y="3069"/>
                  </a:cubicBezTo>
                  <a:cubicBezTo>
                    <a:pt x="37" y="3430"/>
                    <a:pt x="1" y="3863"/>
                    <a:pt x="1" y="4368"/>
                  </a:cubicBezTo>
                  <a:cubicBezTo>
                    <a:pt x="1" y="5883"/>
                    <a:pt x="289" y="7866"/>
                    <a:pt x="289" y="9057"/>
                  </a:cubicBezTo>
                  <a:cubicBezTo>
                    <a:pt x="289" y="9345"/>
                    <a:pt x="289" y="9561"/>
                    <a:pt x="253" y="9706"/>
                  </a:cubicBezTo>
                  <a:cubicBezTo>
                    <a:pt x="181" y="9922"/>
                    <a:pt x="181" y="10139"/>
                    <a:pt x="181" y="10355"/>
                  </a:cubicBezTo>
                  <a:cubicBezTo>
                    <a:pt x="181" y="10860"/>
                    <a:pt x="362" y="11329"/>
                    <a:pt x="722" y="11617"/>
                  </a:cubicBezTo>
                  <a:cubicBezTo>
                    <a:pt x="1083" y="11906"/>
                    <a:pt x="1552" y="12050"/>
                    <a:pt x="2129" y="12050"/>
                  </a:cubicBezTo>
                  <a:cubicBezTo>
                    <a:pt x="2273" y="12050"/>
                    <a:pt x="2417" y="12050"/>
                    <a:pt x="2562" y="12014"/>
                  </a:cubicBezTo>
                  <a:cubicBezTo>
                    <a:pt x="3391" y="11942"/>
                    <a:pt x="4076" y="11365"/>
                    <a:pt x="4581" y="10607"/>
                  </a:cubicBezTo>
                  <a:cubicBezTo>
                    <a:pt x="5050" y="9886"/>
                    <a:pt x="5303" y="8948"/>
                    <a:pt x="5339" y="8047"/>
                  </a:cubicBezTo>
                  <a:cubicBezTo>
                    <a:pt x="5375" y="7217"/>
                    <a:pt x="5375" y="6640"/>
                    <a:pt x="5375" y="6351"/>
                  </a:cubicBezTo>
                  <a:cubicBezTo>
                    <a:pt x="5394" y="6256"/>
                    <a:pt x="5403" y="6191"/>
                    <a:pt x="5407" y="6145"/>
                  </a:cubicBezTo>
                  <a:lnTo>
                    <a:pt x="5407" y="6145"/>
                  </a:lnTo>
                  <a:cubicBezTo>
                    <a:pt x="5514" y="6160"/>
                    <a:pt x="5679" y="6193"/>
                    <a:pt x="5880" y="6243"/>
                  </a:cubicBezTo>
                  <a:cubicBezTo>
                    <a:pt x="6782" y="6388"/>
                    <a:pt x="8368" y="6640"/>
                    <a:pt x="9198" y="6640"/>
                  </a:cubicBezTo>
                  <a:lnTo>
                    <a:pt x="9450" y="6640"/>
                  </a:lnTo>
                  <a:cubicBezTo>
                    <a:pt x="9595" y="6604"/>
                    <a:pt x="9703" y="6568"/>
                    <a:pt x="9775" y="6496"/>
                  </a:cubicBezTo>
                  <a:cubicBezTo>
                    <a:pt x="9955" y="6351"/>
                    <a:pt x="10064" y="6171"/>
                    <a:pt x="10172" y="5919"/>
                  </a:cubicBezTo>
                  <a:cubicBezTo>
                    <a:pt x="10605" y="5125"/>
                    <a:pt x="11073" y="3755"/>
                    <a:pt x="11398" y="2564"/>
                  </a:cubicBezTo>
                  <a:cubicBezTo>
                    <a:pt x="11759" y="1374"/>
                    <a:pt x="12011" y="364"/>
                    <a:pt x="12011" y="364"/>
                  </a:cubicBezTo>
                  <a:cubicBezTo>
                    <a:pt x="12011" y="256"/>
                    <a:pt x="11975" y="148"/>
                    <a:pt x="11903" y="76"/>
                  </a:cubicBezTo>
                  <a:cubicBezTo>
                    <a:pt x="11836" y="31"/>
                    <a:pt x="11756" y="0"/>
                    <a:pt x="11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4850;p64">
              <a:extLst>
                <a:ext uri="{FF2B5EF4-FFF2-40B4-BE49-F238E27FC236}">
                  <a16:creationId xmlns:a16="http://schemas.microsoft.com/office/drawing/2014/main" id="{D32CBBDC-D72C-5250-9A70-D6AEEE1005FE}"/>
                </a:ext>
              </a:extLst>
            </p:cNvPr>
            <p:cNvSpPr/>
            <p:nvPr/>
          </p:nvSpPr>
          <p:spPr>
            <a:xfrm>
              <a:off x="3441200" y="4492850"/>
              <a:ext cx="241675" cy="331975"/>
            </a:xfrm>
            <a:custGeom>
              <a:avLst/>
              <a:gdLst/>
              <a:ahLst/>
              <a:cxnLst/>
              <a:rect l="l" t="t" r="r" b="b"/>
              <a:pathLst>
                <a:path w="9667" h="13279" extrusionOk="0">
                  <a:moveTo>
                    <a:pt x="7141" y="0"/>
                  </a:moveTo>
                  <a:cubicBezTo>
                    <a:pt x="6323" y="0"/>
                    <a:pt x="5408" y="554"/>
                    <a:pt x="4617" y="1635"/>
                  </a:cubicBezTo>
                  <a:cubicBezTo>
                    <a:pt x="4040" y="2428"/>
                    <a:pt x="1371" y="6215"/>
                    <a:pt x="542" y="9281"/>
                  </a:cubicBezTo>
                  <a:cubicBezTo>
                    <a:pt x="1" y="11193"/>
                    <a:pt x="181" y="12816"/>
                    <a:pt x="2020" y="13248"/>
                  </a:cubicBezTo>
                  <a:cubicBezTo>
                    <a:pt x="2102" y="13269"/>
                    <a:pt x="2182" y="13278"/>
                    <a:pt x="2261" y="13278"/>
                  </a:cubicBezTo>
                  <a:cubicBezTo>
                    <a:pt x="3162" y="13278"/>
                    <a:pt x="3903" y="12039"/>
                    <a:pt x="4401" y="11409"/>
                  </a:cubicBezTo>
                  <a:cubicBezTo>
                    <a:pt x="5735" y="9714"/>
                    <a:pt x="6673" y="7694"/>
                    <a:pt x="7755" y="5783"/>
                  </a:cubicBezTo>
                  <a:cubicBezTo>
                    <a:pt x="8368" y="4701"/>
                    <a:pt x="9667" y="2753"/>
                    <a:pt x="8909" y="1274"/>
                  </a:cubicBezTo>
                  <a:cubicBezTo>
                    <a:pt x="8490" y="419"/>
                    <a:pt x="7852" y="0"/>
                    <a:pt x="7141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4851;p64">
              <a:extLst>
                <a:ext uri="{FF2B5EF4-FFF2-40B4-BE49-F238E27FC236}">
                  <a16:creationId xmlns:a16="http://schemas.microsoft.com/office/drawing/2014/main" id="{AB8B7A87-5395-52E7-E41A-75D7DF57DFE9}"/>
                </a:ext>
              </a:extLst>
            </p:cNvPr>
            <p:cNvSpPr/>
            <p:nvPr/>
          </p:nvSpPr>
          <p:spPr>
            <a:xfrm>
              <a:off x="3440300" y="4485025"/>
              <a:ext cx="237175" cy="348075"/>
            </a:xfrm>
            <a:custGeom>
              <a:avLst/>
              <a:gdLst/>
              <a:ahLst/>
              <a:cxnLst/>
              <a:rect l="l" t="t" r="r" b="b"/>
              <a:pathLst>
                <a:path w="9487" h="13923" extrusionOk="0">
                  <a:moveTo>
                    <a:pt x="7178" y="613"/>
                  </a:moveTo>
                  <a:cubicBezTo>
                    <a:pt x="7466" y="613"/>
                    <a:pt x="7755" y="685"/>
                    <a:pt x="8007" y="866"/>
                  </a:cubicBezTo>
                  <a:cubicBezTo>
                    <a:pt x="8260" y="1046"/>
                    <a:pt x="8512" y="1335"/>
                    <a:pt x="8693" y="1731"/>
                  </a:cubicBezTo>
                  <a:cubicBezTo>
                    <a:pt x="8837" y="1984"/>
                    <a:pt x="8873" y="2272"/>
                    <a:pt x="8873" y="2561"/>
                  </a:cubicBezTo>
                  <a:cubicBezTo>
                    <a:pt x="8873" y="3138"/>
                    <a:pt x="8657" y="3751"/>
                    <a:pt x="8404" y="4364"/>
                  </a:cubicBezTo>
                  <a:cubicBezTo>
                    <a:pt x="8116" y="4941"/>
                    <a:pt x="7791" y="5518"/>
                    <a:pt x="7539" y="5951"/>
                  </a:cubicBezTo>
                  <a:cubicBezTo>
                    <a:pt x="6457" y="7863"/>
                    <a:pt x="5483" y="9883"/>
                    <a:pt x="4184" y="11542"/>
                  </a:cubicBezTo>
                  <a:cubicBezTo>
                    <a:pt x="3932" y="11866"/>
                    <a:pt x="3643" y="12335"/>
                    <a:pt x="3283" y="12696"/>
                  </a:cubicBezTo>
                  <a:cubicBezTo>
                    <a:pt x="3138" y="12876"/>
                    <a:pt x="2958" y="13056"/>
                    <a:pt x="2778" y="13129"/>
                  </a:cubicBezTo>
                  <a:cubicBezTo>
                    <a:pt x="2597" y="13237"/>
                    <a:pt x="2453" y="13309"/>
                    <a:pt x="2273" y="13309"/>
                  </a:cubicBezTo>
                  <a:cubicBezTo>
                    <a:pt x="2237" y="13309"/>
                    <a:pt x="2165" y="13309"/>
                    <a:pt x="2128" y="13273"/>
                  </a:cubicBezTo>
                  <a:cubicBezTo>
                    <a:pt x="1551" y="13129"/>
                    <a:pt x="1191" y="12876"/>
                    <a:pt x="938" y="12552"/>
                  </a:cubicBezTo>
                  <a:cubicBezTo>
                    <a:pt x="722" y="12227"/>
                    <a:pt x="614" y="11794"/>
                    <a:pt x="614" y="11253"/>
                  </a:cubicBezTo>
                  <a:cubicBezTo>
                    <a:pt x="614" y="10784"/>
                    <a:pt x="686" y="10243"/>
                    <a:pt x="866" y="9666"/>
                  </a:cubicBezTo>
                  <a:cubicBezTo>
                    <a:pt x="1660" y="6709"/>
                    <a:pt x="4329" y="2922"/>
                    <a:pt x="4906" y="2128"/>
                  </a:cubicBezTo>
                  <a:cubicBezTo>
                    <a:pt x="5663" y="1082"/>
                    <a:pt x="6493" y="613"/>
                    <a:pt x="7178" y="613"/>
                  </a:cubicBezTo>
                  <a:close/>
                  <a:moveTo>
                    <a:pt x="7178" y="0"/>
                  </a:moveTo>
                  <a:cubicBezTo>
                    <a:pt x="6204" y="0"/>
                    <a:pt x="5230" y="649"/>
                    <a:pt x="4437" y="1767"/>
                  </a:cubicBezTo>
                  <a:cubicBezTo>
                    <a:pt x="3824" y="2597"/>
                    <a:pt x="1155" y="6384"/>
                    <a:pt x="253" y="9522"/>
                  </a:cubicBezTo>
                  <a:cubicBezTo>
                    <a:pt x="109" y="10135"/>
                    <a:pt x="0" y="10712"/>
                    <a:pt x="0" y="11253"/>
                  </a:cubicBezTo>
                  <a:cubicBezTo>
                    <a:pt x="0" y="11866"/>
                    <a:pt x="145" y="12443"/>
                    <a:pt x="433" y="12912"/>
                  </a:cubicBezTo>
                  <a:cubicBezTo>
                    <a:pt x="758" y="13345"/>
                    <a:pt x="1299" y="13706"/>
                    <a:pt x="1984" y="13850"/>
                  </a:cubicBezTo>
                  <a:cubicBezTo>
                    <a:pt x="2092" y="13886"/>
                    <a:pt x="2201" y="13922"/>
                    <a:pt x="2273" y="13922"/>
                  </a:cubicBezTo>
                  <a:cubicBezTo>
                    <a:pt x="2597" y="13922"/>
                    <a:pt x="2850" y="13814"/>
                    <a:pt x="3102" y="13670"/>
                  </a:cubicBezTo>
                  <a:cubicBezTo>
                    <a:pt x="3463" y="13417"/>
                    <a:pt x="3751" y="13129"/>
                    <a:pt x="4004" y="12804"/>
                  </a:cubicBezTo>
                  <a:cubicBezTo>
                    <a:pt x="4256" y="12479"/>
                    <a:pt x="4509" y="12155"/>
                    <a:pt x="4653" y="11902"/>
                  </a:cubicBezTo>
                  <a:cubicBezTo>
                    <a:pt x="6024" y="10171"/>
                    <a:pt x="6998" y="8151"/>
                    <a:pt x="8043" y="6240"/>
                  </a:cubicBezTo>
                  <a:cubicBezTo>
                    <a:pt x="8296" y="5807"/>
                    <a:pt x="8657" y="5266"/>
                    <a:pt x="8945" y="4617"/>
                  </a:cubicBezTo>
                  <a:cubicBezTo>
                    <a:pt x="9234" y="3968"/>
                    <a:pt x="9486" y="3282"/>
                    <a:pt x="9486" y="2561"/>
                  </a:cubicBezTo>
                  <a:cubicBezTo>
                    <a:pt x="9486" y="2200"/>
                    <a:pt x="9414" y="1804"/>
                    <a:pt x="9234" y="1443"/>
                  </a:cubicBezTo>
                  <a:cubicBezTo>
                    <a:pt x="9017" y="974"/>
                    <a:pt x="8693" y="613"/>
                    <a:pt x="8368" y="361"/>
                  </a:cubicBezTo>
                  <a:cubicBezTo>
                    <a:pt x="8007" y="144"/>
                    <a:pt x="76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4852;p64">
              <a:extLst>
                <a:ext uri="{FF2B5EF4-FFF2-40B4-BE49-F238E27FC236}">
                  <a16:creationId xmlns:a16="http://schemas.microsoft.com/office/drawing/2014/main" id="{2EADC68A-1DBB-4AE9-9B21-733DF1A1A902}"/>
                </a:ext>
              </a:extLst>
            </p:cNvPr>
            <p:cNvSpPr/>
            <p:nvPr/>
          </p:nvSpPr>
          <p:spPr>
            <a:xfrm>
              <a:off x="3309550" y="4463625"/>
              <a:ext cx="241675" cy="332350"/>
            </a:xfrm>
            <a:custGeom>
              <a:avLst/>
              <a:gdLst/>
              <a:ahLst/>
              <a:cxnLst/>
              <a:rect l="l" t="t" r="r" b="b"/>
              <a:pathLst>
                <a:path w="9667" h="13294" extrusionOk="0">
                  <a:moveTo>
                    <a:pt x="7156" y="1"/>
                  </a:moveTo>
                  <a:cubicBezTo>
                    <a:pt x="6330" y="1"/>
                    <a:pt x="5411" y="565"/>
                    <a:pt x="4617" y="1650"/>
                  </a:cubicBezTo>
                  <a:cubicBezTo>
                    <a:pt x="4040" y="2443"/>
                    <a:pt x="1371" y="6230"/>
                    <a:pt x="542" y="9296"/>
                  </a:cubicBezTo>
                  <a:cubicBezTo>
                    <a:pt x="1" y="11207"/>
                    <a:pt x="181" y="12830"/>
                    <a:pt x="2021" y="13263"/>
                  </a:cubicBezTo>
                  <a:cubicBezTo>
                    <a:pt x="2102" y="13284"/>
                    <a:pt x="2182" y="13293"/>
                    <a:pt x="2262" y="13293"/>
                  </a:cubicBezTo>
                  <a:cubicBezTo>
                    <a:pt x="3163" y="13293"/>
                    <a:pt x="3904" y="12054"/>
                    <a:pt x="4401" y="11424"/>
                  </a:cubicBezTo>
                  <a:cubicBezTo>
                    <a:pt x="5735" y="9729"/>
                    <a:pt x="6673" y="7709"/>
                    <a:pt x="7755" y="5797"/>
                  </a:cubicBezTo>
                  <a:cubicBezTo>
                    <a:pt x="8368" y="4715"/>
                    <a:pt x="9667" y="2768"/>
                    <a:pt x="8945" y="1289"/>
                  </a:cubicBezTo>
                  <a:cubicBezTo>
                    <a:pt x="8511" y="421"/>
                    <a:pt x="7868" y="1"/>
                    <a:pt x="7156" y="1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4853;p64">
              <a:extLst>
                <a:ext uri="{FF2B5EF4-FFF2-40B4-BE49-F238E27FC236}">
                  <a16:creationId xmlns:a16="http://schemas.microsoft.com/office/drawing/2014/main" id="{479ABF0F-B09B-9D2F-2F04-C9DE907851BC}"/>
                </a:ext>
              </a:extLst>
            </p:cNvPr>
            <p:cNvSpPr/>
            <p:nvPr/>
          </p:nvSpPr>
          <p:spPr>
            <a:xfrm>
              <a:off x="3308650" y="4456175"/>
              <a:ext cx="237175" cy="347150"/>
            </a:xfrm>
            <a:custGeom>
              <a:avLst/>
              <a:gdLst/>
              <a:ahLst/>
              <a:cxnLst/>
              <a:rect l="l" t="t" r="r" b="b"/>
              <a:pathLst>
                <a:path w="9487" h="13886" extrusionOk="0">
                  <a:moveTo>
                    <a:pt x="7109" y="611"/>
                  </a:moveTo>
                  <a:cubicBezTo>
                    <a:pt x="7132" y="611"/>
                    <a:pt x="7155" y="612"/>
                    <a:pt x="7178" y="613"/>
                  </a:cubicBezTo>
                  <a:cubicBezTo>
                    <a:pt x="7467" y="613"/>
                    <a:pt x="7755" y="685"/>
                    <a:pt x="8008" y="866"/>
                  </a:cubicBezTo>
                  <a:cubicBezTo>
                    <a:pt x="8260" y="1046"/>
                    <a:pt x="8513" y="1298"/>
                    <a:pt x="8693" y="1695"/>
                  </a:cubicBezTo>
                  <a:cubicBezTo>
                    <a:pt x="8837" y="1984"/>
                    <a:pt x="8873" y="2272"/>
                    <a:pt x="8873" y="2561"/>
                  </a:cubicBezTo>
                  <a:cubicBezTo>
                    <a:pt x="8873" y="3138"/>
                    <a:pt x="8657" y="3751"/>
                    <a:pt x="8404" y="4364"/>
                  </a:cubicBezTo>
                  <a:cubicBezTo>
                    <a:pt x="8116" y="4941"/>
                    <a:pt x="7791" y="5482"/>
                    <a:pt x="7539" y="5951"/>
                  </a:cubicBezTo>
                  <a:cubicBezTo>
                    <a:pt x="6457" y="7863"/>
                    <a:pt x="5483" y="9846"/>
                    <a:pt x="4184" y="11542"/>
                  </a:cubicBezTo>
                  <a:cubicBezTo>
                    <a:pt x="3932" y="11866"/>
                    <a:pt x="3643" y="12335"/>
                    <a:pt x="3319" y="12696"/>
                  </a:cubicBezTo>
                  <a:cubicBezTo>
                    <a:pt x="3139" y="12876"/>
                    <a:pt x="2958" y="13020"/>
                    <a:pt x="2778" y="13128"/>
                  </a:cubicBezTo>
                  <a:cubicBezTo>
                    <a:pt x="2634" y="13237"/>
                    <a:pt x="2453" y="13309"/>
                    <a:pt x="2309" y="13309"/>
                  </a:cubicBezTo>
                  <a:cubicBezTo>
                    <a:pt x="2237" y="13309"/>
                    <a:pt x="2165" y="13309"/>
                    <a:pt x="2129" y="13273"/>
                  </a:cubicBezTo>
                  <a:cubicBezTo>
                    <a:pt x="1552" y="13128"/>
                    <a:pt x="1191" y="12876"/>
                    <a:pt x="938" y="12551"/>
                  </a:cubicBezTo>
                  <a:cubicBezTo>
                    <a:pt x="722" y="12227"/>
                    <a:pt x="614" y="11794"/>
                    <a:pt x="614" y="11253"/>
                  </a:cubicBezTo>
                  <a:cubicBezTo>
                    <a:pt x="614" y="10784"/>
                    <a:pt x="686" y="10243"/>
                    <a:pt x="866" y="9666"/>
                  </a:cubicBezTo>
                  <a:cubicBezTo>
                    <a:pt x="1660" y="6709"/>
                    <a:pt x="4329" y="2921"/>
                    <a:pt x="4906" y="2092"/>
                  </a:cubicBezTo>
                  <a:cubicBezTo>
                    <a:pt x="5638" y="1116"/>
                    <a:pt x="6437" y="611"/>
                    <a:pt x="7109" y="611"/>
                  </a:cubicBezTo>
                  <a:close/>
                  <a:moveTo>
                    <a:pt x="7178" y="0"/>
                  </a:moveTo>
                  <a:cubicBezTo>
                    <a:pt x="6204" y="0"/>
                    <a:pt x="5230" y="613"/>
                    <a:pt x="4437" y="1767"/>
                  </a:cubicBezTo>
                  <a:cubicBezTo>
                    <a:pt x="3824" y="2597"/>
                    <a:pt x="1155" y="6384"/>
                    <a:pt x="289" y="9522"/>
                  </a:cubicBezTo>
                  <a:cubicBezTo>
                    <a:pt x="109" y="10135"/>
                    <a:pt x="1" y="10712"/>
                    <a:pt x="1" y="11253"/>
                  </a:cubicBezTo>
                  <a:cubicBezTo>
                    <a:pt x="1" y="11866"/>
                    <a:pt x="145" y="12443"/>
                    <a:pt x="470" y="12876"/>
                  </a:cubicBezTo>
                  <a:cubicBezTo>
                    <a:pt x="758" y="13345"/>
                    <a:pt x="1299" y="13706"/>
                    <a:pt x="1984" y="13850"/>
                  </a:cubicBezTo>
                  <a:cubicBezTo>
                    <a:pt x="2093" y="13886"/>
                    <a:pt x="2201" y="13886"/>
                    <a:pt x="2309" y="13886"/>
                  </a:cubicBezTo>
                  <a:cubicBezTo>
                    <a:pt x="2598" y="13886"/>
                    <a:pt x="2850" y="13814"/>
                    <a:pt x="3102" y="13633"/>
                  </a:cubicBezTo>
                  <a:cubicBezTo>
                    <a:pt x="3463" y="13417"/>
                    <a:pt x="3752" y="13092"/>
                    <a:pt x="4004" y="12768"/>
                  </a:cubicBezTo>
                  <a:cubicBezTo>
                    <a:pt x="4257" y="12443"/>
                    <a:pt x="4509" y="12119"/>
                    <a:pt x="4653" y="11902"/>
                  </a:cubicBezTo>
                  <a:cubicBezTo>
                    <a:pt x="6024" y="10171"/>
                    <a:pt x="6998" y="8151"/>
                    <a:pt x="8044" y="6240"/>
                  </a:cubicBezTo>
                  <a:cubicBezTo>
                    <a:pt x="8296" y="5807"/>
                    <a:pt x="8657" y="5230"/>
                    <a:pt x="8945" y="4617"/>
                  </a:cubicBezTo>
                  <a:cubicBezTo>
                    <a:pt x="9234" y="3967"/>
                    <a:pt x="9486" y="3282"/>
                    <a:pt x="9486" y="2561"/>
                  </a:cubicBezTo>
                  <a:cubicBezTo>
                    <a:pt x="9486" y="2200"/>
                    <a:pt x="9414" y="1803"/>
                    <a:pt x="9234" y="1443"/>
                  </a:cubicBezTo>
                  <a:cubicBezTo>
                    <a:pt x="9017" y="974"/>
                    <a:pt x="8693" y="613"/>
                    <a:pt x="8368" y="361"/>
                  </a:cubicBezTo>
                  <a:cubicBezTo>
                    <a:pt x="8008" y="108"/>
                    <a:pt x="76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4854;p64">
              <a:extLst>
                <a:ext uri="{FF2B5EF4-FFF2-40B4-BE49-F238E27FC236}">
                  <a16:creationId xmlns:a16="http://schemas.microsoft.com/office/drawing/2014/main" id="{177DFE4B-19D5-4524-D8B2-5D197BC5445F}"/>
                </a:ext>
              </a:extLst>
            </p:cNvPr>
            <p:cNvSpPr/>
            <p:nvPr/>
          </p:nvSpPr>
          <p:spPr>
            <a:xfrm>
              <a:off x="1841625" y="4237050"/>
              <a:ext cx="1703300" cy="1232625"/>
            </a:xfrm>
            <a:custGeom>
              <a:avLst/>
              <a:gdLst/>
              <a:ahLst/>
              <a:cxnLst/>
              <a:rect l="l" t="t" r="r" b="b"/>
              <a:pathLst>
                <a:path w="68132" h="49305" extrusionOk="0">
                  <a:moveTo>
                    <a:pt x="1" y="1"/>
                  </a:moveTo>
                  <a:lnTo>
                    <a:pt x="10712" y="29287"/>
                  </a:lnTo>
                  <a:lnTo>
                    <a:pt x="68131" y="49304"/>
                  </a:lnTo>
                  <a:lnTo>
                    <a:pt x="64849" y="213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4855;p64">
              <a:extLst>
                <a:ext uri="{FF2B5EF4-FFF2-40B4-BE49-F238E27FC236}">
                  <a16:creationId xmlns:a16="http://schemas.microsoft.com/office/drawing/2014/main" id="{EC0FDF34-68D8-28FA-E8EB-C1BF7EA1B79C}"/>
                </a:ext>
              </a:extLst>
            </p:cNvPr>
            <p:cNvSpPr/>
            <p:nvPr/>
          </p:nvSpPr>
          <p:spPr>
            <a:xfrm>
              <a:off x="1833500" y="4229500"/>
              <a:ext cx="1718625" cy="1247750"/>
            </a:xfrm>
            <a:custGeom>
              <a:avLst/>
              <a:gdLst/>
              <a:ahLst/>
              <a:cxnLst/>
              <a:rect l="l" t="t" r="r" b="b"/>
              <a:pathLst>
                <a:path w="68745" h="49910" extrusionOk="0">
                  <a:moveTo>
                    <a:pt x="828" y="780"/>
                  </a:moveTo>
                  <a:lnTo>
                    <a:pt x="64886" y="21871"/>
                  </a:lnTo>
                  <a:lnTo>
                    <a:pt x="68096" y="49174"/>
                  </a:lnTo>
                  <a:lnTo>
                    <a:pt x="11254" y="29337"/>
                  </a:lnTo>
                  <a:lnTo>
                    <a:pt x="828" y="780"/>
                  </a:lnTo>
                  <a:close/>
                  <a:moveTo>
                    <a:pt x="341" y="0"/>
                  </a:moveTo>
                  <a:cubicBezTo>
                    <a:pt x="253" y="0"/>
                    <a:pt x="162" y="34"/>
                    <a:pt x="109" y="86"/>
                  </a:cubicBezTo>
                  <a:cubicBezTo>
                    <a:pt x="37" y="195"/>
                    <a:pt x="1" y="303"/>
                    <a:pt x="37" y="411"/>
                  </a:cubicBezTo>
                  <a:lnTo>
                    <a:pt x="10749" y="29697"/>
                  </a:lnTo>
                  <a:cubicBezTo>
                    <a:pt x="10785" y="29770"/>
                    <a:pt x="10857" y="29842"/>
                    <a:pt x="10929" y="29878"/>
                  </a:cubicBezTo>
                  <a:lnTo>
                    <a:pt x="68348" y="49895"/>
                  </a:lnTo>
                  <a:cubicBezTo>
                    <a:pt x="68380" y="49906"/>
                    <a:pt x="68411" y="49910"/>
                    <a:pt x="68442" y="49910"/>
                  </a:cubicBezTo>
                  <a:cubicBezTo>
                    <a:pt x="68517" y="49910"/>
                    <a:pt x="68586" y="49884"/>
                    <a:pt x="68637" y="49859"/>
                  </a:cubicBezTo>
                  <a:cubicBezTo>
                    <a:pt x="68709" y="49787"/>
                    <a:pt x="68745" y="49679"/>
                    <a:pt x="68745" y="49570"/>
                  </a:cubicBezTo>
                  <a:lnTo>
                    <a:pt x="65463" y="21618"/>
                  </a:lnTo>
                  <a:cubicBezTo>
                    <a:pt x="65427" y="21510"/>
                    <a:pt x="65355" y="21402"/>
                    <a:pt x="65246" y="21366"/>
                  </a:cubicBezTo>
                  <a:lnTo>
                    <a:pt x="434" y="14"/>
                  </a:lnTo>
                  <a:cubicBezTo>
                    <a:pt x="405" y="5"/>
                    <a:pt x="373" y="0"/>
                    <a:pt x="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4856;p64">
              <a:extLst>
                <a:ext uri="{FF2B5EF4-FFF2-40B4-BE49-F238E27FC236}">
                  <a16:creationId xmlns:a16="http://schemas.microsoft.com/office/drawing/2014/main" id="{5A83B482-1B9F-7FB7-BC08-655E1FD30A03}"/>
                </a:ext>
              </a:extLst>
            </p:cNvPr>
            <p:cNvSpPr/>
            <p:nvPr/>
          </p:nvSpPr>
          <p:spPr>
            <a:xfrm>
              <a:off x="5068725" y="3813275"/>
              <a:ext cx="471600" cy="14450"/>
            </a:xfrm>
            <a:custGeom>
              <a:avLst/>
              <a:gdLst/>
              <a:ahLst/>
              <a:cxnLst/>
              <a:rect l="l" t="t" r="r" b="b"/>
              <a:pathLst>
                <a:path w="18864" h="578" extrusionOk="0">
                  <a:moveTo>
                    <a:pt x="325" y="0"/>
                  </a:moveTo>
                  <a:cubicBezTo>
                    <a:pt x="145" y="0"/>
                    <a:pt x="1" y="108"/>
                    <a:pt x="1" y="289"/>
                  </a:cubicBezTo>
                  <a:cubicBezTo>
                    <a:pt x="1" y="469"/>
                    <a:pt x="145" y="577"/>
                    <a:pt x="325" y="577"/>
                  </a:cubicBezTo>
                  <a:lnTo>
                    <a:pt x="18539" y="577"/>
                  </a:lnTo>
                  <a:cubicBezTo>
                    <a:pt x="18719" y="577"/>
                    <a:pt x="18864" y="469"/>
                    <a:pt x="18864" y="289"/>
                  </a:cubicBezTo>
                  <a:cubicBezTo>
                    <a:pt x="18864" y="108"/>
                    <a:pt x="18719" y="0"/>
                    <a:pt x="18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4857;p64">
              <a:extLst>
                <a:ext uri="{FF2B5EF4-FFF2-40B4-BE49-F238E27FC236}">
                  <a16:creationId xmlns:a16="http://schemas.microsoft.com/office/drawing/2014/main" id="{886E932D-35CF-985A-81B8-FCCEC0F24044}"/>
                </a:ext>
              </a:extLst>
            </p:cNvPr>
            <p:cNvSpPr/>
            <p:nvPr/>
          </p:nvSpPr>
          <p:spPr>
            <a:xfrm>
              <a:off x="4743225" y="3813275"/>
              <a:ext cx="174050" cy="14450"/>
            </a:xfrm>
            <a:custGeom>
              <a:avLst/>
              <a:gdLst/>
              <a:ahLst/>
              <a:cxnLst/>
              <a:rect l="l" t="t" r="r" b="b"/>
              <a:pathLst>
                <a:path w="6962" h="578" extrusionOk="0">
                  <a:moveTo>
                    <a:pt x="289" y="0"/>
                  </a:moveTo>
                  <a:cubicBezTo>
                    <a:pt x="145" y="0"/>
                    <a:pt x="0" y="108"/>
                    <a:pt x="0" y="289"/>
                  </a:cubicBezTo>
                  <a:cubicBezTo>
                    <a:pt x="0" y="469"/>
                    <a:pt x="145" y="577"/>
                    <a:pt x="289" y="577"/>
                  </a:cubicBezTo>
                  <a:lnTo>
                    <a:pt x="6673" y="577"/>
                  </a:lnTo>
                  <a:cubicBezTo>
                    <a:pt x="6853" y="577"/>
                    <a:pt x="6961" y="469"/>
                    <a:pt x="6961" y="289"/>
                  </a:cubicBezTo>
                  <a:cubicBezTo>
                    <a:pt x="6961" y="108"/>
                    <a:pt x="6853" y="0"/>
                    <a:pt x="6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4858;p64">
              <a:extLst>
                <a:ext uri="{FF2B5EF4-FFF2-40B4-BE49-F238E27FC236}">
                  <a16:creationId xmlns:a16="http://schemas.microsoft.com/office/drawing/2014/main" id="{463FC09F-90B0-47BD-753B-71EE13C5C2EF}"/>
                </a:ext>
              </a:extLst>
            </p:cNvPr>
            <p:cNvSpPr/>
            <p:nvPr/>
          </p:nvSpPr>
          <p:spPr>
            <a:xfrm>
              <a:off x="5445625" y="3896225"/>
              <a:ext cx="94700" cy="15350"/>
            </a:xfrm>
            <a:custGeom>
              <a:avLst/>
              <a:gdLst/>
              <a:ahLst/>
              <a:cxnLst/>
              <a:rect l="l" t="t" r="r" b="b"/>
              <a:pathLst>
                <a:path w="3788" h="614" extrusionOk="0">
                  <a:moveTo>
                    <a:pt x="289" y="0"/>
                  </a:moveTo>
                  <a:cubicBezTo>
                    <a:pt x="145" y="0"/>
                    <a:pt x="1" y="145"/>
                    <a:pt x="1" y="289"/>
                  </a:cubicBezTo>
                  <a:cubicBezTo>
                    <a:pt x="1" y="469"/>
                    <a:pt x="145" y="613"/>
                    <a:pt x="289" y="613"/>
                  </a:cubicBezTo>
                  <a:lnTo>
                    <a:pt x="3463" y="613"/>
                  </a:lnTo>
                  <a:cubicBezTo>
                    <a:pt x="3643" y="613"/>
                    <a:pt x="3788" y="469"/>
                    <a:pt x="3788" y="289"/>
                  </a:cubicBezTo>
                  <a:cubicBezTo>
                    <a:pt x="3788" y="145"/>
                    <a:pt x="3643" y="0"/>
                    <a:pt x="3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4859;p64">
              <a:extLst>
                <a:ext uri="{FF2B5EF4-FFF2-40B4-BE49-F238E27FC236}">
                  <a16:creationId xmlns:a16="http://schemas.microsoft.com/office/drawing/2014/main" id="{581239FC-5AF6-287C-B8BB-44566DC83BD2}"/>
                </a:ext>
              </a:extLst>
            </p:cNvPr>
            <p:cNvSpPr/>
            <p:nvPr/>
          </p:nvSpPr>
          <p:spPr>
            <a:xfrm>
              <a:off x="5221125" y="3896225"/>
              <a:ext cx="174025" cy="15350"/>
            </a:xfrm>
            <a:custGeom>
              <a:avLst/>
              <a:gdLst/>
              <a:ahLst/>
              <a:cxnLst/>
              <a:rect l="l" t="t" r="r" b="b"/>
              <a:pathLst>
                <a:path w="6961" h="614" extrusionOk="0">
                  <a:moveTo>
                    <a:pt x="289" y="0"/>
                  </a:moveTo>
                  <a:cubicBezTo>
                    <a:pt x="144" y="0"/>
                    <a:pt x="0" y="145"/>
                    <a:pt x="0" y="289"/>
                  </a:cubicBezTo>
                  <a:cubicBezTo>
                    <a:pt x="0" y="469"/>
                    <a:pt x="144" y="613"/>
                    <a:pt x="289" y="613"/>
                  </a:cubicBezTo>
                  <a:lnTo>
                    <a:pt x="6672" y="613"/>
                  </a:lnTo>
                  <a:cubicBezTo>
                    <a:pt x="6817" y="613"/>
                    <a:pt x="6961" y="469"/>
                    <a:pt x="6961" y="289"/>
                  </a:cubicBezTo>
                  <a:cubicBezTo>
                    <a:pt x="6961" y="145"/>
                    <a:pt x="6817" y="0"/>
                    <a:pt x="6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4860;p64">
              <a:extLst>
                <a:ext uri="{FF2B5EF4-FFF2-40B4-BE49-F238E27FC236}">
                  <a16:creationId xmlns:a16="http://schemas.microsoft.com/office/drawing/2014/main" id="{3ED8EC31-0430-6BE2-F748-D8230491583E}"/>
                </a:ext>
              </a:extLst>
            </p:cNvPr>
            <p:cNvSpPr/>
            <p:nvPr/>
          </p:nvSpPr>
          <p:spPr>
            <a:xfrm>
              <a:off x="4743225" y="3896225"/>
              <a:ext cx="384150" cy="15350"/>
            </a:xfrm>
            <a:custGeom>
              <a:avLst/>
              <a:gdLst/>
              <a:ahLst/>
              <a:cxnLst/>
              <a:rect l="l" t="t" r="r" b="b"/>
              <a:pathLst>
                <a:path w="15366" h="614" extrusionOk="0">
                  <a:moveTo>
                    <a:pt x="289" y="0"/>
                  </a:moveTo>
                  <a:cubicBezTo>
                    <a:pt x="145" y="0"/>
                    <a:pt x="0" y="145"/>
                    <a:pt x="0" y="289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15077" y="613"/>
                  </a:lnTo>
                  <a:cubicBezTo>
                    <a:pt x="15221" y="613"/>
                    <a:pt x="15365" y="469"/>
                    <a:pt x="15365" y="289"/>
                  </a:cubicBezTo>
                  <a:cubicBezTo>
                    <a:pt x="15365" y="145"/>
                    <a:pt x="15221" y="0"/>
                    <a:pt x="15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4861;p64">
              <a:extLst>
                <a:ext uri="{FF2B5EF4-FFF2-40B4-BE49-F238E27FC236}">
                  <a16:creationId xmlns:a16="http://schemas.microsoft.com/office/drawing/2014/main" id="{6B8FB297-6EE8-85AF-192C-5E6B564FE8A8}"/>
                </a:ext>
              </a:extLst>
            </p:cNvPr>
            <p:cNvSpPr/>
            <p:nvPr/>
          </p:nvSpPr>
          <p:spPr>
            <a:xfrm>
              <a:off x="5120125" y="3979175"/>
              <a:ext cx="420200" cy="15350"/>
            </a:xfrm>
            <a:custGeom>
              <a:avLst/>
              <a:gdLst/>
              <a:ahLst/>
              <a:cxnLst/>
              <a:rect l="l" t="t" r="r" b="b"/>
              <a:pathLst>
                <a:path w="16808" h="614" extrusionOk="0">
                  <a:moveTo>
                    <a:pt x="289" y="1"/>
                  </a:moveTo>
                  <a:cubicBezTo>
                    <a:pt x="109" y="1"/>
                    <a:pt x="1" y="145"/>
                    <a:pt x="1" y="325"/>
                  </a:cubicBezTo>
                  <a:cubicBezTo>
                    <a:pt x="1" y="469"/>
                    <a:pt x="109" y="614"/>
                    <a:pt x="289" y="614"/>
                  </a:cubicBezTo>
                  <a:lnTo>
                    <a:pt x="16483" y="614"/>
                  </a:lnTo>
                  <a:cubicBezTo>
                    <a:pt x="16663" y="614"/>
                    <a:pt x="16808" y="469"/>
                    <a:pt x="16808" y="325"/>
                  </a:cubicBezTo>
                  <a:cubicBezTo>
                    <a:pt x="16808" y="145"/>
                    <a:pt x="16663" y="1"/>
                    <a:pt x="16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4862;p64">
              <a:extLst>
                <a:ext uri="{FF2B5EF4-FFF2-40B4-BE49-F238E27FC236}">
                  <a16:creationId xmlns:a16="http://schemas.microsoft.com/office/drawing/2014/main" id="{BA9BC39D-E296-D6D8-A5B3-435E645F075A}"/>
                </a:ext>
              </a:extLst>
            </p:cNvPr>
            <p:cNvSpPr/>
            <p:nvPr/>
          </p:nvSpPr>
          <p:spPr>
            <a:xfrm>
              <a:off x="4743225" y="3979175"/>
              <a:ext cx="304800" cy="15350"/>
            </a:xfrm>
            <a:custGeom>
              <a:avLst/>
              <a:gdLst/>
              <a:ahLst/>
              <a:cxnLst/>
              <a:rect l="l" t="t" r="r" b="b"/>
              <a:pathLst>
                <a:path w="12192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325"/>
                  </a:cubicBezTo>
                  <a:cubicBezTo>
                    <a:pt x="0" y="469"/>
                    <a:pt x="145" y="614"/>
                    <a:pt x="289" y="614"/>
                  </a:cubicBezTo>
                  <a:lnTo>
                    <a:pt x="11903" y="614"/>
                  </a:lnTo>
                  <a:cubicBezTo>
                    <a:pt x="12047" y="614"/>
                    <a:pt x="12191" y="469"/>
                    <a:pt x="12191" y="325"/>
                  </a:cubicBezTo>
                  <a:cubicBezTo>
                    <a:pt x="12191" y="145"/>
                    <a:pt x="12047" y="1"/>
                    <a:pt x="11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4863;p64">
              <a:extLst>
                <a:ext uri="{FF2B5EF4-FFF2-40B4-BE49-F238E27FC236}">
                  <a16:creationId xmlns:a16="http://schemas.microsoft.com/office/drawing/2014/main" id="{92CD26DF-36FB-B14B-703E-5A5A945E9AE9}"/>
                </a:ext>
              </a:extLst>
            </p:cNvPr>
            <p:cNvSpPr/>
            <p:nvPr/>
          </p:nvSpPr>
          <p:spPr>
            <a:xfrm>
              <a:off x="5350950" y="4062125"/>
              <a:ext cx="189375" cy="15350"/>
            </a:xfrm>
            <a:custGeom>
              <a:avLst/>
              <a:gdLst/>
              <a:ahLst/>
              <a:cxnLst/>
              <a:rect l="l" t="t" r="r" b="b"/>
              <a:pathLst>
                <a:path w="7575" h="614" extrusionOk="0">
                  <a:moveTo>
                    <a:pt x="325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70"/>
                    <a:pt x="145" y="614"/>
                    <a:pt x="325" y="614"/>
                  </a:cubicBezTo>
                  <a:lnTo>
                    <a:pt x="7250" y="614"/>
                  </a:lnTo>
                  <a:cubicBezTo>
                    <a:pt x="7430" y="614"/>
                    <a:pt x="7575" y="470"/>
                    <a:pt x="7575" y="325"/>
                  </a:cubicBezTo>
                  <a:cubicBezTo>
                    <a:pt x="7575" y="145"/>
                    <a:pt x="7430" y="1"/>
                    <a:pt x="7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4864;p64">
              <a:extLst>
                <a:ext uri="{FF2B5EF4-FFF2-40B4-BE49-F238E27FC236}">
                  <a16:creationId xmlns:a16="http://schemas.microsoft.com/office/drawing/2014/main" id="{EFB3577E-6E28-47D3-D039-73C2186FB1E0}"/>
                </a:ext>
              </a:extLst>
            </p:cNvPr>
            <p:cNvSpPr/>
            <p:nvPr/>
          </p:nvSpPr>
          <p:spPr>
            <a:xfrm>
              <a:off x="4917250" y="4062125"/>
              <a:ext cx="376925" cy="15350"/>
            </a:xfrm>
            <a:custGeom>
              <a:avLst/>
              <a:gdLst/>
              <a:ahLst/>
              <a:cxnLst/>
              <a:rect l="l" t="t" r="r" b="b"/>
              <a:pathLst>
                <a:path w="15077" h="614" extrusionOk="0">
                  <a:moveTo>
                    <a:pt x="289" y="1"/>
                  </a:moveTo>
                  <a:cubicBezTo>
                    <a:pt x="109" y="1"/>
                    <a:pt x="0" y="145"/>
                    <a:pt x="0" y="325"/>
                  </a:cubicBezTo>
                  <a:cubicBezTo>
                    <a:pt x="0" y="470"/>
                    <a:pt x="109" y="614"/>
                    <a:pt x="289" y="614"/>
                  </a:cubicBezTo>
                  <a:lnTo>
                    <a:pt x="14752" y="614"/>
                  </a:lnTo>
                  <a:cubicBezTo>
                    <a:pt x="14932" y="614"/>
                    <a:pt x="15076" y="470"/>
                    <a:pt x="15076" y="325"/>
                  </a:cubicBezTo>
                  <a:cubicBezTo>
                    <a:pt x="15076" y="145"/>
                    <a:pt x="14932" y="1"/>
                    <a:pt x="14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4865;p64">
              <a:extLst>
                <a:ext uri="{FF2B5EF4-FFF2-40B4-BE49-F238E27FC236}">
                  <a16:creationId xmlns:a16="http://schemas.microsoft.com/office/drawing/2014/main" id="{1E50132A-4929-516C-30A7-139DAC45FCD4}"/>
                </a:ext>
              </a:extLst>
            </p:cNvPr>
            <p:cNvSpPr/>
            <p:nvPr/>
          </p:nvSpPr>
          <p:spPr>
            <a:xfrm>
              <a:off x="4743225" y="4062125"/>
              <a:ext cx="109125" cy="15350"/>
            </a:xfrm>
            <a:custGeom>
              <a:avLst/>
              <a:gdLst/>
              <a:ahLst/>
              <a:cxnLst/>
              <a:rect l="l" t="t" r="r" b="b"/>
              <a:pathLst>
                <a:path w="4365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325"/>
                  </a:cubicBezTo>
                  <a:cubicBezTo>
                    <a:pt x="0" y="470"/>
                    <a:pt x="145" y="614"/>
                    <a:pt x="289" y="614"/>
                  </a:cubicBezTo>
                  <a:lnTo>
                    <a:pt x="4076" y="614"/>
                  </a:lnTo>
                  <a:cubicBezTo>
                    <a:pt x="4220" y="614"/>
                    <a:pt x="4365" y="470"/>
                    <a:pt x="4365" y="325"/>
                  </a:cubicBezTo>
                  <a:cubicBezTo>
                    <a:pt x="4365" y="145"/>
                    <a:pt x="4220" y="1"/>
                    <a:pt x="4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4866;p64">
              <a:extLst>
                <a:ext uri="{FF2B5EF4-FFF2-40B4-BE49-F238E27FC236}">
                  <a16:creationId xmlns:a16="http://schemas.microsoft.com/office/drawing/2014/main" id="{DF81FE1B-A292-A844-B754-14057D556C1C}"/>
                </a:ext>
              </a:extLst>
            </p:cNvPr>
            <p:cNvSpPr/>
            <p:nvPr/>
          </p:nvSpPr>
          <p:spPr>
            <a:xfrm>
              <a:off x="5068725" y="4135175"/>
              <a:ext cx="471600" cy="15350"/>
            </a:xfrm>
            <a:custGeom>
              <a:avLst/>
              <a:gdLst/>
              <a:ahLst/>
              <a:cxnLst/>
              <a:rect l="l" t="t" r="r" b="b"/>
              <a:pathLst>
                <a:path w="18864" h="614" extrusionOk="0">
                  <a:moveTo>
                    <a:pt x="325" y="0"/>
                  </a:moveTo>
                  <a:cubicBezTo>
                    <a:pt x="145" y="0"/>
                    <a:pt x="1" y="144"/>
                    <a:pt x="1" y="325"/>
                  </a:cubicBezTo>
                  <a:cubicBezTo>
                    <a:pt x="1" y="469"/>
                    <a:pt x="145" y="613"/>
                    <a:pt x="325" y="613"/>
                  </a:cubicBezTo>
                  <a:lnTo>
                    <a:pt x="18539" y="613"/>
                  </a:lnTo>
                  <a:cubicBezTo>
                    <a:pt x="18719" y="613"/>
                    <a:pt x="18864" y="469"/>
                    <a:pt x="18864" y="325"/>
                  </a:cubicBezTo>
                  <a:cubicBezTo>
                    <a:pt x="18864" y="144"/>
                    <a:pt x="18719" y="0"/>
                    <a:pt x="18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4867;p64">
              <a:extLst>
                <a:ext uri="{FF2B5EF4-FFF2-40B4-BE49-F238E27FC236}">
                  <a16:creationId xmlns:a16="http://schemas.microsoft.com/office/drawing/2014/main" id="{D036436E-7122-5A63-1DCA-B4A714590144}"/>
                </a:ext>
              </a:extLst>
            </p:cNvPr>
            <p:cNvSpPr/>
            <p:nvPr/>
          </p:nvSpPr>
          <p:spPr>
            <a:xfrm>
              <a:off x="4743225" y="4135175"/>
              <a:ext cx="174050" cy="15350"/>
            </a:xfrm>
            <a:custGeom>
              <a:avLst/>
              <a:gdLst/>
              <a:ahLst/>
              <a:cxnLst/>
              <a:rect l="l" t="t" r="r" b="b"/>
              <a:pathLst>
                <a:path w="6962" h="614" extrusionOk="0">
                  <a:moveTo>
                    <a:pt x="289" y="0"/>
                  </a:moveTo>
                  <a:cubicBezTo>
                    <a:pt x="145" y="0"/>
                    <a:pt x="0" y="144"/>
                    <a:pt x="0" y="325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6673" y="613"/>
                  </a:lnTo>
                  <a:cubicBezTo>
                    <a:pt x="6853" y="613"/>
                    <a:pt x="6961" y="469"/>
                    <a:pt x="6961" y="325"/>
                  </a:cubicBezTo>
                  <a:cubicBezTo>
                    <a:pt x="6961" y="144"/>
                    <a:pt x="6853" y="0"/>
                    <a:pt x="6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4868;p64">
              <a:extLst>
                <a:ext uri="{FF2B5EF4-FFF2-40B4-BE49-F238E27FC236}">
                  <a16:creationId xmlns:a16="http://schemas.microsoft.com/office/drawing/2014/main" id="{3C711E64-9ADD-BEE0-1355-2627DC159F8A}"/>
                </a:ext>
              </a:extLst>
            </p:cNvPr>
            <p:cNvSpPr/>
            <p:nvPr/>
          </p:nvSpPr>
          <p:spPr>
            <a:xfrm>
              <a:off x="5445625" y="4218125"/>
              <a:ext cx="94700" cy="15350"/>
            </a:xfrm>
            <a:custGeom>
              <a:avLst/>
              <a:gdLst/>
              <a:ahLst/>
              <a:cxnLst/>
              <a:rect l="l" t="t" r="r" b="b"/>
              <a:pathLst>
                <a:path w="3788" h="614" extrusionOk="0">
                  <a:moveTo>
                    <a:pt x="289" y="0"/>
                  </a:moveTo>
                  <a:cubicBezTo>
                    <a:pt x="145" y="0"/>
                    <a:pt x="1" y="145"/>
                    <a:pt x="1" y="325"/>
                  </a:cubicBezTo>
                  <a:cubicBezTo>
                    <a:pt x="1" y="469"/>
                    <a:pt x="145" y="613"/>
                    <a:pt x="289" y="613"/>
                  </a:cubicBezTo>
                  <a:lnTo>
                    <a:pt x="3463" y="613"/>
                  </a:lnTo>
                  <a:cubicBezTo>
                    <a:pt x="3643" y="613"/>
                    <a:pt x="3788" y="469"/>
                    <a:pt x="3788" y="325"/>
                  </a:cubicBezTo>
                  <a:cubicBezTo>
                    <a:pt x="3788" y="145"/>
                    <a:pt x="3643" y="0"/>
                    <a:pt x="3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4869;p64">
              <a:extLst>
                <a:ext uri="{FF2B5EF4-FFF2-40B4-BE49-F238E27FC236}">
                  <a16:creationId xmlns:a16="http://schemas.microsoft.com/office/drawing/2014/main" id="{F9CEB202-64D2-1091-E051-A21E39E6255D}"/>
                </a:ext>
              </a:extLst>
            </p:cNvPr>
            <p:cNvSpPr/>
            <p:nvPr/>
          </p:nvSpPr>
          <p:spPr>
            <a:xfrm>
              <a:off x="5221125" y="4218125"/>
              <a:ext cx="174025" cy="15350"/>
            </a:xfrm>
            <a:custGeom>
              <a:avLst/>
              <a:gdLst/>
              <a:ahLst/>
              <a:cxnLst/>
              <a:rect l="l" t="t" r="r" b="b"/>
              <a:pathLst>
                <a:path w="6961" h="614" extrusionOk="0">
                  <a:moveTo>
                    <a:pt x="289" y="0"/>
                  </a:moveTo>
                  <a:cubicBezTo>
                    <a:pt x="144" y="0"/>
                    <a:pt x="0" y="145"/>
                    <a:pt x="0" y="325"/>
                  </a:cubicBezTo>
                  <a:cubicBezTo>
                    <a:pt x="0" y="469"/>
                    <a:pt x="144" y="613"/>
                    <a:pt x="289" y="613"/>
                  </a:cubicBezTo>
                  <a:lnTo>
                    <a:pt x="6672" y="613"/>
                  </a:lnTo>
                  <a:cubicBezTo>
                    <a:pt x="6817" y="613"/>
                    <a:pt x="6961" y="469"/>
                    <a:pt x="6961" y="325"/>
                  </a:cubicBezTo>
                  <a:cubicBezTo>
                    <a:pt x="6961" y="145"/>
                    <a:pt x="6817" y="0"/>
                    <a:pt x="6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4870;p64">
              <a:extLst>
                <a:ext uri="{FF2B5EF4-FFF2-40B4-BE49-F238E27FC236}">
                  <a16:creationId xmlns:a16="http://schemas.microsoft.com/office/drawing/2014/main" id="{39FC3DDE-B60F-722E-907D-9536F87077F9}"/>
                </a:ext>
              </a:extLst>
            </p:cNvPr>
            <p:cNvSpPr/>
            <p:nvPr/>
          </p:nvSpPr>
          <p:spPr>
            <a:xfrm>
              <a:off x="4743225" y="4218125"/>
              <a:ext cx="384150" cy="15350"/>
            </a:xfrm>
            <a:custGeom>
              <a:avLst/>
              <a:gdLst/>
              <a:ahLst/>
              <a:cxnLst/>
              <a:rect l="l" t="t" r="r" b="b"/>
              <a:pathLst>
                <a:path w="15366" h="614" extrusionOk="0">
                  <a:moveTo>
                    <a:pt x="289" y="0"/>
                  </a:moveTo>
                  <a:cubicBezTo>
                    <a:pt x="145" y="0"/>
                    <a:pt x="0" y="145"/>
                    <a:pt x="0" y="325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15077" y="613"/>
                  </a:lnTo>
                  <a:cubicBezTo>
                    <a:pt x="15221" y="613"/>
                    <a:pt x="15365" y="469"/>
                    <a:pt x="15365" y="325"/>
                  </a:cubicBezTo>
                  <a:cubicBezTo>
                    <a:pt x="15365" y="145"/>
                    <a:pt x="15221" y="0"/>
                    <a:pt x="15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4871;p64">
              <a:extLst>
                <a:ext uri="{FF2B5EF4-FFF2-40B4-BE49-F238E27FC236}">
                  <a16:creationId xmlns:a16="http://schemas.microsoft.com/office/drawing/2014/main" id="{34FAD639-FCDE-483C-9854-DD11495BBFC1}"/>
                </a:ext>
              </a:extLst>
            </p:cNvPr>
            <p:cNvSpPr/>
            <p:nvPr/>
          </p:nvSpPr>
          <p:spPr>
            <a:xfrm>
              <a:off x="5120125" y="4301975"/>
              <a:ext cx="420200" cy="14450"/>
            </a:xfrm>
            <a:custGeom>
              <a:avLst/>
              <a:gdLst/>
              <a:ahLst/>
              <a:cxnLst/>
              <a:rect l="l" t="t" r="r" b="b"/>
              <a:pathLst>
                <a:path w="16808" h="578" extrusionOk="0">
                  <a:moveTo>
                    <a:pt x="289" y="1"/>
                  </a:moveTo>
                  <a:cubicBezTo>
                    <a:pt x="109" y="1"/>
                    <a:pt x="1" y="109"/>
                    <a:pt x="1" y="289"/>
                  </a:cubicBezTo>
                  <a:cubicBezTo>
                    <a:pt x="1" y="469"/>
                    <a:pt x="109" y="578"/>
                    <a:pt x="289" y="578"/>
                  </a:cubicBezTo>
                  <a:lnTo>
                    <a:pt x="16483" y="578"/>
                  </a:lnTo>
                  <a:cubicBezTo>
                    <a:pt x="16663" y="578"/>
                    <a:pt x="16808" y="469"/>
                    <a:pt x="16808" y="289"/>
                  </a:cubicBezTo>
                  <a:cubicBezTo>
                    <a:pt x="16808" y="109"/>
                    <a:pt x="16663" y="1"/>
                    <a:pt x="16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4872;p64">
              <a:extLst>
                <a:ext uri="{FF2B5EF4-FFF2-40B4-BE49-F238E27FC236}">
                  <a16:creationId xmlns:a16="http://schemas.microsoft.com/office/drawing/2014/main" id="{12C07388-33E9-E4AD-29BF-945A8859FEC5}"/>
                </a:ext>
              </a:extLst>
            </p:cNvPr>
            <p:cNvSpPr/>
            <p:nvPr/>
          </p:nvSpPr>
          <p:spPr>
            <a:xfrm>
              <a:off x="4743225" y="4301975"/>
              <a:ext cx="304800" cy="14450"/>
            </a:xfrm>
            <a:custGeom>
              <a:avLst/>
              <a:gdLst/>
              <a:ahLst/>
              <a:cxnLst/>
              <a:rect l="l" t="t" r="r" b="b"/>
              <a:pathLst>
                <a:path w="12192" h="578" extrusionOk="0">
                  <a:moveTo>
                    <a:pt x="289" y="1"/>
                  </a:moveTo>
                  <a:cubicBezTo>
                    <a:pt x="145" y="1"/>
                    <a:pt x="0" y="109"/>
                    <a:pt x="0" y="289"/>
                  </a:cubicBezTo>
                  <a:cubicBezTo>
                    <a:pt x="0" y="469"/>
                    <a:pt x="145" y="578"/>
                    <a:pt x="289" y="578"/>
                  </a:cubicBezTo>
                  <a:lnTo>
                    <a:pt x="11903" y="578"/>
                  </a:lnTo>
                  <a:cubicBezTo>
                    <a:pt x="12047" y="578"/>
                    <a:pt x="12191" y="469"/>
                    <a:pt x="12191" y="289"/>
                  </a:cubicBezTo>
                  <a:cubicBezTo>
                    <a:pt x="12191" y="109"/>
                    <a:pt x="12047" y="1"/>
                    <a:pt x="11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4873;p64">
              <a:extLst>
                <a:ext uri="{FF2B5EF4-FFF2-40B4-BE49-F238E27FC236}">
                  <a16:creationId xmlns:a16="http://schemas.microsoft.com/office/drawing/2014/main" id="{41B19167-F2AA-8473-E695-D6EAF61FDBD0}"/>
                </a:ext>
              </a:extLst>
            </p:cNvPr>
            <p:cNvSpPr/>
            <p:nvPr/>
          </p:nvSpPr>
          <p:spPr>
            <a:xfrm>
              <a:off x="5445625" y="4457975"/>
              <a:ext cx="94700" cy="15350"/>
            </a:xfrm>
            <a:custGeom>
              <a:avLst/>
              <a:gdLst/>
              <a:ahLst/>
              <a:cxnLst/>
              <a:rect l="l" t="t" r="r" b="b"/>
              <a:pathLst>
                <a:path w="3788" h="614" extrusionOk="0">
                  <a:moveTo>
                    <a:pt x="289" y="0"/>
                  </a:moveTo>
                  <a:cubicBezTo>
                    <a:pt x="145" y="0"/>
                    <a:pt x="1" y="144"/>
                    <a:pt x="1" y="289"/>
                  </a:cubicBezTo>
                  <a:cubicBezTo>
                    <a:pt x="1" y="469"/>
                    <a:pt x="145" y="613"/>
                    <a:pt x="289" y="613"/>
                  </a:cubicBezTo>
                  <a:lnTo>
                    <a:pt x="3463" y="613"/>
                  </a:lnTo>
                  <a:cubicBezTo>
                    <a:pt x="3643" y="613"/>
                    <a:pt x="3788" y="469"/>
                    <a:pt x="3788" y="289"/>
                  </a:cubicBezTo>
                  <a:cubicBezTo>
                    <a:pt x="3788" y="144"/>
                    <a:pt x="3643" y="0"/>
                    <a:pt x="3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4874;p64">
              <a:extLst>
                <a:ext uri="{FF2B5EF4-FFF2-40B4-BE49-F238E27FC236}">
                  <a16:creationId xmlns:a16="http://schemas.microsoft.com/office/drawing/2014/main" id="{7D6FA904-9486-9B9A-DADC-A10307EB86AE}"/>
                </a:ext>
              </a:extLst>
            </p:cNvPr>
            <p:cNvSpPr/>
            <p:nvPr/>
          </p:nvSpPr>
          <p:spPr>
            <a:xfrm>
              <a:off x="5221125" y="4457975"/>
              <a:ext cx="174025" cy="15350"/>
            </a:xfrm>
            <a:custGeom>
              <a:avLst/>
              <a:gdLst/>
              <a:ahLst/>
              <a:cxnLst/>
              <a:rect l="l" t="t" r="r" b="b"/>
              <a:pathLst>
                <a:path w="6961" h="614" extrusionOk="0">
                  <a:moveTo>
                    <a:pt x="289" y="0"/>
                  </a:moveTo>
                  <a:cubicBezTo>
                    <a:pt x="144" y="0"/>
                    <a:pt x="0" y="144"/>
                    <a:pt x="0" y="289"/>
                  </a:cubicBezTo>
                  <a:cubicBezTo>
                    <a:pt x="0" y="469"/>
                    <a:pt x="144" y="613"/>
                    <a:pt x="289" y="613"/>
                  </a:cubicBezTo>
                  <a:lnTo>
                    <a:pt x="6672" y="613"/>
                  </a:lnTo>
                  <a:cubicBezTo>
                    <a:pt x="6817" y="613"/>
                    <a:pt x="6961" y="469"/>
                    <a:pt x="6961" y="289"/>
                  </a:cubicBezTo>
                  <a:cubicBezTo>
                    <a:pt x="6961" y="144"/>
                    <a:pt x="6817" y="0"/>
                    <a:pt x="6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4875;p64">
              <a:extLst>
                <a:ext uri="{FF2B5EF4-FFF2-40B4-BE49-F238E27FC236}">
                  <a16:creationId xmlns:a16="http://schemas.microsoft.com/office/drawing/2014/main" id="{AF947B5D-C027-2E41-A58C-913981215191}"/>
                </a:ext>
              </a:extLst>
            </p:cNvPr>
            <p:cNvSpPr/>
            <p:nvPr/>
          </p:nvSpPr>
          <p:spPr>
            <a:xfrm>
              <a:off x="4743225" y="4457975"/>
              <a:ext cx="384150" cy="15350"/>
            </a:xfrm>
            <a:custGeom>
              <a:avLst/>
              <a:gdLst/>
              <a:ahLst/>
              <a:cxnLst/>
              <a:rect l="l" t="t" r="r" b="b"/>
              <a:pathLst>
                <a:path w="15366" h="614" extrusionOk="0">
                  <a:moveTo>
                    <a:pt x="289" y="0"/>
                  </a:moveTo>
                  <a:cubicBezTo>
                    <a:pt x="145" y="0"/>
                    <a:pt x="0" y="144"/>
                    <a:pt x="0" y="289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15077" y="613"/>
                  </a:lnTo>
                  <a:cubicBezTo>
                    <a:pt x="15221" y="613"/>
                    <a:pt x="15365" y="469"/>
                    <a:pt x="15365" y="289"/>
                  </a:cubicBezTo>
                  <a:cubicBezTo>
                    <a:pt x="15365" y="144"/>
                    <a:pt x="15221" y="0"/>
                    <a:pt x="15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4876;p64">
              <a:extLst>
                <a:ext uri="{FF2B5EF4-FFF2-40B4-BE49-F238E27FC236}">
                  <a16:creationId xmlns:a16="http://schemas.microsoft.com/office/drawing/2014/main" id="{A620FF67-637A-C7A5-AD05-D80234CB1DBE}"/>
                </a:ext>
              </a:extLst>
            </p:cNvPr>
            <p:cNvSpPr/>
            <p:nvPr/>
          </p:nvSpPr>
          <p:spPr>
            <a:xfrm>
              <a:off x="5120125" y="4540925"/>
              <a:ext cx="420200" cy="15350"/>
            </a:xfrm>
            <a:custGeom>
              <a:avLst/>
              <a:gdLst/>
              <a:ahLst/>
              <a:cxnLst/>
              <a:rect l="l" t="t" r="r" b="b"/>
              <a:pathLst>
                <a:path w="16808" h="614" extrusionOk="0">
                  <a:moveTo>
                    <a:pt x="289" y="0"/>
                  </a:moveTo>
                  <a:cubicBezTo>
                    <a:pt x="109" y="0"/>
                    <a:pt x="1" y="145"/>
                    <a:pt x="1" y="325"/>
                  </a:cubicBezTo>
                  <a:cubicBezTo>
                    <a:pt x="1" y="469"/>
                    <a:pt x="109" y="613"/>
                    <a:pt x="289" y="613"/>
                  </a:cubicBezTo>
                  <a:lnTo>
                    <a:pt x="16483" y="613"/>
                  </a:lnTo>
                  <a:cubicBezTo>
                    <a:pt x="16663" y="613"/>
                    <a:pt x="16808" y="469"/>
                    <a:pt x="16808" y="325"/>
                  </a:cubicBezTo>
                  <a:cubicBezTo>
                    <a:pt x="16808" y="145"/>
                    <a:pt x="16663" y="0"/>
                    <a:pt x="16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4877;p64">
              <a:extLst>
                <a:ext uri="{FF2B5EF4-FFF2-40B4-BE49-F238E27FC236}">
                  <a16:creationId xmlns:a16="http://schemas.microsoft.com/office/drawing/2014/main" id="{C1891BC6-043B-D8A7-3F43-B880894B24A0}"/>
                </a:ext>
              </a:extLst>
            </p:cNvPr>
            <p:cNvSpPr/>
            <p:nvPr/>
          </p:nvSpPr>
          <p:spPr>
            <a:xfrm>
              <a:off x="4743225" y="4540925"/>
              <a:ext cx="304800" cy="15350"/>
            </a:xfrm>
            <a:custGeom>
              <a:avLst/>
              <a:gdLst/>
              <a:ahLst/>
              <a:cxnLst/>
              <a:rect l="l" t="t" r="r" b="b"/>
              <a:pathLst>
                <a:path w="12192" h="614" extrusionOk="0">
                  <a:moveTo>
                    <a:pt x="289" y="0"/>
                  </a:moveTo>
                  <a:cubicBezTo>
                    <a:pt x="145" y="0"/>
                    <a:pt x="0" y="145"/>
                    <a:pt x="0" y="325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11903" y="613"/>
                  </a:lnTo>
                  <a:cubicBezTo>
                    <a:pt x="12047" y="613"/>
                    <a:pt x="12191" y="469"/>
                    <a:pt x="12191" y="325"/>
                  </a:cubicBezTo>
                  <a:cubicBezTo>
                    <a:pt x="12191" y="145"/>
                    <a:pt x="12047" y="0"/>
                    <a:pt x="11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4878;p64">
              <a:extLst>
                <a:ext uri="{FF2B5EF4-FFF2-40B4-BE49-F238E27FC236}">
                  <a16:creationId xmlns:a16="http://schemas.microsoft.com/office/drawing/2014/main" id="{38094BEA-BB7A-E7BD-4EF8-0C72C9501946}"/>
                </a:ext>
              </a:extLst>
            </p:cNvPr>
            <p:cNvSpPr/>
            <p:nvPr/>
          </p:nvSpPr>
          <p:spPr>
            <a:xfrm>
              <a:off x="5350950" y="4623875"/>
              <a:ext cx="189375" cy="15350"/>
            </a:xfrm>
            <a:custGeom>
              <a:avLst/>
              <a:gdLst/>
              <a:ahLst/>
              <a:cxnLst/>
              <a:rect l="l" t="t" r="r" b="b"/>
              <a:pathLst>
                <a:path w="7575" h="614" extrusionOk="0">
                  <a:moveTo>
                    <a:pt x="325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69"/>
                    <a:pt x="145" y="614"/>
                    <a:pt x="325" y="614"/>
                  </a:cubicBezTo>
                  <a:lnTo>
                    <a:pt x="7250" y="614"/>
                  </a:lnTo>
                  <a:cubicBezTo>
                    <a:pt x="7430" y="614"/>
                    <a:pt x="7575" y="469"/>
                    <a:pt x="7575" y="325"/>
                  </a:cubicBezTo>
                  <a:cubicBezTo>
                    <a:pt x="7575" y="145"/>
                    <a:pt x="7430" y="1"/>
                    <a:pt x="7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4879;p64">
              <a:extLst>
                <a:ext uri="{FF2B5EF4-FFF2-40B4-BE49-F238E27FC236}">
                  <a16:creationId xmlns:a16="http://schemas.microsoft.com/office/drawing/2014/main" id="{E7693EB8-F3D7-7688-4B6D-53F9ADB5400B}"/>
                </a:ext>
              </a:extLst>
            </p:cNvPr>
            <p:cNvSpPr/>
            <p:nvPr/>
          </p:nvSpPr>
          <p:spPr>
            <a:xfrm>
              <a:off x="4917250" y="4623875"/>
              <a:ext cx="376925" cy="15350"/>
            </a:xfrm>
            <a:custGeom>
              <a:avLst/>
              <a:gdLst/>
              <a:ahLst/>
              <a:cxnLst/>
              <a:rect l="l" t="t" r="r" b="b"/>
              <a:pathLst>
                <a:path w="15077" h="614" extrusionOk="0">
                  <a:moveTo>
                    <a:pt x="289" y="1"/>
                  </a:moveTo>
                  <a:cubicBezTo>
                    <a:pt x="109" y="1"/>
                    <a:pt x="0" y="145"/>
                    <a:pt x="0" y="325"/>
                  </a:cubicBezTo>
                  <a:cubicBezTo>
                    <a:pt x="0" y="469"/>
                    <a:pt x="109" y="614"/>
                    <a:pt x="289" y="614"/>
                  </a:cubicBezTo>
                  <a:lnTo>
                    <a:pt x="14752" y="614"/>
                  </a:lnTo>
                  <a:cubicBezTo>
                    <a:pt x="14932" y="614"/>
                    <a:pt x="15076" y="469"/>
                    <a:pt x="15076" y="325"/>
                  </a:cubicBezTo>
                  <a:cubicBezTo>
                    <a:pt x="15076" y="145"/>
                    <a:pt x="14932" y="1"/>
                    <a:pt x="14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4880;p64">
              <a:extLst>
                <a:ext uri="{FF2B5EF4-FFF2-40B4-BE49-F238E27FC236}">
                  <a16:creationId xmlns:a16="http://schemas.microsoft.com/office/drawing/2014/main" id="{78C96032-A78F-7B2C-AB41-261F85398A83}"/>
                </a:ext>
              </a:extLst>
            </p:cNvPr>
            <p:cNvSpPr/>
            <p:nvPr/>
          </p:nvSpPr>
          <p:spPr>
            <a:xfrm>
              <a:off x="4743225" y="4623875"/>
              <a:ext cx="109125" cy="15350"/>
            </a:xfrm>
            <a:custGeom>
              <a:avLst/>
              <a:gdLst/>
              <a:ahLst/>
              <a:cxnLst/>
              <a:rect l="l" t="t" r="r" b="b"/>
              <a:pathLst>
                <a:path w="4365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325"/>
                  </a:cubicBezTo>
                  <a:cubicBezTo>
                    <a:pt x="0" y="469"/>
                    <a:pt x="145" y="614"/>
                    <a:pt x="289" y="614"/>
                  </a:cubicBezTo>
                  <a:lnTo>
                    <a:pt x="4076" y="614"/>
                  </a:lnTo>
                  <a:cubicBezTo>
                    <a:pt x="4220" y="614"/>
                    <a:pt x="4365" y="469"/>
                    <a:pt x="4365" y="325"/>
                  </a:cubicBezTo>
                  <a:cubicBezTo>
                    <a:pt x="4365" y="145"/>
                    <a:pt x="4220" y="1"/>
                    <a:pt x="4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4881;p64">
              <a:extLst>
                <a:ext uri="{FF2B5EF4-FFF2-40B4-BE49-F238E27FC236}">
                  <a16:creationId xmlns:a16="http://schemas.microsoft.com/office/drawing/2014/main" id="{9E54FEBC-C070-5498-459A-F665577F13E3}"/>
                </a:ext>
              </a:extLst>
            </p:cNvPr>
            <p:cNvSpPr/>
            <p:nvPr/>
          </p:nvSpPr>
          <p:spPr>
            <a:xfrm>
              <a:off x="5068725" y="4696900"/>
              <a:ext cx="471600" cy="15375"/>
            </a:xfrm>
            <a:custGeom>
              <a:avLst/>
              <a:gdLst/>
              <a:ahLst/>
              <a:cxnLst/>
              <a:rect l="l" t="t" r="r" b="b"/>
              <a:pathLst>
                <a:path w="18864" h="615" extrusionOk="0">
                  <a:moveTo>
                    <a:pt x="325" y="1"/>
                  </a:moveTo>
                  <a:cubicBezTo>
                    <a:pt x="145" y="1"/>
                    <a:pt x="1" y="145"/>
                    <a:pt x="1" y="289"/>
                  </a:cubicBezTo>
                  <a:cubicBezTo>
                    <a:pt x="1" y="470"/>
                    <a:pt x="145" y="614"/>
                    <a:pt x="325" y="614"/>
                  </a:cubicBezTo>
                  <a:lnTo>
                    <a:pt x="18539" y="614"/>
                  </a:lnTo>
                  <a:cubicBezTo>
                    <a:pt x="18719" y="614"/>
                    <a:pt x="18864" y="470"/>
                    <a:pt x="18864" y="289"/>
                  </a:cubicBezTo>
                  <a:cubicBezTo>
                    <a:pt x="18864" y="145"/>
                    <a:pt x="18719" y="1"/>
                    <a:pt x="18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4882;p64">
              <a:extLst>
                <a:ext uri="{FF2B5EF4-FFF2-40B4-BE49-F238E27FC236}">
                  <a16:creationId xmlns:a16="http://schemas.microsoft.com/office/drawing/2014/main" id="{1BF7C01F-C6F6-8C7F-67EF-F13107A9AB6A}"/>
                </a:ext>
              </a:extLst>
            </p:cNvPr>
            <p:cNvSpPr/>
            <p:nvPr/>
          </p:nvSpPr>
          <p:spPr>
            <a:xfrm>
              <a:off x="4743225" y="4696900"/>
              <a:ext cx="174050" cy="15375"/>
            </a:xfrm>
            <a:custGeom>
              <a:avLst/>
              <a:gdLst/>
              <a:ahLst/>
              <a:cxnLst/>
              <a:rect l="l" t="t" r="r" b="b"/>
              <a:pathLst>
                <a:path w="6962" h="615" extrusionOk="0">
                  <a:moveTo>
                    <a:pt x="289" y="1"/>
                  </a:moveTo>
                  <a:cubicBezTo>
                    <a:pt x="145" y="1"/>
                    <a:pt x="0" y="145"/>
                    <a:pt x="0" y="289"/>
                  </a:cubicBezTo>
                  <a:cubicBezTo>
                    <a:pt x="0" y="470"/>
                    <a:pt x="145" y="614"/>
                    <a:pt x="289" y="614"/>
                  </a:cubicBezTo>
                  <a:lnTo>
                    <a:pt x="6673" y="614"/>
                  </a:lnTo>
                  <a:cubicBezTo>
                    <a:pt x="6853" y="614"/>
                    <a:pt x="6961" y="470"/>
                    <a:pt x="6961" y="289"/>
                  </a:cubicBezTo>
                  <a:cubicBezTo>
                    <a:pt x="6961" y="145"/>
                    <a:pt x="6853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4883;p64">
              <a:extLst>
                <a:ext uri="{FF2B5EF4-FFF2-40B4-BE49-F238E27FC236}">
                  <a16:creationId xmlns:a16="http://schemas.microsoft.com/office/drawing/2014/main" id="{F4AAAB19-7F4A-8661-619A-713921601571}"/>
                </a:ext>
              </a:extLst>
            </p:cNvPr>
            <p:cNvSpPr/>
            <p:nvPr/>
          </p:nvSpPr>
          <p:spPr>
            <a:xfrm>
              <a:off x="5445625" y="4779875"/>
              <a:ext cx="94700" cy="15350"/>
            </a:xfrm>
            <a:custGeom>
              <a:avLst/>
              <a:gdLst/>
              <a:ahLst/>
              <a:cxnLst/>
              <a:rect l="l" t="t" r="r" b="b"/>
              <a:pathLst>
                <a:path w="3788" h="614" extrusionOk="0">
                  <a:moveTo>
                    <a:pt x="289" y="0"/>
                  </a:moveTo>
                  <a:cubicBezTo>
                    <a:pt x="145" y="0"/>
                    <a:pt x="1" y="144"/>
                    <a:pt x="1" y="325"/>
                  </a:cubicBezTo>
                  <a:cubicBezTo>
                    <a:pt x="1" y="469"/>
                    <a:pt x="145" y="613"/>
                    <a:pt x="289" y="613"/>
                  </a:cubicBezTo>
                  <a:lnTo>
                    <a:pt x="3463" y="613"/>
                  </a:lnTo>
                  <a:cubicBezTo>
                    <a:pt x="3643" y="613"/>
                    <a:pt x="3788" y="469"/>
                    <a:pt x="3788" y="325"/>
                  </a:cubicBezTo>
                  <a:cubicBezTo>
                    <a:pt x="3788" y="144"/>
                    <a:pt x="3643" y="0"/>
                    <a:pt x="3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4884;p64">
              <a:extLst>
                <a:ext uri="{FF2B5EF4-FFF2-40B4-BE49-F238E27FC236}">
                  <a16:creationId xmlns:a16="http://schemas.microsoft.com/office/drawing/2014/main" id="{AB8CAC0C-955D-6CD5-5ABF-730DF0EDC3D9}"/>
                </a:ext>
              </a:extLst>
            </p:cNvPr>
            <p:cNvSpPr/>
            <p:nvPr/>
          </p:nvSpPr>
          <p:spPr>
            <a:xfrm>
              <a:off x="5221125" y="4779875"/>
              <a:ext cx="174025" cy="15350"/>
            </a:xfrm>
            <a:custGeom>
              <a:avLst/>
              <a:gdLst/>
              <a:ahLst/>
              <a:cxnLst/>
              <a:rect l="l" t="t" r="r" b="b"/>
              <a:pathLst>
                <a:path w="6961" h="614" extrusionOk="0">
                  <a:moveTo>
                    <a:pt x="289" y="0"/>
                  </a:moveTo>
                  <a:cubicBezTo>
                    <a:pt x="144" y="0"/>
                    <a:pt x="0" y="144"/>
                    <a:pt x="0" y="325"/>
                  </a:cubicBezTo>
                  <a:cubicBezTo>
                    <a:pt x="0" y="469"/>
                    <a:pt x="144" y="613"/>
                    <a:pt x="289" y="613"/>
                  </a:cubicBezTo>
                  <a:lnTo>
                    <a:pt x="6672" y="613"/>
                  </a:lnTo>
                  <a:cubicBezTo>
                    <a:pt x="6817" y="613"/>
                    <a:pt x="6961" y="469"/>
                    <a:pt x="6961" y="325"/>
                  </a:cubicBezTo>
                  <a:cubicBezTo>
                    <a:pt x="6961" y="144"/>
                    <a:pt x="6817" y="0"/>
                    <a:pt x="6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4885;p64">
              <a:extLst>
                <a:ext uri="{FF2B5EF4-FFF2-40B4-BE49-F238E27FC236}">
                  <a16:creationId xmlns:a16="http://schemas.microsoft.com/office/drawing/2014/main" id="{09BB35AA-92BC-53F4-D671-6E6D8FFC0A14}"/>
                </a:ext>
              </a:extLst>
            </p:cNvPr>
            <p:cNvSpPr/>
            <p:nvPr/>
          </p:nvSpPr>
          <p:spPr>
            <a:xfrm>
              <a:off x="4743225" y="4779875"/>
              <a:ext cx="384150" cy="15350"/>
            </a:xfrm>
            <a:custGeom>
              <a:avLst/>
              <a:gdLst/>
              <a:ahLst/>
              <a:cxnLst/>
              <a:rect l="l" t="t" r="r" b="b"/>
              <a:pathLst>
                <a:path w="15366" h="614" extrusionOk="0">
                  <a:moveTo>
                    <a:pt x="289" y="0"/>
                  </a:moveTo>
                  <a:cubicBezTo>
                    <a:pt x="145" y="0"/>
                    <a:pt x="0" y="144"/>
                    <a:pt x="0" y="325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15077" y="613"/>
                  </a:lnTo>
                  <a:cubicBezTo>
                    <a:pt x="15221" y="613"/>
                    <a:pt x="15365" y="469"/>
                    <a:pt x="15365" y="325"/>
                  </a:cubicBezTo>
                  <a:cubicBezTo>
                    <a:pt x="15365" y="144"/>
                    <a:pt x="15221" y="0"/>
                    <a:pt x="15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4886;p64">
              <a:extLst>
                <a:ext uri="{FF2B5EF4-FFF2-40B4-BE49-F238E27FC236}">
                  <a16:creationId xmlns:a16="http://schemas.microsoft.com/office/drawing/2014/main" id="{61D6BE56-C2EB-53C8-89D5-418BB9170C65}"/>
                </a:ext>
              </a:extLst>
            </p:cNvPr>
            <p:cNvSpPr/>
            <p:nvPr/>
          </p:nvSpPr>
          <p:spPr>
            <a:xfrm>
              <a:off x="5619650" y="3718600"/>
              <a:ext cx="671775" cy="1228275"/>
            </a:xfrm>
            <a:custGeom>
              <a:avLst/>
              <a:gdLst/>
              <a:ahLst/>
              <a:cxnLst/>
              <a:rect l="l" t="t" r="r" b="b"/>
              <a:pathLst>
                <a:path w="26871" h="49131" extrusionOk="0">
                  <a:moveTo>
                    <a:pt x="17529" y="0"/>
                  </a:moveTo>
                  <a:cubicBezTo>
                    <a:pt x="17385" y="0"/>
                    <a:pt x="17277" y="108"/>
                    <a:pt x="17241" y="253"/>
                  </a:cubicBezTo>
                  <a:lnTo>
                    <a:pt x="12408" y="36428"/>
                  </a:lnTo>
                  <a:lnTo>
                    <a:pt x="8440" y="16302"/>
                  </a:lnTo>
                  <a:cubicBezTo>
                    <a:pt x="8404" y="16158"/>
                    <a:pt x="8296" y="16050"/>
                    <a:pt x="8152" y="16050"/>
                  </a:cubicBezTo>
                  <a:cubicBezTo>
                    <a:pt x="7972" y="16050"/>
                    <a:pt x="7863" y="16158"/>
                    <a:pt x="7863" y="16302"/>
                  </a:cubicBezTo>
                  <a:lnTo>
                    <a:pt x="4870" y="43569"/>
                  </a:lnTo>
                  <a:lnTo>
                    <a:pt x="2958" y="38159"/>
                  </a:lnTo>
                  <a:cubicBezTo>
                    <a:pt x="2927" y="38065"/>
                    <a:pt x="2815" y="37972"/>
                    <a:pt x="2691" y="37972"/>
                  </a:cubicBezTo>
                  <a:cubicBezTo>
                    <a:pt x="2672" y="37972"/>
                    <a:pt x="2653" y="37974"/>
                    <a:pt x="2634" y="37979"/>
                  </a:cubicBezTo>
                  <a:cubicBezTo>
                    <a:pt x="2525" y="37979"/>
                    <a:pt x="2417" y="38087"/>
                    <a:pt x="2381" y="38195"/>
                  </a:cubicBezTo>
                  <a:lnTo>
                    <a:pt x="37" y="48763"/>
                  </a:lnTo>
                  <a:cubicBezTo>
                    <a:pt x="1" y="48943"/>
                    <a:pt x="109" y="49087"/>
                    <a:pt x="253" y="49124"/>
                  </a:cubicBezTo>
                  <a:cubicBezTo>
                    <a:pt x="277" y="49128"/>
                    <a:pt x="300" y="49131"/>
                    <a:pt x="322" y="49131"/>
                  </a:cubicBezTo>
                  <a:cubicBezTo>
                    <a:pt x="470" y="49131"/>
                    <a:pt x="582" y="49032"/>
                    <a:pt x="614" y="48907"/>
                  </a:cubicBezTo>
                  <a:lnTo>
                    <a:pt x="2742" y="39349"/>
                  </a:lnTo>
                  <a:lnTo>
                    <a:pt x="4725" y="45012"/>
                  </a:lnTo>
                  <a:cubicBezTo>
                    <a:pt x="4798" y="45156"/>
                    <a:pt x="4906" y="45228"/>
                    <a:pt x="5050" y="45228"/>
                  </a:cubicBezTo>
                  <a:cubicBezTo>
                    <a:pt x="5194" y="45192"/>
                    <a:pt x="5303" y="45084"/>
                    <a:pt x="5303" y="44940"/>
                  </a:cubicBezTo>
                  <a:lnTo>
                    <a:pt x="8224" y="18358"/>
                  </a:lnTo>
                  <a:lnTo>
                    <a:pt x="12155" y="38339"/>
                  </a:lnTo>
                  <a:cubicBezTo>
                    <a:pt x="12191" y="38484"/>
                    <a:pt x="12300" y="38556"/>
                    <a:pt x="12444" y="38556"/>
                  </a:cubicBezTo>
                  <a:cubicBezTo>
                    <a:pt x="12624" y="38556"/>
                    <a:pt x="12732" y="38448"/>
                    <a:pt x="12732" y="38303"/>
                  </a:cubicBezTo>
                  <a:lnTo>
                    <a:pt x="17529" y="2633"/>
                  </a:lnTo>
                  <a:lnTo>
                    <a:pt x="22723" y="44182"/>
                  </a:lnTo>
                  <a:cubicBezTo>
                    <a:pt x="22723" y="44291"/>
                    <a:pt x="22831" y="44399"/>
                    <a:pt x="22975" y="44435"/>
                  </a:cubicBezTo>
                  <a:cubicBezTo>
                    <a:pt x="22995" y="44441"/>
                    <a:pt x="23015" y="44444"/>
                    <a:pt x="23036" y="44444"/>
                  </a:cubicBezTo>
                  <a:cubicBezTo>
                    <a:pt x="23131" y="44444"/>
                    <a:pt x="23234" y="44380"/>
                    <a:pt x="23264" y="44291"/>
                  </a:cubicBezTo>
                  <a:lnTo>
                    <a:pt x="25176" y="40792"/>
                  </a:lnTo>
                  <a:lnTo>
                    <a:pt x="26258" y="48474"/>
                  </a:lnTo>
                  <a:cubicBezTo>
                    <a:pt x="26258" y="48631"/>
                    <a:pt x="26367" y="48734"/>
                    <a:pt x="26514" y="48734"/>
                  </a:cubicBezTo>
                  <a:cubicBezTo>
                    <a:pt x="26536" y="48734"/>
                    <a:pt x="26559" y="48731"/>
                    <a:pt x="26582" y="48727"/>
                  </a:cubicBezTo>
                  <a:cubicBezTo>
                    <a:pt x="26726" y="48727"/>
                    <a:pt x="26871" y="48583"/>
                    <a:pt x="26835" y="48402"/>
                  </a:cubicBezTo>
                  <a:lnTo>
                    <a:pt x="25680" y="39782"/>
                  </a:lnTo>
                  <a:cubicBezTo>
                    <a:pt x="25644" y="39674"/>
                    <a:pt x="25536" y="39566"/>
                    <a:pt x="25428" y="39530"/>
                  </a:cubicBezTo>
                  <a:cubicBezTo>
                    <a:pt x="25284" y="39530"/>
                    <a:pt x="25176" y="39566"/>
                    <a:pt x="25103" y="39674"/>
                  </a:cubicBezTo>
                  <a:lnTo>
                    <a:pt x="23192" y="43172"/>
                  </a:lnTo>
                  <a:lnTo>
                    <a:pt x="17854" y="289"/>
                  </a:lnTo>
                  <a:cubicBezTo>
                    <a:pt x="17818" y="108"/>
                    <a:pt x="17710" y="0"/>
                    <a:pt x="175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4887;p64">
              <a:extLst>
                <a:ext uri="{FF2B5EF4-FFF2-40B4-BE49-F238E27FC236}">
                  <a16:creationId xmlns:a16="http://schemas.microsoft.com/office/drawing/2014/main" id="{DEFBE244-3FEB-F5E1-BF9C-3513A4984A55}"/>
                </a:ext>
              </a:extLst>
            </p:cNvPr>
            <p:cNvSpPr/>
            <p:nvPr/>
          </p:nvSpPr>
          <p:spPr>
            <a:xfrm>
              <a:off x="4803625" y="3226950"/>
              <a:ext cx="1458050" cy="440500"/>
            </a:xfrm>
            <a:custGeom>
              <a:avLst/>
              <a:gdLst/>
              <a:ahLst/>
              <a:cxnLst/>
              <a:rect l="l" t="t" r="r" b="b"/>
              <a:pathLst>
                <a:path w="58322" h="17620" extrusionOk="0">
                  <a:moveTo>
                    <a:pt x="57979" y="1"/>
                  </a:moveTo>
                  <a:cubicBezTo>
                    <a:pt x="57907" y="1"/>
                    <a:pt x="57835" y="28"/>
                    <a:pt x="57780" y="82"/>
                  </a:cubicBezTo>
                  <a:lnTo>
                    <a:pt x="44508" y="14112"/>
                  </a:lnTo>
                  <a:lnTo>
                    <a:pt x="32281" y="4879"/>
                  </a:lnTo>
                  <a:cubicBezTo>
                    <a:pt x="32216" y="4846"/>
                    <a:pt x="32151" y="4828"/>
                    <a:pt x="32090" y="4828"/>
                  </a:cubicBezTo>
                  <a:cubicBezTo>
                    <a:pt x="32014" y="4828"/>
                    <a:pt x="31944" y="4855"/>
                    <a:pt x="31884" y="4915"/>
                  </a:cubicBezTo>
                  <a:lnTo>
                    <a:pt x="23697" y="12344"/>
                  </a:lnTo>
                  <a:lnTo>
                    <a:pt x="13995" y="3652"/>
                  </a:lnTo>
                  <a:cubicBezTo>
                    <a:pt x="13941" y="3598"/>
                    <a:pt x="13869" y="3571"/>
                    <a:pt x="13797" y="3571"/>
                  </a:cubicBezTo>
                  <a:cubicBezTo>
                    <a:pt x="13724" y="3571"/>
                    <a:pt x="13652" y="3598"/>
                    <a:pt x="13598" y="3652"/>
                  </a:cubicBezTo>
                  <a:lnTo>
                    <a:pt x="145" y="17105"/>
                  </a:lnTo>
                  <a:cubicBezTo>
                    <a:pt x="1" y="17214"/>
                    <a:pt x="1" y="17430"/>
                    <a:pt x="145" y="17538"/>
                  </a:cubicBezTo>
                  <a:cubicBezTo>
                    <a:pt x="199" y="17592"/>
                    <a:pt x="271" y="17619"/>
                    <a:pt x="344" y="17619"/>
                  </a:cubicBezTo>
                  <a:cubicBezTo>
                    <a:pt x="416" y="17619"/>
                    <a:pt x="488" y="17592"/>
                    <a:pt x="542" y="17538"/>
                  </a:cubicBezTo>
                  <a:lnTo>
                    <a:pt x="13815" y="4265"/>
                  </a:lnTo>
                  <a:lnTo>
                    <a:pt x="23517" y="12958"/>
                  </a:lnTo>
                  <a:cubicBezTo>
                    <a:pt x="23571" y="13012"/>
                    <a:pt x="23643" y="13039"/>
                    <a:pt x="23715" y="13039"/>
                  </a:cubicBezTo>
                  <a:cubicBezTo>
                    <a:pt x="23787" y="13039"/>
                    <a:pt x="23859" y="13012"/>
                    <a:pt x="23913" y="12958"/>
                  </a:cubicBezTo>
                  <a:lnTo>
                    <a:pt x="32101" y="5528"/>
                  </a:lnTo>
                  <a:lnTo>
                    <a:pt x="44327" y="14761"/>
                  </a:lnTo>
                  <a:cubicBezTo>
                    <a:pt x="44388" y="14806"/>
                    <a:pt x="44455" y="14826"/>
                    <a:pt x="44520" y="14826"/>
                  </a:cubicBezTo>
                  <a:cubicBezTo>
                    <a:pt x="44610" y="14826"/>
                    <a:pt x="44697" y="14788"/>
                    <a:pt x="44760" y="14725"/>
                  </a:cubicBezTo>
                  <a:lnTo>
                    <a:pt x="58213" y="514"/>
                  </a:lnTo>
                  <a:cubicBezTo>
                    <a:pt x="58321" y="406"/>
                    <a:pt x="58321" y="190"/>
                    <a:pt x="58177" y="82"/>
                  </a:cubicBezTo>
                  <a:cubicBezTo>
                    <a:pt x="58123" y="28"/>
                    <a:pt x="58051" y="1"/>
                    <a:pt x="57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4888;p64">
              <a:extLst>
                <a:ext uri="{FF2B5EF4-FFF2-40B4-BE49-F238E27FC236}">
                  <a16:creationId xmlns:a16="http://schemas.microsoft.com/office/drawing/2014/main" id="{96EF751F-771F-F5F6-E6E6-AAA1B1DECD1F}"/>
                </a:ext>
              </a:extLst>
            </p:cNvPr>
            <p:cNvSpPr/>
            <p:nvPr/>
          </p:nvSpPr>
          <p:spPr>
            <a:xfrm>
              <a:off x="5103900" y="3278575"/>
              <a:ext cx="89275" cy="89275"/>
            </a:xfrm>
            <a:custGeom>
              <a:avLst/>
              <a:gdLst/>
              <a:ahLst/>
              <a:cxnLst/>
              <a:rect l="l" t="t" r="r" b="b"/>
              <a:pathLst>
                <a:path w="3571" h="3571" extrusionOk="0">
                  <a:moveTo>
                    <a:pt x="1804" y="0"/>
                  </a:moveTo>
                  <a:cubicBezTo>
                    <a:pt x="794" y="0"/>
                    <a:pt x="0" y="830"/>
                    <a:pt x="0" y="1804"/>
                  </a:cubicBezTo>
                  <a:cubicBezTo>
                    <a:pt x="0" y="2778"/>
                    <a:pt x="794" y="3571"/>
                    <a:pt x="1804" y="3571"/>
                  </a:cubicBezTo>
                  <a:cubicBezTo>
                    <a:pt x="2777" y="3571"/>
                    <a:pt x="3571" y="2778"/>
                    <a:pt x="3571" y="1804"/>
                  </a:cubicBezTo>
                  <a:cubicBezTo>
                    <a:pt x="3571" y="830"/>
                    <a:pt x="2777" y="0"/>
                    <a:pt x="18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4889;p64">
              <a:extLst>
                <a:ext uri="{FF2B5EF4-FFF2-40B4-BE49-F238E27FC236}">
                  <a16:creationId xmlns:a16="http://schemas.microsoft.com/office/drawing/2014/main" id="{2E9A0022-FC0D-F54A-A957-1D34DF16B7E8}"/>
                </a:ext>
              </a:extLst>
            </p:cNvPr>
            <p:cNvSpPr/>
            <p:nvPr/>
          </p:nvSpPr>
          <p:spPr>
            <a:xfrm>
              <a:off x="5096675" y="3271350"/>
              <a:ext cx="103725" cy="103725"/>
            </a:xfrm>
            <a:custGeom>
              <a:avLst/>
              <a:gdLst/>
              <a:ahLst/>
              <a:cxnLst/>
              <a:rect l="l" t="t" r="r" b="b"/>
              <a:pathLst>
                <a:path w="4149" h="4149" extrusionOk="0">
                  <a:moveTo>
                    <a:pt x="2093" y="614"/>
                  </a:moveTo>
                  <a:cubicBezTo>
                    <a:pt x="2886" y="614"/>
                    <a:pt x="3571" y="1263"/>
                    <a:pt x="3571" y="2093"/>
                  </a:cubicBezTo>
                  <a:cubicBezTo>
                    <a:pt x="3571" y="2886"/>
                    <a:pt x="2886" y="3571"/>
                    <a:pt x="2093" y="3571"/>
                  </a:cubicBezTo>
                  <a:cubicBezTo>
                    <a:pt x="1263" y="3571"/>
                    <a:pt x="614" y="2886"/>
                    <a:pt x="614" y="2093"/>
                  </a:cubicBezTo>
                  <a:cubicBezTo>
                    <a:pt x="614" y="1263"/>
                    <a:pt x="1263" y="614"/>
                    <a:pt x="2093" y="614"/>
                  </a:cubicBezTo>
                  <a:close/>
                  <a:moveTo>
                    <a:pt x="2093" y="1"/>
                  </a:moveTo>
                  <a:cubicBezTo>
                    <a:pt x="939" y="1"/>
                    <a:pt x="1" y="939"/>
                    <a:pt x="1" y="2093"/>
                  </a:cubicBezTo>
                  <a:cubicBezTo>
                    <a:pt x="1" y="3247"/>
                    <a:pt x="939" y="4149"/>
                    <a:pt x="2093" y="4149"/>
                  </a:cubicBezTo>
                  <a:cubicBezTo>
                    <a:pt x="3211" y="4149"/>
                    <a:pt x="4148" y="3247"/>
                    <a:pt x="4148" y="2093"/>
                  </a:cubicBezTo>
                  <a:cubicBezTo>
                    <a:pt x="4148" y="939"/>
                    <a:pt x="3211" y="1"/>
                    <a:pt x="2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4890;p64">
              <a:extLst>
                <a:ext uri="{FF2B5EF4-FFF2-40B4-BE49-F238E27FC236}">
                  <a16:creationId xmlns:a16="http://schemas.microsoft.com/office/drawing/2014/main" id="{3541A0B0-998A-E933-4E57-E4A945187849}"/>
                </a:ext>
              </a:extLst>
            </p:cNvPr>
            <p:cNvSpPr/>
            <p:nvPr/>
          </p:nvSpPr>
          <p:spPr>
            <a:xfrm>
              <a:off x="5561050" y="3311025"/>
              <a:ext cx="89275" cy="88400"/>
            </a:xfrm>
            <a:custGeom>
              <a:avLst/>
              <a:gdLst/>
              <a:ahLst/>
              <a:cxnLst/>
              <a:rect l="l" t="t" r="r" b="b"/>
              <a:pathLst>
                <a:path w="3571" h="3536" extrusionOk="0">
                  <a:moveTo>
                    <a:pt x="1804" y="1"/>
                  </a:moveTo>
                  <a:cubicBezTo>
                    <a:pt x="794" y="1"/>
                    <a:pt x="0" y="794"/>
                    <a:pt x="0" y="1768"/>
                  </a:cubicBezTo>
                  <a:cubicBezTo>
                    <a:pt x="0" y="2742"/>
                    <a:pt x="794" y="3535"/>
                    <a:pt x="1804" y="3535"/>
                  </a:cubicBezTo>
                  <a:cubicBezTo>
                    <a:pt x="2777" y="3535"/>
                    <a:pt x="3571" y="2742"/>
                    <a:pt x="3571" y="1768"/>
                  </a:cubicBezTo>
                  <a:cubicBezTo>
                    <a:pt x="3571" y="794"/>
                    <a:pt x="2777" y="1"/>
                    <a:pt x="18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4891;p64">
              <a:extLst>
                <a:ext uri="{FF2B5EF4-FFF2-40B4-BE49-F238E27FC236}">
                  <a16:creationId xmlns:a16="http://schemas.microsoft.com/office/drawing/2014/main" id="{F4794975-26D8-E7E5-6362-C866A9F62BD0}"/>
                </a:ext>
              </a:extLst>
            </p:cNvPr>
            <p:cNvSpPr/>
            <p:nvPr/>
          </p:nvSpPr>
          <p:spPr>
            <a:xfrm>
              <a:off x="5553825" y="3302925"/>
              <a:ext cx="103725" cy="104600"/>
            </a:xfrm>
            <a:custGeom>
              <a:avLst/>
              <a:gdLst/>
              <a:ahLst/>
              <a:cxnLst/>
              <a:rect l="l" t="t" r="r" b="b"/>
              <a:pathLst>
                <a:path w="4149" h="4184" extrusionOk="0">
                  <a:moveTo>
                    <a:pt x="2093" y="613"/>
                  </a:moveTo>
                  <a:cubicBezTo>
                    <a:pt x="2886" y="613"/>
                    <a:pt x="3535" y="1263"/>
                    <a:pt x="3535" y="2092"/>
                  </a:cubicBezTo>
                  <a:cubicBezTo>
                    <a:pt x="3535" y="2922"/>
                    <a:pt x="2886" y="3571"/>
                    <a:pt x="2093" y="3571"/>
                  </a:cubicBezTo>
                  <a:cubicBezTo>
                    <a:pt x="1263" y="3571"/>
                    <a:pt x="614" y="2922"/>
                    <a:pt x="614" y="2092"/>
                  </a:cubicBezTo>
                  <a:cubicBezTo>
                    <a:pt x="614" y="1263"/>
                    <a:pt x="1263" y="613"/>
                    <a:pt x="2093" y="613"/>
                  </a:cubicBezTo>
                  <a:close/>
                  <a:moveTo>
                    <a:pt x="2093" y="0"/>
                  </a:moveTo>
                  <a:cubicBezTo>
                    <a:pt x="939" y="0"/>
                    <a:pt x="1" y="938"/>
                    <a:pt x="1" y="2092"/>
                  </a:cubicBezTo>
                  <a:cubicBezTo>
                    <a:pt x="1" y="3246"/>
                    <a:pt x="939" y="4184"/>
                    <a:pt x="2093" y="4184"/>
                  </a:cubicBezTo>
                  <a:cubicBezTo>
                    <a:pt x="3211" y="4184"/>
                    <a:pt x="4148" y="3246"/>
                    <a:pt x="4148" y="2092"/>
                  </a:cubicBezTo>
                  <a:cubicBezTo>
                    <a:pt x="4148" y="938"/>
                    <a:pt x="3211" y="0"/>
                    <a:pt x="20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4892;p64">
              <a:extLst>
                <a:ext uri="{FF2B5EF4-FFF2-40B4-BE49-F238E27FC236}">
                  <a16:creationId xmlns:a16="http://schemas.microsoft.com/office/drawing/2014/main" id="{39279AFD-9BAA-A815-EE74-F3D190C6B5B6}"/>
                </a:ext>
              </a:extLst>
            </p:cNvPr>
            <p:cNvSpPr/>
            <p:nvPr/>
          </p:nvSpPr>
          <p:spPr>
            <a:xfrm>
              <a:off x="5872125" y="3545475"/>
              <a:ext cx="89300" cy="89275"/>
            </a:xfrm>
            <a:custGeom>
              <a:avLst/>
              <a:gdLst/>
              <a:ahLst/>
              <a:cxnLst/>
              <a:rect l="l" t="t" r="r" b="b"/>
              <a:pathLst>
                <a:path w="3572" h="3571" extrusionOk="0">
                  <a:moveTo>
                    <a:pt x="1768" y="0"/>
                  </a:moveTo>
                  <a:cubicBezTo>
                    <a:pt x="794" y="0"/>
                    <a:pt x="0" y="794"/>
                    <a:pt x="0" y="1768"/>
                  </a:cubicBezTo>
                  <a:cubicBezTo>
                    <a:pt x="0" y="2777"/>
                    <a:pt x="794" y="3571"/>
                    <a:pt x="1768" y="3571"/>
                  </a:cubicBezTo>
                  <a:cubicBezTo>
                    <a:pt x="2778" y="3571"/>
                    <a:pt x="3571" y="2777"/>
                    <a:pt x="3571" y="1768"/>
                  </a:cubicBezTo>
                  <a:cubicBezTo>
                    <a:pt x="3571" y="794"/>
                    <a:pt x="2778" y="0"/>
                    <a:pt x="17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4893;p64">
              <a:extLst>
                <a:ext uri="{FF2B5EF4-FFF2-40B4-BE49-F238E27FC236}">
                  <a16:creationId xmlns:a16="http://schemas.microsoft.com/office/drawing/2014/main" id="{8074C0B5-6C01-570A-6A5D-9355EE9FF509}"/>
                </a:ext>
              </a:extLst>
            </p:cNvPr>
            <p:cNvSpPr/>
            <p:nvPr/>
          </p:nvSpPr>
          <p:spPr>
            <a:xfrm>
              <a:off x="5864900" y="3538250"/>
              <a:ext cx="103725" cy="103725"/>
            </a:xfrm>
            <a:custGeom>
              <a:avLst/>
              <a:gdLst/>
              <a:ahLst/>
              <a:cxnLst/>
              <a:rect l="l" t="t" r="r" b="b"/>
              <a:pathLst>
                <a:path w="4149" h="4149" extrusionOk="0">
                  <a:moveTo>
                    <a:pt x="2057" y="578"/>
                  </a:moveTo>
                  <a:cubicBezTo>
                    <a:pt x="2886" y="614"/>
                    <a:pt x="3535" y="1263"/>
                    <a:pt x="3535" y="2057"/>
                  </a:cubicBezTo>
                  <a:cubicBezTo>
                    <a:pt x="3535" y="2886"/>
                    <a:pt x="2886" y="3535"/>
                    <a:pt x="2057" y="3535"/>
                  </a:cubicBezTo>
                  <a:cubicBezTo>
                    <a:pt x="1263" y="3535"/>
                    <a:pt x="614" y="2886"/>
                    <a:pt x="614" y="2057"/>
                  </a:cubicBezTo>
                  <a:cubicBezTo>
                    <a:pt x="614" y="1263"/>
                    <a:pt x="1263" y="614"/>
                    <a:pt x="2057" y="578"/>
                  </a:cubicBezTo>
                  <a:close/>
                  <a:moveTo>
                    <a:pt x="2057" y="1"/>
                  </a:moveTo>
                  <a:cubicBezTo>
                    <a:pt x="939" y="1"/>
                    <a:pt x="1" y="938"/>
                    <a:pt x="1" y="2057"/>
                  </a:cubicBezTo>
                  <a:cubicBezTo>
                    <a:pt x="1" y="3211"/>
                    <a:pt x="939" y="4148"/>
                    <a:pt x="2057" y="4148"/>
                  </a:cubicBezTo>
                  <a:cubicBezTo>
                    <a:pt x="3211" y="4148"/>
                    <a:pt x="4149" y="3211"/>
                    <a:pt x="4149" y="2057"/>
                  </a:cubicBezTo>
                  <a:cubicBezTo>
                    <a:pt x="4149" y="938"/>
                    <a:pt x="3211" y="1"/>
                    <a:pt x="2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4894;p64">
              <a:extLst>
                <a:ext uri="{FF2B5EF4-FFF2-40B4-BE49-F238E27FC236}">
                  <a16:creationId xmlns:a16="http://schemas.microsoft.com/office/drawing/2014/main" id="{53DBCB0E-880D-296C-54AD-7E4575B10560}"/>
                </a:ext>
              </a:extLst>
            </p:cNvPr>
            <p:cNvSpPr/>
            <p:nvPr/>
          </p:nvSpPr>
          <p:spPr>
            <a:xfrm>
              <a:off x="6202150" y="3190200"/>
              <a:ext cx="89275" cy="88400"/>
            </a:xfrm>
            <a:custGeom>
              <a:avLst/>
              <a:gdLst/>
              <a:ahLst/>
              <a:cxnLst/>
              <a:rect l="l" t="t" r="r" b="b"/>
              <a:pathLst>
                <a:path w="3571" h="3536" extrusionOk="0">
                  <a:moveTo>
                    <a:pt x="1803" y="1"/>
                  </a:moveTo>
                  <a:cubicBezTo>
                    <a:pt x="793" y="1"/>
                    <a:pt x="0" y="794"/>
                    <a:pt x="0" y="1768"/>
                  </a:cubicBezTo>
                  <a:cubicBezTo>
                    <a:pt x="0" y="2742"/>
                    <a:pt x="793" y="3535"/>
                    <a:pt x="1803" y="3535"/>
                  </a:cubicBezTo>
                  <a:cubicBezTo>
                    <a:pt x="2777" y="3535"/>
                    <a:pt x="3571" y="2742"/>
                    <a:pt x="3571" y="1768"/>
                  </a:cubicBezTo>
                  <a:cubicBezTo>
                    <a:pt x="3571" y="794"/>
                    <a:pt x="2777" y="1"/>
                    <a:pt x="1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4895;p64">
              <a:extLst>
                <a:ext uri="{FF2B5EF4-FFF2-40B4-BE49-F238E27FC236}">
                  <a16:creationId xmlns:a16="http://schemas.microsoft.com/office/drawing/2014/main" id="{DB27FBCC-BAE0-870B-53FF-FDE6B5608A23}"/>
                </a:ext>
              </a:extLst>
            </p:cNvPr>
            <p:cNvSpPr/>
            <p:nvPr/>
          </p:nvSpPr>
          <p:spPr>
            <a:xfrm>
              <a:off x="6194925" y="3183000"/>
              <a:ext cx="103725" cy="103700"/>
            </a:xfrm>
            <a:custGeom>
              <a:avLst/>
              <a:gdLst/>
              <a:ahLst/>
              <a:cxnLst/>
              <a:rect l="l" t="t" r="r" b="b"/>
              <a:pathLst>
                <a:path w="4149" h="4148" extrusionOk="0">
                  <a:moveTo>
                    <a:pt x="2092" y="577"/>
                  </a:moveTo>
                  <a:cubicBezTo>
                    <a:pt x="2886" y="577"/>
                    <a:pt x="3535" y="1263"/>
                    <a:pt x="3535" y="2056"/>
                  </a:cubicBezTo>
                  <a:cubicBezTo>
                    <a:pt x="3535" y="2886"/>
                    <a:pt x="2886" y="3535"/>
                    <a:pt x="2092" y="3535"/>
                  </a:cubicBezTo>
                  <a:cubicBezTo>
                    <a:pt x="1263" y="3535"/>
                    <a:pt x="614" y="2886"/>
                    <a:pt x="614" y="2056"/>
                  </a:cubicBezTo>
                  <a:cubicBezTo>
                    <a:pt x="614" y="1263"/>
                    <a:pt x="1263" y="577"/>
                    <a:pt x="2092" y="577"/>
                  </a:cubicBezTo>
                  <a:close/>
                  <a:moveTo>
                    <a:pt x="2092" y="0"/>
                  </a:moveTo>
                  <a:cubicBezTo>
                    <a:pt x="938" y="0"/>
                    <a:pt x="0" y="902"/>
                    <a:pt x="0" y="2056"/>
                  </a:cubicBezTo>
                  <a:cubicBezTo>
                    <a:pt x="0" y="3210"/>
                    <a:pt x="938" y="4148"/>
                    <a:pt x="2092" y="4148"/>
                  </a:cubicBezTo>
                  <a:cubicBezTo>
                    <a:pt x="3210" y="4148"/>
                    <a:pt x="4148" y="3210"/>
                    <a:pt x="4148" y="2056"/>
                  </a:cubicBezTo>
                  <a:cubicBezTo>
                    <a:pt x="4148" y="902"/>
                    <a:pt x="3210" y="0"/>
                    <a:pt x="2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4896;p64">
              <a:extLst>
                <a:ext uri="{FF2B5EF4-FFF2-40B4-BE49-F238E27FC236}">
                  <a16:creationId xmlns:a16="http://schemas.microsoft.com/office/drawing/2014/main" id="{58E005A9-F59B-824A-05E1-8C1211FE2D7D}"/>
                </a:ext>
              </a:extLst>
            </p:cNvPr>
            <p:cNvSpPr/>
            <p:nvPr/>
          </p:nvSpPr>
          <p:spPr>
            <a:xfrm>
              <a:off x="4767575" y="3615800"/>
              <a:ext cx="89275" cy="88400"/>
            </a:xfrm>
            <a:custGeom>
              <a:avLst/>
              <a:gdLst/>
              <a:ahLst/>
              <a:cxnLst/>
              <a:rect l="l" t="t" r="r" b="b"/>
              <a:pathLst>
                <a:path w="3571" h="3536" extrusionOk="0">
                  <a:moveTo>
                    <a:pt x="1804" y="0"/>
                  </a:moveTo>
                  <a:cubicBezTo>
                    <a:pt x="794" y="0"/>
                    <a:pt x="0" y="794"/>
                    <a:pt x="0" y="1768"/>
                  </a:cubicBezTo>
                  <a:cubicBezTo>
                    <a:pt x="0" y="2742"/>
                    <a:pt x="794" y="3535"/>
                    <a:pt x="1804" y="3535"/>
                  </a:cubicBezTo>
                  <a:cubicBezTo>
                    <a:pt x="2777" y="3535"/>
                    <a:pt x="3571" y="2742"/>
                    <a:pt x="3571" y="1768"/>
                  </a:cubicBezTo>
                  <a:cubicBezTo>
                    <a:pt x="3571" y="794"/>
                    <a:pt x="2777" y="0"/>
                    <a:pt x="18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4897;p64">
              <a:extLst>
                <a:ext uri="{FF2B5EF4-FFF2-40B4-BE49-F238E27FC236}">
                  <a16:creationId xmlns:a16="http://schemas.microsoft.com/office/drawing/2014/main" id="{BBD52DFA-6398-3F06-ED06-6B5C3D4C80FF}"/>
                </a:ext>
              </a:extLst>
            </p:cNvPr>
            <p:cNvSpPr/>
            <p:nvPr/>
          </p:nvSpPr>
          <p:spPr>
            <a:xfrm>
              <a:off x="4760350" y="3607675"/>
              <a:ext cx="103725" cy="103725"/>
            </a:xfrm>
            <a:custGeom>
              <a:avLst/>
              <a:gdLst/>
              <a:ahLst/>
              <a:cxnLst/>
              <a:rect l="l" t="t" r="r" b="b"/>
              <a:pathLst>
                <a:path w="4149" h="4149" extrusionOk="0">
                  <a:moveTo>
                    <a:pt x="2093" y="614"/>
                  </a:moveTo>
                  <a:cubicBezTo>
                    <a:pt x="2886" y="614"/>
                    <a:pt x="3535" y="1263"/>
                    <a:pt x="3571" y="2093"/>
                  </a:cubicBezTo>
                  <a:cubicBezTo>
                    <a:pt x="3535" y="2886"/>
                    <a:pt x="2886" y="3572"/>
                    <a:pt x="2093" y="3572"/>
                  </a:cubicBezTo>
                  <a:cubicBezTo>
                    <a:pt x="1263" y="3572"/>
                    <a:pt x="614" y="2886"/>
                    <a:pt x="614" y="2093"/>
                  </a:cubicBezTo>
                  <a:cubicBezTo>
                    <a:pt x="614" y="1263"/>
                    <a:pt x="1263" y="614"/>
                    <a:pt x="2093" y="614"/>
                  </a:cubicBezTo>
                  <a:close/>
                  <a:moveTo>
                    <a:pt x="2093" y="1"/>
                  </a:moveTo>
                  <a:cubicBezTo>
                    <a:pt x="938" y="1"/>
                    <a:pt x="1" y="939"/>
                    <a:pt x="1" y="2093"/>
                  </a:cubicBezTo>
                  <a:cubicBezTo>
                    <a:pt x="1" y="3247"/>
                    <a:pt x="938" y="4149"/>
                    <a:pt x="2093" y="4149"/>
                  </a:cubicBezTo>
                  <a:cubicBezTo>
                    <a:pt x="3211" y="4149"/>
                    <a:pt x="4148" y="3247"/>
                    <a:pt x="4148" y="2093"/>
                  </a:cubicBezTo>
                  <a:cubicBezTo>
                    <a:pt x="4148" y="939"/>
                    <a:pt x="3211" y="1"/>
                    <a:pt x="2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4898;p64">
              <a:extLst>
                <a:ext uri="{FF2B5EF4-FFF2-40B4-BE49-F238E27FC236}">
                  <a16:creationId xmlns:a16="http://schemas.microsoft.com/office/drawing/2014/main" id="{8B96638C-E512-6400-5D30-38CCEA38202C}"/>
                </a:ext>
              </a:extLst>
            </p:cNvPr>
            <p:cNvSpPr/>
            <p:nvPr/>
          </p:nvSpPr>
          <p:spPr>
            <a:xfrm>
              <a:off x="5351850" y="3488650"/>
              <a:ext cx="89300" cy="88400"/>
            </a:xfrm>
            <a:custGeom>
              <a:avLst/>
              <a:gdLst/>
              <a:ahLst/>
              <a:cxnLst/>
              <a:rect l="l" t="t" r="r" b="b"/>
              <a:pathLst>
                <a:path w="3572" h="3536" extrusionOk="0">
                  <a:moveTo>
                    <a:pt x="1768" y="1"/>
                  </a:moveTo>
                  <a:cubicBezTo>
                    <a:pt x="794" y="1"/>
                    <a:pt x="1" y="794"/>
                    <a:pt x="1" y="1768"/>
                  </a:cubicBezTo>
                  <a:cubicBezTo>
                    <a:pt x="1" y="2742"/>
                    <a:pt x="794" y="3536"/>
                    <a:pt x="1768" y="3536"/>
                  </a:cubicBezTo>
                  <a:cubicBezTo>
                    <a:pt x="2742" y="3536"/>
                    <a:pt x="3571" y="2742"/>
                    <a:pt x="3571" y="1768"/>
                  </a:cubicBezTo>
                  <a:cubicBezTo>
                    <a:pt x="3571" y="794"/>
                    <a:pt x="2742" y="1"/>
                    <a:pt x="1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4899;p64">
              <a:extLst>
                <a:ext uri="{FF2B5EF4-FFF2-40B4-BE49-F238E27FC236}">
                  <a16:creationId xmlns:a16="http://schemas.microsoft.com/office/drawing/2014/main" id="{51D40A1F-ACBB-4DAB-B3B6-462EAB38FE2C}"/>
                </a:ext>
              </a:extLst>
            </p:cNvPr>
            <p:cNvSpPr/>
            <p:nvPr/>
          </p:nvSpPr>
          <p:spPr>
            <a:xfrm>
              <a:off x="5344650" y="3480550"/>
              <a:ext cx="103700" cy="104625"/>
            </a:xfrm>
            <a:custGeom>
              <a:avLst/>
              <a:gdLst/>
              <a:ahLst/>
              <a:cxnLst/>
              <a:rect l="l" t="t" r="r" b="b"/>
              <a:pathLst>
                <a:path w="4148" h="4185" extrusionOk="0">
                  <a:moveTo>
                    <a:pt x="2056" y="614"/>
                  </a:moveTo>
                  <a:cubicBezTo>
                    <a:pt x="2886" y="614"/>
                    <a:pt x="3535" y="1263"/>
                    <a:pt x="3535" y="2092"/>
                  </a:cubicBezTo>
                  <a:cubicBezTo>
                    <a:pt x="3535" y="2922"/>
                    <a:pt x="2886" y="3571"/>
                    <a:pt x="2056" y="3571"/>
                  </a:cubicBezTo>
                  <a:cubicBezTo>
                    <a:pt x="1263" y="3571"/>
                    <a:pt x="577" y="2922"/>
                    <a:pt x="577" y="2092"/>
                  </a:cubicBezTo>
                  <a:cubicBezTo>
                    <a:pt x="577" y="1263"/>
                    <a:pt x="1263" y="614"/>
                    <a:pt x="2056" y="614"/>
                  </a:cubicBezTo>
                  <a:close/>
                  <a:moveTo>
                    <a:pt x="2056" y="0"/>
                  </a:moveTo>
                  <a:cubicBezTo>
                    <a:pt x="902" y="0"/>
                    <a:pt x="0" y="938"/>
                    <a:pt x="0" y="2092"/>
                  </a:cubicBezTo>
                  <a:cubicBezTo>
                    <a:pt x="0" y="3246"/>
                    <a:pt x="902" y="4184"/>
                    <a:pt x="2056" y="4184"/>
                  </a:cubicBezTo>
                  <a:cubicBezTo>
                    <a:pt x="3210" y="4184"/>
                    <a:pt x="4148" y="3246"/>
                    <a:pt x="4148" y="2092"/>
                  </a:cubicBezTo>
                  <a:cubicBezTo>
                    <a:pt x="4148" y="938"/>
                    <a:pt x="3210" y="0"/>
                    <a:pt x="2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4900;p64">
              <a:extLst>
                <a:ext uri="{FF2B5EF4-FFF2-40B4-BE49-F238E27FC236}">
                  <a16:creationId xmlns:a16="http://schemas.microsoft.com/office/drawing/2014/main" id="{52049937-A088-A9B6-0A3C-286AB18B82FE}"/>
                </a:ext>
              </a:extLst>
            </p:cNvPr>
            <p:cNvSpPr/>
            <p:nvPr/>
          </p:nvSpPr>
          <p:spPr>
            <a:xfrm>
              <a:off x="2393450" y="2124425"/>
              <a:ext cx="147900" cy="90200"/>
            </a:xfrm>
            <a:custGeom>
              <a:avLst/>
              <a:gdLst/>
              <a:ahLst/>
              <a:cxnLst/>
              <a:rect l="l" t="t" r="r" b="b"/>
              <a:pathLst>
                <a:path w="5916" h="3608" extrusionOk="0">
                  <a:moveTo>
                    <a:pt x="5563" y="0"/>
                  </a:moveTo>
                  <a:cubicBezTo>
                    <a:pt x="5511" y="0"/>
                    <a:pt x="5459" y="12"/>
                    <a:pt x="5411" y="36"/>
                  </a:cubicBezTo>
                  <a:lnTo>
                    <a:pt x="181" y="3066"/>
                  </a:lnTo>
                  <a:cubicBezTo>
                    <a:pt x="37" y="3138"/>
                    <a:pt x="1" y="3319"/>
                    <a:pt x="73" y="3463"/>
                  </a:cubicBezTo>
                  <a:cubicBezTo>
                    <a:pt x="145" y="3559"/>
                    <a:pt x="249" y="3607"/>
                    <a:pt x="353" y="3607"/>
                  </a:cubicBezTo>
                  <a:cubicBezTo>
                    <a:pt x="405" y="3607"/>
                    <a:pt x="457" y="3595"/>
                    <a:pt x="506" y="3571"/>
                  </a:cubicBezTo>
                  <a:lnTo>
                    <a:pt x="5735" y="578"/>
                  </a:lnTo>
                  <a:cubicBezTo>
                    <a:pt x="5880" y="469"/>
                    <a:pt x="5916" y="289"/>
                    <a:pt x="5843" y="145"/>
                  </a:cubicBezTo>
                  <a:cubicBezTo>
                    <a:pt x="5771" y="49"/>
                    <a:pt x="5667" y="0"/>
                    <a:pt x="5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4901;p64">
              <a:extLst>
                <a:ext uri="{FF2B5EF4-FFF2-40B4-BE49-F238E27FC236}">
                  <a16:creationId xmlns:a16="http://schemas.microsoft.com/office/drawing/2014/main" id="{1433621B-883B-00B8-FB5D-D95616ED11C3}"/>
                </a:ext>
              </a:extLst>
            </p:cNvPr>
            <p:cNvSpPr/>
            <p:nvPr/>
          </p:nvSpPr>
          <p:spPr>
            <a:xfrm>
              <a:off x="1756875" y="1902825"/>
              <a:ext cx="783575" cy="901950"/>
            </a:xfrm>
            <a:custGeom>
              <a:avLst/>
              <a:gdLst/>
              <a:ahLst/>
              <a:cxnLst/>
              <a:rect l="l" t="t" r="r" b="b"/>
              <a:pathLst>
                <a:path w="31343" h="36078" extrusionOk="0">
                  <a:moveTo>
                    <a:pt x="15653" y="641"/>
                  </a:moveTo>
                  <a:lnTo>
                    <a:pt x="30729" y="9333"/>
                  </a:lnTo>
                  <a:lnTo>
                    <a:pt x="30729" y="26718"/>
                  </a:lnTo>
                  <a:lnTo>
                    <a:pt x="15653" y="35446"/>
                  </a:lnTo>
                  <a:lnTo>
                    <a:pt x="613" y="26718"/>
                  </a:lnTo>
                  <a:lnTo>
                    <a:pt x="613" y="9358"/>
                  </a:lnTo>
                  <a:lnTo>
                    <a:pt x="15653" y="641"/>
                  </a:lnTo>
                  <a:close/>
                  <a:moveTo>
                    <a:pt x="15671" y="1"/>
                  </a:moveTo>
                  <a:cubicBezTo>
                    <a:pt x="15617" y="1"/>
                    <a:pt x="15563" y="10"/>
                    <a:pt x="15509" y="28"/>
                  </a:cubicBezTo>
                  <a:lnTo>
                    <a:pt x="144" y="8900"/>
                  </a:lnTo>
                  <a:cubicBezTo>
                    <a:pt x="72" y="8973"/>
                    <a:pt x="0" y="9045"/>
                    <a:pt x="0" y="9153"/>
                  </a:cubicBezTo>
                  <a:lnTo>
                    <a:pt x="0" y="26898"/>
                  </a:lnTo>
                  <a:cubicBezTo>
                    <a:pt x="0" y="27006"/>
                    <a:pt x="72" y="27114"/>
                    <a:pt x="144" y="27150"/>
                  </a:cubicBezTo>
                  <a:lnTo>
                    <a:pt x="15509" y="36023"/>
                  </a:lnTo>
                  <a:cubicBezTo>
                    <a:pt x="15563" y="36059"/>
                    <a:pt x="15617" y="36077"/>
                    <a:pt x="15671" y="36077"/>
                  </a:cubicBezTo>
                  <a:cubicBezTo>
                    <a:pt x="15725" y="36077"/>
                    <a:pt x="15780" y="36059"/>
                    <a:pt x="15834" y="36023"/>
                  </a:cubicBezTo>
                  <a:lnTo>
                    <a:pt x="31198" y="27150"/>
                  </a:lnTo>
                  <a:cubicBezTo>
                    <a:pt x="31270" y="27114"/>
                    <a:pt x="31343" y="27006"/>
                    <a:pt x="31343" y="26898"/>
                  </a:cubicBezTo>
                  <a:lnTo>
                    <a:pt x="31343" y="9153"/>
                  </a:lnTo>
                  <a:cubicBezTo>
                    <a:pt x="31343" y="9045"/>
                    <a:pt x="31270" y="8973"/>
                    <a:pt x="31198" y="8900"/>
                  </a:cubicBezTo>
                  <a:lnTo>
                    <a:pt x="15834" y="28"/>
                  </a:lnTo>
                  <a:cubicBezTo>
                    <a:pt x="15780" y="10"/>
                    <a:pt x="15725" y="1"/>
                    <a:pt x="156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4902;p64">
              <a:extLst>
                <a:ext uri="{FF2B5EF4-FFF2-40B4-BE49-F238E27FC236}">
                  <a16:creationId xmlns:a16="http://schemas.microsoft.com/office/drawing/2014/main" id="{FB1C6276-DEE3-0D23-D468-F43C6D4060C6}"/>
                </a:ext>
              </a:extLst>
            </p:cNvPr>
            <p:cNvSpPr/>
            <p:nvPr/>
          </p:nvSpPr>
          <p:spPr>
            <a:xfrm>
              <a:off x="1887600" y="2053425"/>
              <a:ext cx="522100" cy="600750"/>
            </a:xfrm>
            <a:custGeom>
              <a:avLst/>
              <a:gdLst/>
              <a:ahLst/>
              <a:cxnLst/>
              <a:rect l="l" t="t" r="r" b="b"/>
              <a:pathLst>
                <a:path w="20884" h="24030" extrusionOk="0">
                  <a:moveTo>
                    <a:pt x="10424" y="640"/>
                  </a:moveTo>
                  <a:lnTo>
                    <a:pt x="20271" y="6339"/>
                  </a:lnTo>
                  <a:lnTo>
                    <a:pt x="20271" y="17700"/>
                  </a:lnTo>
                  <a:lnTo>
                    <a:pt x="10424" y="23363"/>
                  </a:lnTo>
                  <a:lnTo>
                    <a:pt x="614" y="17700"/>
                  </a:lnTo>
                  <a:lnTo>
                    <a:pt x="614" y="6307"/>
                  </a:lnTo>
                  <a:lnTo>
                    <a:pt x="10424" y="640"/>
                  </a:lnTo>
                  <a:close/>
                  <a:moveTo>
                    <a:pt x="10442" y="0"/>
                  </a:moveTo>
                  <a:cubicBezTo>
                    <a:pt x="10388" y="0"/>
                    <a:pt x="10334" y="9"/>
                    <a:pt x="10280" y="27"/>
                  </a:cubicBezTo>
                  <a:lnTo>
                    <a:pt x="145" y="5906"/>
                  </a:lnTo>
                  <a:cubicBezTo>
                    <a:pt x="73" y="5942"/>
                    <a:pt x="1" y="6050"/>
                    <a:pt x="1" y="6159"/>
                  </a:cubicBezTo>
                  <a:lnTo>
                    <a:pt x="1" y="17880"/>
                  </a:lnTo>
                  <a:cubicBezTo>
                    <a:pt x="1" y="17989"/>
                    <a:pt x="73" y="18061"/>
                    <a:pt x="145" y="18133"/>
                  </a:cubicBezTo>
                  <a:lnTo>
                    <a:pt x="10280" y="23976"/>
                  </a:lnTo>
                  <a:cubicBezTo>
                    <a:pt x="10334" y="24012"/>
                    <a:pt x="10388" y="24030"/>
                    <a:pt x="10442" y="24030"/>
                  </a:cubicBezTo>
                  <a:cubicBezTo>
                    <a:pt x="10496" y="24030"/>
                    <a:pt x="10551" y="24012"/>
                    <a:pt x="10605" y="23976"/>
                  </a:cubicBezTo>
                  <a:lnTo>
                    <a:pt x="20740" y="18133"/>
                  </a:lnTo>
                  <a:cubicBezTo>
                    <a:pt x="20812" y="18061"/>
                    <a:pt x="20884" y="17989"/>
                    <a:pt x="20884" y="17880"/>
                  </a:cubicBezTo>
                  <a:lnTo>
                    <a:pt x="20884" y="6159"/>
                  </a:lnTo>
                  <a:cubicBezTo>
                    <a:pt x="20884" y="6050"/>
                    <a:pt x="20812" y="5942"/>
                    <a:pt x="20740" y="5906"/>
                  </a:cubicBezTo>
                  <a:lnTo>
                    <a:pt x="10605" y="27"/>
                  </a:lnTo>
                  <a:cubicBezTo>
                    <a:pt x="10551" y="9"/>
                    <a:pt x="10496" y="0"/>
                    <a:pt x="10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4903;p64">
              <a:extLst>
                <a:ext uri="{FF2B5EF4-FFF2-40B4-BE49-F238E27FC236}">
                  <a16:creationId xmlns:a16="http://schemas.microsoft.com/office/drawing/2014/main" id="{CB2C10E4-8559-5DBD-648A-FBFFB35F7575}"/>
                </a:ext>
              </a:extLst>
            </p:cNvPr>
            <p:cNvSpPr/>
            <p:nvPr/>
          </p:nvSpPr>
          <p:spPr>
            <a:xfrm>
              <a:off x="2140975" y="1573500"/>
              <a:ext cx="15350" cy="344475"/>
            </a:xfrm>
            <a:custGeom>
              <a:avLst/>
              <a:gdLst/>
              <a:ahLst/>
              <a:cxnLst/>
              <a:rect l="l" t="t" r="r" b="b"/>
              <a:pathLst>
                <a:path w="614" h="13779" extrusionOk="0">
                  <a:moveTo>
                    <a:pt x="289" y="0"/>
                  </a:moveTo>
                  <a:cubicBezTo>
                    <a:pt x="145" y="0"/>
                    <a:pt x="1" y="109"/>
                    <a:pt x="1" y="289"/>
                  </a:cubicBezTo>
                  <a:lnTo>
                    <a:pt x="1" y="13453"/>
                  </a:lnTo>
                  <a:cubicBezTo>
                    <a:pt x="1" y="13634"/>
                    <a:pt x="145" y="13778"/>
                    <a:pt x="289" y="13778"/>
                  </a:cubicBezTo>
                  <a:cubicBezTo>
                    <a:pt x="470" y="13778"/>
                    <a:pt x="614" y="13634"/>
                    <a:pt x="614" y="13453"/>
                  </a:cubicBezTo>
                  <a:lnTo>
                    <a:pt x="614" y="289"/>
                  </a:lnTo>
                  <a:cubicBezTo>
                    <a:pt x="614" y="109"/>
                    <a:pt x="470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4904;p64">
              <a:extLst>
                <a:ext uri="{FF2B5EF4-FFF2-40B4-BE49-F238E27FC236}">
                  <a16:creationId xmlns:a16="http://schemas.microsoft.com/office/drawing/2014/main" id="{59DFC45A-7A25-9D69-D5EB-7489EDE6C3B5}"/>
                </a:ext>
              </a:extLst>
            </p:cNvPr>
            <p:cNvSpPr/>
            <p:nvPr/>
          </p:nvSpPr>
          <p:spPr>
            <a:xfrm>
              <a:off x="2083275" y="1499550"/>
              <a:ext cx="129875" cy="129875"/>
            </a:xfrm>
            <a:custGeom>
              <a:avLst/>
              <a:gdLst/>
              <a:ahLst/>
              <a:cxnLst/>
              <a:rect l="l" t="t" r="r" b="b"/>
              <a:pathLst>
                <a:path w="5195" h="5195" extrusionOk="0">
                  <a:moveTo>
                    <a:pt x="2597" y="1"/>
                  </a:moveTo>
                  <a:cubicBezTo>
                    <a:pt x="1191" y="1"/>
                    <a:pt x="1" y="1155"/>
                    <a:pt x="1" y="2598"/>
                  </a:cubicBezTo>
                  <a:cubicBezTo>
                    <a:pt x="1" y="4040"/>
                    <a:pt x="1191" y="5195"/>
                    <a:pt x="2597" y="5195"/>
                  </a:cubicBezTo>
                  <a:cubicBezTo>
                    <a:pt x="4040" y="5195"/>
                    <a:pt x="5194" y="4040"/>
                    <a:pt x="5194" y="2598"/>
                  </a:cubicBezTo>
                  <a:cubicBezTo>
                    <a:pt x="5194" y="1155"/>
                    <a:pt x="4040" y="1"/>
                    <a:pt x="25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4905;p64">
              <a:extLst>
                <a:ext uri="{FF2B5EF4-FFF2-40B4-BE49-F238E27FC236}">
                  <a16:creationId xmlns:a16="http://schemas.microsoft.com/office/drawing/2014/main" id="{504D397F-681A-6631-68AD-34C0F0B59CCA}"/>
                </a:ext>
              </a:extLst>
            </p:cNvPr>
            <p:cNvSpPr/>
            <p:nvPr/>
          </p:nvSpPr>
          <p:spPr>
            <a:xfrm>
              <a:off x="2076050" y="1492350"/>
              <a:ext cx="145200" cy="144300"/>
            </a:xfrm>
            <a:custGeom>
              <a:avLst/>
              <a:gdLst/>
              <a:ahLst/>
              <a:cxnLst/>
              <a:rect l="l" t="t" r="r" b="b"/>
              <a:pathLst>
                <a:path w="5808" h="5772" extrusionOk="0">
                  <a:moveTo>
                    <a:pt x="2886" y="577"/>
                  </a:moveTo>
                  <a:cubicBezTo>
                    <a:pt x="3536" y="577"/>
                    <a:pt x="4113" y="830"/>
                    <a:pt x="4509" y="1263"/>
                  </a:cubicBezTo>
                  <a:cubicBezTo>
                    <a:pt x="4942" y="1659"/>
                    <a:pt x="5195" y="2237"/>
                    <a:pt x="5195" y="2886"/>
                  </a:cubicBezTo>
                  <a:cubicBezTo>
                    <a:pt x="5195" y="3499"/>
                    <a:pt x="4942" y="4076"/>
                    <a:pt x="4509" y="4509"/>
                  </a:cubicBezTo>
                  <a:cubicBezTo>
                    <a:pt x="4113" y="4906"/>
                    <a:pt x="3536" y="5158"/>
                    <a:pt x="2886" y="5158"/>
                  </a:cubicBezTo>
                  <a:cubicBezTo>
                    <a:pt x="2273" y="5158"/>
                    <a:pt x="1696" y="4906"/>
                    <a:pt x="1263" y="4509"/>
                  </a:cubicBezTo>
                  <a:cubicBezTo>
                    <a:pt x="867" y="4076"/>
                    <a:pt x="614" y="3499"/>
                    <a:pt x="614" y="2886"/>
                  </a:cubicBezTo>
                  <a:cubicBezTo>
                    <a:pt x="614" y="2237"/>
                    <a:pt x="867" y="1659"/>
                    <a:pt x="1263" y="1263"/>
                  </a:cubicBezTo>
                  <a:cubicBezTo>
                    <a:pt x="1696" y="830"/>
                    <a:pt x="2273" y="577"/>
                    <a:pt x="2886" y="577"/>
                  </a:cubicBezTo>
                  <a:close/>
                  <a:moveTo>
                    <a:pt x="2886" y="0"/>
                  </a:moveTo>
                  <a:cubicBezTo>
                    <a:pt x="1299" y="0"/>
                    <a:pt x="1" y="1299"/>
                    <a:pt x="1" y="2886"/>
                  </a:cubicBezTo>
                  <a:cubicBezTo>
                    <a:pt x="1" y="4473"/>
                    <a:pt x="1299" y="5771"/>
                    <a:pt x="2886" y="5771"/>
                  </a:cubicBezTo>
                  <a:cubicBezTo>
                    <a:pt x="4509" y="5771"/>
                    <a:pt x="5808" y="4473"/>
                    <a:pt x="5808" y="2886"/>
                  </a:cubicBezTo>
                  <a:cubicBezTo>
                    <a:pt x="5808" y="1299"/>
                    <a:pt x="4509" y="0"/>
                    <a:pt x="28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4906;p64">
              <a:extLst>
                <a:ext uri="{FF2B5EF4-FFF2-40B4-BE49-F238E27FC236}">
                  <a16:creationId xmlns:a16="http://schemas.microsoft.com/office/drawing/2014/main" id="{F332CC68-6460-FF7E-65C0-50A9711FD855}"/>
                </a:ext>
              </a:extLst>
            </p:cNvPr>
            <p:cNvSpPr/>
            <p:nvPr/>
          </p:nvSpPr>
          <p:spPr>
            <a:xfrm>
              <a:off x="2140975" y="2779950"/>
              <a:ext cx="15350" cy="345350"/>
            </a:xfrm>
            <a:custGeom>
              <a:avLst/>
              <a:gdLst/>
              <a:ahLst/>
              <a:cxnLst/>
              <a:rect l="l" t="t" r="r" b="b"/>
              <a:pathLst>
                <a:path w="614" h="13814" extrusionOk="0">
                  <a:moveTo>
                    <a:pt x="289" y="0"/>
                  </a:moveTo>
                  <a:cubicBezTo>
                    <a:pt x="145" y="0"/>
                    <a:pt x="1" y="144"/>
                    <a:pt x="1" y="325"/>
                  </a:cubicBezTo>
                  <a:lnTo>
                    <a:pt x="1" y="13489"/>
                  </a:lnTo>
                  <a:cubicBezTo>
                    <a:pt x="1" y="13670"/>
                    <a:pt x="145" y="13814"/>
                    <a:pt x="289" y="13814"/>
                  </a:cubicBezTo>
                  <a:cubicBezTo>
                    <a:pt x="470" y="13814"/>
                    <a:pt x="614" y="13670"/>
                    <a:pt x="614" y="13489"/>
                  </a:cubicBezTo>
                  <a:lnTo>
                    <a:pt x="614" y="325"/>
                  </a:lnTo>
                  <a:cubicBezTo>
                    <a:pt x="614" y="144"/>
                    <a:pt x="470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4907;p64">
              <a:extLst>
                <a:ext uri="{FF2B5EF4-FFF2-40B4-BE49-F238E27FC236}">
                  <a16:creationId xmlns:a16="http://schemas.microsoft.com/office/drawing/2014/main" id="{6ED21EB0-C165-4ECA-390B-D2C87095639D}"/>
                </a:ext>
              </a:extLst>
            </p:cNvPr>
            <p:cNvSpPr/>
            <p:nvPr/>
          </p:nvSpPr>
          <p:spPr>
            <a:xfrm>
              <a:off x="2083275" y="3068475"/>
              <a:ext cx="129875" cy="129875"/>
            </a:xfrm>
            <a:custGeom>
              <a:avLst/>
              <a:gdLst/>
              <a:ahLst/>
              <a:cxnLst/>
              <a:rect l="l" t="t" r="r" b="b"/>
              <a:pathLst>
                <a:path w="5195" h="5195" extrusionOk="0">
                  <a:moveTo>
                    <a:pt x="2597" y="1"/>
                  </a:moveTo>
                  <a:cubicBezTo>
                    <a:pt x="1191" y="1"/>
                    <a:pt x="1" y="1191"/>
                    <a:pt x="1" y="2598"/>
                  </a:cubicBezTo>
                  <a:cubicBezTo>
                    <a:pt x="1" y="4040"/>
                    <a:pt x="1191" y="5194"/>
                    <a:pt x="2597" y="5194"/>
                  </a:cubicBezTo>
                  <a:cubicBezTo>
                    <a:pt x="4040" y="5194"/>
                    <a:pt x="5194" y="4040"/>
                    <a:pt x="5194" y="2598"/>
                  </a:cubicBezTo>
                  <a:cubicBezTo>
                    <a:pt x="5194" y="1191"/>
                    <a:pt x="4040" y="1"/>
                    <a:pt x="25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4908;p64">
              <a:extLst>
                <a:ext uri="{FF2B5EF4-FFF2-40B4-BE49-F238E27FC236}">
                  <a16:creationId xmlns:a16="http://schemas.microsoft.com/office/drawing/2014/main" id="{287F05F6-17A1-A571-14AE-D25087764F74}"/>
                </a:ext>
              </a:extLst>
            </p:cNvPr>
            <p:cNvSpPr/>
            <p:nvPr/>
          </p:nvSpPr>
          <p:spPr>
            <a:xfrm>
              <a:off x="2076050" y="3061275"/>
              <a:ext cx="145200" cy="145175"/>
            </a:xfrm>
            <a:custGeom>
              <a:avLst/>
              <a:gdLst/>
              <a:ahLst/>
              <a:cxnLst/>
              <a:rect l="l" t="t" r="r" b="b"/>
              <a:pathLst>
                <a:path w="5808" h="5807" extrusionOk="0">
                  <a:moveTo>
                    <a:pt x="2886" y="613"/>
                  </a:moveTo>
                  <a:cubicBezTo>
                    <a:pt x="3536" y="613"/>
                    <a:pt x="4113" y="866"/>
                    <a:pt x="4509" y="1263"/>
                  </a:cubicBezTo>
                  <a:cubicBezTo>
                    <a:pt x="4942" y="1695"/>
                    <a:pt x="5195" y="2272"/>
                    <a:pt x="5195" y="2886"/>
                  </a:cubicBezTo>
                  <a:cubicBezTo>
                    <a:pt x="5195" y="3535"/>
                    <a:pt x="4942" y="4112"/>
                    <a:pt x="4509" y="4509"/>
                  </a:cubicBezTo>
                  <a:cubicBezTo>
                    <a:pt x="4113" y="4941"/>
                    <a:pt x="3536" y="5194"/>
                    <a:pt x="2886" y="5194"/>
                  </a:cubicBezTo>
                  <a:cubicBezTo>
                    <a:pt x="2273" y="5194"/>
                    <a:pt x="1696" y="4941"/>
                    <a:pt x="1263" y="4509"/>
                  </a:cubicBezTo>
                  <a:cubicBezTo>
                    <a:pt x="867" y="4112"/>
                    <a:pt x="614" y="3535"/>
                    <a:pt x="614" y="2886"/>
                  </a:cubicBezTo>
                  <a:cubicBezTo>
                    <a:pt x="614" y="2272"/>
                    <a:pt x="867" y="1695"/>
                    <a:pt x="1263" y="1263"/>
                  </a:cubicBezTo>
                  <a:cubicBezTo>
                    <a:pt x="1696" y="866"/>
                    <a:pt x="2273" y="613"/>
                    <a:pt x="2886" y="613"/>
                  </a:cubicBezTo>
                  <a:close/>
                  <a:moveTo>
                    <a:pt x="2886" y="0"/>
                  </a:moveTo>
                  <a:cubicBezTo>
                    <a:pt x="1299" y="0"/>
                    <a:pt x="1" y="1299"/>
                    <a:pt x="1" y="2886"/>
                  </a:cubicBezTo>
                  <a:cubicBezTo>
                    <a:pt x="1" y="4509"/>
                    <a:pt x="1299" y="5771"/>
                    <a:pt x="2886" y="5807"/>
                  </a:cubicBezTo>
                  <a:cubicBezTo>
                    <a:pt x="4509" y="5771"/>
                    <a:pt x="5808" y="4509"/>
                    <a:pt x="5808" y="2886"/>
                  </a:cubicBezTo>
                  <a:cubicBezTo>
                    <a:pt x="5808" y="1299"/>
                    <a:pt x="4509" y="0"/>
                    <a:pt x="28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4909;p64">
              <a:extLst>
                <a:ext uri="{FF2B5EF4-FFF2-40B4-BE49-F238E27FC236}">
                  <a16:creationId xmlns:a16="http://schemas.microsoft.com/office/drawing/2014/main" id="{0888667E-4198-725C-43C8-86DF767948EE}"/>
                </a:ext>
              </a:extLst>
            </p:cNvPr>
            <p:cNvSpPr/>
            <p:nvPr/>
          </p:nvSpPr>
          <p:spPr>
            <a:xfrm>
              <a:off x="1755975" y="2124425"/>
              <a:ext cx="147900" cy="90200"/>
            </a:xfrm>
            <a:custGeom>
              <a:avLst/>
              <a:gdLst/>
              <a:ahLst/>
              <a:cxnLst/>
              <a:rect l="l" t="t" r="r" b="b"/>
              <a:pathLst>
                <a:path w="5916" h="3608" extrusionOk="0">
                  <a:moveTo>
                    <a:pt x="345" y="0"/>
                  </a:moveTo>
                  <a:cubicBezTo>
                    <a:pt x="233" y="0"/>
                    <a:pt x="120" y="49"/>
                    <a:pt x="72" y="145"/>
                  </a:cubicBezTo>
                  <a:cubicBezTo>
                    <a:pt x="0" y="289"/>
                    <a:pt x="36" y="469"/>
                    <a:pt x="180" y="578"/>
                  </a:cubicBezTo>
                  <a:lnTo>
                    <a:pt x="5410" y="3571"/>
                  </a:lnTo>
                  <a:cubicBezTo>
                    <a:pt x="5458" y="3595"/>
                    <a:pt x="5510" y="3607"/>
                    <a:pt x="5563" y="3607"/>
                  </a:cubicBezTo>
                  <a:cubicBezTo>
                    <a:pt x="5667" y="3607"/>
                    <a:pt x="5771" y="3559"/>
                    <a:pt x="5843" y="3463"/>
                  </a:cubicBezTo>
                  <a:cubicBezTo>
                    <a:pt x="5915" y="3319"/>
                    <a:pt x="5843" y="3138"/>
                    <a:pt x="5699" y="3066"/>
                  </a:cubicBezTo>
                  <a:lnTo>
                    <a:pt x="505" y="36"/>
                  </a:lnTo>
                  <a:cubicBezTo>
                    <a:pt x="457" y="12"/>
                    <a:pt x="401" y="0"/>
                    <a:pt x="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4910;p64">
              <a:extLst>
                <a:ext uri="{FF2B5EF4-FFF2-40B4-BE49-F238E27FC236}">
                  <a16:creationId xmlns:a16="http://schemas.microsoft.com/office/drawing/2014/main" id="{9C08DEF6-8D20-71C1-9C59-486966E7BD51}"/>
                </a:ext>
              </a:extLst>
            </p:cNvPr>
            <p:cNvSpPr/>
            <p:nvPr/>
          </p:nvSpPr>
          <p:spPr>
            <a:xfrm>
              <a:off x="1897525" y="2348350"/>
              <a:ext cx="513075" cy="161125"/>
            </a:xfrm>
            <a:custGeom>
              <a:avLst/>
              <a:gdLst/>
              <a:ahLst/>
              <a:cxnLst/>
              <a:rect l="l" t="t" r="r" b="b"/>
              <a:pathLst>
                <a:path w="20523" h="6445" extrusionOk="0">
                  <a:moveTo>
                    <a:pt x="10450" y="0"/>
                  </a:moveTo>
                  <a:cubicBezTo>
                    <a:pt x="10406" y="0"/>
                    <a:pt x="10361" y="9"/>
                    <a:pt x="10316" y="24"/>
                  </a:cubicBezTo>
                  <a:lnTo>
                    <a:pt x="181" y="5903"/>
                  </a:lnTo>
                  <a:cubicBezTo>
                    <a:pt x="37" y="5975"/>
                    <a:pt x="1" y="6156"/>
                    <a:pt x="73" y="6300"/>
                  </a:cubicBezTo>
                  <a:cubicBezTo>
                    <a:pt x="145" y="6396"/>
                    <a:pt x="249" y="6444"/>
                    <a:pt x="353" y="6444"/>
                  </a:cubicBezTo>
                  <a:cubicBezTo>
                    <a:pt x="405" y="6444"/>
                    <a:pt x="458" y="6432"/>
                    <a:pt x="506" y="6408"/>
                  </a:cubicBezTo>
                  <a:lnTo>
                    <a:pt x="10496" y="637"/>
                  </a:lnTo>
                  <a:lnTo>
                    <a:pt x="20018" y="6336"/>
                  </a:lnTo>
                  <a:cubicBezTo>
                    <a:pt x="20066" y="6360"/>
                    <a:pt x="20118" y="6372"/>
                    <a:pt x="20170" y="6372"/>
                  </a:cubicBezTo>
                  <a:cubicBezTo>
                    <a:pt x="20274" y="6372"/>
                    <a:pt x="20379" y="6324"/>
                    <a:pt x="20451" y="6228"/>
                  </a:cubicBezTo>
                  <a:cubicBezTo>
                    <a:pt x="20523" y="6083"/>
                    <a:pt x="20487" y="5903"/>
                    <a:pt x="20343" y="5795"/>
                  </a:cubicBezTo>
                  <a:lnTo>
                    <a:pt x="10640" y="60"/>
                  </a:lnTo>
                  <a:cubicBezTo>
                    <a:pt x="10577" y="18"/>
                    <a:pt x="10514" y="0"/>
                    <a:pt x="10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4911;p64">
              <a:extLst>
                <a:ext uri="{FF2B5EF4-FFF2-40B4-BE49-F238E27FC236}">
                  <a16:creationId xmlns:a16="http://schemas.microsoft.com/office/drawing/2014/main" id="{ED38150F-979A-5DAF-C461-06D642AE7595}"/>
                </a:ext>
              </a:extLst>
            </p:cNvPr>
            <p:cNvSpPr/>
            <p:nvPr/>
          </p:nvSpPr>
          <p:spPr>
            <a:xfrm>
              <a:off x="2151800" y="2053200"/>
              <a:ext cx="15350" cy="310200"/>
            </a:xfrm>
            <a:custGeom>
              <a:avLst/>
              <a:gdLst/>
              <a:ahLst/>
              <a:cxnLst/>
              <a:rect l="l" t="t" r="r" b="b"/>
              <a:pathLst>
                <a:path w="614" h="12408" extrusionOk="0">
                  <a:moveTo>
                    <a:pt x="325" y="0"/>
                  </a:moveTo>
                  <a:cubicBezTo>
                    <a:pt x="145" y="0"/>
                    <a:pt x="1" y="144"/>
                    <a:pt x="1" y="325"/>
                  </a:cubicBezTo>
                  <a:lnTo>
                    <a:pt x="1" y="12119"/>
                  </a:lnTo>
                  <a:cubicBezTo>
                    <a:pt x="1" y="12263"/>
                    <a:pt x="145" y="12407"/>
                    <a:pt x="325" y="12407"/>
                  </a:cubicBezTo>
                  <a:cubicBezTo>
                    <a:pt x="469" y="12407"/>
                    <a:pt x="614" y="12263"/>
                    <a:pt x="614" y="12119"/>
                  </a:cubicBezTo>
                  <a:lnTo>
                    <a:pt x="614" y="325"/>
                  </a:lnTo>
                  <a:cubicBezTo>
                    <a:pt x="614" y="144"/>
                    <a:pt x="469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4912;p64">
              <a:extLst>
                <a:ext uri="{FF2B5EF4-FFF2-40B4-BE49-F238E27FC236}">
                  <a16:creationId xmlns:a16="http://schemas.microsoft.com/office/drawing/2014/main" id="{34E6A683-963C-E918-DC04-E41C384C7BCF}"/>
                </a:ext>
              </a:extLst>
            </p:cNvPr>
            <p:cNvSpPr/>
            <p:nvPr/>
          </p:nvSpPr>
          <p:spPr>
            <a:xfrm>
              <a:off x="2929950" y="911675"/>
              <a:ext cx="189375" cy="15350"/>
            </a:xfrm>
            <a:custGeom>
              <a:avLst/>
              <a:gdLst/>
              <a:ahLst/>
              <a:cxnLst/>
              <a:rect l="l" t="t" r="r" b="b"/>
              <a:pathLst>
                <a:path w="7575" h="614" extrusionOk="0">
                  <a:moveTo>
                    <a:pt x="325" y="0"/>
                  </a:moveTo>
                  <a:cubicBezTo>
                    <a:pt x="145" y="0"/>
                    <a:pt x="1" y="144"/>
                    <a:pt x="1" y="325"/>
                  </a:cubicBezTo>
                  <a:cubicBezTo>
                    <a:pt x="1" y="469"/>
                    <a:pt x="145" y="613"/>
                    <a:pt x="325" y="613"/>
                  </a:cubicBezTo>
                  <a:lnTo>
                    <a:pt x="7250" y="613"/>
                  </a:lnTo>
                  <a:cubicBezTo>
                    <a:pt x="7430" y="613"/>
                    <a:pt x="7575" y="469"/>
                    <a:pt x="7575" y="325"/>
                  </a:cubicBezTo>
                  <a:cubicBezTo>
                    <a:pt x="7575" y="144"/>
                    <a:pt x="7430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4913;p64">
              <a:extLst>
                <a:ext uri="{FF2B5EF4-FFF2-40B4-BE49-F238E27FC236}">
                  <a16:creationId xmlns:a16="http://schemas.microsoft.com/office/drawing/2014/main" id="{45260731-59A4-6BB3-F876-E1397408BF04}"/>
                </a:ext>
              </a:extLst>
            </p:cNvPr>
            <p:cNvSpPr/>
            <p:nvPr/>
          </p:nvSpPr>
          <p:spPr>
            <a:xfrm>
              <a:off x="2496250" y="911675"/>
              <a:ext cx="376925" cy="15350"/>
            </a:xfrm>
            <a:custGeom>
              <a:avLst/>
              <a:gdLst/>
              <a:ahLst/>
              <a:cxnLst/>
              <a:rect l="l" t="t" r="r" b="b"/>
              <a:pathLst>
                <a:path w="15077" h="614" extrusionOk="0">
                  <a:moveTo>
                    <a:pt x="289" y="0"/>
                  </a:moveTo>
                  <a:cubicBezTo>
                    <a:pt x="108" y="0"/>
                    <a:pt x="0" y="144"/>
                    <a:pt x="0" y="325"/>
                  </a:cubicBezTo>
                  <a:cubicBezTo>
                    <a:pt x="0" y="469"/>
                    <a:pt x="108" y="613"/>
                    <a:pt x="289" y="613"/>
                  </a:cubicBezTo>
                  <a:lnTo>
                    <a:pt x="14788" y="613"/>
                  </a:lnTo>
                  <a:cubicBezTo>
                    <a:pt x="14932" y="613"/>
                    <a:pt x="15076" y="469"/>
                    <a:pt x="15076" y="325"/>
                  </a:cubicBezTo>
                  <a:cubicBezTo>
                    <a:pt x="15076" y="144"/>
                    <a:pt x="14932" y="0"/>
                    <a:pt x="14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4914;p64">
              <a:extLst>
                <a:ext uri="{FF2B5EF4-FFF2-40B4-BE49-F238E27FC236}">
                  <a16:creationId xmlns:a16="http://schemas.microsoft.com/office/drawing/2014/main" id="{A4FCF36F-D167-161F-F0E5-A9198666D09F}"/>
                </a:ext>
              </a:extLst>
            </p:cNvPr>
            <p:cNvSpPr/>
            <p:nvPr/>
          </p:nvSpPr>
          <p:spPr>
            <a:xfrm>
              <a:off x="2322225" y="911675"/>
              <a:ext cx="109125" cy="15350"/>
            </a:xfrm>
            <a:custGeom>
              <a:avLst/>
              <a:gdLst/>
              <a:ahLst/>
              <a:cxnLst/>
              <a:rect l="l" t="t" r="r" b="b"/>
              <a:pathLst>
                <a:path w="4365" h="614" extrusionOk="0">
                  <a:moveTo>
                    <a:pt x="289" y="0"/>
                  </a:moveTo>
                  <a:cubicBezTo>
                    <a:pt x="145" y="0"/>
                    <a:pt x="0" y="144"/>
                    <a:pt x="0" y="325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4076" y="613"/>
                  </a:lnTo>
                  <a:cubicBezTo>
                    <a:pt x="4220" y="613"/>
                    <a:pt x="4364" y="469"/>
                    <a:pt x="4364" y="325"/>
                  </a:cubicBezTo>
                  <a:cubicBezTo>
                    <a:pt x="4364" y="144"/>
                    <a:pt x="4220" y="0"/>
                    <a:pt x="4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4915;p64">
              <a:extLst>
                <a:ext uri="{FF2B5EF4-FFF2-40B4-BE49-F238E27FC236}">
                  <a16:creationId xmlns:a16="http://schemas.microsoft.com/office/drawing/2014/main" id="{393FA2CB-DF87-61F7-8B43-4C9FECD3F633}"/>
                </a:ext>
              </a:extLst>
            </p:cNvPr>
            <p:cNvSpPr/>
            <p:nvPr/>
          </p:nvSpPr>
          <p:spPr>
            <a:xfrm>
              <a:off x="2647725" y="984700"/>
              <a:ext cx="471600" cy="15350"/>
            </a:xfrm>
            <a:custGeom>
              <a:avLst/>
              <a:gdLst/>
              <a:ahLst/>
              <a:cxnLst/>
              <a:rect l="l" t="t" r="r" b="b"/>
              <a:pathLst>
                <a:path w="18864" h="614" extrusionOk="0">
                  <a:moveTo>
                    <a:pt x="325" y="1"/>
                  </a:moveTo>
                  <a:cubicBezTo>
                    <a:pt x="145" y="1"/>
                    <a:pt x="1" y="145"/>
                    <a:pt x="1" y="289"/>
                  </a:cubicBezTo>
                  <a:cubicBezTo>
                    <a:pt x="1" y="469"/>
                    <a:pt x="145" y="614"/>
                    <a:pt x="325" y="614"/>
                  </a:cubicBezTo>
                  <a:lnTo>
                    <a:pt x="18539" y="614"/>
                  </a:lnTo>
                  <a:cubicBezTo>
                    <a:pt x="18719" y="614"/>
                    <a:pt x="18864" y="469"/>
                    <a:pt x="18864" y="289"/>
                  </a:cubicBezTo>
                  <a:cubicBezTo>
                    <a:pt x="18864" y="145"/>
                    <a:pt x="18719" y="1"/>
                    <a:pt x="18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4916;p64">
              <a:extLst>
                <a:ext uri="{FF2B5EF4-FFF2-40B4-BE49-F238E27FC236}">
                  <a16:creationId xmlns:a16="http://schemas.microsoft.com/office/drawing/2014/main" id="{FDAB436D-4404-DA06-C439-E1E2BD4153FB}"/>
                </a:ext>
              </a:extLst>
            </p:cNvPr>
            <p:cNvSpPr/>
            <p:nvPr/>
          </p:nvSpPr>
          <p:spPr>
            <a:xfrm>
              <a:off x="2322225" y="984700"/>
              <a:ext cx="174050" cy="15350"/>
            </a:xfrm>
            <a:custGeom>
              <a:avLst/>
              <a:gdLst/>
              <a:ahLst/>
              <a:cxnLst/>
              <a:rect l="l" t="t" r="r" b="b"/>
              <a:pathLst>
                <a:path w="6962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289"/>
                  </a:cubicBezTo>
                  <a:cubicBezTo>
                    <a:pt x="0" y="469"/>
                    <a:pt x="145" y="614"/>
                    <a:pt x="289" y="614"/>
                  </a:cubicBezTo>
                  <a:lnTo>
                    <a:pt x="6673" y="614"/>
                  </a:lnTo>
                  <a:cubicBezTo>
                    <a:pt x="6853" y="614"/>
                    <a:pt x="6961" y="469"/>
                    <a:pt x="6961" y="289"/>
                  </a:cubicBezTo>
                  <a:cubicBezTo>
                    <a:pt x="6961" y="145"/>
                    <a:pt x="6853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4917;p64">
              <a:extLst>
                <a:ext uri="{FF2B5EF4-FFF2-40B4-BE49-F238E27FC236}">
                  <a16:creationId xmlns:a16="http://schemas.microsoft.com/office/drawing/2014/main" id="{E19436D7-EAB3-39ED-C6FF-8D8329B680C4}"/>
                </a:ext>
              </a:extLst>
            </p:cNvPr>
            <p:cNvSpPr/>
            <p:nvPr/>
          </p:nvSpPr>
          <p:spPr>
            <a:xfrm>
              <a:off x="3024625" y="1067650"/>
              <a:ext cx="94700" cy="15350"/>
            </a:xfrm>
            <a:custGeom>
              <a:avLst/>
              <a:gdLst/>
              <a:ahLst/>
              <a:cxnLst/>
              <a:rect l="l" t="t" r="r" b="b"/>
              <a:pathLst>
                <a:path w="3788" h="614" extrusionOk="0">
                  <a:moveTo>
                    <a:pt x="289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70"/>
                    <a:pt x="145" y="614"/>
                    <a:pt x="289" y="614"/>
                  </a:cubicBezTo>
                  <a:lnTo>
                    <a:pt x="3463" y="614"/>
                  </a:lnTo>
                  <a:cubicBezTo>
                    <a:pt x="3643" y="614"/>
                    <a:pt x="3788" y="470"/>
                    <a:pt x="3788" y="325"/>
                  </a:cubicBezTo>
                  <a:cubicBezTo>
                    <a:pt x="3788" y="145"/>
                    <a:pt x="3643" y="1"/>
                    <a:pt x="3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4918;p64">
              <a:extLst>
                <a:ext uri="{FF2B5EF4-FFF2-40B4-BE49-F238E27FC236}">
                  <a16:creationId xmlns:a16="http://schemas.microsoft.com/office/drawing/2014/main" id="{218AA0EA-734B-FFEF-CC76-651484B2DB1B}"/>
                </a:ext>
              </a:extLst>
            </p:cNvPr>
            <p:cNvSpPr/>
            <p:nvPr/>
          </p:nvSpPr>
          <p:spPr>
            <a:xfrm>
              <a:off x="2800100" y="1067650"/>
              <a:ext cx="174050" cy="15350"/>
            </a:xfrm>
            <a:custGeom>
              <a:avLst/>
              <a:gdLst/>
              <a:ahLst/>
              <a:cxnLst/>
              <a:rect l="l" t="t" r="r" b="b"/>
              <a:pathLst>
                <a:path w="6962" h="614" extrusionOk="0">
                  <a:moveTo>
                    <a:pt x="289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70"/>
                    <a:pt x="145" y="614"/>
                    <a:pt x="289" y="614"/>
                  </a:cubicBezTo>
                  <a:lnTo>
                    <a:pt x="6673" y="614"/>
                  </a:lnTo>
                  <a:cubicBezTo>
                    <a:pt x="6854" y="614"/>
                    <a:pt x="6962" y="470"/>
                    <a:pt x="6962" y="325"/>
                  </a:cubicBezTo>
                  <a:cubicBezTo>
                    <a:pt x="6962" y="145"/>
                    <a:pt x="6854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4919;p64">
              <a:extLst>
                <a:ext uri="{FF2B5EF4-FFF2-40B4-BE49-F238E27FC236}">
                  <a16:creationId xmlns:a16="http://schemas.microsoft.com/office/drawing/2014/main" id="{41056EE4-14EC-CA18-E580-D23EC843F4A5}"/>
                </a:ext>
              </a:extLst>
            </p:cNvPr>
            <p:cNvSpPr/>
            <p:nvPr/>
          </p:nvSpPr>
          <p:spPr>
            <a:xfrm>
              <a:off x="2322225" y="1067650"/>
              <a:ext cx="384125" cy="15350"/>
            </a:xfrm>
            <a:custGeom>
              <a:avLst/>
              <a:gdLst/>
              <a:ahLst/>
              <a:cxnLst/>
              <a:rect l="l" t="t" r="r" b="b"/>
              <a:pathLst>
                <a:path w="15365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325"/>
                  </a:cubicBezTo>
                  <a:cubicBezTo>
                    <a:pt x="0" y="470"/>
                    <a:pt x="145" y="614"/>
                    <a:pt x="289" y="614"/>
                  </a:cubicBezTo>
                  <a:lnTo>
                    <a:pt x="15076" y="614"/>
                  </a:lnTo>
                  <a:cubicBezTo>
                    <a:pt x="15221" y="614"/>
                    <a:pt x="15365" y="470"/>
                    <a:pt x="15365" y="325"/>
                  </a:cubicBezTo>
                  <a:cubicBezTo>
                    <a:pt x="15365" y="145"/>
                    <a:pt x="15221" y="1"/>
                    <a:pt x="15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4920;p64">
              <a:extLst>
                <a:ext uri="{FF2B5EF4-FFF2-40B4-BE49-F238E27FC236}">
                  <a16:creationId xmlns:a16="http://schemas.microsoft.com/office/drawing/2014/main" id="{1D69FA46-5906-0FCD-2ACF-C47E434E2688}"/>
                </a:ext>
              </a:extLst>
            </p:cNvPr>
            <p:cNvSpPr/>
            <p:nvPr/>
          </p:nvSpPr>
          <p:spPr>
            <a:xfrm>
              <a:off x="2699125" y="1151525"/>
              <a:ext cx="420200" cy="14450"/>
            </a:xfrm>
            <a:custGeom>
              <a:avLst/>
              <a:gdLst/>
              <a:ahLst/>
              <a:cxnLst/>
              <a:rect l="l" t="t" r="r" b="b"/>
              <a:pathLst>
                <a:path w="16808" h="578" extrusionOk="0">
                  <a:moveTo>
                    <a:pt x="289" y="0"/>
                  </a:moveTo>
                  <a:cubicBezTo>
                    <a:pt x="109" y="0"/>
                    <a:pt x="0" y="108"/>
                    <a:pt x="0" y="289"/>
                  </a:cubicBezTo>
                  <a:cubicBezTo>
                    <a:pt x="0" y="433"/>
                    <a:pt x="109" y="577"/>
                    <a:pt x="289" y="577"/>
                  </a:cubicBezTo>
                  <a:lnTo>
                    <a:pt x="16483" y="577"/>
                  </a:lnTo>
                  <a:cubicBezTo>
                    <a:pt x="16663" y="577"/>
                    <a:pt x="16808" y="433"/>
                    <a:pt x="16808" y="289"/>
                  </a:cubicBezTo>
                  <a:cubicBezTo>
                    <a:pt x="16808" y="108"/>
                    <a:pt x="16663" y="0"/>
                    <a:pt x="16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4921;p64">
              <a:extLst>
                <a:ext uri="{FF2B5EF4-FFF2-40B4-BE49-F238E27FC236}">
                  <a16:creationId xmlns:a16="http://schemas.microsoft.com/office/drawing/2014/main" id="{B4B3414B-4D0C-EF61-6BD8-B5AD6912C2EB}"/>
                </a:ext>
              </a:extLst>
            </p:cNvPr>
            <p:cNvSpPr/>
            <p:nvPr/>
          </p:nvSpPr>
          <p:spPr>
            <a:xfrm>
              <a:off x="2322225" y="1151525"/>
              <a:ext cx="304775" cy="14450"/>
            </a:xfrm>
            <a:custGeom>
              <a:avLst/>
              <a:gdLst/>
              <a:ahLst/>
              <a:cxnLst/>
              <a:rect l="l" t="t" r="r" b="b"/>
              <a:pathLst>
                <a:path w="12191" h="578" extrusionOk="0">
                  <a:moveTo>
                    <a:pt x="289" y="0"/>
                  </a:moveTo>
                  <a:cubicBezTo>
                    <a:pt x="145" y="0"/>
                    <a:pt x="0" y="108"/>
                    <a:pt x="0" y="289"/>
                  </a:cubicBezTo>
                  <a:cubicBezTo>
                    <a:pt x="0" y="433"/>
                    <a:pt x="145" y="577"/>
                    <a:pt x="289" y="577"/>
                  </a:cubicBezTo>
                  <a:lnTo>
                    <a:pt x="11902" y="577"/>
                  </a:lnTo>
                  <a:cubicBezTo>
                    <a:pt x="12047" y="577"/>
                    <a:pt x="12191" y="433"/>
                    <a:pt x="12191" y="289"/>
                  </a:cubicBezTo>
                  <a:cubicBezTo>
                    <a:pt x="12191" y="108"/>
                    <a:pt x="12047" y="0"/>
                    <a:pt x="1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4922;p64">
              <a:extLst>
                <a:ext uri="{FF2B5EF4-FFF2-40B4-BE49-F238E27FC236}">
                  <a16:creationId xmlns:a16="http://schemas.microsoft.com/office/drawing/2014/main" id="{0FFE6F8D-A996-6D3A-E646-B28B199AD39F}"/>
                </a:ext>
              </a:extLst>
            </p:cNvPr>
            <p:cNvSpPr/>
            <p:nvPr/>
          </p:nvSpPr>
          <p:spPr>
            <a:xfrm>
              <a:off x="2929950" y="1234475"/>
              <a:ext cx="189375" cy="14450"/>
            </a:xfrm>
            <a:custGeom>
              <a:avLst/>
              <a:gdLst/>
              <a:ahLst/>
              <a:cxnLst/>
              <a:rect l="l" t="t" r="r" b="b"/>
              <a:pathLst>
                <a:path w="7575" h="578" extrusionOk="0">
                  <a:moveTo>
                    <a:pt x="325" y="0"/>
                  </a:moveTo>
                  <a:cubicBezTo>
                    <a:pt x="145" y="0"/>
                    <a:pt x="1" y="144"/>
                    <a:pt x="1" y="289"/>
                  </a:cubicBezTo>
                  <a:cubicBezTo>
                    <a:pt x="1" y="469"/>
                    <a:pt x="145" y="577"/>
                    <a:pt x="325" y="577"/>
                  </a:cubicBezTo>
                  <a:lnTo>
                    <a:pt x="7250" y="577"/>
                  </a:lnTo>
                  <a:cubicBezTo>
                    <a:pt x="7430" y="577"/>
                    <a:pt x="7575" y="469"/>
                    <a:pt x="7575" y="289"/>
                  </a:cubicBezTo>
                  <a:cubicBezTo>
                    <a:pt x="7575" y="144"/>
                    <a:pt x="7430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4923;p64">
              <a:extLst>
                <a:ext uri="{FF2B5EF4-FFF2-40B4-BE49-F238E27FC236}">
                  <a16:creationId xmlns:a16="http://schemas.microsoft.com/office/drawing/2014/main" id="{D01E1A85-7AEE-78B0-CC3A-CE7A018C06CE}"/>
                </a:ext>
              </a:extLst>
            </p:cNvPr>
            <p:cNvSpPr/>
            <p:nvPr/>
          </p:nvSpPr>
          <p:spPr>
            <a:xfrm>
              <a:off x="2496250" y="1234475"/>
              <a:ext cx="376925" cy="14450"/>
            </a:xfrm>
            <a:custGeom>
              <a:avLst/>
              <a:gdLst/>
              <a:ahLst/>
              <a:cxnLst/>
              <a:rect l="l" t="t" r="r" b="b"/>
              <a:pathLst>
                <a:path w="15077" h="578" extrusionOk="0">
                  <a:moveTo>
                    <a:pt x="289" y="0"/>
                  </a:moveTo>
                  <a:cubicBezTo>
                    <a:pt x="108" y="0"/>
                    <a:pt x="0" y="144"/>
                    <a:pt x="0" y="289"/>
                  </a:cubicBezTo>
                  <a:cubicBezTo>
                    <a:pt x="0" y="469"/>
                    <a:pt x="108" y="577"/>
                    <a:pt x="289" y="577"/>
                  </a:cubicBezTo>
                  <a:lnTo>
                    <a:pt x="14788" y="577"/>
                  </a:lnTo>
                  <a:cubicBezTo>
                    <a:pt x="14932" y="577"/>
                    <a:pt x="15076" y="469"/>
                    <a:pt x="15076" y="289"/>
                  </a:cubicBezTo>
                  <a:cubicBezTo>
                    <a:pt x="15076" y="144"/>
                    <a:pt x="14932" y="0"/>
                    <a:pt x="14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4924;p64">
              <a:extLst>
                <a:ext uri="{FF2B5EF4-FFF2-40B4-BE49-F238E27FC236}">
                  <a16:creationId xmlns:a16="http://schemas.microsoft.com/office/drawing/2014/main" id="{F55686ED-83C0-8D01-1515-98DF7F591B6B}"/>
                </a:ext>
              </a:extLst>
            </p:cNvPr>
            <p:cNvSpPr/>
            <p:nvPr/>
          </p:nvSpPr>
          <p:spPr>
            <a:xfrm>
              <a:off x="2322225" y="1234475"/>
              <a:ext cx="109125" cy="14450"/>
            </a:xfrm>
            <a:custGeom>
              <a:avLst/>
              <a:gdLst/>
              <a:ahLst/>
              <a:cxnLst/>
              <a:rect l="l" t="t" r="r" b="b"/>
              <a:pathLst>
                <a:path w="4365" h="578" extrusionOk="0">
                  <a:moveTo>
                    <a:pt x="289" y="0"/>
                  </a:moveTo>
                  <a:cubicBezTo>
                    <a:pt x="145" y="0"/>
                    <a:pt x="0" y="144"/>
                    <a:pt x="0" y="289"/>
                  </a:cubicBezTo>
                  <a:cubicBezTo>
                    <a:pt x="0" y="469"/>
                    <a:pt x="145" y="577"/>
                    <a:pt x="289" y="577"/>
                  </a:cubicBezTo>
                  <a:lnTo>
                    <a:pt x="4076" y="577"/>
                  </a:lnTo>
                  <a:cubicBezTo>
                    <a:pt x="4220" y="577"/>
                    <a:pt x="4364" y="469"/>
                    <a:pt x="4364" y="289"/>
                  </a:cubicBezTo>
                  <a:cubicBezTo>
                    <a:pt x="4364" y="144"/>
                    <a:pt x="4220" y="0"/>
                    <a:pt x="4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4925;p64">
              <a:extLst>
                <a:ext uri="{FF2B5EF4-FFF2-40B4-BE49-F238E27FC236}">
                  <a16:creationId xmlns:a16="http://schemas.microsoft.com/office/drawing/2014/main" id="{DEEAC9E5-C56B-2189-D509-C533B199B642}"/>
                </a:ext>
              </a:extLst>
            </p:cNvPr>
            <p:cNvSpPr/>
            <p:nvPr/>
          </p:nvSpPr>
          <p:spPr>
            <a:xfrm>
              <a:off x="2647725" y="1306600"/>
              <a:ext cx="471600" cy="15350"/>
            </a:xfrm>
            <a:custGeom>
              <a:avLst/>
              <a:gdLst/>
              <a:ahLst/>
              <a:cxnLst/>
              <a:rect l="l" t="t" r="r" b="b"/>
              <a:pathLst>
                <a:path w="18864" h="614" extrusionOk="0">
                  <a:moveTo>
                    <a:pt x="325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69"/>
                    <a:pt x="145" y="614"/>
                    <a:pt x="325" y="614"/>
                  </a:cubicBezTo>
                  <a:lnTo>
                    <a:pt x="18539" y="614"/>
                  </a:lnTo>
                  <a:cubicBezTo>
                    <a:pt x="18719" y="614"/>
                    <a:pt x="18864" y="469"/>
                    <a:pt x="18864" y="325"/>
                  </a:cubicBezTo>
                  <a:cubicBezTo>
                    <a:pt x="18864" y="145"/>
                    <a:pt x="18719" y="1"/>
                    <a:pt x="18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4926;p64">
              <a:extLst>
                <a:ext uri="{FF2B5EF4-FFF2-40B4-BE49-F238E27FC236}">
                  <a16:creationId xmlns:a16="http://schemas.microsoft.com/office/drawing/2014/main" id="{3E991B8A-7126-781E-52B5-40E4711E47A5}"/>
                </a:ext>
              </a:extLst>
            </p:cNvPr>
            <p:cNvSpPr/>
            <p:nvPr/>
          </p:nvSpPr>
          <p:spPr>
            <a:xfrm>
              <a:off x="2322225" y="1306600"/>
              <a:ext cx="174050" cy="15350"/>
            </a:xfrm>
            <a:custGeom>
              <a:avLst/>
              <a:gdLst/>
              <a:ahLst/>
              <a:cxnLst/>
              <a:rect l="l" t="t" r="r" b="b"/>
              <a:pathLst>
                <a:path w="6962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325"/>
                  </a:cubicBezTo>
                  <a:cubicBezTo>
                    <a:pt x="0" y="469"/>
                    <a:pt x="145" y="614"/>
                    <a:pt x="289" y="614"/>
                  </a:cubicBezTo>
                  <a:lnTo>
                    <a:pt x="6673" y="614"/>
                  </a:lnTo>
                  <a:cubicBezTo>
                    <a:pt x="6853" y="614"/>
                    <a:pt x="6961" y="469"/>
                    <a:pt x="6961" y="325"/>
                  </a:cubicBezTo>
                  <a:cubicBezTo>
                    <a:pt x="6961" y="145"/>
                    <a:pt x="6853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4927;p64">
              <a:extLst>
                <a:ext uri="{FF2B5EF4-FFF2-40B4-BE49-F238E27FC236}">
                  <a16:creationId xmlns:a16="http://schemas.microsoft.com/office/drawing/2014/main" id="{6522009F-F277-618D-FB96-8A5DB37F8B30}"/>
                </a:ext>
              </a:extLst>
            </p:cNvPr>
            <p:cNvSpPr/>
            <p:nvPr/>
          </p:nvSpPr>
          <p:spPr>
            <a:xfrm>
              <a:off x="3024625" y="1390450"/>
              <a:ext cx="94700" cy="14450"/>
            </a:xfrm>
            <a:custGeom>
              <a:avLst/>
              <a:gdLst/>
              <a:ahLst/>
              <a:cxnLst/>
              <a:rect l="l" t="t" r="r" b="b"/>
              <a:pathLst>
                <a:path w="3788" h="578" extrusionOk="0">
                  <a:moveTo>
                    <a:pt x="289" y="1"/>
                  </a:moveTo>
                  <a:cubicBezTo>
                    <a:pt x="145" y="1"/>
                    <a:pt x="1" y="109"/>
                    <a:pt x="1" y="289"/>
                  </a:cubicBezTo>
                  <a:cubicBezTo>
                    <a:pt x="1" y="470"/>
                    <a:pt x="145" y="578"/>
                    <a:pt x="289" y="578"/>
                  </a:cubicBezTo>
                  <a:lnTo>
                    <a:pt x="3463" y="578"/>
                  </a:lnTo>
                  <a:cubicBezTo>
                    <a:pt x="3643" y="578"/>
                    <a:pt x="3788" y="470"/>
                    <a:pt x="3788" y="289"/>
                  </a:cubicBezTo>
                  <a:cubicBezTo>
                    <a:pt x="3788" y="109"/>
                    <a:pt x="3643" y="1"/>
                    <a:pt x="3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4928;p64">
              <a:extLst>
                <a:ext uri="{FF2B5EF4-FFF2-40B4-BE49-F238E27FC236}">
                  <a16:creationId xmlns:a16="http://schemas.microsoft.com/office/drawing/2014/main" id="{59D8FF28-8FEA-5D85-7DB7-8585C12A45F2}"/>
                </a:ext>
              </a:extLst>
            </p:cNvPr>
            <p:cNvSpPr/>
            <p:nvPr/>
          </p:nvSpPr>
          <p:spPr>
            <a:xfrm>
              <a:off x="2800100" y="1390450"/>
              <a:ext cx="174050" cy="14450"/>
            </a:xfrm>
            <a:custGeom>
              <a:avLst/>
              <a:gdLst/>
              <a:ahLst/>
              <a:cxnLst/>
              <a:rect l="l" t="t" r="r" b="b"/>
              <a:pathLst>
                <a:path w="6962" h="578" extrusionOk="0">
                  <a:moveTo>
                    <a:pt x="289" y="1"/>
                  </a:moveTo>
                  <a:cubicBezTo>
                    <a:pt x="145" y="1"/>
                    <a:pt x="1" y="109"/>
                    <a:pt x="1" y="289"/>
                  </a:cubicBezTo>
                  <a:cubicBezTo>
                    <a:pt x="1" y="470"/>
                    <a:pt x="145" y="578"/>
                    <a:pt x="289" y="578"/>
                  </a:cubicBezTo>
                  <a:lnTo>
                    <a:pt x="6673" y="578"/>
                  </a:lnTo>
                  <a:cubicBezTo>
                    <a:pt x="6854" y="578"/>
                    <a:pt x="6962" y="470"/>
                    <a:pt x="6962" y="289"/>
                  </a:cubicBezTo>
                  <a:cubicBezTo>
                    <a:pt x="6962" y="109"/>
                    <a:pt x="6854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4929;p64">
              <a:extLst>
                <a:ext uri="{FF2B5EF4-FFF2-40B4-BE49-F238E27FC236}">
                  <a16:creationId xmlns:a16="http://schemas.microsoft.com/office/drawing/2014/main" id="{F86C72FF-CC81-62AB-DDEE-C862D393FD84}"/>
                </a:ext>
              </a:extLst>
            </p:cNvPr>
            <p:cNvSpPr/>
            <p:nvPr/>
          </p:nvSpPr>
          <p:spPr>
            <a:xfrm>
              <a:off x="2322225" y="1390450"/>
              <a:ext cx="384125" cy="14450"/>
            </a:xfrm>
            <a:custGeom>
              <a:avLst/>
              <a:gdLst/>
              <a:ahLst/>
              <a:cxnLst/>
              <a:rect l="l" t="t" r="r" b="b"/>
              <a:pathLst>
                <a:path w="15365" h="578" extrusionOk="0">
                  <a:moveTo>
                    <a:pt x="289" y="1"/>
                  </a:moveTo>
                  <a:cubicBezTo>
                    <a:pt x="145" y="1"/>
                    <a:pt x="0" y="109"/>
                    <a:pt x="0" y="289"/>
                  </a:cubicBezTo>
                  <a:cubicBezTo>
                    <a:pt x="0" y="470"/>
                    <a:pt x="145" y="578"/>
                    <a:pt x="289" y="578"/>
                  </a:cubicBezTo>
                  <a:lnTo>
                    <a:pt x="15076" y="578"/>
                  </a:lnTo>
                  <a:cubicBezTo>
                    <a:pt x="15221" y="578"/>
                    <a:pt x="15365" y="470"/>
                    <a:pt x="15365" y="289"/>
                  </a:cubicBezTo>
                  <a:cubicBezTo>
                    <a:pt x="15365" y="109"/>
                    <a:pt x="15221" y="1"/>
                    <a:pt x="15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4930;p64">
              <a:extLst>
                <a:ext uri="{FF2B5EF4-FFF2-40B4-BE49-F238E27FC236}">
                  <a16:creationId xmlns:a16="http://schemas.microsoft.com/office/drawing/2014/main" id="{3B8282BD-43C1-B61C-158B-0A8EBEAB852E}"/>
                </a:ext>
              </a:extLst>
            </p:cNvPr>
            <p:cNvSpPr/>
            <p:nvPr/>
          </p:nvSpPr>
          <p:spPr>
            <a:xfrm>
              <a:off x="2699125" y="1473400"/>
              <a:ext cx="420200" cy="15375"/>
            </a:xfrm>
            <a:custGeom>
              <a:avLst/>
              <a:gdLst/>
              <a:ahLst/>
              <a:cxnLst/>
              <a:rect l="l" t="t" r="r" b="b"/>
              <a:pathLst>
                <a:path w="16808" h="615" extrusionOk="0">
                  <a:moveTo>
                    <a:pt x="289" y="1"/>
                  </a:moveTo>
                  <a:cubicBezTo>
                    <a:pt x="109" y="1"/>
                    <a:pt x="0" y="145"/>
                    <a:pt x="0" y="290"/>
                  </a:cubicBezTo>
                  <a:cubicBezTo>
                    <a:pt x="0" y="470"/>
                    <a:pt x="109" y="614"/>
                    <a:pt x="289" y="614"/>
                  </a:cubicBezTo>
                  <a:lnTo>
                    <a:pt x="16483" y="614"/>
                  </a:lnTo>
                  <a:cubicBezTo>
                    <a:pt x="16663" y="614"/>
                    <a:pt x="16808" y="470"/>
                    <a:pt x="16808" y="290"/>
                  </a:cubicBezTo>
                  <a:cubicBezTo>
                    <a:pt x="16808" y="145"/>
                    <a:pt x="16663" y="1"/>
                    <a:pt x="16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4931;p64">
              <a:extLst>
                <a:ext uri="{FF2B5EF4-FFF2-40B4-BE49-F238E27FC236}">
                  <a16:creationId xmlns:a16="http://schemas.microsoft.com/office/drawing/2014/main" id="{29ADD99B-F2BC-8B28-2879-11641A812C4F}"/>
                </a:ext>
              </a:extLst>
            </p:cNvPr>
            <p:cNvSpPr/>
            <p:nvPr/>
          </p:nvSpPr>
          <p:spPr>
            <a:xfrm>
              <a:off x="2322225" y="1473400"/>
              <a:ext cx="304775" cy="15375"/>
            </a:xfrm>
            <a:custGeom>
              <a:avLst/>
              <a:gdLst/>
              <a:ahLst/>
              <a:cxnLst/>
              <a:rect l="l" t="t" r="r" b="b"/>
              <a:pathLst>
                <a:path w="12191" h="615" extrusionOk="0">
                  <a:moveTo>
                    <a:pt x="289" y="1"/>
                  </a:moveTo>
                  <a:cubicBezTo>
                    <a:pt x="145" y="1"/>
                    <a:pt x="0" y="145"/>
                    <a:pt x="0" y="290"/>
                  </a:cubicBezTo>
                  <a:cubicBezTo>
                    <a:pt x="0" y="470"/>
                    <a:pt x="145" y="614"/>
                    <a:pt x="289" y="614"/>
                  </a:cubicBezTo>
                  <a:lnTo>
                    <a:pt x="11902" y="614"/>
                  </a:lnTo>
                  <a:cubicBezTo>
                    <a:pt x="12047" y="614"/>
                    <a:pt x="12191" y="470"/>
                    <a:pt x="12191" y="290"/>
                  </a:cubicBezTo>
                  <a:cubicBezTo>
                    <a:pt x="12191" y="145"/>
                    <a:pt x="12047" y="1"/>
                    <a:pt x="11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4932;p64">
              <a:extLst>
                <a:ext uri="{FF2B5EF4-FFF2-40B4-BE49-F238E27FC236}">
                  <a16:creationId xmlns:a16="http://schemas.microsoft.com/office/drawing/2014/main" id="{8021FBE9-518D-4262-5B23-42056DBCD404}"/>
                </a:ext>
              </a:extLst>
            </p:cNvPr>
            <p:cNvSpPr/>
            <p:nvPr/>
          </p:nvSpPr>
          <p:spPr>
            <a:xfrm>
              <a:off x="2929950" y="1556375"/>
              <a:ext cx="189375" cy="15350"/>
            </a:xfrm>
            <a:custGeom>
              <a:avLst/>
              <a:gdLst/>
              <a:ahLst/>
              <a:cxnLst/>
              <a:rect l="l" t="t" r="r" b="b"/>
              <a:pathLst>
                <a:path w="7575" h="614" extrusionOk="0">
                  <a:moveTo>
                    <a:pt x="325" y="0"/>
                  </a:moveTo>
                  <a:cubicBezTo>
                    <a:pt x="145" y="0"/>
                    <a:pt x="1" y="144"/>
                    <a:pt x="1" y="325"/>
                  </a:cubicBezTo>
                  <a:cubicBezTo>
                    <a:pt x="1" y="469"/>
                    <a:pt x="145" y="613"/>
                    <a:pt x="325" y="613"/>
                  </a:cubicBezTo>
                  <a:lnTo>
                    <a:pt x="7250" y="613"/>
                  </a:lnTo>
                  <a:cubicBezTo>
                    <a:pt x="7430" y="613"/>
                    <a:pt x="7575" y="469"/>
                    <a:pt x="7575" y="325"/>
                  </a:cubicBezTo>
                  <a:cubicBezTo>
                    <a:pt x="7575" y="144"/>
                    <a:pt x="7430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4933;p64">
              <a:extLst>
                <a:ext uri="{FF2B5EF4-FFF2-40B4-BE49-F238E27FC236}">
                  <a16:creationId xmlns:a16="http://schemas.microsoft.com/office/drawing/2014/main" id="{A8CB751B-4747-CEBB-CA4D-1C6FF2B122EE}"/>
                </a:ext>
              </a:extLst>
            </p:cNvPr>
            <p:cNvSpPr/>
            <p:nvPr/>
          </p:nvSpPr>
          <p:spPr>
            <a:xfrm>
              <a:off x="2496250" y="1556375"/>
              <a:ext cx="376925" cy="15350"/>
            </a:xfrm>
            <a:custGeom>
              <a:avLst/>
              <a:gdLst/>
              <a:ahLst/>
              <a:cxnLst/>
              <a:rect l="l" t="t" r="r" b="b"/>
              <a:pathLst>
                <a:path w="15077" h="614" extrusionOk="0">
                  <a:moveTo>
                    <a:pt x="289" y="0"/>
                  </a:moveTo>
                  <a:cubicBezTo>
                    <a:pt x="108" y="0"/>
                    <a:pt x="0" y="144"/>
                    <a:pt x="0" y="325"/>
                  </a:cubicBezTo>
                  <a:cubicBezTo>
                    <a:pt x="0" y="469"/>
                    <a:pt x="108" y="613"/>
                    <a:pt x="289" y="613"/>
                  </a:cubicBezTo>
                  <a:lnTo>
                    <a:pt x="14788" y="613"/>
                  </a:lnTo>
                  <a:cubicBezTo>
                    <a:pt x="14932" y="613"/>
                    <a:pt x="15076" y="469"/>
                    <a:pt x="15076" y="325"/>
                  </a:cubicBezTo>
                  <a:cubicBezTo>
                    <a:pt x="15076" y="144"/>
                    <a:pt x="14932" y="0"/>
                    <a:pt x="14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4934;p64">
              <a:extLst>
                <a:ext uri="{FF2B5EF4-FFF2-40B4-BE49-F238E27FC236}">
                  <a16:creationId xmlns:a16="http://schemas.microsoft.com/office/drawing/2014/main" id="{011AA133-9138-0308-623D-DE99738FD2E4}"/>
                </a:ext>
              </a:extLst>
            </p:cNvPr>
            <p:cNvSpPr/>
            <p:nvPr/>
          </p:nvSpPr>
          <p:spPr>
            <a:xfrm>
              <a:off x="2322225" y="1556375"/>
              <a:ext cx="109125" cy="15350"/>
            </a:xfrm>
            <a:custGeom>
              <a:avLst/>
              <a:gdLst/>
              <a:ahLst/>
              <a:cxnLst/>
              <a:rect l="l" t="t" r="r" b="b"/>
              <a:pathLst>
                <a:path w="4365" h="614" extrusionOk="0">
                  <a:moveTo>
                    <a:pt x="289" y="0"/>
                  </a:moveTo>
                  <a:cubicBezTo>
                    <a:pt x="145" y="0"/>
                    <a:pt x="0" y="144"/>
                    <a:pt x="0" y="325"/>
                  </a:cubicBezTo>
                  <a:cubicBezTo>
                    <a:pt x="0" y="469"/>
                    <a:pt x="145" y="613"/>
                    <a:pt x="289" y="613"/>
                  </a:cubicBezTo>
                  <a:lnTo>
                    <a:pt x="4076" y="613"/>
                  </a:lnTo>
                  <a:cubicBezTo>
                    <a:pt x="4220" y="613"/>
                    <a:pt x="4364" y="469"/>
                    <a:pt x="4364" y="325"/>
                  </a:cubicBezTo>
                  <a:cubicBezTo>
                    <a:pt x="4364" y="144"/>
                    <a:pt x="4220" y="0"/>
                    <a:pt x="4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4935;p64">
              <a:extLst>
                <a:ext uri="{FF2B5EF4-FFF2-40B4-BE49-F238E27FC236}">
                  <a16:creationId xmlns:a16="http://schemas.microsoft.com/office/drawing/2014/main" id="{0CB06FA8-CED2-6EEC-686F-94F300AE1798}"/>
                </a:ext>
              </a:extLst>
            </p:cNvPr>
            <p:cNvSpPr/>
            <p:nvPr/>
          </p:nvSpPr>
          <p:spPr>
            <a:xfrm>
              <a:off x="2647725" y="1629400"/>
              <a:ext cx="471600" cy="15350"/>
            </a:xfrm>
            <a:custGeom>
              <a:avLst/>
              <a:gdLst/>
              <a:ahLst/>
              <a:cxnLst/>
              <a:rect l="l" t="t" r="r" b="b"/>
              <a:pathLst>
                <a:path w="18864" h="614" extrusionOk="0">
                  <a:moveTo>
                    <a:pt x="325" y="1"/>
                  </a:moveTo>
                  <a:cubicBezTo>
                    <a:pt x="145" y="1"/>
                    <a:pt x="1" y="145"/>
                    <a:pt x="1" y="289"/>
                  </a:cubicBezTo>
                  <a:cubicBezTo>
                    <a:pt x="1" y="469"/>
                    <a:pt x="145" y="614"/>
                    <a:pt x="325" y="614"/>
                  </a:cubicBezTo>
                  <a:lnTo>
                    <a:pt x="18539" y="614"/>
                  </a:lnTo>
                  <a:cubicBezTo>
                    <a:pt x="18719" y="614"/>
                    <a:pt x="18864" y="469"/>
                    <a:pt x="18864" y="289"/>
                  </a:cubicBezTo>
                  <a:cubicBezTo>
                    <a:pt x="18864" y="145"/>
                    <a:pt x="18719" y="1"/>
                    <a:pt x="18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4936;p64">
              <a:extLst>
                <a:ext uri="{FF2B5EF4-FFF2-40B4-BE49-F238E27FC236}">
                  <a16:creationId xmlns:a16="http://schemas.microsoft.com/office/drawing/2014/main" id="{A7AADAC9-5C5D-95CB-DD15-732944EE5B52}"/>
                </a:ext>
              </a:extLst>
            </p:cNvPr>
            <p:cNvSpPr/>
            <p:nvPr/>
          </p:nvSpPr>
          <p:spPr>
            <a:xfrm>
              <a:off x="2322225" y="1629400"/>
              <a:ext cx="174050" cy="15350"/>
            </a:xfrm>
            <a:custGeom>
              <a:avLst/>
              <a:gdLst/>
              <a:ahLst/>
              <a:cxnLst/>
              <a:rect l="l" t="t" r="r" b="b"/>
              <a:pathLst>
                <a:path w="6962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289"/>
                  </a:cubicBezTo>
                  <a:cubicBezTo>
                    <a:pt x="0" y="469"/>
                    <a:pt x="145" y="614"/>
                    <a:pt x="289" y="614"/>
                  </a:cubicBezTo>
                  <a:lnTo>
                    <a:pt x="6673" y="614"/>
                  </a:lnTo>
                  <a:cubicBezTo>
                    <a:pt x="6853" y="614"/>
                    <a:pt x="6961" y="469"/>
                    <a:pt x="6961" y="289"/>
                  </a:cubicBezTo>
                  <a:cubicBezTo>
                    <a:pt x="6961" y="145"/>
                    <a:pt x="6853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4937;p64">
              <a:extLst>
                <a:ext uri="{FF2B5EF4-FFF2-40B4-BE49-F238E27FC236}">
                  <a16:creationId xmlns:a16="http://schemas.microsoft.com/office/drawing/2014/main" id="{EAB0BC2B-24FC-958C-5EF5-BA45D1F82B93}"/>
                </a:ext>
              </a:extLst>
            </p:cNvPr>
            <p:cNvSpPr/>
            <p:nvPr/>
          </p:nvSpPr>
          <p:spPr>
            <a:xfrm>
              <a:off x="3024625" y="1712350"/>
              <a:ext cx="94700" cy="15350"/>
            </a:xfrm>
            <a:custGeom>
              <a:avLst/>
              <a:gdLst/>
              <a:ahLst/>
              <a:cxnLst/>
              <a:rect l="l" t="t" r="r" b="b"/>
              <a:pathLst>
                <a:path w="3788" h="614" extrusionOk="0">
                  <a:moveTo>
                    <a:pt x="289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70"/>
                    <a:pt x="145" y="614"/>
                    <a:pt x="289" y="614"/>
                  </a:cubicBezTo>
                  <a:lnTo>
                    <a:pt x="3463" y="614"/>
                  </a:lnTo>
                  <a:cubicBezTo>
                    <a:pt x="3643" y="614"/>
                    <a:pt x="3788" y="470"/>
                    <a:pt x="3788" y="325"/>
                  </a:cubicBezTo>
                  <a:cubicBezTo>
                    <a:pt x="3788" y="145"/>
                    <a:pt x="3643" y="1"/>
                    <a:pt x="3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4938;p64">
              <a:extLst>
                <a:ext uri="{FF2B5EF4-FFF2-40B4-BE49-F238E27FC236}">
                  <a16:creationId xmlns:a16="http://schemas.microsoft.com/office/drawing/2014/main" id="{2C84288C-59AA-52B2-0B77-5EECA7094FFE}"/>
                </a:ext>
              </a:extLst>
            </p:cNvPr>
            <p:cNvSpPr/>
            <p:nvPr/>
          </p:nvSpPr>
          <p:spPr>
            <a:xfrm>
              <a:off x="2800100" y="1712350"/>
              <a:ext cx="174050" cy="15350"/>
            </a:xfrm>
            <a:custGeom>
              <a:avLst/>
              <a:gdLst/>
              <a:ahLst/>
              <a:cxnLst/>
              <a:rect l="l" t="t" r="r" b="b"/>
              <a:pathLst>
                <a:path w="6962" h="614" extrusionOk="0">
                  <a:moveTo>
                    <a:pt x="289" y="1"/>
                  </a:moveTo>
                  <a:cubicBezTo>
                    <a:pt x="145" y="1"/>
                    <a:pt x="1" y="145"/>
                    <a:pt x="1" y="325"/>
                  </a:cubicBezTo>
                  <a:cubicBezTo>
                    <a:pt x="1" y="470"/>
                    <a:pt x="145" y="614"/>
                    <a:pt x="289" y="614"/>
                  </a:cubicBezTo>
                  <a:lnTo>
                    <a:pt x="6673" y="614"/>
                  </a:lnTo>
                  <a:cubicBezTo>
                    <a:pt x="6854" y="614"/>
                    <a:pt x="6962" y="470"/>
                    <a:pt x="6962" y="325"/>
                  </a:cubicBezTo>
                  <a:cubicBezTo>
                    <a:pt x="6962" y="145"/>
                    <a:pt x="6854" y="1"/>
                    <a:pt x="6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4939;p64">
              <a:extLst>
                <a:ext uri="{FF2B5EF4-FFF2-40B4-BE49-F238E27FC236}">
                  <a16:creationId xmlns:a16="http://schemas.microsoft.com/office/drawing/2014/main" id="{4E3EBA33-D77F-DD4D-803F-BC65B7D19BEC}"/>
                </a:ext>
              </a:extLst>
            </p:cNvPr>
            <p:cNvSpPr/>
            <p:nvPr/>
          </p:nvSpPr>
          <p:spPr>
            <a:xfrm>
              <a:off x="2322225" y="1712350"/>
              <a:ext cx="384125" cy="15350"/>
            </a:xfrm>
            <a:custGeom>
              <a:avLst/>
              <a:gdLst/>
              <a:ahLst/>
              <a:cxnLst/>
              <a:rect l="l" t="t" r="r" b="b"/>
              <a:pathLst>
                <a:path w="15365" h="614" extrusionOk="0">
                  <a:moveTo>
                    <a:pt x="289" y="1"/>
                  </a:moveTo>
                  <a:cubicBezTo>
                    <a:pt x="145" y="1"/>
                    <a:pt x="0" y="145"/>
                    <a:pt x="0" y="325"/>
                  </a:cubicBezTo>
                  <a:cubicBezTo>
                    <a:pt x="0" y="470"/>
                    <a:pt x="145" y="614"/>
                    <a:pt x="289" y="614"/>
                  </a:cubicBezTo>
                  <a:lnTo>
                    <a:pt x="15076" y="614"/>
                  </a:lnTo>
                  <a:cubicBezTo>
                    <a:pt x="15221" y="614"/>
                    <a:pt x="15365" y="470"/>
                    <a:pt x="15365" y="325"/>
                  </a:cubicBezTo>
                  <a:cubicBezTo>
                    <a:pt x="15365" y="145"/>
                    <a:pt x="15221" y="1"/>
                    <a:pt x="15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4940;p64">
              <a:extLst>
                <a:ext uri="{FF2B5EF4-FFF2-40B4-BE49-F238E27FC236}">
                  <a16:creationId xmlns:a16="http://schemas.microsoft.com/office/drawing/2014/main" id="{C506AC88-6AF9-1C0A-BCA7-33331F349311}"/>
                </a:ext>
              </a:extLst>
            </p:cNvPr>
            <p:cNvSpPr/>
            <p:nvPr/>
          </p:nvSpPr>
          <p:spPr>
            <a:xfrm>
              <a:off x="2699125" y="1795300"/>
              <a:ext cx="420200" cy="15375"/>
            </a:xfrm>
            <a:custGeom>
              <a:avLst/>
              <a:gdLst/>
              <a:ahLst/>
              <a:cxnLst/>
              <a:rect l="l" t="t" r="r" b="b"/>
              <a:pathLst>
                <a:path w="16808" h="615" extrusionOk="0">
                  <a:moveTo>
                    <a:pt x="289" y="1"/>
                  </a:moveTo>
                  <a:cubicBezTo>
                    <a:pt x="109" y="1"/>
                    <a:pt x="0" y="145"/>
                    <a:pt x="0" y="326"/>
                  </a:cubicBezTo>
                  <a:cubicBezTo>
                    <a:pt x="0" y="470"/>
                    <a:pt x="109" y="614"/>
                    <a:pt x="289" y="614"/>
                  </a:cubicBezTo>
                  <a:lnTo>
                    <a:pt x="16483" y="614"/>
                  </a:lnTo>
                  <a:cubicBezTo>
                    <a:pt x="16663" y="614"/>
                    <a:pt x="16808" y="470"/>
                    <a:pt x="16808" y="326"/>
                  </a:cubicBezTo>
                  <a:cubicBezTo>
                    <a:pt x="16808" y="145"/>
                    <a:pt x="16663" y="1"/>
                    <a:pt x="16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4941;p64">
              <a:extLst>
                <a:ext uri="{FF2B5EF4-FFF2-40B4-BE49-F238E27FC236}">
                  <a16:creationId xmlns:a16="http://schemas.microsoft.com/office/drawing/2014/main" id="{87F34449-5BA2-0087-CAD8-F42B5B495C21}"/>
                </a:ext>
              </a:extLst>
            </p:cNvPr>
            <p:cNvSpPr/>
            <p:nvPr/>
          </p:nvSpPr>
          <p:spPr>
            <a:xfrm>
              <a:off x="2322225" y="1795300"/>
              <a:ext cx="304775" cy="15375"/>
            </a:xfrm>
            <a:custGeom>
              <a:avLst/>
              <a:gdLst/>
              <a:ahLst/>
              <a:cxnLst/>
              <a:rect l="l" t="t" r="r" b="b"/>
              <a:pathLst>
                <a:path w="12191" h="615" extrusionOk="0">
                  <a:moveTo>
                    <a:pt x="289" y="1"/>
                  </a:moveTo>
                  <a:cubicBezTo>
                    <a:pt x="145" y="1"/>
                    <a:pt x="0" y="145"/>
                    <a:pt x="0" y="326"/>
                  </a:cubicBezTo>
                  <a:cubicBezTo>
                    <a:pt x="0" y="470"/>
                    <a:pt x="145" y="614"/>
                    <a:pt x="289" y="614"/>
                  </a:cubicBezTo>
                  <a:lnTo>
                    <a:pt x="11902" y="614"/>
                  </a:lnTo>
                  <a:cubicBezTo>
                    <a:pt x="12047" y="614"/>
                    <a:pt x="12191" y="470"/>
                    <a:pt x="12191" y="326"/>
                  </a:cubicBezTo>
                  <a:cubicBezTo>
                    <a:pt x="12191" y="145"/>
                    <a:pt x="12047" y="1"/>
                    <a:pt x="11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4942;p64">
              <a:extLst>
                <a:ext uri="{FF2B5EF4-FFF2-40B4-BE49-F238E27FC236}">
                  <a16:creationId xmlns:a16="http://schemas.microsoft.com/office/drawing/2014/main" id="{E798D0D6-B303-BC40-6AC6-E4ACB13BF3E6}"/>
                </a:ext>
              </a:extLst>
            </p:cNvPr>
            <p:cNvSpPr/>
            <p:nvPr/>
          </p:nvSpPr>
          <p:spPr>
            <a:xfrm>
              <a:off x="2929950" y="1879175"/>
              <a:ext cx="189375" cy="14450"/>
            </a:xfrm>
            <a:custGeom>
              <a:avLst/>
              <a:gdLst/>
              <a:ahLst/>
              <a:cxnLst/>
              <a:rect l="l" t="t" r="r" b="b"/>
              <a:pathLst>
                <a:path w="7575" h="578" extrusionOk="0">
                  <a:moveTo>
                    <a:pt x="325" y="0"/>
                  </a:moveTo>
                  <a:cubicBezTo>
                    <a:pt x="145" y="0"/>
                    <a:pt x="1" y="108"/>
                    <a:pt x="1" y="289"/>
                  </a:cubicBezTo>
                  <a:cubicBezTo>
                    <a:pt x="1" y="469"/>
                    <a:pt x="145" y="577"/>
                    <a:pt x="325" y="577"/>
                  </a:cubicBezTo>
                  <a:lnTo>
                    <a:pt x="7250" y="577"/>
                  </a:lnTo>
                  <a:cubicBezTo>
                    <a:pt x="7430" y="577"/>
                    <a:pt x="7575" y="469"/>
                    <a:pt x="7575" y="289"/>
                  </a:cubicBezTo>
                  <a:cubicBezTo>
                    <a:pt x="7575" y="108"/>
                    <a:pt x="7430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4943;p64">
              <a:extLst>
                <a:ext uri="{FF2B5EF4-FFF2-40B4-BE49-F238E27FC236}">
                  <a16:creationId xmlns:a16="http://schemas.microsoft.com/office/drawing/2014/main" id="{0A1671D6-9E5D-A74A-27F2-CB2B6596679D}"/>
                </a:ext>
              </a:extLst>
            </p:cNvPr>
            <p:cNvSpPr/>
            <p:nvPr/>
          </p:nvSpPr>
          <p:spPr>
            <a:xfrm>
              <a:off x="2496250" y="1879175"/>
              <a:ext cx="376925" cy="14450"/>
            </a:xfrm>
            <a:custGeom>
              <a:avLst/>
              <a:gdLst/>
              <a:ahLst/>
              <a:cxnLst/>
              <a:rect l="l" t="t" r="r" b="b"/>
              <a:pathLst>
                <a:path w="15077" h="578" extrusionOk="0">
                  <a:moveTo>
                    <a:pt x="289" y="0"/>
                  </a:moveTo>
                  <a:cubicBezTo>
                    <a:pt x="108" y="0"/>
                    <a:pt x="0" y="108"/>
                    <a:pt x="0" y="289"/>
                  </a:cubicBezTo>
                  <a:cubicBezTo>
                    <a:pt x="0" y="469"/>
                    <a:pt x="108" y="577"/>
                    <a:pt x="289" y="577"/>
                  </a:cubicBezTo>
                  <a:lnTo>
                    <a:pt x="14788" y="577"/>
                  </a:lnTo>
                  <a:cubicBezTo>
                    <a:pt x="14932" y="577"/>
                    <a:pt x="15076" y="469"/>
                    <a:pt x="15076" y="289"/>
                  </a:cubicBezTo>
                  <a:cubicBezTo>
                    <a:pt x="15076" y="108"/>
                    <a:pt x="14932" y="0"/>
                    <a:pt x="14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4944;p64">
              <a:extLst>
                <a:ext uri="{FF2B5EF4-FFF2-40B4-BE49-F238E27FC236}">
                  <a16:creationId xmlns:a16="http://schemas.microsoft.com/office/drawing/2014/main" id="{79C5D5DF-B754-A5CD-ECFA-2012008F8BFD}"/>
                </a:ext>
              </a:extLst>
            </p:cNvPr>
            <p:cNvSpPr/>
            <p:nvPr/>
          </p:nvSpPr>
          <p:spPr>
            <a:xfrm>
              <a:off x="2322225" y="1879175"/>
              <a:ext cx="109125" cy="14450"/>
            </a:xfrm>
            <a:custGeom>
              <a:avLst/>
              <a:gdLst/>
              <a:ahLst/>
              <a:cxnLst/>
              <a:rect l="l" t="t" r="r" b="b"/>
              <a:pathLst>
                <a:path w="4365" h="578" extrusionOk="0">
                  <a:moveTo>
                    <a:pt x="289" y="0"/>
                  </a:moveTo>
                  <a:cubicBezTo>
                    <a:pt x="145" y="0"/>
                    <a:pt x="0" y="108"/>
                    <a:pt x="0" y="289"/>
                  </a:cubicBezTo>
                  <a:cubicBezTo>
                    <a:pt x="0" y="469"/>
                    <a:pt x="145" y="577"/>
                    <a:pt x="289" y="577"/>
                  </a:cubicBezTo>
                  <a:lnTo>
                    <a:pt x="4076" y="577"/>
                  </a:lnTo>
                  <a:cubicBezTo>
                    <a:pt x="4220" y="577"/>
                    <a:pt x="4364" y="469"/>
                    <a:pt x="4364" y="289"/>
                  </a:cubicBezTo>
                  <a:cubicBezTo>
                    <a:pt x="4364" y="108"/>
                    <a:pt x="4220" y="0"/>
                    <a:pt x="4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6" name="Google Shape;2196;p40">
            <a:extLst>
              <a:ext uri="{FF2B5EF4-FFF2-40B4-BE49-F238E27FC236}">
                <a16:creationId xmlns:a16="http://schemas.microsoft.com/office/drawing/2014/main" id="{269D3516-3A31-ECA3-8C53-D45FCCE45D17}"/>
              </a:ext>
            </a:extLst>
          </p:cNvPr>
          <p:cNvSpPr txBox="1">
            <a:spLocks/>
          </p:cNvSpPr>
          <p:nvPr/>
        </p:nvSpPr>
        <p:spPr>
          <a:xfrm>
            <a:off x="3675536" y="4640622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Fix</a:t>
            </a:r>
          </a:p>
        </p:txBody>
      </p:sp>
      <p:sp>
        <p:nvSpPr>
          <p:cNvPr id="3477" name="Google Shape;2197;p40">
            <a:extLst>
              <a:ext uri="{FF2B5EF4-FFF2-40B4-BE49-F238E27FC236}">
                <a16:creationId xmlns:a16="http://schemas.microsoft.com/office/drawing/2014/main" id="{9D32D1A4-25A3-F5A5-3CC0-FBEEA27C1CE9}"/>
              </a:ext>
            </a:extLst>
          </p:cNvPr>
          <p:cNvSpPr txBox="1">
            <a:spLocks/>
          </p:cNvSpPr>
          <p:nvPr/>
        </p:nvSpPr>
        <p:spPr>
          <a:xfrm>
            <a:off x="1010060" y="4640622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Analyze</a:t>
            </a:r>
          </a:p>
        </p:txBody>
      </p:sp>
      <p:sp>
        <p:nvSpPr>
          <p:cNvPr id="3478" name="Google Shape;2198;p40">
            <a:extLst>
              <a:ext uri="{FF2B5EF4-FFF2-40B4-BE49-F238E27FC236}">
                <a16:creationId xmlns:a16="http://schemas.microsoft.com/office/drawing/2014/main" id="{CF558069-85D7-826D-30A5-92373A287AFB}"/>
              </a:ext>
            </a:extLst>
          </p:cNvPr>
          <p:cNvSpPr txBox="1">
            <a:spLocks/>
          </p:cNvSpPr>
          <p:nvPr/>
        </p:nvSpPr>
        <p:spPr>
          <a:xfrm>
            <a:off x="6341012" y="4640622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Gather</a:t>
            </a:r>
          </a:p>
        </p:txBody>
      </p:sp>
    </p:spTree>
    <p:extLst>
      <p:ext uri="{BB962C8B-B14F-4D97-AF65-F5344CB8AC3E}">
        <p14:creationId xmlns:p14="http://schemas.microsoft.com/office/powerpoint/2010/main" val="2183493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6" grpId="0" build="p"/>
      <p:bldP spid="2197" grpId="0" build="p"/>
      <p:bldP spid="2198" grpId="0" build="p"/>
      <p:bldP spid="3476" grpId="0"/>
      <p:bldP spid="3477" grpId="0"/>
      <p:bldP spid="347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1BC0F60F-A372-9B1C-45AD-76876166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024A5CF6-963A-B72C-8346-203CAC16170E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Data Analysis &amp; Dashboard</a:t>
            </a:r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2EA39730-9A36-AB53-373B-B1DE4739A1D2}"/>
              </a:ext>
            </a:extLst>
          </p:cNvPr>
          <p:cNvSpPr txBox="1">
            <a:spLocks/>
          </p:cNvSpPr>
          <p:nvPr/>
        </p:nvSpPr>
        <p:spPr>
          <a:xfrm>
            <a:off x="957502" y="1011473"/>
            <a:ext cx="7228996" cy="37434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A6C249-543F-09A3-AD00-A3FCCFB55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265" y="914328"/>
            <a:ext cx="7201555" cy="3840550"/>
          </a:xfrm>
          <a:prstGeom prst="rect">
            <a:avLst/>
          </a:prstGeom>
        </p:spPr>
      </p:pic>
      <p:sp>
        <p:nvSpPr>
          <p:cNvPr id="2" name="Google Shape;1890;p36">
            <a:extLst>
              <a:ext uri="{FF2B5EF4-FFF2-40B4-BE49-F238E27FC236}">
                <a16:creationId xmlns:a16="http://schemas.microsoft.com/office/drawing/2014/main" id="{820D81E5-6E5A-1FFF-43E3-9F4030BC758B}"/>
              </a:ext>
            </a:extLst>
          </p:cNvPr>
          <p:cNvSpPr txBox="1">
            <a:spLocks/>
          </p:cNvSpPr>
          <p:nvPr/>
        </p:nvSpPr>
        <p:spPr>
          <a:xfrm>
            <a:off x="908265" y="4754879"/>
            <a:ext cx="7201555" cy="385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Collecting Data from Gas Companies through phone, Emails and site visits</a:t>
            </a:r>
          </a:p>
        </p:txBody>
      </p:sp>
    </p:spTree>
    <p:extLst>
      <p:ext uri="{BB962C8B-B14F-4D97-AF65-F5344CB8AC3E}">
        <p14:creationId xmlns:p14="http://schemas.microsoft.com/office/powerpoint/2010/main" val="174951915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18B615D4-4BAB-8963-D004-DE15D53D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0BDB4CEF-C9C4-CFCF-0A20-7593E5196FAD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Data Analysis &amp; Dashboard</a:t>
            </a:r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E0C8175C-0022-C613-D14B-B961F8C2BDE6}"/>
              </a:ext>
            </a:extLst>
          </p:cNvPr>
          <p:cNvSpPr txBox="1">
            <a:spLocks/>
          </p:cNvSpPr>
          <p:nvPr/>
        </p:nvSpPr>
        <p:spPr>
          <a:xfrm>
            <a:off x="957502" y="1011473"/>
            <a:ext cx="7228996" cy="37434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40999B-39DE-568C-81E3-BC5386827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02" y="871496"/>
            <a:ext cx="7138455" cy="3883382"/>
          </a:xfrm>
          <a:prstGeom prst="rect">
            <a:avLst/>
          </a:prstGeom>
        </p:spPr>
      </p:pic>
      <p:sp>
        <p:nvSpPr>
          <p:cNvPr id="2" name="Google Shape;1890;p36">
            <a:extLst>
              <a:ext uri="{FF2B5EF4-FFF2-40B4-BE49-F238E27FC236}">
                <a16:creationId xmlns:a16="http://schemas.microsoft.com/office/drawing/2014/main" id="{AC47D063-7C22-68DE-0FEE-F0398E5F7166}"/>
              </a:ext>
            </a:extLst>
          </p:cNvPr>
          <p:cNvSpPr txBox="1">
            <a:spLocks/>
          </p:cNvSpPr>
          <p:nvPr/>
        </p:nvSpPr>
        <p:spPr>
          <a:xfrm>
            <a:off x="957502" y="4754879"/>
            <a:ext cx="7152318" cy="385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Data Cleaning and Transformation Process to arrange and settle dataset Analysis </a:t>
            </a:r>
          </a:p>
        </p:txBody>
      </p:sp>
    </p:spTree>
    <p:extLst>
      <p:ext uri="{BB962C8B-B14F-4D97-AF65-F5344CB8AC3E}">
        <p14:creationId xmlns:p14="http://schemas.microsoft.com/office/powerpoint/2010/main" val="332455096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13C313FB-849C-767B-3B51-4970A0379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9205E36D-2DA4-D6C7-BB10-3583911D894B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Data Analysis &amp; Dashboard</a:t>
            </a:r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D091982A-29C8-8B8A-C724-08BB0BA63738}"/>
              </a:ext>
            </a:extLst>
          </p:cNvPr>
          <p:cNvSpPr txBox="1">
            <a:spLocks/>
          </p:cNvSpPr>
          <p:nvPr/>
        </p:nvSpPr>
        <p:spPr>
          <a:xfrm>
            <a:off x="957502" y="1011473"/>
            <a:ext cx="7228996" cy="37434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1FD093-D9B3-4E40-0C15-FCB07D2DF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72" y="1011473"/>
            <a:ext cx="7228996" cy="3743405"/>
          </a:xfrm>
          <a:prstGeom prst="rect">
            <a:avLst/>
          </a:prstGeom>
        </p:spPr>
      </p:pic>
      <p:sp>
        <p:nvSpPr>
          <p:cNvPr id="2" name="Google Shape;1890;p36">
            <a:extLst>
              <a:ext uri="{FF2B5EF4-FFF2-40B4-BE49-F238E27FC236}">
                <a16:creationId xmlns:a16="http://schemas.microsoft.com/office/drawing/2014/main" id="{515B2927-6F57-2820-F2A7-AEED8ECB3F7F}"/>
              </a:ext>
            </a:extLst>
          </p:cNvPr>
          <p:cNvSpPr txBox="1">
            <a:spLocks/>
          </p:cNvSpPr>
          <p:nvPr/>
        </p:nvSpPr>
        <p:spPr>
          <a:xfrm>
            <a:off x="908265" y="4754879"/>
            <a:ext cx="7201555" cy="385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Make Relationships between tables</a:t>
            </a:r>
          </a:p>
        </p:txBody>
      </p:sp>
    </p:spTree>
    <p:extLst>
      <p:ext uri="{BB962C8B-B14F-4D97-AF65-F5344CB8AC3E}">
        <p14:creationId xmlns:p14="http://schemas.microsoft.com/office/powerpoint/2010/main" val="34504238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920864F9-BAA6-EF86-8DE1-B65358C5F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61DD1762-F94B-DE2E-D2FF-8B232AB5875C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Data Analysis &amp; Dashboard</a:t>
            </a:r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909F2ABF-EA4C-8D6D-E361-447DA1C4BD4A}"/>
              </a:ext>
            </a:extLst>
          </p:cNvPr>
          <p:cNvSpPr txBox="1">
            <a:spLocks/>
          </p:cNvSpPr>
          <p:nvPr/>
        </p:nvSpPr>
        <p:spPr>
          <a:xfrm>
            <a:off x="957502" y="1011473"/>
            <a:ext cx="7228996" cy="37434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412A2E-945D-7CA4-0EEB-BD8CB36E8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59" y="914328"/>
            <a:ext cx="3697741" cy="3890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9D5EA9-742F-47A7-6A54-55CDB0408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914328"/>
            <a:ext cx="3523957" cy="3890844"/>
          </a:xfrm>
          <a:prstGeom prst="rect">
            <a:avLst/>
          </a:prstGeom>
        </p:spPr>
      </p:pic>
      <p:sp>
        <p:nvSpPr>
          <p:cNvPr id="2" name="Google Shape;1890;p36">
            <a:extLst>
              <a:ext uri="{FF2B5EF4-FFF2-40B4-BE49-F238E27FC236}">
                <a16:creationId xmlns:a16="http://schemas.microsoft.com/office/drawing/2014/main" id="{E715A981-FA9A-10D6-BA1C-A16303E7E33A}"/>
              </a:ext>
            </a:extLst>
          </p:cNvPr>
          <p:cNvSpPr txBox="1">
            <a:spLocks/>
          </p:cNvSpPr>
          <p:nvPr/>
        </p:nvSpPr>
        <p:spPr>
          <a:xfrm>
            <a:off x="908265" y="4754879"/>
            <a:ext cx="7201555" cy="385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Discuss insights and Pivot tables to review and make Dashboard Report </a:t>
            </a:r>
          </a:p>
        </p:txBody>
      </p:sp>
    </p:spTree>
    <p:extLst>
      <p:ext uri="{BB962C8B-B14F-4D97-AF65-F5344CB8AC3E}">
        <p14:creationId xmlns:p14="http://schemas.microsoft.com/office/powerpoint/2010/main" val="66249896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B0B50BAA-F0D0-6AFB-50E7-AC6D2D11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CB13834E-C9DD-CEBC-D3EE-428A98E1F53C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Data Analysis &amp; Dashboard</a:t>
            </a:r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7539A510-75A0-C67F-8808-39BCC8F022D6}"/>
              </a:ext>
            </a:extLst>
          </p:cNvPr>
          <p:cNvSpPr txBox="1">
            <a:spLocks/>
          </p:cNvSpPr>
          <p:nvPr/>
        </p:nvSpPr>
        <p:spPr>
          <a:xfrm>
            <a:off x="957502" y="1011473"/>
            <a:ext cx="7228996" cy="37434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C6C4E-3ADD-BCA2-3E16-548C607DF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65" y="1011473"/>
            <a:ext cx="7228996" cy="3743406"/>
          </a:xfrm>
          <a:prstGeom prst="rect">
            <a:avLst/>
          </a:prstGeom>
        </p:spPr>
      </p:pic>
      <p:sp>
        <p:nvSpPr>
          <p:cNvPr id="2" name="Google Shape;1890;p36">
            <a:extLst>
              <a:ext uri="{FF2B5EF4-FFF2-40B4-BE49-F238E27FC236}">
                <a16:creationId xmlns:a16="http://schemas.microsoft.com/office/drawing/2014/main" id="{FFF89365-E231-5557-12FE-8AAE2C1C8C2D}"/>
              </a:ext>
            </a:extLst>
          </p:cNvPr>
          <p:cNvSpPr txBox="1">
            <a:spLocks/>
          </p:cNvSpPr>
          <p:nvPr/>
        </p:nvSpPr>
        <p:spPr>
          <a:xfrm>
            <a:off x="908265" y="4754879"/>
            <a:ext cx="7201555" cy="385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Design Dashboard Layout and Home page Contains Slicers</a:t>
            </a:r>
          </a:p>
        </p:txBody>
      </p:sp>
    </p:spTree>
    <p:extLst>
      <p:ext uri="{BB962C8B-B14F-4D97-AF65-F5344CB8AC3E}">
        <p14:creationId xmlns:p14="http://schemas.microsoft.com/office/powerpoint/2010/main" val="125804340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4F21F32D-D2B1-3C60-138E-0C167D42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A21CBCB1-9B82-A112-A8CA-3021C9131DD9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Data Analysis &amp; Dashboard</a:t>
            </a:r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62531C30-6580-0D50-B4AE-659C171E4F84}"/>
              </a:ext>
            </a:extLst>
          </p:cNvPr>
          <p:cNvSpPr txBox="1">
            <a:spLocks/>
          </p:cNvSpPr>
          <p:nvPr/>
        </p:nvSpPr>
        <p:spPr>
          <a:xfrm>
            <a:off x="957502" y="1011473"/>
            <a:ext cx="7228996" cy="37434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A76E13-1302-AC5D-7ABB-2F98D98447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3" r="781"/>
          <a:stretch>
            <a:fillRect/>
          </a:stretch>
        </p:blipFill>
        <p:spPr>
          <a:xfrm>
            <a:off x="900331" y="914299"/>
            <a:ext cx="4267303" cy="21457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8B56A0-BAB3-CF6E-31C6-28672D425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332" y="3053043"/>
            <a:ext cx="4273437" cy="1965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6FD66A-B125-294D-DB26-1C533CBE39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7" b="-1"/>
          <a:stretch>
            <a:fillRect/>
          </a:stretch>
        </p:blipFill>
        <p:spPr>
          <a:xfrm>
            <a:off x="5167635" y="913504"/>
            <a:ext cx="2949423" cy="2145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41C52C-1354-55EE-20C7-935DC1EA48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7635" y="3052760"/>
            <a:ext cx="2949423" cy="196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60345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6DC4314C-42B3-C357-8ED6-A8806448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D1C09EBF-447D-D2CA-AE10-F741EE38D26C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Data Analysis &amp; Dashboard</a:t>
            </a:r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5D40A073-1EC9-8EAC-FEA4-E73FA1A0580D}"/>
              </a:ext>
            </a:extLst>
          </p:cNvPr>
          <p:cNvSpPr txBox="1">
            <a:spLocks/>
          </p:cNvSpPr>
          <p:nvPr/>
        </p:nvSpPr>
        <p:spPr>
          <a:xfrm>
            <a:off x="957502" y="1011473"/>
            <a:ext cx="7228996" cy="37434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F50CCD-C197-B229-DC66-A756095F8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63" y="848353"/>
            <a:ext cx="7228996" cy="420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8356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0" name="Google Shape;2640;p48"/>
          <p:cNvSpPr txBox="1">
            <a:spLocks noGrp="1"/>
          </p:cNvSpPr>
          <p:nvPr>
            <p:ph type="title"/>
          </p:nvPr>
        </p:nvSpPr>
        <p:spPr>
          <a:xfrm>
            <a:off x="723750" y="338323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Target</a:t>
            </a:r>
            <a:endParaRPr dirty="0"/>
          </a:p>
        </p:txBody>
      </p:sp>
      <p:sp>
        <p:nvSpPr>
          <p:cNvPr id="2642" name="Google Shape;2642;p48"/>
          <p:cNvSpPr txBox="1"/>
          <p:nvPr/>
        </p:nvSpPr>
        <p:spPr>
          <a:xfrm>
            <a:off x="697984" y="1243002"/>
            <a:ext cx="32187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Orders and Profits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643" name="Google Shape;2643;p48"/>
          <p:cNvSpPr txBox="1"/>
          <p:nvPr/>
        </p:nvSpPr>
        <p:spPr>
          <a:xfrm>
            <a:off x="5501969" y="790470"/>
            <a:ext cx="2752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Acceptance Percentage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211F81-BB58-71F0-7AB6-6AD289D55D82}"/>
              </a:ext>
            </a:extLst>
          </p:cNvPr>
          <p:cNvSpPr txBox="1"/>
          <p:nvPr/>
        </p:nvSpPr>
        <p:spPr>
          <a:xfrm>
            <a:off x="7960807" y="1082888"/>
            <a:ext cx="293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×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14A5A-0905-331B-8408-6626495A9A2E}"/>
              </a:ext>
            </a:extLst>
          </p:cNvPr>
          <p:cNvSpPr txBox="1"/>
          <p:nvPr/>
        </p:nvSpPr>
        <p:spPr>
          <a:xfrm>
            <a:off x="5501967" y="1053770"/>
            <a:ext cx="293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√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88B1F4-682B-C4EA-6E8B-D1FBE2B9D454}"/>
              </a:ext>
            </a:extLst>
          </p:cNvPr>
          <p:cNvGrpSpPr/>
          <p:nvPr/>
        </p:nvGrpSpPr>
        <p:grpSpPr>
          <a:xfrm>
            <a:off x="4950844" y="1407552"/>
            <a:ext cx="3303832" cy="327924"/>
            <a:chOff x="4950844" y="1407552"/>
            <a:chExt cx="3303832" cy="327924"/>
          </a:xfrm>
        </p:grpSpPr>
        <p:sp>
          <p:nvSpPr>
            <p:cNvPr id="2646" name="Google Shape;2646;p48"/>
            <p:cNvSpPr/>
            <p:nvPr/>
          </p:nvSpPr>
          <p:spPr>
            <a:xfrm rot="5400000">
              <a:off x="6769976" y="161655"/>
              <a:ext cx="218100" cy="275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48"/>
            <p:cNvSpPr/>
            <p:nvPr/>
          </p:nvSpPr>
          <p:spPr>
            <a:xfrm rot="5400000">
              <a:off x="5624454" y="1307452"/>
              <a:ext cx="218100" cy="4597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B05421D-E026-1229-7FE8-59CE0714976C}"/>
                </a:ext>
              </a:extLst>
            </p:cNvPr>
            <p:cNvSpPr txBox="1"/>
            <p:nvPr/>
          </p:nvSpPr>
          <p:spPr>
            <a:xfrm>
              <a:off x="4950844" y="1407552"/>
              <a:ext cx="7013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2025</a:t>
              </a:r>
            </a:p>
          </p:txBody>
        </p:sp>
        <p:sp>
          <p:nvSpPr>
            <p:cNvPr id="2644" name="Google Shape;2644;p48"/>
            <p:cNvSpPr txBox="1"/>
            <p:nvPr/>
          </p:nvSpPr>
          <p:spPr>
            <a:xfrm>
              <a:off x="5519948" y="1412162"/>
              <a:ext cx="622199" cy="323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2"/>
                  </a:solidFill>
                  <a:latin typeface="Fjalla One"/>
                  <a:ea typeface="Fjalla One"/>
                  <a:cs typeface="Fjalla One"/>
                  <a:sym typeface="Fjalla One"/>
                </a:rPr>
                <a:t>13%</a:t>
              </a:r>
              <a:endParaRPr sz="1200" dirty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2645" name="Google Shape;2645;p48"/>
            <p:cNvSpPr txBox="1"/>
            <p:nvPr/>
          </p:nvSpPr>
          <p:spPr>
            <a:xfrm>
              <a:off x="7723774" y="1423102"/>
              <a:ext cx="530395" cy="300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bg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87%</a:t>
              </a:r>
              <a:endParaRPr sz="1200" dirty="0">
                <a:solidFill>
                  <a:schemeClr val="bg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45F0D7B-B028-A430-7797-D9E913742688}"/>
              </a:ext>
            </a:extLst>
          </p:cNvPr>
          <p:cNvGrpSpPr/>
          <p:nvPr/>
        </p:nvGrpSpPr>
        <p:grpSpPr>
          <a:xfrm>
            <a:off x="4949846" y="1690157"/>
            <a:ext cx="3303832" cy="327924"/>
            <a:chOff x="4950844" y="1407552"/>
            <a:chExt cx="3303832" cy="327924"/>
          </a:xfrm>
        </p:grpSpPr>
        <p:sp>
          <p:nvSpPr>
            <p:cNvPr id="7" name="Google Shape;2646;p48">
              <a:extLst>
                <a:ext uri="{FF2B5EF4-FFF2-40B4-BE49-F238E27FC236}">
                  <a16:creationId xmlns:a16="http://schemas.microsoft.com/office/drawing/2014/main" id="{42F41D53-D89F-6A5E-3D89-5CC27545E080}"/>
                </a:ext>
              </a:extLst>
            </p:cNvPr>
            <p:cNvSpPr/>
            <p:nvPr/>
          </p:nvSpPr>
          <p:spPr>
            <a:xfrm rot="5400000">
              <a:off x="6769976" y="161655"/>
              <a:ext cx="218100" cy="275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647;p48">
              <a:extLst>
                <a:ext uri="{FF2B5EF4-FFF2-40B4-BE49-F238E27FC236}">
                  <a16:creationId xmlns:a16="http://schemas.microsoft.com/office/drawing/2014/main" id="{70DADDA2-DD97-6DAF-3A70-2DE723CADB91}"/>
                </a:ext>
              </a:extLst>
            </p:cNvPr>
            <p:cNvSpPr/>
            <p:nvPr/>
          </p:nvSpPr>
          <p:spPr>
            <a:xfrm rot="5400000">
              <a:off x="5624454" y="1307452"/>
              <a:ext cx="218100" cy="4597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BD2E4D-678A-3CB7-E2B3-0238B91709CB}"/>
                </a:ext>
              </a:extLst>
            </p:cNvPr>
            <p:cNvSpPr txBox="1"/>
            <p:nvPr/>
          </p:nvSpPr>
          <p:spPr>
            <a:xfrm>
              <a:off x="4950844" y="1407552"/>
              <a:ext cx="7013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2024</a:t>
              </a:r>
            </a:p>
          </p:txBody>
        </p:sp>
        <p:sp>
          <p:nvSpPr>
            <p:cNvPr id="10" name="Google Shape;2644;p48">
              <a:extLst>
                <a:ext uri="{FF2B5EF4-FFF2-40B4-BE49-F238E27FC236}">
                  <a16:creationId xmlns:a16="http://schemas.microsoft.com/office/drawing/2014/main" id="{7AA7763C-4520-1DDA-1A47-25BB74B690D9}"/>
                </a:ext>
              </a:extLst>
            </p:cNvPr>
            <p:cNvSpPr txBox="1"/>
            <p:nvPr/>
          </p:nvSpPr>
          <p:spPr>
            <a:xfrm>
              <a:off x="5519948" y="1412162"/>
              <a:ext cx="622199" cy="323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2"/>
                  </a:solidFill>
                  <a:latin typeface="Fjalla One"/>
                  <a:ea typeface="Fjalla One"/>
                  <a:cs typeface="Fjalla One"/>
                  <a:sym typeface="Fjalla One"/>
                </a:rPr>
                <a:t>13%</a:t>
              </a:r>
              <a:endParaRPr sz="1200" dirty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1" name="Google Shape;2645;p48">
              <a:extLst>
                <a:ext uri="{FF2B5EF4-FFF2-40B4-BE49-F238E27FC236}">
                  <a16:creationId xmlns:a16="http://schemas.microsoft.com/office/drawing/2014/main" id="{5BB11428-BC72-9F3C-A812-561D2E4461FA}"/>
                </a:ext>
              </a:extLst>
            </p:cNvPr>
            <p:cNvSpPr txBox="1"/>
            <p:nvPr/>
          </p:nvSpPr>
          <p:spPr>
            <a:xfrm>
              <a:off x="7723774" y="1423102"/>
              <a:ext cx="530395" cy="300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bg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87%</a:t>
              </a:r>
              <a:endParaRPr sz="1200" dirty="0">
                <a:solidFill>
                  <a:schemeClr val="bg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6E715D1-0F29-966E-2C70-C0ABEABC4247}"/>
              </a:ext>
            </a:extLst>
          </p:cNvPr>
          <p:cNvGrpSpPr/>
          <p:nvPr/>
        </p:nvGrpSpPr>
        <p:grpSpPr>
          <a:xfrm>
            <a:off x="4950345" y="1972762"/>
            <a:ext cx="3303832" cy="327924"/>
            <a:chOff x="4950844" y="1407552"/>
            <a:chExt cx="3303832" cy="327924"/>
          </a:xfrm>
        </p:grpSpPr>
        <p:sp>
          <p:nvSpPr>
            <p:cNvPr id="13" name="Google Shape;2646;p48">
              <a:extLst>
                <a:ext uri="{FF2B5EF4-FFF2-40B4-BE49-F238E27FC236}">
                  <a16:creationId xmlns:a16="http://schemas.microsoft.com/office/drawing/2014/main" id="{72D97ECB-DC3D-CA89-B2EB-D72FA53C9007}"/>
                </a:ext>
              </a:extLst>
            </p:cNvPr>
            <p:cNvSpPr/>
            <p:nvPr/>
          </p:nvSpPr>
          <p:spPr>
            <a:xfrm rot="5400000">
              <a:off x="6769976" y="161655"/>
              <a:ext cx="218100" cy="275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647;p48">
              <a:extLst>
                <a:ext uri="{FF2B5EF4-FFF2-40B4-BE49-F238E27FC236}">
                  <a16:creationId xmlns:a16="http://schemas.microsoft.com/office/drawing/2014/main" id="{5A229202-2193-50DD-5F2E-6905B8B92797}"/>
                </a:ext>
              </a:extLst>
            </p:cNvPr>
            <p:cNvSpPr/>
            <p:nvPr/>
          </p:nvSpPr>
          <p:spPr>
            <a:xfrm rot="5400000">
              <a:off x="5624454" y="1307452"/>
              <a:ext cx="218100" cy="4597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FD1BFB1-9DEA-DFC2-2BD0-9AFE252162BE}"/>
                </a:ext>
              </a:extLst>
            </p:cNvPr>
            <p:cNvSpPr txBox="1"/>
            <p:nvPr/>
          </p:nvSpPr>
          <p:spPr>
            <a:xfrm>
              <a:off x="4950844" y="1407552"/>
              <a:ext cx="7013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2023</a:t>
              </a:r>
            </a:p>
          </p:txBody>
        </p:sp>
        <p:sp>
          <p:nvSpPr>
            <p:cNvPr id="16" name="Google Shape;2644;p48">
              <a:extLst>
                <a:ext uri="{FF2B5EF4-FFF2-40B4-BE49-F238E27FC236}">
                  <a16:creationId xmlns:a16="http://schemas.microsoft.com/office/drawing/2014/main" id="{32AA4546-7514-AB18-8658-52B564B0D837}"/>
                </a:ext>
              </a:extLst>
            </p:cNvPr>
            <p:cNvSpPr txBox="1"/>
            <p:nvPr/>
          </p:nvSpPr>
          <p:spPr>
            <a:xfrm>
              <a:off x="5519948" y="1412162"/>
              <a:ext cx="622199" cy="323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2"/>
                  </a:solidFill>
                  <a:latin typeface="Fjalla One"/>
                  <a:ea typeface="Fjalla One"/>
                  <a:cs typeface="Fjalla One"/>
                  <a:sym typeface="Fjalla One"/>
                </a:rPr>
                <a:t>13%</a:t>
              </a:r>
              <a:endParaRPr sz="1200" dirty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7" name="Google Shape;2645;p48">
              <a:extLst>
                <a:ext uri="{FF2B5EF4-FFF2-40B4-BE49-F238E27FC236}">
                  <a16:creationId xmlns:a16="http://schemas.microsoft.com/office/drawing/2014/main" id="{FE1C259D-A155-0D06-A868-11D0C43FE9B9}"/>
                </a:ext>
              </a:extLst>
            </p:cNvPr>
            <p:cNvSpPr txBox="1"/>
            <p:nvPr/>
          </p:nvSpPr>
          <p:spPr>
            <a:xfrm>
              <a:off x="7723774" y="1423102"/>
              <a:ext cx="530395" cy="300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bg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87%</a:t>
              </a:r>
              <a:endParaRPr sz="1200" dirty="0">
                <a:solidFill>
                  <a:schemeClr val="bg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CBBFD35-606C-80EC-51BD-25FB81636F77}"/>
              </a:ext>
            </a:extLst>
          </p:cNvPr>
          <p:cNvGrpSpPr/>
          <p:nvPr/>
        </p:nvGrpSpPr>
        <p:grpSpPr>
          <a:xfrm>
            <a:off x="4949346" y="2255367"/>
            <a:ext cx="3303832" cy="327924"/>
            <a:chOff x="4950844" y="1407552"/>
            <a:chExt cx="3303832" cy="327924"/>
          </a:xfrm>
        </p:grpSpPr>
        <p:sp>
          <p:nvSpPr>
            <p:cNvPr id="19" name="Google Shape;2646;p48">
              <a:extLst>
                <a:ext uri="{FF2B5EF4-FFF2-40B4-BE49-F238E27FC236}">
                  <a16:creationId xmlns:a16="http://schemas.microsoft.com/office/drawing/2014/main" id="{8620B158-8C34-1F53-917A-DFFCC8DEA950}"/>
                </a:ext>
              </a:extLst>
            </p:cNvPr>
            <p:cNvSpPr/>
            <p:nvPr/>
          </p:nvSpPr>
          <p:spPr>
            <a:xfrm rot="5400000">
              <a:off x="6769976" y="161655"/>
              <a:ext cx="218100" cy="275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647;p48">
              <a:extLst>
                <a:ext uri="{FF2B5EF4-FFF2-40B4-BE49-F238E27FC236}">
                  <a16:creationId xmlns:a16="http://schemas.microsoft.com/office/drawing/2014/main" id="{9B26B4D2-89BE-D8B4-8E9D-CCC63DE46D0D}"/>
                </a:ext>
              </a:extLst>
            </p:cNvPr>
            <p:cNvSpPr/>
            <p:nvPr/>
          </p:nvSpPr>
          <p:spPr>
            <a:xfrm rot="5400000">
              <a:off x="5624454" y="1307452"/>
              <a:ext cx="218100" cy="4597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D1C409-27A6-3F5F-EB21-9A74D251E7EB}"/>
                </a:ext>
              </a:extLst>
            </p:cNvPr>
            <p:cNvSpPr txBox="1"/>
            <p:nvPr/>
          </p:nvSpPr>
          <p:spPr>
            <a:xfrm>
              <a:off x="4950844" y="1407552"/>
              <a:ext cx="7013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2022</a:t>
              </a:r>
            </a:p>
          </p:txBody>
        </p:sp>
        <p:sp>
          <p:nvSpPr>
            <p:cNvPr id="22" name="Google Shape;2644;p48">
              <a:extLst>
                <a:ext uri="{FF2B5EF4-FFF2-40B4-BE49-F238E27FC236}">
                  <a16:creationId xmlns:a16="http://schemas.microsoft.com/office/drawing/2014/main" id="{A43BA01B-7815-C7D0-8279-70240FB73703}"/>
                </a:ext>
              </a:extLst>
            </p:cNvPr>
            <p:cNvSpPr txBox="1"/>
            <p:nvPr/>
          </p:nvSpPr>
          <p:spPr>
            <a:xfrm>
              <a:off x="5519948" y="1412162"/>
              <a:ext cx="622199" cy="323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2"/>
                  </a:solidFill>
                  <a:latin typeface="Fjalla One"/>
                  <a:ea typeface="Fjalla One"/>
                  <a:cs typeface="Fjalla One"/>
                  <a:sym typeface="Fjalla One"/>
                </a:rPr>
                <a:t>13%</a:t>
              </a:r>
              <a:endParaRPr sz="1200" dirty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23" name="Google Shape;2645;p48">
              <a:extLst>
                <a:ext uri="{FF2B5EF4-FFF2-40B4-BE49-F238E27FC236}">
                  <a16:creationId xmlns:a16="http://schemas.microsoft.com/office/drawing/2014/main" id="{4FA85A46-4C68-A114-B084-9E52A232FE4D}"/>
                </a:ext>
              </a:extLst>
            </p:cNvPr>
            <p:cNvSpPr txBox="1"/>
            <p:nvPr/>
          </p:nvSpPr>
          <p:spPr>
            <a:xfrm>
              <a:off x="7723774" y="1423102"/>
              <a:ext cx="530395" cy="300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bg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87%</a:t>
              </a:r>
              <a:endParaRPr sz="1200" dirty="0">
                <a:solidFill>
                  <a:schemeClr val="bg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0B2D413-B400-48B4-A2E3-4E18ADF3DF94}"/>
              </a:ext>
            </a:extLst>
          </p:cNvPr>
          <p:cNvGrpSpPr/>
          <p:nvPr/>
        </p:nvGrpSpPr>
        <p:grpSpPr>
          <a:xfrm>
            <a:off x="4948846" y="2537972"/>
            <a:ext cx="3303832" cy="327924"/>
            <a:chOff x="4950844" y="1407552"/>
            <a:chExt cx="3303832" cy="327924"/>
          </a:xfrm>
        </p:grpSpPr>
        <p:sp>
          <p:nvSpPr>
            <p:cNvPr id="25" name="Google Shape;2646;p48">
              <a:extLst>
                <a:ext uri="{FF2B5EF4-FFF2-40B4-BE49-F238E27FC236}">
                  <a16:creationId xmlns:a16="http://schemas.microsoft.com/office/drawing/2014/main" id="{C9A0C740-5857-DA5E-5001-7559B752A269}"/>
                </a:ext>
              </a:extLst>
            </p:cNvPr>
            <p:cNvSpPr/>
            <p:nvPr/>
          </p:nvSpPr>
          <p:spPr>
            <a:xfrm rot="5400000">
              <a:off x="6769976" y="161655"/>
              <a:ext cx="218100" cy="275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47;p48">
              <a:extLst>
                <a:ext uri="{FF2B5EF4-FFF2-40B4-BE49-F238E27FC236}">
                  <a16:creationId xmlns:a16="http://schemas.microsoft.com/office/drawing/2014/main" id="{4E00F035-EDF1-26FC-5710-41863F95AECB}"/>
                </a:ext>
              </a:extLst>
            </p:cNvPr>
            <p:cNvSpPr/>
            <p:nvPr/>
          </p:nvSpPr>
          <p:spPr>
            <a:xfrm rot="5400000">
              <a:off x="5705701" y="1226205"/>
              <a:ext cx="218100" cy="622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8E01E0A-7D73-E350-8519-DBCF1F791DE3}"/>
                </a:ext>
              </a:extLst>
            </p:cNvPr>
            <p:cNvSpPr txBox="1"/>
            <p:nvPr/>
          </p:nvSpPr>
          <p:spPr>
            <a:xfrm>
              <a:off x="4950844" y="1407552"/>
              <a:ext cx="7013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2021</a:t>
              </a:r>
            </a:p>
          </p:txBody>
        </p:sp>
        <p:sp>
          <p:nvSpPr>
            <p:cNvPr id="28" name="Google Shape;2644;p48">
              <a:extLst>
                <a:ext uri="{FF2B5EF4-FFF2-40B4-BE49-F238E27FC236}">
                  <a16:creationId xmlns:a16="http://schemas.microsoft.com/office/drawing/2014/main" id="{889A122C-AEDC-0518-341C-42905334FF9A}"/>
                </a:ext>
              </a:extLst>
            </p:cNvPr>
            <p:cNvSpPr txBox="1"/>
            <p:nvPr/>
          </p:nvSpPr>
          <p:spPr>
            <a:xfrm>
              <a:off x="5519948" y="1412162"/>
              <a:ext cx="459706" cy="323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2"/>
                  </a:solidFill>
                  <a:latin typeface="Fjalla One"/>
                  <a:ea typeface="Fjalla One"/>
                  <a:cs typeface="Fjalla One"/>
                  <a:sym typeface="Fjalla One"/>
                </a:rPr>
                <a:t>17%</a:t>
              </a:r>
              <a:endParaRPr sz="1200" dirty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29" name="Google Shape;2645;p48">
              <a:extLst>
                <a:ext uri="{FF2B5EF4-FFF2-40B4-BE49-F238E27FC236}">
                  <a16:creationId xmlns:a16="http://schemas.microsoft.com/office/drawing/2014/main" id="{E1F9B591-BD44-343B-58C2-E4D09D211578}"/>
                </a:ext>
              </a:extLst>
            </p:cNvPr>
            <p:cNvSpPr txBox="1"/>
            <p:nvPr/>
          </p:nvSpPr>
          <p:spPr>
            <a:xfrm>
              <a:off x="7723774" y="1423102"/>
              <a:ext cx="530395" cy="300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bg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83%</a:t>
              </a:r>
              <a:endParaRPr sz="1200" dirty="0">
                <a:solidFill>
                  <a:schemeClr val="bg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441D811D-7315-574C-09E4-018FA4C0D9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451485"/>
              </p:ext>
            </p:extLst>
          </p:nvPr>
        </p:nvGraphicFramePr>
        <p:xfrm>
          <a:off x="158599" y="1301980"/>
          <a:ext cx="4284696" cy="3127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5ADCA2F2-131C-449D-C9EB-D229E37C27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0208219"/>
              </p:ext>
            </p:extLst>
          </p:nvPr>
        </p:nvGraphicFramePr>
        <p:xfrm>
          <a:off x="1108746" y="2032836"/>
          <a:ext cx="2384402" cy="1733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060ECE5D-6D00-662B-C377-2A61449D0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464F7148-1E17-386C-C182-B7F74BFE75EE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Root Cause Analysis</a:t>
            </a:r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DF3BBA3D-7A58-B386-B2AC-912AD75E8A70}"/>
              </a:ext>
            </a:extLst>
          </p:cNvPr>
          <p:cNvSpPr txBox="1">
            <a:spLocks/>
          </p:cNvSpPr>
          <p:nvPr/>
        </p:nvSpPr>
        <p:spPr>
          <a:xfrm>
            <a:off x="858579" y="1292827"/>
            <a:ext cx="7426843" cy="37434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The challenges are symptoms of </a:t>
            </a: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three interconnected systemic failures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  1. </a:t>
            </a:r>
            <a:r>
              <a:rPr lang="en-US" sz="1200" b="1" dirty="0">
                <a:solidFill>
                  <a:schemeClr val="accent1"/>
                </a:solidFill>
                <a:latin typeface="Barlow Semi Condensed Medium"/>
                <a:sym typeface="Barlow Semi Condensed Medium"/>
              </a:rPr>
              <a:t>Information &amp; Transparency Failure:</a:t>
            </a:r>
          </a:p>
          <a:p>
            <a:pPr marL="401638" indent="-233363">
              <a:buFont typeface="+mj-lt"/>
              <a:buAutoNum type="alphaL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Unclear requirements</a:t>
            </a:r>
            <a:r>
              <a:rPr lang="en-US" sz="1200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Citizens are often unsure about the documents and approvals needed, leading to repeated visits and wasted time.</a:t>
            </a:r>
          </a:p>
          <a:p>
            <a:pPr marL="401638" indent="-233363">
              <a:buFont typeface="+mj-lt"/>
              <a:buAutoNum type="alphaL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Uncertain timelines &amp; costs</a:t>
            </a:r>
            <a:r>
              <a:rPr lang="en-US" sz="1200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No clear guidance on how long the process will take or the exact fees involved, creating frustration and mistrust.</a:t>
            </a:r>
          </a:p>
          <a:p>
            <a:pPr marL="401638" indent="-233363">
              <a:buFont typeface="+mj-lt"/>
              <a:buAutoNum type="alphaL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Poor communication channels</a:t>
            </a:r>
            <a:r>
              <a:rPr lang="en-US" sz="1200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Lack of responsive customer support and absence of digital platforms to track progress, leaving applicants uninformed.</a:t>
            </a:r>
            <a:endParaRPr lang="en-US" sz="1200" dirty="0">
              <a:solidFill>
                <a:srgbClr val="494949"/>
              </a:solidFill>
              <a:latin typeface="Barlow Semi Condensed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  2. </a:t>
            </a:r>
            <a:r>
              <a:rPr lang="en-US" sz="1200" b="1" dirty="0">
                <a:solidFill>
                  <a:schemeClr val="accent1"/>
                </a:solidFill>
                <a:latin typeface="Barlow Semi Condensed Medium"/>
              </a:rPr>
              <a:t>Process &amp; Bureaucracy Failure:</a:t>
            </a:r>
          </a:p>
          <a:p>
            <a:pPr marL="401638" indent="-233363">
              <a:buFont typeface="+mj-lt"/>
              <a:buAutoNum type="alphaL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Manual, paper-based workflows</a:t>
            </a:r>
            <a:r>
              <a:rPr lang="en-US" sz="1200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Reliance on physical paperwork makes the process slow, error-prone, and prone to loss of documents.</a:t>
            </a:r>
          </a:p>
          <a:p>
            <a:pPr marL="401638" indent="-233363">
              <a:buFont typeface="+mj-lt"/>
              <a:buAutoNum type="alphaL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Inefficient scheduling</a:t>
            </a:r>
            <a:r>
              <a:rPr lang="en-US" sz="1200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Customers wait for long periods without knowing when technicians will arrive.</a:t>
            </a:r>
          </a:p>
          <a:p>
            <a:pPr marL="401638" indent="-233363">
              <a:buFont typeface="+mj-lt"/>
              <a:buAutoNum type="alphaL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No tracking system</a:t>
            </a:r>
            <a:r>
              <a:rPr lang="en-US" sz="1200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Applicants cannot monitor the status of their request, which increases uncertainty and dissatisfaction.</a:t>
            </a:r>
            <a:endParaRPr lang="en-US" sz="1200" dirty="0">
              <a:solidFill>
                <a:srgbClr val="494949"/>
              </a:solidFill>
              <a:latin typeface="Barlow Semi Condensed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  3. </a:t>
            </a:r>
            <a:r>
              <a:rPr lang="en-US" sz="1200" b="1" dirty="0">
                <a:solidFill>
                  <a:schemeClr val="accent1"/>
                </a:solidFill>
                <a:latin typeface="Barlow Semi Condensed Medium"/>
              </a:rPr>
              <a:t>Quality &amp; Standards Failure:</a:t>
            </a:r>
          </a:p>
          <a:p>
            <a:pPr marL="401638" indent="-233363">
              <a:buFont typeface="+mj-lt"/>
              <a:buAutoNum type="alphaL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Variable installation quality</a:t>
            </a:r>
            <a:r>
              <a:rPr lang="en-US" sz="1200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Different contractors or technicians may apply different standards, leading to safety risks and inconsistent outcomes.</a:t>
            </a:r>
          </a:p>
          <a:p>
            <a:pPr marL="401638" indent="-233363">
              <a:buFont typeface="+mj-lt"/>
              <a:buAutoNum type="alphaL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Safety concerns</a:t>
            </a:r>
            <a:r>
              <a:rPr lang="en-US" sz="1200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Poorly executed installations can create hazards for households.</a:t>
            </a:r>
          </a:p>
          <a:p>
            <a:pPr marL="401638" indent="-233363">
              <a:buFont typeface="+mj-lt"/>
              <a:buAutoNum type="alphaL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Unpredictable costs</a:t>
            </a:r>
            <a:r>
              <a:rPr lang="en-US" sz="1200" dirty="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Because of non-standardized practices, additional or hidden costs often appear, causing financial strain for citizens.</a:t>
            </a:r>
          </a:p>
          <a:p>
            <a:pPr marL="401638" indent="-233363">
              <a:buFont typeface="+mj-lt"/>
              <a:buAutoNum type="alphaLcPeriod"/>
            </a:pPr>
            <a:endParaRPr lang="en-US" sz="1200" dirty="0">
              <a:solidFill>
                <a:srgbClr val="494949"/>
              </a:solidFill>
              <a:latin typeface="Barlow Semi Condensed"/>
            </a:endParaRPr>
          </a:p>
          <a:p>
            <a:pPr marL="401638" marR="0" lvl="0" indent="-2333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65449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5FEE9262-DB57-5894-D672-00B027C07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9D7FC2B7-0A9A-6172-81E4-0B870D901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98309" y="2231136"/>
            <a:ext cx="4580793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dirty="0"/>
              <a:t>Solutions</a:t>
            </a: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F5C201B2-BC1B-2D6D-EAAA-B43C325BEA3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157" name="Google Shape;2157;p38">
            <a:extLst>
              <a:ext uri="{FF2B5EF4-FFF2-40B4-BE49-F238E27FC236}">
                <a16:creationId xmlns:a16="http://schemas.microsoft.com/office/drawing/2014/main" id="{DCC62093-882B-565C-D704-C13B7A6E8C5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47763" y="2999232"/>
            <a:ext cx="3648474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Easy, Trust, Connect, Safe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595081580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>
          <a:extLst>
            <a:ext uri="{FF2B5EF4-FFF2-40B4-BE49-F238E27FC236}">
              <a16:creationId xmlns:a16="http://schemas.microsoft.com/office/drawing/2014/main" id="{2050B93B-FB45-8D0D-7348-FE0415B01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>
            <a:extLst>
              <a:ext uri="{FF2B5EF4-FFF2-40B4-BE49-F238E27FC236}">
                <a16:creationId xmlns:a16="http://schemas.microsoft.com/office/drawing/2014/main" id="{DD3FAB65-C95A-2C2F-7CAD-C06A296034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Solutions</a:t>
            </a:r>
            <a:endParaRPr dirty="0"/>
          </a:p>
        </p:txBody>
      </p:sp>
      <p:sp>
        <p:nvSpPr>
          <p:cNvPr id="2225" name="Google Shape;2225;p41">
            <a:extLst>
              <a:ext uri="{FF2B5EF4-FFF2-40B4-BE49-F238E27FC236}">
                <a16:creationId xmlns:a16="http://schemas.microsoft.com/office/drawing/2014/main" id="{4FC81CDA-9D27-0074-CA87-29BC53A345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Easy</a:t>
            </a:r>
            <a:endParaRPr dirty="0"/>
          </a:p>
        </p:txBody>
      </p:sp>
      <p:sp>
        <p:nvSpPr>
          <p:cNvPr id="2226" name="Google Shape;2226;p41">
            <a:extLst>
              <a:ext uri="{FF2B5EF4-FFF2-40B4-BE49-F238E27FC236}">
                <a16:creationId xmlns:a16="http://schemas.microsoft.com/office/drawing/2014/main" id="{0DA2AC93-3720-B97B-F85A-A51B442DCBF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709927" y="1938528"/>
            <a:ext cx="2088349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Digital Transformation &amp; Process Automation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27" name="Google Shape;2227;p41">
            <a:extLst>
              <a:ext uri="{FF2B5EF4-FFF2-40B4-BE49-F238E27FC236}">
                <a16:creationId xmlns:a16="http://schemas.microsoft.com/office/drawing/2014/main" id="{8AE5FBE3-A8AB-7BD5-486B-E233B1D8433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Trust</a:t>
            </a:r>
            <a:endParaRPr dirty="0"/>
          </a:p>
        </p:txBody>
      </p:sp>
      <p:sp>
        <p:nvSpPr>
          <p:cNvPr id="2228" name="Google Shape;2228;p41">
            <a:extLst>
              <a:ext uri="{FF2B5EF4-FFF2-40B4-BE49-F238E27FC236}">
                <a16:creationId xmlns:a16="http://schemas.microsoft.com/office/drawing/2014/main" id="{15104C2C-0281-6D21-D2CA-279058CEAA4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468111" y="1938528"/>
            <a:ext cx="2106963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Process Standardization &amp; Transparency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29" name="Google Shape;2229;p41">
            <a:extLst>
              <a:ext uri="{FF2B5EF4-FFF2-40B4-BE49-F238E27FC236}">
                <a16:creationId xmlns:a16="http://schemas.microsoft.com/office/drawing/2014/main" id="{B1FD0E06-7A27-7705-5625-52FAE99E23A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Connect</a:t>
            </a:r>
            <a:endParaRPr dirty="0"/>
          </a:p>
        </p:txBody>
      </p:sp>
      <p:sp>
        <p:nvSpPr>
          <p:cNvPr id="2230" name="Google Shape;2230;p41">
            <a:extLst>
              <a:ext uri="{FF2B5EF4-FFF2-40B4-BE49-F238E27FC236}">
                <a16:creationId xmlns:a16="http://schemas.microsoft.com/office/drawing/2014/main" id="{C6F9CAFE-3B21-ABA5-B1D0-A8477A8643A8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2825495" y="3593592"/>
            <a:ext cx="226701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Improved Communication &amp; Customer Service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31" name="Google Shape;2231;p41">
            <a:extLst>
              <a:ext uri="{FF2B5EF4-FFF2-40B4-BE49-F238E27FC236}">
                <a16:creationId xmlns:a16="http://schemas.microsoft.com/office/drawing/2014/main" id="{4073A2CA-3260-34DF-BE14-935C80071E79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Safe</a:t>
            </a:r>
            <a:endParaRPr dirty="0"/>
          </a:p>
        </p:txBody>
      </p:sp>
      <p:sp>
        <p:nvSpPr>
          <p:cNvPr id="2232" name="Google Shape;2232;p41">
            <a:extLst>
              <a:ext uri="{FF2B5EF4-FFF2-40B4-BE49-F238E27FC236}">
                <a16:creationId xmlns:a16="http://schemas.microsoft.com/office/drawing/2014/main" id="{27FD2B88-600C-DD81-CAF5-DF2A99D75405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680386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Quality Assurance, training  &amp; Safety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33" name="Google Shape;2233;p41">
            <a:extLst>
              <a:ext uri="{FF2B5EF4-FFF2-40B4-BE49-F238E27FC236}">
                <a16:creationId xmlns:a16="http://schemas.microsoft.com/office/drawing/2014/main" id="{9E7F0A82-AE63-9E13-48AE-5B573694286E}"/>
              </a:ext>
            </a:extLst>
          </p:cNvPr>
          <p:cNvSpPr txBox="1"/>
          <p:nvPr/>
        </p:nvSpPr>
        <p:spPr>
          <a:xfrm>
            <a:off x="512064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234" name="Google Shape;2234;p41">
            <a:extLst>
              <a:ext uri="{FF2B5EF4-FFF2-40B4-BE49-F238E27FC236}">
                <a16:creationId xmlns:a16="http://schemas.microsoft.com/office/drawing/2014/main" id="{124A2FF6-3936-1121-7AE8-846FC4D42C2E}"/>
              </a:ext>
            </a:extLst>
          </p:cNvPr>
          <p:cNvSpPr txBox="1"/>
          <p:nvPr/>
        </p:nvSpPr>
        <p:spPr>
          <a:xfrm>
            <a:off x="1623369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03</a:t>
            </a:r>
            <a:endParaRPr sz="7200" dirty="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235" name="Google Shape;2235;p41">
            <a:extLst>
              <a:ext uri="{FF2B5EF4-FFF2-40B4-BE49-F238E27FC236}">
                <a16:creationId xmlns:a16="http://schemas.microsoft.com/office/drawing/2014/main" id="{35A50540-5C69-F218-5F77-0353B56C94C4}"/>
              </a:ext>
            </a:extLst>
          </p:cNvPr>
          <p:cNvSpPr txBox="1"/>
          <p:nvPr/>
        </p:nvSpPr>
        <p:spPr>
          <a:xfrm>
            <a:off x="5263298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04</a:t>
            </a:r>
            <a:endParaRPr sz="7200" dirty="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236" name="Google Shape;2236;p41">
            <a:extLst>
              <a:ext uri="{FF2B5EF4-FFF2-40B4-BE49-F238E27FC236}">
                <a16:creationId xmlns:a16="http://schemas.microsoft.com/office/drawing/2014/main" id="{E6E33CC0-038B-37BF-73E1-2484139DE2A8}"/>
              </a:ext>
            </a:extLst>
          </p:cNvPr>
          <p:cNvSpPr txBox="1"/>
          <p:nvPr/>
        </p:nvSpPr>
        <p:spPr>
          <a:xfrm>
            <a:off x="4268116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 dirty="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  <p:extLst>
      <p:ext uri="{BB962C8B-B14F-4D97-AF65-F5344CB8AC3E}">
        <p14:creationId xmlns:p14="http://schemas.microsoft.com/office/powerpoint/2010/main" val="3644492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5" grpId="0" build="allAtOnce"/>
      <p:bldP spid="2226" grpId="0" build="allAtOnce"/>
      <p:bldP spid="2227" grpId="0" build="allAtOnce"/>
      <p:bldP spid="2228" grpId="0" build="allAtOnce"/>
      <p:bldP spid="2229" grpId="0" build="allAtOnce"/>
      <p:bldP spid="2230" grpId="0" build="allAtOnce"/>
      <p:bldP spid="2231" grpId="0" build="allAtOnce"/>
      <p:bldP spid="2232" grpId="0" build="allAtOnce"/>
      <p:bldP spid="2233" grpId="0" build="allAtOnce"/>
      <p:bldP spid="2234" grpId="0" build="allAtOnce"/>
      <p:bldP spid="2235" grpId="0" build="allAtOnce"/>
      <p:bldP spid="2236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A47B8710-1ECE-B3D3-E4CC-F5ADC606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97B89D0D-9E1A-E502-E13C-8CFA227BA1B5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Our Solutions</a:t>
            </a:r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DAEC1891-89A9-CCC6-57A9-6A307BF3E3E1}"/>
              </a:ext>
            </a:extLst>
          </p:cNvPr>
          <p:cNvSpPr txBox="1">
            <a:spLocks/>
          </p:cNvSpPr>
          <p:nvPr/>
        </p:nvSpPr>
        <p:spPr>
          <a:xfrm>
            <a:off x="858579" y="799220"/>
            <a:ext cx="7426843" cy="35450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/>
                </a:solidFill>
                <a:latin typeface="Barlow Semi Condensed Medium"/>
                <a:sym typeface="Barlow Semi Condensed Medium"/>
              </a:rPr>
              <a:t>Easy</a:t>
            </a:r>
          </a:p>
          <a:p>
            <a:pPr>
              <a:lnSpc>
                <a:spcPct val="150000"/>
              </a:lnSpc>
            </a:pPr>
            <a:endParaRPr lang="en-US" sz="1100" b="1" dirty="0">
              <a:solidFill>
                <a:schemeClr val="accent1"/>
              </a:solidFill>
              <a:latin typeface="Barlow Semi Condensed Medium"/>
              <a:sym typeface="Barlow Semi Condensed Medium"/>
            </a:endParaRPr>
          </a:p>
          <a:p>
            <a:pPr marL="168275">
              <a:lnSpc>
                <a:spcPct val="150000"/>
              </a:lnSpc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Digital Transformation &amp; Process Automation</a:t>
            </a:r>
            <a:endParaRPr lang="en-US" sz="1200" dirty="0">
              <a:solidFill>
                <a:srgbClr val="494949"/>
              </a:solidFill>
              <a:latin typeface="Barlow Semi Condensed"/>
            </a:endParaRPr>
          </a:p>
          <a:p>
            <a:pPr marL="168275">
              <a:lnSpc>
                <a:spcPct val="150000"/>
              </a:lnSpc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Develop a Comprehensive Online Portal &amp; Mobile App</a:t>
            </a:r>
          </a:p>
          <a:p>
            <a:pPr marL="168275">
              <a:lnSpc>
                <a:spcPct val="150000"/>
              </a:lnSpc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Functionality: </a:t>
            </a:r>
          </a:p>
          <a:p>
            <a:pPr marL="401638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Allow citizens to </a:t>
            </a: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Apply online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, upload required documents (scanned copies of ID, property deed, etc.) </a:t>
            </a:r>
          </a:p>
          <a:p>
            <a:pPr marL="401638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pay fees 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electronically, and receive a unique tracking number.</a:t>
            </a:r>
          </a:p>
          <a:p>
            <a:pPr marL="401638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Real-Time Tracking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: Implement a status tracker (Receive, Schedule, Install, Completed)</a:t>
            </a:r>
          </a:p>
          <a:p>
            <a:pPr marL="401638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Transparent Pricing Calculator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: An online tool where citizens can input their property details (distance from main line, number of appliances) to get a more accurate, standardized cost estimate.</a:t>
            </a:r>
            <a:endParaRPr lang="en-US" sz="1200" b="1" dirty="0">
              <a:solidFill>
                <a:schemeClr val="accent1"/>
              </a:solidFill>
              <a:latin typeface="Barlow Semi Condensed Medium"/>
              <a:sym typeface="Barlow Semi Condensed Medium"/>
            </a:endParaRPr>
          </a:p>
          <a:p>
            <a:pPr marL="401638" marR="0" lvl="0" indent="-2333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512943325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6C3314A3-BE9C-7FE6-A21B-70B4078C5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C57B0ADD-AF7C-F248-F9D4-049322C675D0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Our Solutions</a:t>
            </a:r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AF470069-2F06-7F35-665C-5CEC2DB4B637}"/>
              </a:ext>
            </a:extLst>
          </p:cNvPr>
          <p:cNvSpPr txBox="1">
            <a:spLocks/>
          </p:cNvSpPr>
          <p:nvPr/>
        </p:nvSpPr>
        <p:spPr>
          <a:xfrm>
            <a:off x="858579" y="1157946"/>
            <a:ext cx="7426843" cy="34325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/>
                </a:solidFill>
                <a:latin typeface="Barlow Semi Condensed Medium"/>
                <a:sym typeface="Barlow Semi Condensed Medium"/>
              </a:rPr>
              <a:t>Trust</a:t>
            </a:r>
          </a:p>
          <a:p>
            <a:pPr>
              <a:lnSpc>
                <a:spcPct val="150000"/>
              </a:lnSpc>
            </a:pPr>
            <a:endParaRPr lang="en-US" sz="600" b="1" dirty="0">
              <a:solidFill>
                <a:schemeClr val="accent1"/>
              </a:solidFill>
              <a:latin typeface="Barlow Semi Condensed Medium"/>
              <a:sym typeface="Barlow Semi Condensed Medium"/>
            </a:endParaRPr>
          </a:p>
          <a:p>
            <a:pPr marL="168275">
              <a:lnSpc>
                <a:spcPct val="150000"/>
              </a:lnSpc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Process Standardization &amp; Transparency</a:t>
            </a:r>
            <a:endParaRPr lang="en-US" sz="1200" dirty="0">
              <a:solidFill>
                <a:srgbClr val="494949"/>
              </a:solidFill>
              <a:latin typeface="Barlow Semi Condensed"/>
            </a:endParaRPr>
          </a:p>
          <a:p>
            <a:pPr marL="396875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Create a </a:t>
            </a: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Standardized Citizen's Charter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: </a:t>
            </a:r>
          </a:p>
          <a:p>
            <a:pPr marL="168275">
              <a:lnSpc>
                <a:spcPct val="150000"/>
              </a:lnSpc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A clear, simple document (available online and in service centers) outlining:</a:t>
            </a:r>
          </a:p>
          <a:p>
            <a:pPr marL="569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Exact list of required documents.</a:t>
            </a:r>
          </a:p>
          <a:p>
            <a:pPr marL="569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A step-by-step guide to the entire process.</a:t>
            </a:r>
          </a:p>
          <a:p>
            <a:pPr marL="569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A standardized, itemized price list for all possible components and labor (approved by regulatory bodies).</a:t>
            </a:r>
          </a:p>
          <a:p>
            <a:pPr marL="569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A defined maximum service timeline for each step (Survey within 10 working days of application).</a:t>
            </a:r>
          </a:p>
          <a:p>
            <a:pPr marL="398463">
              <a:lnSpc>
                <a:spcPct val="150000"/>
              </a:lnSpc>
            </a:pPr>
            <a:endParaRPr lang="en-US" sz="400" dirty="0">
              <a:solidFill>
                <a:srgbClr val="494949"/>
              </a:solidFill>
              <a:latin typeface="Barlow Semi Condensed"/>
            </a:endParaRPr>
          </a:p>
          <a:p>
            <a:pPr marL="401638" indent="-233363">
              <a:lnSpc>
                <a:spcPct val="150000"/>
              </a:lnSpc>
            </a:pP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2.   Mandatory </a:t>
            </a: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Detailed Quotation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: Before any work begins, provide a final, binding quotation that itemizes all costs (meter cost, internal piping, labor, etc.). Any subsequent changes must be communicated and approved by the citizen in writing.</a:t>
            </a:r>
          </a:p>
          <a:p>
            <a:pPr marL="401638" marR="0" lvl="0" indent="-2333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23911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031B3579-5450-AE80-60A5-510A19DB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90;p36">
            <a:extLst>
              <a:ext uri="{FF2B5EF4-FFF2-40B4-BE49-F238E27FC236}">
                <a16:creationId xmlns:a16="http://schemas.microsoft.com/office/drawing/2014/main" id="{5F8A650E-7E6E-039D-8FD8-B0B5EE7EE3F3}"/>
              </a:ext>
            </a:extLst>
          </p:cNvPr>
          <p:cNvSpPr txBox="1">
            <a:spLocks/>
          </p:cNvSpPr>
          <p:nvPr/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sym typeface="Fjalla One"/>
              </a:rPr>
              <a:t>Our Solutions</a:t>
            </a:r>
          </a:p>
        </p:txBody>
      </p:sp>
      <p:sp>
        <p:nvSpPr>
          <p:cNvPr id="12" name="Google Shape;1891;p36">
            <a:extLst>
              <a:ext uri="{FF2B5EF4-FFF2-40B4-BE49-F238E27FC236}">
                <a16:creationId xmlns:a16="http://schemas.microsoft.com/office/drawing/2014/main" id="{B292D75A-61AB-EDDB-DE0E-3CAEC4B406C4}"/>
              </a:ext>
            </a:extLst>
          </p:cNvPr>
          <p:cNvSpPr txBox="1">
            <a:spLocks/>
          </p:cNvSpPr>
          <p:nvPr/>
        </p:nvSpPr>
        <p:spPr>
          <a:xfrm>
            <a:off x="858580" y="1157946"/>
            <a:ext cx="7117802" cy="34325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/>
                </a:solidFill>
                <a:latin typeface="Barlow Semi Condensed Medium"/>
                <a:sym typeface="Barlow Semi Condensed Medium"/>
              </a:rPr>
              <a:t>Connect</a:t>
            </a:r>
          </a:p>
          <a:p>
            <a:pPr>
              <a:lnSpc>
                <a:spcPct val="150000"/>
              </a:lnSpc>
            </a:pPr>
            <a:endParaRPr lang="en-US" sz="600" b="1" dirty="0">
              <a:solidFill>
                <a:schemeClr val="accent1"/>
              </a:solidFill>
              <a:latin typeface="Barlow Semi Condensed Medium"/>
              <a:sym typeface="Barlow Semi Condensed Medium"/>
            </a:endParaRPr>
          </a:p>
          <a:p>
            <a:pPr marL="168275">
              <a:lnSpc>
                <a:spcPct val="150000"/>
              </a:lnSpc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Improved Communication &amp; Customer Service</a:t>
            </a:r>
            <a:endParaRPr lang="en-US" sz="1200" dirty="0">
              <a:solidFill>
                <a:srgbClr val="494949"/>
              </a:solidFill>
              <a:latin typeface="Barlow Semi Condensed"/>
            </a:endParaRPr>
          </a:p>
          <a:p>
            <a:pPr marL="396875" indent="-228600">
              <a:buFont typeface="+mj-lt"/>
              <a:buAutoNum type="arabi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Automated SMS/Email Notifications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: Send automatic alerts for application confirmation, survey/installation appointments (with a 2-hour time window), and status updates.</a:t>
            </a:r>
          </a:p>
          <a:p>
            <a:pPr marL="396875" indent="-228600">
              <a:buFont typeface="+mj-lt"/>
              <a:buAutoNum type="arabicPeriod"/>
            </a:pPr>
            <a:endParaRPr lang="en-US" sz="700" dirty="0">
              <a:solidFill>
                <a:srgbClr val="494949"/>
              </a:solidFill>
              <a:latin typeface="Barlow Semi Condensed"/>
            </a:endParaRPr>
          </a:p>
          <a:p>
            <a:pPr marL="396875" indent="-228600">
              <a:buFont typeface="+mj-lt"/>
              <a:buAutoNum type="arabi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Centralized Customer Service Hub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: Establish a dedicated call center and online chat support with trained staff who can access application details and provide accurate information, reducing the need for physical visits.</a:t>
            </a:r>
          </a:p>
          <a:p>
            <a:pPr marL="168275">
              <a:lnSpc>
                <a:spcPct val="150000"/>
              </a:lnSpc>
            </a:pPr>
            <a:endParaRPr lang="en-US" sz="1100" dirty="0">
              <a:solidFill>
                <a:srgbClr val="494949"/>
              </a:solidFill>
              <a:latin typeface="Barlow Semi Condensed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77C6FC"/>
                </a:solidFill>
                <a:effectLst/>
                <a:uLnTx/>
                <a:uFillTx/>
                <a:latin typeface="Barlow Semi Condensed Medium"/>
                <a:cs typeface="Arial"/>
                <a:sym typeface="Barlow Semi Condensed Medium"/>
              </a:rPr>
              <a:t>Safe</a:t>
            </a:r>
          </a:p>
          <a:p>
            <a:pPr marL="168275">
              <a:lnSpc>
                <a:spcPct val="150000"/>
              </a:lnSpc>
            </a:pPr>
            <a:endParaRPr lang="en-US" sz="300" b="1" dirty="0">
              <a:solidFill>
                <a:srgbClr val="494949"/>
              </a:solidFill>
              <a:latin typeface="Barlow Semi Condensed"/>
            </a:endParaRPr>
          </a:p>
          <a:p>
            <a:pPr marL="168275">
              <a:lnSpc>
                <a:spcPct val="150000"/>
              </a:lnSpc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Quality Assurance &amp; Safety</a:t>
            </a:r>
            <a:endParaRPr lang="en-US" sz="1200" dirty="0">
              <a:solidFill>
                <a:srgbClr val="494949"/>
              </a:solidFill>
              <a:latin typeface="Barlow Semi Condensed"/>
            </a:endParaRPr>
          </a:p>
          <a:p>
            <a:pPr marL="396875" indent="-228600">
              <a:buFont typeface="+mj-lt"/>
              <a:buAutoNum type="arabi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Certified Technician Program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: Implement a mandatory training and certification program for all installation technicians, ensuring uniform quality and safety standards and Train Clients how to Deal with Emergency.</a:t>
            </a:r>
          </a:p>
          <a:p>
            <a:pPr marL="396875" indent="-228600">
              <a:buFont typeface="+mj-lt"/>
              <a:buAutoNum type="arabicPeriod"/>
            </a:pPr>
            <a:endParaRPr lang="en-US" sz="800" dirty="0">
              <a:solidFill>
                <a:srgbClr val="494949"/>
              </a:solidFill>
              <a:latin typeface="Barlow Semi Condensed"/>
            </a:endParaRPr>
          </a:p>
          <a:p>
            <a:pPr marL="396875" indent="-228600">
              <a:buFont typeface="+mj-lt"/>
              <a:buAutoNum type="arabicPeriod"/>
            </a:pP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Post-Installation Audit &amp; Feedback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: Conduct random quality checks on completed installations. Integrate a customer feedback system (a quick SMS survey) after service completion to monitor performance and identify issues</a:t>
            </a:r>
            <a:r>
              <a:rPr lang="en-US" sz="1200" b="1" dirty="0">
                <a:solidFill>
                  <a:srgbClr val="494949"/>
                </a:solidFill>
                <a:latin typeface="Barlow Semi Condensed"/>
              </a:rPr>
              <a:t>.</a:t>
            </a:r>
          </a:p>
          <a:p>
            <a:pPr marL="401638" marR="0" lvl="0" indent="-2333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185835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45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Awesome Words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693">
          <a:extLst>
            <a:ext uri="{FF2B5EF4-FFF2-40B4-BE49-F238E27FC236}">
              <a16:creationId xmlns:a16="http://schemas.microsoft.com/office/drawing/2014/main" id="{3E18DB75-58BF-6947-22DE-8E338100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p49">
            <a:extLst>
              <a:ext uri="{FF2B5EF4-FFF2-40B4-BE49-F238E27FC236}">
                <a16:creationId xmlns:a16="http://schemas.microsoft.com/office/drawing/2014/main" id="{CBD5C07A-507A-FA84-F1F8-38F441C7AA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</a:t>
            </a:r>
            <a:endParaRPr/>
          </a:p>
        </p:txBody>
      </p:sp>
      <p:sp>
        <p:nvSpPr>
          <p:cNvPr id="2695" name="Google Shape;2695;p49">
            <a:extLst>
              <a:ext uri="{FF2B5EF4-FFF2-40B4-BE49-F238E27FC236}">
                <a16:creationId xmlns:a16="http://schemas.microsoft.com/office/drawing/2014/main" id="{8542CBC9-A548-12B5-2F9E-30C84700EB57}"/>
              </a:ext>
            </a:extLst>
          </p:cNvPr>
          <p:cNvSpPr txBox="1"/>
          <p:nvPr/>
        </p:nvSpPr>
        <p:spPr>
          <a:xfrm>
            <a:off x="1001800" y="1278357"/>
            <a:ext cx="2219400" cy="765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Start Collecting Data </a:t>
            </a:r>
            <a:r>
              <a:rPr lang="en-US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</a:t>
            </a: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nd Connect Companies through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site visits and Phone Calls</a:t>
            </a:r>
            <a:endParaRPr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6" name="Google Shape;2696;p49">
            <a:extLst>
              <a:ext uri="{FF2B5EF4-FFF2-40B4-BE49-F238E27FC236}">
                <a16:creationId xmlns:a16="http://schemas.microsoft.com/office/drawing/2014/main" id="{8AA49711-74F9-FBB6-DC08-BA1F2644B720}"/>
              </a:ext>
            </a:extLst>
          </p:cNvPr>
          <p:cNvSpPr txBox="1"/>
          <p:nvPr/>
        </p:nvSpPr>
        <p:spPr>
          <a:xfrm>
            <a:off x="4280273" y="1262312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Understanding the Problem,   Analyze Data and Root Cause Analysis</a:t>
            </a:r>
            <a:endParaRPr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7" name="Google Shape;2697;p49">
            <a:extLst>
              <a:ext uri="{FF2B5EF4-FFF2-40B4-BE49-F238E27FC236}">
                <a16:creationId xmlns:a16="http://schemas.microsoft.com/office/drawing/2014/main" id="{358DA978-900F-7792-464C-B5629D03C533}"/>
              </a:ext>
            </a:extLst>
          </p:cNvPr>
          <p:cNvSpPr txBox="1"/>
          <p:nvPr/>
        </p:nvSpPr>
        <p:spPr>
          <a:xfrm>
            <a:off x="26433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Review and Discuss the collected Data Offline &amp; Online to Get more Insights</a:t>
            </a:r>
            <a:endParaRPr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8" name="Google Shape;2698;p49">
            <a:extLst>
              <a:ext uri="{FF2B5EF4-FFF2-40B4-BE49-F238E27FC236}">
                <a16:creationId xmlns:a16="http://schemas.microsoft.com/office/drawing/2014/main" id="{98CDB83A-2351-D28E-80AA-D6BADF7932B3}"/>
              </a:ext>
            </a:extLst>
          </p:cNvPr>
          <p:cNvSpPr txBox="1"/>
          <p:nvPr/>
        </p:nvSpPr>
        <p:spPr>
          <a:xfrm>
            <a:off x="5919150" y="3609328"/>
            <a:ext cx="2219400" cy="77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</a:t>
            </a: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ix Issues, Gathering Analized Data and Design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an Interactive Dashboard </a:t>
            </a:r>
            <a:endParaRPr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2701" name="Google Shape;2701;p49">
            <a:extLst>
              <a:ext uri="{FF2B5EF4-FFF2-40B4-BE49-F238E27FC236}">
                <a16:creationId xmlns:a16="http://schemas.microsoft.com/office/drawing/2014/main" id="{3CBC756D-DD8C-7F17-D0D2-93A326637955}"/>
              </a:ext>
            </a:extLst>
          </p:cNvPr>
          <p:cNvCxnSpPr/>
          <p:nvPr/>
        </p:nvCxnSpPr>
        <p:spPr>
          <a:xfrm>
            <a:off x="4155697" y="2884996"/>
            <a:ext cx="830471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2" name="Google Shape;2702;p49">
            <a:extLst>
              <a:ext uri="{FF2B5EF4-FFF2-40B4-BE49-F238E27FC236}">
                <a16:creationId xmlns:a16="http://schemas.microsoft.com/office/drawing/2014/main" id="{00EEB92C-F585-8EE2-AFF1-B99338D05068}"/>
              </a:ext>
            </a:extLst>
          </p:cNvPr>
          <p:cNvCxnSpPr/>
          <p:nvPr/>
        </p:nvCxnSpPr>
        <p:spPr>
          <a:xfrm>
            <a:off x="5794540" y="2884996"/>
            <a:ext cx="830471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3" name="Google Shape;2703;p49">
            <a:extLst>
              <a:ext uri="{FF2B5EF4-FFF2-40B4-BE49-F238E27FC236}">
                <a16:creationId xmlns:a16="http://schemas.microsoft.com/office/drawing/2014/main" id="{D9F41C7E-637E-E160-C1B3-32C5BA0B6F30}"/>
              </a:ext>
            </a:extLst>
          </p:cNvPr>
          <p:cNvCxnSpPr>
            <a:stCxn id="2704" idx="6"/>
            <a:endCxn id="2705" idx="2"/>
          </p:cNvCxnSpPr>
          <p:nvPr/>
        </p:nvCxnSpPr>
        <p:spPr>
          <a:xfrm>
            <a:off x="2603286" y="2885534"/>
            <a:ext cx="656201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6" name="Google Shape;2706;p49">
            <a:extLst>
              <a:ext uri="{FF2B5EF4-FFF2-40B4-BE49-F238E27FC236}">
                <a16:creationId xmlns:a16="http://schemas.microsoft.com/office/drawing/2014/main" id="{71FD4360-7201-872D-28D8-AA623C7A525F}"/>
              </a:ext>
            </a:extLst>
          </p:cNvPr>
          <p:cNvCxnSpPr/>
          <p:nvPr/>
        </p:nvCxnSpPr>
        <p:spPr>
          <a:xfrm>
            <a:off x="3750483" y="3186309"/>
            <a:ext cx="0" cy="35822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07" name="Google Shape;2707;p49">
            <a:extLst>
              <a:ext uri="{FF2B5EF4-FFF2-40B4-BE49-F238E27FC236}">
                <a16:creationId xmlns:a16="http://schemas.microsoft.com/office/drawing/2014/main" id="{D0826AEB-33C6-8A50-8730-4C3DB35DA0AE}"/>
              </a:ext>
            </a:extLst>
          </p:cNvPr>
          <p:cNvGrpSpPr/>
          <p:nvPr/>
        </p:nvGrpSpPr>
        <p:grpSpPr>
          <a:xfrm>
            <a:off x="3259592" y="2393765"/>
            <a:ext cx="983055" cy="983055"/>
            <a:chOff x="3347725" y="2480342"/>
            <a:chExt cx="810032" cy="810032"/>
          </a:xfrm>
        </p:grpSpPr>
        <p:sp>
          <p:nvSpPr>
            <p:cNvPr id="2705" name="Google Shape;2705;p49">
              <a:extLst>
                <a:ext uri="{FF2B5EF4-FFF2-40B4-BE49-F238E27FC236}">
                  <a16:creationId xmlns:a16="http://schemas.microsoft.com/office/drawing/2014/main" id="{146E55BC-D981-5FCC-07DD-311009320FB6}"/>
                </a:ext>
              </a:extLst>
            </p:cNvPr>
            <p:cNvSpPr/>
            <p:nvPr/>
          </p:nvSpPr>
          <p:spPr>
            <a:xfrm>
              <a:off x="3347725" y="2480342"/>
              <a:ext cx="810032" cy="81003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49">
              <a:extLst>
                <a:ext uri="{FF2B5EF4-FFF2-40B4-BE49-F238E27FC236}">
                  <a16:creationId xmlns:a16="http://schemas.microsoft.com/office/drawing/2014/main" id="{C149FE3D-5827-942B-395D-24C9D758683B}"/>
                </a:ext>
              </a:extLst>
            </p:cNvPr>
            <p:cNvSpPr/>
            <p:nvPr/>
          </p:nvSpPr>
          <p:spPr>
            <a:xfrm>
              <a:off x="3451091" y="2583719"/>
              <a:ext cx="603490" cy="60349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709" name="Google Shape;2709;p49">
            <a:extLst>
              <a:ext uri="{FF2B5EF4-FFF2-40B4-BE49-F238E27FC236}">
                <a16:creationId xmlns:a16="http://schemas.microsoft.com/office/drawing/2014/main" id="{71659053-6C45-E139-0F3C-9358073CC0EE}"/>
              </a:ext>
            </a:extLst>
          </p:cNvPr>
          <p:cNvCxnSpPr>
            <a:stCxn id="2710" idx="0"/>
          </p:cNvCxnSpPr>
          <p:nvPr/>
        </p:nvCxnSpPr>
        <p:spPr>
          <a:xfrm rot="10800000">
            <a:off x="5390088" y="2122099"/>
            <a:ext cx="0" cy="39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11" name="Google Shape;2711;p49">
            <a:extLst>
              <a:ext uri="{FF2B5EF4-FFF2-40B4-BE49-F238E27FC236}">
                <a16:creationId xmlns:a16="http://schemas.microsoft.com/office/drawing/2014/main" id="{EB15DCDF-EE50-FBC6-7F9A-0BED268394E9}"/>
              </a:ext>
            </a:extLst>
          </p:cNvPr>
          <p:cNvGrpSpPr/>
          <p:nvPr/>
        </p:nvGrpSpPr>
        <p:grpSpPr>
          <a:xfrm>
            <a:off x="4898451" y="2393376"/>
            <a:ext cx="983044" cy="983044"/>
            <a:chOff x="4987056" y="2480342"/>
            <a:chExt cx="808956" cy="808956"/>
          </a:xfrm>
        </p:grpSpPr>
        <p:sp>
          <p:nvSpPr>
            <p:cNvPr id="2712" name="Google Shape;2712;p49">
              <a:extLst>
                <a:ext uri="{FF2B5EF4-FFF2-40B4-BE49-F238E27FC236}">
                  <a16:creationId xmlns:a16="http://schemas.microsoft.com/office/drawing/2014/main" id="{EA44EDD0-11EF-CDB4-768F-2E4E6D0C98C0}"/>
                </a:ext>
              </a:extLst>
            </p:cNvPr>
            <p:cNvSpPr/>
            <p:nvPr/>
          </p:nvSpPr>
          <p:spPr>
            <a:xfrm>
              <a:off x="4987056" y="2480342"/>
              <a:ext cx="808956" cy="80895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49">
              <a:extLst>
                <a:ext uri="{FF2B5EF4-FFF2-40B4-BE49-F238E27FC236}">
                  <a16:creationId xmlns:a16="http://schemas.microsoft.com/office/drawing/2014/main" id="{4E986289-476F-1E39-2C9B-099C7017BDBD}"/>
                </a:ext>
              </a:extLst>
            </p:cNvPr>
            <p:cNvSpPr/>
            <p:nvPr/>
          </p:nvSpPr>
          <p:spPr>
            <a:xfrm>
              <a:off x="5090423" y="2583719"/>
              <a:ext cx="602414" cy="60241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713" name="Google Shape;2713;p49">
            <a:extLst>
              <a:ext uri="{FF2B5EF4-FFF2-40B4-BE49-F238E27FC236}">
                <a16:creationId xmlns:a16="http://schemas.microsoft.com/office/drawing/2014/main" id="{B13180A3-DFA2-EE2B-E70B-7E20F5BA4B44}"/>
              </a:ext>
            </a:extLst>
          </p:cNvPr>
          <p:cNvCxnSpPr/>
          <p:nvPr/>
        </p:nvCxnSpPr>
        <p:spPr>
          <a:xfrm>
            <a:off x="7029581" y="3186309"/>
            <a:ext cx="0" cy="35714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14" name="Google Shape;2714;p49">
            <a:extLst>
              <a:ext uri="{FF2B5EF4-FFF2-40B4-BE49-F238E27FC236}">
                <a16:creationId xmlns:a16="http://schemas.microsoft.com/office/drawing/2014/main" id="{FA1EFD94-DE88-938F-5E82-B58A799DE3CE}"/>
              </a:ext>
            </a:extLst>
          </p:cNvPr>
          <p:cNvGrpSpPr/>
          <p:nvPr/>
        </p:nvGrpSpPr>
        <p:grpSpPr>
          <a:xfrm>
            <a:off x="6537520" y="2393178"/>
            <a:ext cx="983044" cy="983044"/>
            <a:chOff x="6626363" y="2480342"/>
            <a:chExt cx="808956" cy="808956"/>
          </a:xfrm>
        </p:grpSpPr>
        <p:sp>
          <p:nvSpPr>
            <p:cNvPr id="2715" name="Google Shape;2715;p49">
              <a:extLst>
                <a:ext uri="{FF2B5EF4-FFF2-40B4-BE49-F238E27FC236}">
                  <a16:creationId xmlns:a16="http://schemas.microsoft.com/office/drawing/2014/main" id="{B938E1D9-936E-0078-B4BC-A96EE5C8ED9A}"/>
                </a:ext>
              </a:extLst>
            </p:cNvPr>
            <p:cNvSpPr/>
            <p:nvPr/>
          </p:nvSpPr>
          <p:spPr>
            <a:xfrm>
              <a:off x="6626363" y="2480342"/>
              <a:ext cx="808956" cy="80895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49">
              <a:extLst>
                <a:ext uri="{FF2B5EF4-FFF2-40B4-BE49-F238E27FC236}">
                  <a16:creationId xmlns:a16="http://schemas.microsoft.com/office/drawing/2014/main" id="{29944C46-FCBA-8985-FC76-CFDD714429A8}"/>
                </a:ext>
              </a:extLst>
            </p:cNvPr>
            <p:cNvSpPr/>
            <p:nvPr/>
          </p:nvSpPr>
          <p:spPr>
            <a:xfrm>
              <a:off x="6729729" y="2583719"/>
              <a:ext cx="602414" cy="60241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717" name="Google Shape;2717;p49">
            <a:extLst>
              <a:ext uri="{FF2B5EF4-FFF2-40B4-BE49-F238E27FC236}">
                <a16:creationId xmlns:a16="http://schemas.microsoft.com/office/drawing/2014/main" id="{BD299C9D-6D9A-88EA-6457-4952CEC17F39}"/>
              </a:ext>
            </a:extLst>
          </p:cNvPr>
          <p:cNvCxnSpPr>
            <a:stCxn id="2718" idx="0"/>
          </p:cNvCxnSpPr>
          <p:nvPr/>
        </p:nvCxnSpPr>
        <p:spPr>
          <a:xfrm rot="10800000">
            <a:off x="2111907" y="2122227"/>
            <a:ext cx="0" cy="39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19" name="Google Shape;2719;p49">
            <a:extLst>
              <a:ext uri="{FF2B5EF4-FFF2-40B4-BE49-F238E27FC236}">
                <a16:creationId xmlns:a16="http://schemas.microsoft.com/office/drawing/2014/main" id="{945E865F-B1C1-6307-1EC1-182912764D14}"/>
              </a:ext>
            </a:extLst>
          </p:cNvPr>
          <p:cNvGrpSpPr/>
          <p:nvPr/>
        </p:nvGrpSpPr>
        <p:grpSpPr>
          <a:xfrm>
            <a:off x="1620199" y="2393805"/>
            <a:ext cx="983087" cy="983459"/>
            <a:chOff x="1708681" y="2480698"/>
            <a:chExt cx="809125" cy="809432"/>
          </a:xfrm>
        </p:grpSpPr>
        <p:sp>
          <p:nvSpPr>
            <p:cNvPr id="2704" name="Google Shape;2704;p49">
              <a:extLst>
                <a:ext uri="{FF2B5EF4-FFF2-40B4-BE49-F238E27FC236}">
                  <a16:creationId xmlns:a16="http://schemas.microsoft.com/office/drawing/2014/main" id="{5244922B-DC84-4874-D096-7C5032445A82}"/>
                </a:ext>
              </a:extLst>
            </p:cNvPr>
            <p:cNvSpPr/>
            <p:nvPr/>
          </p:nvSpPr>
          <p:spPr>
            <a:xfrm>
              <a:off x="1708681" y="2480698"/>
              <a:ext cx="809125" cy="809432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49">
              <a:extLst>
                <a:ext uri="{FF2B5EF4-FFF2-40B4-BE49-F238E27FC236}">
                  <a16:creationId xmlns:a16="http://schemas.microsoft.com/office/drawing/2014/main" id="{CAD500EF-683E-9FDD-9E2D-E1FB771ADE17}"/>
                </a:ext>
              </a:extLst>
            </p:cNvPr>
            <p:cNvSpPr/>
            <p:nvPr/>
          </p:nvSpPr>
          <p:spPr>
            <a:xfrm>
              <a:off x="1812063" y="2584091"/>
              <a:ext cx="602631" cy="602631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0" name="Google Shape;2720;p49">
            <a:extLst>
              <a:ext uri="{FF2B5EF4-FFF2-40B4-BE49-F238E27FC236}">
                <a16:creationId xmlns:a16="http://schemas.microsoft.com/office/drawing/2014/main" id="{81D7B7BF-0C09-E80E-52D6-E9B635F72EA6}"/>
              </a:ext>
            </a:extLst>
          </p:cNvPr>
          <p:cNvSpPr/>
          <p:nvPr/>
        </p:nvSpPr>
        <p:spPr>
          <a:xfrm>
            <a:off x="2071600" y="2106975"/>
            <a:ext cx="79800" cy="79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1" name="Google Shape;2721;p49">
            <a:extLst>
              <a:ext uri="{FF2B5EF4-FFF2-40B4-BE49-F238E27FC236}">
                <a16:creationId xmlns:a16="http://schemas.microsoft.com/office/drawing/2014/main" id="{7AFFAF25-0378-E1ED-B64F-1474BC9B54D8}"/>
              </a:ext>
            </a:extLst>
          </p:cNvPr>
          <p:cNvSpPr/>
          <p:nvPr/>
        </p:nvSpPr>
        <p:spPr>
          <a:xfrm>
            <a:off x="5350120" y="2106974"/>
            <a:ext cx="79800" cy="79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2" name="Google Shape;2722;p49">
            <a:extLst>
              <a:ext uri="{FF2B5EF4-FFF2-40B4-BE49-F238E27FC236}">
                <a16:creationId xmlns:a16="http://schemas.microsoft.com/office/drawing/2014/main" id="{76DB7ABF-CF55-6F32-ABB3-3C44F24F850C}"/>
              </a:ext>
            </a:extLst>
          </p:cNvPr>
          <p:cNvSpPr/>
          <p:nvPr/>
        </p:nvSpPr>
        <p:spPr>
          <a:xfrm>
            <a:off x="3710050" y="3544525"/>
            <a:ext cx="79800" cy="79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3" name="Google Shape;2723;p49">
            <a:extLst>
              <a:ext uri="{FF2B5EF4-FFF2-40B4-BE49-F238E27FC236}">
                <a16:creationId xmlns:a16="http://schemas.microsoft.com/office/drawing/2014/main" id="{94DF5ECC-2556-8548-9A10-988567BFBE02}"/>
              </a:ext>
            </a:extLst>
          </p:cNvPr>
          <p:cNvSpPr/>
          <p:nvPr/>
        </p:nvSpPr>
        <p:spPr>
          <a:xfrm>
            <a:off x="6989441" y="3544525"/>
            <a:ext cx="79800" cy="79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4" name="Google Shape;2724;p49">
            <a:extLst>
              <a:ext uri="{FF2B5EF4-FFF2-40B4-BE49-F238E27FC236}">
                <a16:creationId xmlns:a16="http://schemas.microsoft.com/office/drawing/2014/main" id="{9ED67905-480B-DE07-1A4C-DEF9830843A8}"/>
              </a:ext>
            </a:extLst>
          </p:cNvPr>
          <p:cNvSpPr txBox="1"/>
          <p:nvPr/>
        </p:nvSpPr>
        <p:spPr>
          <a:xfrm>
            <a:off x="1762947" y="2723910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Date 1</a:t>
            </a:r>
            <a:endParaRPr sz="16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5" name="Google Shape;2725;p49">
            <a:extLst>
              <a:ext uri="{FF2B5EF4-FFF2-40B4-BE49-F238E27FC236}">
                <a16:creationId xmlns:a16="http://schemas.microsoft.com/office/drawing/2014/main" id="{19940107-7950-3052-7CD3-AF4F8097FE9F}"/>
              </a:ext>
            </a:extLst>
          </p:cNvPr>
          <p:cNvSpPr txBox="1"/>
          <p:nvPr/>
        </p:nvSpPr>
        <p:spPr>
          <a:xfrm>
            <a:off x="34008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Date 2</a:t>
            </a:r>
            <a:endParaRPr sz="16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6" name="Google Shape;2726;p49">
            <a:extLst>
              <a:ext uri="{FF2B5EF4-FFF2-40B4-BE49-F238E27FC236}">
                <a16:creationId xmlns:a16="http://schemas.microsoft.com/office/drawing/2014/main" id="{E69B76F4-49BC-EEBC-AD0A-ADBFE1C61C81}"/>
              </a:ext>
            </a:extLst>
          </p:cNvPr>
          <p:cNvSpPr txBox="1"/>
          <p:nvPr/>
        </p:nvSpPr>
        <p:spPr>
          <a:xfrm>
            <a:off x="50387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Date 3</a:t>
            </a:r>
            <a:endParaRPr sz="16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7" name="Google Shape;2727;p49">
            <a:extLst>
              <a:ext uri="{FF2B5EF4-FFF2-40B4-BE49-F238E27FC236}">
                <a16:creationId xmlns:a16="http://schemas.microsoft.com/office/drawing/2014/main" id="{72876834-6AC6-4C6D-2989-E89FE983B3F6}"/>
              </a:ext>
            </a:extLst>
          </p:cNvPr>
          <p:cNvSpPr txBox="1"/>
          <p:nvPr/>
        </p:nvSpPr>
        <p:spPr>
          <a:xfrm>
            <a:off x="66766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Date 4</a:t>
            </a:r>
            <a:endParaRPr sz="16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63521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5" grpId="0"/>
      <p:bldP spid="2696" grpId="0"/>
      <p:bldP spid="2697" grpId="0"/>
      <p:bldP spid="2698" grpId="0"/>
      <p:bldP spid="2720" grpId="0" animBg="1"/>
      <p:bldP spid="2721" grpId="0" animBg="1"/>
      <p:bldP spid="2722" grpId="0" animBg="1"/>
      <p:bldP spid="2723" grpId="0" animBg="1"/>
      <p:bldP spid="2724" grpId="0"/>
      <p:bldP spid="2725" grpId="0"/>
      <p:bldP spid="2726" grpId="0"/>
      <p:bldP spid="272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3">
          <a:extLst>
            <a:ext uri="{FF2B5EF4-FFF2-40B4-BE49-F238E27FC236}">
              <a16:creationId xmlns:a16="http://schemas.microsoft.com/office/drawing/2014/main" id="{5F0F92E0-82CD-78FB-2FD1-F8B63B562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p49">
            <a:extLst>
              <a:ext uri="{FF2B5EF4-FFF2-40B4-BE49-F238E27FC236}">
                <a16:creationId xmlns:a16="http://schemas.microsoft.com/office/drawing/2014/main" id="{259286F2-42AF-F95C-2703-0CE46211CF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</a:t>
            </a:r>
            <a:endParaRPr/>
          </a:p>
        </p:txBody>
      </p:sp>
      <p:cxnSp>
        <p:nvCxnSpPr>
          <p:cNvPr id="2706" name="Google Shape;2706;p49">
            <a:extLst>
              <a:ext uri="{FF2B5EF4-FFF2-40B4-BE49-F238E27FC236}">
                <a16:creationId xmlns:a16="http://schemas.microsoft.com/office/drawing/2014/main" id="{D6C53AA4-19E5-F45E-4B42-CB85C3CF97F0}"/>
              </a:ext>
            </a:extLst>
          </p:cNvPr>
          <p:cNvCxnSpPr>
            <a:cxnSpLocks/>
          </p:cNvCxnSpPr>
          <p:nvPr/>
        </p:nvCxnSpPr>
        <p:spPr>
          <a:xfrm>
            <a:off x="4570381" y="3186309"/>
            <a:ext cx="0" cy="35822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07" name="Google Shape;2707;p49">
            <a:extLst>
              <a:ext uri="{FF2B5EF4-FFF2-40B4-BE49-F238E27FC236}">
                <a16:creationId xmlns:a16="http://schemas.microsoft.com/office/drawing/2014/main" id="{ADB1E3F3-2169-4389-2A87-64F8E906DCA1}"/>
              </a:ext>
            </a:extLst>
          </p:cNvPr>
          <p:cNvGrpSpPr/>
          <p:nvPr/>
        </p:nvGrpSpPr>
        <p:grpSpPr>
          <a:xfrm>
            <a:off x="4078854" y="2393765"/>
            <a:ext cx="983055" cy="983055"/>
            <a:chOff x="3347725" y="2480342"/>
            <a:chExt cx="810032" cy="810032"/>
          </a:xfrm>
        </p:grpSpPr>
        <p:sp>
          <p:nvSpPr>
            <p:cNvPr id="2705" name="Google Shape;2705;p49">
              <a:extLst>
                <a:ext uri="{FF2B5EF4-FFF2-40B4-BE49-F238E27FC236}">
                  <a16:creationId xmlns:a16="http://schemas.microsoft.com/office/drawing/2014/main" id="{E1239125-DBB8-03CF-7FE4-DD4CAFB3BB55}"/>
                </a:ext>
              </a:extLst>
            </p:cNvPr>
            <p:cNvSpPr/>
            <p:nvPr/>
          </p:nvSpPr>
          <p:spPr>
            <a:xfrm>
              <a:off x="3347725" y="2480342"/>
              <a:ext cx="810032" cy="81003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49">
              <a:extLst>
                <a:ext uri="{FF2B5EF4-FFF2-40B4-BE49-F238E27FC236}">
                  <a16:creationId xmlns:a16="http://schemas.microsoft.com/office/drawing/2014/main" id="{E4DEB37A-8331-3938-F2F9-DB72FFE43C39}"/>
                </a:ext>
              </a:extLst>
            </p:cNvPr>
            <p:cNvSpPr/>
            <p:nvPr/>
          </p:nvSpPr>
          <p:spPr>
            <a:xfrm>
              <a:off x="3451091" y="2583719"/>
              <a:ext cx="603490" cy="60349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709" name="Google Shape;2709;p49">
            <a:extLst>
              <a:ext uri="{FF2B5EF4-FFF2-40B4-BE49-F238E27FC236}">
                <a16:creationId xmlns:a16="http://schemas.microsoft.com/office/drawing/2014/main" id="{B01DAB3D-E2D6-522E-FCB6-3C4E2816D1EA}"/>
              </a:ext>
            </a:extLst>
          </p:cNvPr>
          <p:cNvCxnSpPr>
            <a:cxnSpLocks/>
          </p:cNvCxnSpPr>
          <p:nvPr/>
        </p:nvCxnSpPr>
        <p:spPr>
          <a:xfrm flipV="1">
            <a:off x="4570381" y="2122099"/>
            <a:ext cx="0" cy="39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11" name="Google Shape;2711;p49">
            <a:extLst>
              <a:ext uri="{FF2B5EF4-FFF2-40B4-BE49-F238E27FC236}">
                <a16:creationId xmlns:a16="http://schemas.microsoft.com/office/drawing/2014/main" id="{E09C3E46-1055-4F89-427E-DB4C774E422C}"/>
              </a:ext>
            </a:extLst>
          </p:cNvPr>
          <p:cNvGrpSpPr/>
          <p:nvPr/>
        </p:nvGrpSpPr>
        <p:grpSpPr>
          <a:xfrm>
            <a:off x="4078859" y="2393376"/>
            <a:ext cx="983044" cy="983044"/>
            <a:chOff x="4987056" y="2480342"/>
            <a:chExt cx="808956" cy="808956"/>
          </a:xfrm>
        </p:grpSpPr>
        <p:sp>
          <p:nvSpPr>
            <p:cNvPr id="2712" name="Google Shape;2712;p49">
              <a:extLst>
                <a:ext uri="{FF2B5EF4-FFF2-40B4-BE49-F238E27FC236}">
                  <a16:creationId xmlns:a16="http://schemas.microsoft.com/office/drawing/2014/main" id="{F5CCF43A-DCF8-F5B9-F255-285705BF4D3B}"/>
                </a:ext>
              </a:extLst>
            </p:cNvPr>
            <p:cNvSpPr/>
            <p:nvPr/>
          </p:nvSpPr>
          <p:spPr>
            <a:xfrm>
              <a:off x="4987056" y="2480342"/>
              <a:ext cx="808956" cy="80895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49">
              <a:extLst>
                <a:ext uri="{FF2B5EF4-FFF2-40B4-BE49-F238E27FC236}">
                  <a16:creationId xmlns:a16="http://schemas.microsoft.com/office/drawing/2014/main" id="{E7A02288-A026-BA11-24D3-C7324EBF722D}"/>
                </a:ext>
              </a:extLst>
            </p:cNvPr>
            <p:cNvSpPr/>
            <p:nvPr/>
          </p:nvSpPr>
          <p:spPr>
            <a:xfrm>
              <a:off x="5090423" y="2583719"/>
              <a:ext cx="602414" cy="60241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713" name="Google Shape;2713;p49">
            <a:extLst>
              <a:ext uri="{FF2B5EF4-FFF2-40B4-BE49-F238E27FC236}">
                <a16:creationId xmlns:a16="http://schemas.microsoft.com/office/drawing/2014/main" id="{6FB2360F-068D-B4EB-1F40-3942AC354D62}"/>
              </a:ext>
            </a:extLst>
          </p:cNvPr>
          <p:cNvCxnSpPr>
            <a:cxnSpLocks/>
          </p:cNvCxnSpPr>
          <p:nvPr/>
        </p:nvCxnSpPr>
        <p:spPr>
          <a:xfrm>
            <a:off x="4570381" y="3186309"/>
            <a:ext cx="0" cy="35714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14" name="Google Shape;2714;p49">
            <a:extLst>
              <a:ext uri="{FF2B5EF4-FFF2-40B4-BE49-F238E27FC236}">
                <a16:creationId xmlns:a16="http://schemas.microsoft.com/office/drawing/2014/main" id="{1834D86B-2BA2-D6B9-470A-FFDD8BD1E2F3}"/>
              </a:ext>
            </a:extLst>
          </p:cNvPr>
          <p:cNvGrpSpPr/>
          <p:nvPr/>
        </p:nvGrpSpPr>
        <p:grpSpPr>
          <a:xfrm>
            <a:off x="4078859" y="2393178"/>
            <a:ext cx="983044" cy="983044"/>
            <a:chOff x="6626363" y="2480342"/>
            <a:chExt cx="808956" cy="808956"/>
          </a:xfrm>
        </p:grpSpPr>
        <p:sp>
          <p:nvSpPr>
            <p:cNvPr id="2715" name="Google Shape;2715;p49">
              <a:extLst>
                <a:ext uri="{FF2B5EF4-FFF2-40B4-BE49-F238E27FC236}">
                  <a16:creationId xmlns:a16="http://schemas.microsoft.com/office/drawing/2014/main" id="{B1186EB4-9117-A89A-7E23-A75F50432E77}"/>
                </a:ext>
              </a:extLst>
            </p:cNvPr>
            <p:cNvSpPr/>
            <p:nvPr/>
          </p:nvSpPr>
          <p:spPr>
            <a:xfrm>
              <a:off x="6626363" y="2480342"/>
              <a:ext cx="808956" cy="80895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49">
              <a:extLst>
                <a:ext uri="{FF2B5EF4-FFF2-40B4-BE49-F238E27FC236}">
                  <a16:creationId xmlns:a16="http://schemas.microsoft.com/office/drawing/2014/main" id="{8E62D7C3-947C-87F9-609E-93A7347B935C}"/>
                </a:ext>
              </a:extLst>
            </p:cNvPr>
            <p:cNvSpPr/>
            <p:nvPr/>
          </p:nvSpPr>
          <p:spPr>
            <a:xfrm>
              <a:off x="6729729" y="2583719"/>
              <a:ext cx="602414" cy="60241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717" name="Google Shape;2717;p49">
            <a:extLst>
              <a:ext uri="{FF2B5EF4-FFF2-40B4-BE49-F238E27FC236}">
                <a16:creationId xmlns:a16="http://schemas.microsoft.com/office/drawing/2014/main" id="{BEE3D38B-BE8A-9569-23FD-2B7E29ABF431}"/>
              </a:ext>
            </a:extLst>
          </p:cNvPr>
          <p:cNvCxnSpPr>
            <a:cxnSpLocks/>
          </p:cNvCxnSpPr>
          <p:nvPr/>
        </p:nvCxnSpPr>
        <p:spPr>
          <a:xfrm flipV="1">
            <a:off x="4570382" y="2122227"/>
            <a:ext cx="0" cy="39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19" name="Google Shape;2719;p49">
            <a:extLst>
              <a:ext uri="{FF2B5EF4-FFF2-40B4-BE49-F238E27FC236}">
                <a16:creationId xmlns:a16="http://schemas.microsoft.com/office/drawing/2014/main" id="{0992964B-BF2E-4FD7-367F-B91DF4331EFC}"/>
              </a:ext>
            </a:extLst>
          </p:cNvPr>
          <p:cNvGrpSpPr/>
          <p:nvPr/>
        </p:nvGrpSpPr>
        <p:grpSpPr>
          <a:xfrm>
            <a:off x="4078838" y="2393805"/>
            <a:ext cx="983087" cy="983459"/>
            <a:chOff x="1708681" y="2480698"/>
            <a:chExt cx="809125" cy="809432"/>
          </a:xfrm>
        </p:grpSpPr>
        <p:sp>
          <p:nvSpPr>
            <p:cNvPr id="2704" name="Google Shape;2704;p49">
              <a:extLst>
                <a:ext uri="{FF2B5EF4-FFF2-40B4-BE49-F238E27FC236}">
                  <a16:creationId xmlns:a16="http://schemas.microsoft.com/office/drawing/2014/main" id="{3231A8F8-D85F-0AEF-D39A-79DAB62FC4EA}"/>
                </a:ext>
              </a:extLst>
            </p:cNvPr>
            <p:cNvSpPr/>
            <p:nvPr/>
          </p:nvSpPr>
          <p:spPr>
            <a:xfrm>
              <a:off x="1708681" y="2480698"/>
              <a:ext cx="809125" cy="809432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49">
              <a:extLst>
                <a:ext uri="{FF2B5EF4-FFF2-40B4-BE49-F238E27FC236}">
                  <a16:creationId xmlns:a16="http://schemas.microsoft.com/office/drawing/2014/main" id="{BDFF3071-E174-D02D-7CBB-F18A32BB5880}"/>
                </a:ext>
              </a:extLst>
            </p:cNvPr>
            <p:cNvSpPr/>
            <p:nvPr/>
          </p:nvSpPr>
          <p:spPr>
            <a:xfrm>
              <a:off x="1812063" y="2584091"/>
              <a:ext cx="602631" cy="602631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0" name="Google Shape;2720;p49">
            <a:extLst>
              <a:ext uri="{FF2B5EF4-FFF2-40B4-BE49-F238E27FC236}">
                <a16:creationId xmlns:a16="http://schemas.microsoft.com/office/drawing/2014/main" id="{3068706E-3211-C547-BEFC-36BEA980F2CC}"/>
              </a:ext>
            </a:extLst>
          </p:cNvPr>
          <p:cNvSpPr/>
          <p:nvPr/>
        </p:nvSpPr>
        <p:spPr>
          <a:xfrm>
            <a:off x="4530481" y="2106975"/>
            <a:ext cx="79800" cy="79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1" name="Google Shape;2721;p49">
            <a:extLst>
              <a:ext uri="{FF2B5EF4-FFF2-40B4-BE49-F238E27FC236}">
                <a16:creationId xmlns:a16="http://schemas.microsoft.com/office/drawing/2014/main" id="{26053576-21BA-7D8F-BEF5-E932C9D77620}"/>
              </a:ext>
            </a:extLst>
          </p:cNvPr>
          <p:cNvSpPr/>
          <p:nvPr/>
        </p:nvSpPr>
        <p:spPr>
          <a:xfrm>
            <a:off x="4530481" y="2106974"/>
            <a:ext cx="79800" cy="79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2" name="Google Shape;2722;p49">
            <a:extLst>
              <a:ext uri="{FF2B5EF4-FFF2-40B4-BE49-F238E27FC236}">
                <a16:creationId xmlns:a16="http://schemas.microsoft.com/office/drawing/2014/main" id="{56209C25-1EA8-7D5F-C18A-BC32A29FEC10}"/>
              </a:ext>
            </a:extLst>
          </p:cNvPr>
          <p:cNvSpPr/>
          <p:nvPr/>
        </p:nvSpPr>
        <p:spPr>
          <a:xfrm>
            <a:off x="4530481" y="3544525"/>
            <a:ext cx="79800" cy="79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3" name="Google Shape;2723;p49">
            <a:extLst>
              <a:ext uri="{FF2B5EF4-FFF2-40B4-BE49-F238E27FC236}">
                <a16:creationId xmlns:a16="http://schemas.microsoft.com/office/drawing/2014/main" id="{03CA1505-4899-91A1-4955-7F5F0D85D7B6}"/>
              </a:ext>
            </a:extLst>
          </p:cNvPr>
          <p:cNvSpPr/>
          <p:nvPr/>
        </p:nvSpPr>
        <p:spPr>
          <a:xfrm>
            <a:off x="4530481" y="3544525"/>
            <a:ext cx="79800" cy="79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4" name="Google Shape;2724;p49">
            <a:extLst>
              <a:ext uri="{FF2B5EF4-FFF2-40B4-BE49-F238E27FC236}">
                <a16:creationId xmlns:a16="http://schemas.microsoft.com/office/drawing/2014/main" id="{22AC09CD-21FF-8D06-64AE-484F33B5AD8A}"/>
              </a:ext>
            </a:extLst>
          </p:cNvPr>
          <p:cNvSpPr txBox="1"/>
          <p:nvPr/>
        </p:nvSpPr>
        <p:spPr>
          <a:xfrm>
            <a:off x="4218181" y="2723910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Date</a:t>
            </a:r>
            <a:endParaRPr sz="16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  <p:extLst>
      <p:ext uri="{BB962C8B-B14F-4D97-AF65-F5344CB8AC3E}">
        <p14:creationId xmlns:p14="http://schemas.microsoft.com/office/powerpoint/2010/main" val="623876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3">
          <a:extLst>
            <a:ext uri="{FF2B5EF4-FFF2-40B4-BE49-F238E27FC236}">
              <a16:creationId xmlns:a16="http://schemas.microsoft.com/office/drawing/2014/main" id="{6D025BB7-AE43-4CF1-7938-9240BE495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p49">
            <a:extLst>
              <a:ext uri="{FF2B5EF4-FFF2-40B4-BE49-F238E27FC236}">
                <a16:creationId xmlns:a16="http://schemas.microsoft.com/office/drawing/2014/main" id="{B1E39746-40A1-5C2A-8BEA-ADAB398EEC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</a:t>
            </a:r>
            <a:endParaRPr/>
          </a:p>
        </p:txBody>
      </p:sp>
      <p:sp>
        <p:nvSpPr>
          <p:cNvPr id="2695" name="Google Shape;2695;p49">
            <a:extLst>
              <a:ext uri="{FF2B5EF4-FFF2-40B4-BE49-F238E27FC236}">
                <a16:creationId xmlns:a16="http://schemas.microsoft.com/office/drawing/2014/main" id="{2F70393D-169D-E1D0-C99C-E5DAAEF20567}"/>
              </a:ext>
            </a:extLst>
          </p:cNvPr>
          <p:cNvSpPr txBox="1"/>
          <p:nvPr/>
        </p:nvSpPr>
        <p:spPr>
          <a:xfrm>
            <a:off x="1001800" y="1278357"/>
            <a:ext cx="2219400" cy="765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Start Collecting Data </a:t>
            </a:r>
            <a:r>
              <a:rPr lang="en-US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</a:t>
            </a: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nd Connect Companies through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site visits and Phone Calls</a:t>
            </a:r>
            <a:endParaRPr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6" name="Google Shape;2696;p49">
            <a:extLst>
              <a:ext uri="{FF2B5EF4-FFF2-40B4-BE49-F238E27FC236}">
                <a16:creationId xmlns:a16="http://schemas.microsoft.com/office/drawing/2014/main" id="{0AA457C0-83E5-570B-E46E-22A5DD786B65}"/>
              </a:ext>
            </a:extLst>
          </p:cNvPr>
          <p:cNvSpPr txBox="1"/>
          <p:nvPr/>
        </p:nvSpPr>
        <p:spPr>
          <a:xfrm>
            <a:off x="4280273" y="1262312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Understanding the Problem,   Analyze Data and Root Cause Analysis</a:t>
            </a:r>
            <a:endParaRPr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7" name="Google Shape;2697;p49">
            <a:extLst>
              <a:ext uri="{FF2B5EF4-FFF2-40B4-BE49-F238E27FC236}">
                <a16:creationId xmlns:a16="http://schemas.microsoft.com/office/drawing/2014/main" id="{1AD508C9-1F1C-B050-9D3B-78DA6D183961}"/>
              </a:ext>
            </a:extLst>
          </p:cNvPr>
          <p:cNvSpPr txBox="1"/>
          <p:nvPr/>
        </p:nvSpPr>
        <p:spPr>
          <a:xfrm>
            <a:off x="26433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Review and Discuss the collected Data Offline &amp; Online to Get more Insights</a:t>
            </a:r>
            <a:endParaRPr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8" name="Google Shape;2698;p49">
            <a:extLst>
              <a:ext uri="{FF2B5EF4-FFF2-40B4-BE49-F238E27FC236}">
                <a16:creationId xmlns:a16="http://schemas.microsoft.com/office/drawing/2014/main" id="{7A5E1952-3E93-9AB5-A558-32015779C038}"/>
              </a:ext>
            </a:extLst>
          </p:cNvPr>
          <p:cNvSpPr txBox="1"/>
          <p:nvPr/>
        </p:nvSpPr>
        <p:spPr>
          <a:xfrm>
            <a:off x="5919150" y="3609328"/>
            <a:ext cx="2219400" cy="77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</a:t>
            </a: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ix Issues, Gathering Analized Data and Design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an Interactive Dashboard </a:t>
            </a:r>
            <a:endParaRPr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2701" name="Google Shape;2701;p49">
            <a:extLst>
              <a:ext uri="{FF2B5EF4-FFF2-40B4-BE49-F238E27FC236}">
                <a16:creationId xmlns:a16="http://schemas.microsoft.com/office/drawing/2014/main" id="{C9175F4C-F8CA-6C0C-0492-956C722CD746}"/>
              </a:ext>
            </a:extLst>
          </p:cNvPr>
          <p:cNvCxnSpPr/>
          <p:nvPr/>
        </p:nvCxnSpPr>
        <p:spPr>
          <a:xfrm>
            <a:off x="4155697" y="2884996"/>
            <a:ext cx="830471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2" name="Google Shape;2702;p49">
            <a:extLst>
              <a:ext uri="{FF2B5EF4-FFF2-40B4-BE49-F238E27FC236}">
                <a16:creationId xmlns:a16="http://schemas.microsoft.com/office/drawing/2014/main" id="{743A6206-A4E9-9B67-355A-372454E81CA7}"/>
              </a:ext>
            </a:extLst>
          </p:cNvPr>
          <p:cNvCxnSpPr/>
          <p:nvPr/>
        </p:nvCxnSpPr>
        <p:spPr>
          <a:xfrm>
            <a:off x="5794540" y="2884996"/>
            <a:ext cx="830471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3" name="Google Shape;2703;p49">
            <a:extLst>
              <a:ext uri="{FF2B5EF4-FFF2-40B4-BE49-F238E27FC236}">
                <a16:creationId xmlns:a16="http://schemas.microsoft.com/office/drawing/2014/main" id="{67F1B625-7B9A-F839-775D-801973C9B77A}"/>
              </a:ext>
            </a:extLst>
          </p:cNvPr>
          <p:cNvCxnSpPr>
            <a:stCxn id="2704" idx="6"/>
            <a:endCxn id="2705" idx="2"/>
          </p:cNvCxnSpPr>
          <p:nvPr/>
        </p:nvCxnSpPr>
        <p:spPr>
          <a:xfrm>
            <a:off x="2603286" y="2885534"/>
            <a:ext cx="656201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6" name="Google Shape;2706;p49">
            <a:extLst>
              <a:ext uri="{FF2B5EF4-FFF2-40B4-BE49-F238E27FC236}">
                <a16:creationId xmlns:a16="http://schemas.microsoft.com/office/drawing/2014/main" id="{7F26A17D-07CE-D1EB-ADDE-83B0D36ACB82}"/>
              </a:ext>
            </a:extLst>
          </p:cNvPr>
          <p:cNvCxnSpPr/>
          <p:nvPr/>
        </p:nvCxnSpPr>
        <p:spPr>
          <a:xfrm>
            <a:off x="3750483" y="3186309"/>
            <a:ext cx="0" cy="35822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07" name="Google Shape;2707;p49">
            <a:extLst>
              <a:ext uri="{FF2B5EF4-FFF2-40B4-BE49-F238E27FC236}">
                <a16:creationId xmlns:a16="http://schemas.microsoft.com/office/drawing/2014/main" id="{2005C8C8-598C-CA58-A739-33289BFC6083}"/>
              </a:ext>
            </a:extLst>
          </p:cNvPr>
          <p:cNvGrpSpPr/>
          <p:nvPr/>
        </p:nvGrpSpPr>
        <p:grpSpPr>
          <a:xfrm>
            <a:off x="3259592" y="2393765"/>
            <a:ext cx="983055" cy="983055"/>
            <a:chOff x="3347725" y="2480342"/>
            <a:chExt cx="810032" cy="810032"/>
          </a:xfrm>
        </p:grpSpPr>
        <p:sp>
          <p:nvSpPr>
            <p:cNvPr id="2705" name="Google Shape;2705;p49">
              <a:extLst>
                <a:ext uri="{FF2B5EF4-FFF2-40B4-BE49-F238E27FC236}">
                  <a16:creationId xmlns:a16="http://schemas.microsoft.com/office/drawing/2014/main" id="{AAC64A4B-295C-5E27-C0D6-38FC3AD106D1}"/>
                </a:ext>
              </a:extLst>
            </p:cNvPr>
            <p:cNvSpPr/>
            <p:nvPr/>
          </p:nvSpPr>
          <p:spPr>
            <a:xfrm>
              <a:off x="3347725" y="2480342"/>
              <a:ext cx="810032" cy="81003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49">
              <a:extLst>
                <a:ext uri="{FF2B5EF4-FFF2-40B4-BE49-F238E27FC236}">
                  <a16:creationId xmlns:a16="http://schemas.microsoft.com/office/drawing/2014/main" id="{AB53DC61-53B6-D651-0573-EB5B9532E362}"/>
                </a:ext>
              </a:extLst>
            </p:cNvPr>
            <p:cNvSpPr/>
            <p:nvPr/>
          </p:nvSpPr>
          <p:spPr>
            <a:xfrm>
              <a:off x="3451091" y="2583719"/>
              <a:ext cx="603490" cy="60349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709" name="Google Shape;2709;p49">
            <a:extLst>
              <a:ext uri="{FF2B5EF4-FFF2-40B4-BE49-F238E27FC236}">
                <a16:creationId xmlns:a16="http://schemas.microsoft.com/office/drawing/2014/main" id="{C1FFDD84-58DF-6498-BB51-47974AA7D6BD}"/>
              </a:ext>
            </a:extLst>
          </p:cNvPr>
          <p:cNvCxnSpPr>
            <a:stCxn id="2710" idx="0"/>
          </p:cNvCxnSpPr>
          <p:nvPr/>
        </p:nvCxnSpPr>
        <p:spPr>
          <a:xfrm rot="10800000">
            <a:off x="5390088" y="2122099"/>
            <a:ext cx="0" cy="39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11" name="Google Shape;2711;p49">
            <a:extLst>
              <a:ext uri="{FF2B5EF4-FFF2-40B4-BE49-F238E27FC236}">
                <a16:creationId xmlns:a16="http://schemas.microsoft.com/office/drawing/2014/main" id="{D9B0128B-A5FA-024E-3532-AD109019A47C}"/>
              </a:ext>
            </a:extLst>
          </p:cNvPr>
          <p:cNvGrpSpPr/>
          <p:nvPr/>
        </p:nvGrpSpPr>
        <p:grpSpPr>
          <a:xfrm>
            <a:off x="4898451" y="2393376"/>
            <a:ext cx="983044" cy="983044"/>
            <a:chOff x="4987056" y="2480342"/>
            <a:chExt cx="808956" cy="808956"/>
          </a:xfrm>
        </p:grpSpPr>
        <p:sp>
          <p:nvSpPr>
            <p:cNvPr id="2712" name="Google Shape;2712;p49">
              <a:extLst>
                <a:ext uri="{FF2B5EF4-FFF2-40B4-BE49-F238E27FC236}">
                  <a16:creationId xmlns:a16="http://schemas.microsoft.com/office/drawing/2014/main" id="{685B32B8-3C39-FF9F-C821-AAE07C3CAF76}"/>
                </a:ext>
              </a:extLst>
            </p:cNvPr>
            <p:cNvSpPr/>
            <p:nvPr/>
          </p:nvSpPr>
          <p:spPr>
            <a:xfrm>
              <a:off x="4987056" y="2480342"/>
              <a:ext cx="808956" cy="80895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49">
              <a:extLst>
                <a:ext uri="{FF2B5EF4-FFF2-40B4-BE49-F238E27FC236}">
                  <a16:creationId xmlns:a16="http://schemas.microsoft.com/office/drawing/2014/main" id="{42F0E26A-0460-519C-CB60-440C27C10FD7}"/>
                </a:ext>
              </a:extLst>
            </p:cNvPr>
            <p:cNvSpPr/>
            <p:nvPr/>
          </p:nvSpPr>
          <p:spPr>
            <a:xfrm>
              <a:off x="5090423" y="2583719"/>
              <a:ext cx="602414" cy="60241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713" name="Google Shape;2713;p49">
            <a:extLst>
              <a:ext uri="{FF2B5EF4-FFF2-40B4-BE49-F238E27FC236}">
                <a16:creationId xmlns:a16="http://schemas.microsoft.com/office/drawing/2014/main" id="{1538E410-FF38-EFB3-B80F-83603753708A}"/>
              </a:ext>
            </a:extLst>
          </p:cNvPr>
          <p:cNvCxnSpPr/>
          <p:nvPr/>
        </p:nvCxnSpPr>
        <p:spPr>
          <a:xfrm>
            <a:off x="7029581" y="3186309"/>
            <a:ext cx="0" cy="35714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14" name="Google Shape;2714;p49">
            <a:extLst>
              <a:ext uri="{FF2B5EF4-FFF2-40B4-BE49-F238E27FC236}">
                <a16:creationId xmlns:a16="http://schemas.microsoft.com/office/drawing/2014/main" id="{13B807DE-F7DB-0EDD-CDB2-EA0BDE8FBF89}"/>
              </a:ext>
            </a:extLst>
          </p:cNvPr>
          <p:cNvGrpSpPr/>
          <p:nvPr/>
        </p:nvGrpSpPr>
        <p:grpSpPr>
          <a:xfrm>
            <a:off x="6537520" y="2393178"/>
            <a:ext cx="983044" cy="983044"/>
            <a:chOff x="6626363" y="2480342"/>
            <a:chExt cx="808956" cy="808956"/>
          </a:xfrm>
        </p:grpSpPr>
        <p:sp>
          <p:nvSpPr>
            <p:cNvPr id="2715" name="Google Shape;2715;p49">
              <a:extLst>
                <a:ext uri="{FF2B5EF4-FFF2-40B4-BE49-F238E27FC236}">
                  <a16:creationId xmlns:a16="http://schemas.microsoft.com/office/drawing/2014/main" id="{B1D3BAF3-504E-7C4C-2489-6978C03A9F0A}"/>
                </a:ext>
              </a:extLst>
            </p:cNvPr>
            <p:cNvSpPr/>
            <p:nvPr/>
          </p:nvSpPr>
          <p:spPr>
            <a:xfrm>
              <a:off x="6626363" y="2480342"/>
              <a:ext cx="808956" cy="80895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49">
              <a:extLst>
                <a:ext uri="{FF2B5EF4-FFF2-40B4-BE49-F238E27FC236}">
                  <a16:creationId xmlns:a16="http://schemas.microsoft.com/office/drawing/2014/main" id="{D2C61722-9099-E0B5-C0B4-0D44959C7323}"/>
                </a:ext>
              </a:extLst>
            </p:cNvPr>
            <p:cNvSpPr/>
            <p:nvPr/>
          </p:nvSpPr>
          <p:spPr>
            <a:xfrm>
              <a:off x="6729729" y="2583719"/>
              <a:ext cx="602414" cy="60241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717" name="Google Shape;2717;p49">
            <a:extLst>
              <a:ext uri="{FF2B5EF4-FFF2-40B4-BE49-F238E27FC236}">
                <a16:creationId xmlns:a16="http://schemas.microsoft.com/office/drawing/2014/main" id="{D639AA83-D41C-AC1C-CA27-A68227C0F2D6}"/>
              </a:ext>
            </a:extLst>
          </p:cNvPr>
          <p:cNvCxnSpPr>
            <a:stCxn id="2718" idx="0"/>
          </p:cNvCxnSpPr>
          <p:nvPr/>
        </p:nvCxnSpPr>
        <p:spPr>
          <a:xfrm rot="10800000">
            <a:off x="2111907" y="2122227"/>
            <a:ext cx="0" cy="39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19" name="Google Shape;2719;p49">
            <a:extLst>
              <a:ext uri="{FF2B5EF4-FFF2-40B4-BE49-F238E27FC236}">
                <a16:creationId xmlns:a16="http://schemas.microsoft.com/office/drawing/2014/main" id="{A4C61BAD-193A-1583-48FD-B4511FC28CB3}"/>
              </a:ext>
            </a:extLst>
          </p:cNvPr>
          <p:cNvGrpSpPr/>
          <p:nvPr/>
        </p:nvGrpSpPr>
        <p:grpSpPr>
          <a:xfrm>
            <a:off x="1620199" y="2393805"/>
            <a:ext cx="983087" cy="983459"/>
            <a:chOff x="1708681" y="2480698"/>
            <a:chExt cx="809125" cy="809432"/>
          </a:xfrm>
        </p:grpSpPr>
        <p:sp>
          <p:nvSpPr>
            <p:cNvPr id="2704" name="Google Shape;2704;p49">
              <a:extLst>
                <a:ext uri="{FF2B5EF4-FFF2-40B4-BE49-F238E27FC236}">
                  <a16:creationId xmlns:a16="http://schemas.microsoft.com/office/drawing/2014/main" id="{C0B62064-F72D-9D95-41BC-A3B4B1071410}"/>
                </a:ext>
              </a:extLst>
            </p:cNvPr>
            <p:cNvSpPr/>
            <p:nvPr/>
          </p:nvSpPr>
          <p:spPr>
            <a:xfrm>
              <a:off x="1708681" y="2480698"/>
              <a:ext cx="809125" cy="809432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49">
              <a:extLst>
                <a:ext uri="{FF2B5EF4-FFF2-40B4-BE49-F238E27FC236}">
                  <a16:creationId xmlns:a16="http://schemas.microsoft.com/office/drawing/2014/main" id="{B8B54F30-BEAB-50CE-8E3E-46DFB11879B5}"/>
                </a:ext>
              </a:extLst>
            </p:cNvPr>
            <p:cNvSpPr/>
            <p:nvPr/>
          </p:nvSpPr>
          <p:spPr>
            <a:xfrm>
              <a:off x="1812063" y="2584091"/>
              <a:ext cx="602631" cy="602631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0" name="Google Shape;2720;p49">
            <a:extLst>
              <a:ext uri="{FF2B5EF4-FFF2-40B4-BE49-F238E27FC236}">
                <a16:creationId xmlns:a16="http://schemas.microsoft.com/office/drawing/2014/main" id="{E0C2EE64-1BD0-CBE2-B551-DCD770EC5BF4}"/>
              </a:ext>
            </a:extLst>
          </p:cNvPr>
          <p:cNvSpPr/>
          <p:nvPr/>
        </p:nvSpPr>
        <p:spPr>
          <a:xfrm>
            <a:off x="2071600" y="2106975"/>
            <a:ext cx="79800" cy="79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1" name="Google Shape;2721;p49">
            <a:extLst>
              <a:ext uri="{FF2B5EF4-FFF2-40B4-BE49-F238E27FC236}">
                <a16:creationId xmlns:a16="http://schemas.microsoft.com/office/drawing/2014/main" id="{67875933-CB50-E003-4371-A25A53D068D2}"/>
              </a:ext>
            </a:extLst>
          </p:cNvPr>
          <p:cNvSpPr/>
          <p:nvPr/>
        </p:nvSpPr>
        <p:spPr>
          <a:xfrm>
            <a:off x="5350120" y="2106974"/>
            <a:ext cx="79800" cy="79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2" name="Google Shape;2722;p49">
            <a:extLst>
              <a:ext uri="{FF2B5EF4-FFF2-40B4-BE49-F238E27FC236}">
                <a16:creationId xmlns:a16="http://schemas.microsoft.com/office/drawing/2014/main" id="{C9A839E2-78E9-B9AE-9E52-05FCDA2A1687}"/>
              </a:ext>
            </a:extLst>
          </p:cNvPr>
          <p:cNvSpPr/>
          <p:nvPr/>
        </p:nvSpPr>
        <p:spPr>
          <a:xfrm>
            <a:off x="3710050" y="3544525"/>
            <a:ext cx="79800" cy="79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3" name="Google Shape;2723;p49">
            <a:extLst>
              <a:ext uri="{FF2B5EF4-FFF2-40B4-BE49-F238E27FC236}">
                <a16:creationId xmlns:a16="http://schemas.microsoft.com/office/drawing/2014/main" id="{1367178B-87AD-BE6F-48C0-EFE0F6ADCAC0}"/>
              </a:ext>
            </a:extLst>
          </p:cNvPr>
          <p:cNvSpPr/>
          <p:nvPr/>
        </p:nvSpPr>
        <p:spPr>
          <a:xfrm>
            <a:off x="6989441" y="3544525"/>
            <a:ext cx="79800" cy="79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4" name="Google Shape;2724;p49">
            <a:extLst>
              <a:ext uri="{FF2B5EF4-FFF2-40B4-BE49-F238E27FC236}">
                <a16:creationId xmlns:a16="http://schemas.microsoft.com/office/drawing/2014/main" id="{5C52C8C3-4CC2-1040-BFA0-51010ED8D00E}"/>
              </a:ext>
            </a:extLst>
          </p:cNvPr>
          <p:cNvSpPr txBox="1"/>
          <p:nvPr/>
        </p:nvSpPr>
        <p:spPr>
          <a:xfrm>
            <a:off x="1762947" y="2723910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8/9</a:t>
            </a:r>
            <a:endParaRPr sz="16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5" name="Google Shape;2725;p49">
            <a:extLst>
              <a:ext uri="{FF2B5EF4-FFF2-40B4-BE49-F238E27FC236}">
                <a16:creationId xmlns:a16="http://schemas.microsoft.com/office/drawing/2014/main" id="{53B4DACD-01DB-556F-15F5-B6E7360CCE0B}"/>
              </a:ext>
            </a:extLst>
          </p:cNvPr>
          <p:cNvSpPr txBox="1"/>
          <p:nvPr/>
        </p:nvSpPr>
        <p:spPr>
          <a:xfrm>
            <a:off x="34008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18/9</a:t>
            </a:r>
            <a:endParaRPr sz="16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6" name="Google Shape;2726;p49">
            <a:extLst>
              <a:ext uri="{FF2B5EF4-FFF2-40B4-BE49-F238E27FC236}">
                <a16:creationId xmlns:a16="http://schemas.microsoft.com/office/drawing/2014/main" id="{6A1FDDAC-A7D5-F561-B747-881AC4141F87}"/>
              </a:ext>
            </a:extLst>
          </p:cNvPr>
          <p:cNvSpPr txBox="1"/>
          <p:nvPr/>
        </p:nvSpPr>
        <p:spPr>
          <a:xfrm>
            <a:off x="50387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23/9</a:t>
            </a:r>
            <a:endParaRPr sz="16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7" name="Google Shape;2727;p49">
            <a:extLst>
              <a:ext uri="{FF2B5EF4-FFF2-40B4-BE49-F238E27FC236}">
                <a16:creationId xmlns:a16="http://schemas.microsoft.com/office/drawing/2014/main" id="{46106B13-CA51-AA6F-0D0E-F10620EACCD2}"/>
              </a:ext>
            </a:extLst>
          </p:cNvPr>
          <p:cNvSpPr txBox="1"/>
          <p:nvPr/>
        </p:nvSpPr>
        <p:spPr>
          <a:xfrm>
            <a:off x="66766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30/9</a:t>
            </a:r>
            <a:endParaRPr sz="16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77753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5" grpId="0"/>
      <p:bldP spid="2696" grpId="0"/>
      <p:bldP spid="2697" grpId="0"/>
      <p:bldP spid="269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p50"/>
          <p:cNvSpPr txBox="1">
            <a:spLocks noGrp="1"/>
          </p:cNvSpPr>
          <p:nvPr>
            <p:ph type="title"/>
          </p:nvPr>
        </p:nvSpPr>
        <p:spPr>
          <a:xfrm>
            <a:off x="2624328" y="1121545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 dirty="0"/>
              <a:t>Whoa!</a:t>
            </a:r>
            <a:endParaRPr sz="10000" dirty="0"/>
          </a:p>
        </p:txBody>
      </p:sp>
      <p:sp>
        <p:nvSpPr>
          <p:cNvPr id="2733" name="Google Shape;2733;p50"/>
          <p:cNvSpPr txBox="1">
            <a:spLocks noGrp="1"/>
          </p:cNvSpPr>
          <p:nvPr>
            <p:ph type="subTitle" idx="1"/>
          </p:nvPr>
        </p:nvSpPr>
        <p:spPr>
          <a:xfrm>
            <a:off x="2933525" y="2699917"/>
            <a:ext cx="32769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Here we are reaching the End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So, it’s Time for a Short Brief …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Google Shape;2738;p51"/>
          <p:cNvSpPr txBox="1">
            <a:spLocks noGrp="1"/>
          </p:cNvSpPr>
          <p:nvPr>
            <p:ph type="title"/>
          </p:nvPr>
        </p:nvSpPr>
        <p:spPr>
          <a:xfrm>
            <a:off x="2203590" y="139990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Who We Are</a:t>
            </a:r>
            <a:endParaRPr dirty="0"/>
          </a:p>
        </p:txBody>
      </p:sp>
      <p:grpSp>
        <p:nvGrpSpPr>
          <p:cNvPr id="2739" name="Google Shape;2739;p51"/>
          <p:cNvGrpSpPr/>
          <p:nvPr/>
        </p:nvGrpSpPr>
        <p:grpSpPr>
          <a:xfrm>
            <a:off x="1980375" y="1074788"/>
            <a:ext cx="5183250" cy="3541786"/>
            <a:chOff x="277900" y="420125"/>
            <a:chExt cx="6852525" cy="4682425"/>
          </a:xfrm>
        </p:grpSpPr>
        <p:sp>
          <p:nvSpPr>
            <p:cNvPr id="2740" name="Google Shape;2740;p51"/>
            <p:cNvSpPr/>
            <p:nvPr/>
          </p:nvSpPr>
          <p:spPr>
            <a:xfrm>
              <a:off x="277900" y="420125"/>
              <a:ext cx="6852525" cy="4609425"/>
            </a:xfrm>
            <a:custGeom>
              <a:avLst/>
              <a:gdLst/>
              <a:ahLst/>
              <a:cxnLst/>
              <a:rect l="l" t="t" r="r" b="b"/>
              <a:pathLst>
                <a:path w="274101" h="184377" extrusionOk="0">
                  <a:moveTo>
                    <a:pt x="136337" y="1"/>
                  </a:moveTo>
                  <a:cubicBezTo>
                    <a:pt x="108563" y="1"/>
                    <a:pt x="91709" y="26310"/>
                    <a:pt x="78045" y="41336"/>
                  </a:cubicBezTo>
                  <a:cubicBezTo>
                    <a:pt x="62518" y="58454"/>
                    <a:pt x="45178" y="46845"/>
                    <a:pt x="22479" y="65183"/>
                  </a:cubicBezTo>
                  <a:cubicBezTo>
                    <a:pt x="0" y="83335"/>
                    <a:pt x="19077" y="165447"/>
                    <a:pt x="35677" y="184376"/>
                  </a:cubicBezTo>
                  <a:lnTo>
                    <a:pt x="253434" y="184376"/>
                  </a:lnTo>
                  <a:cubicBezTo>
                    <a:pt x="255208" y="177574"/>
                    <a:pt x="261124" y="154837"/>
                    <a:pt x="265116" y="131804"/>
                  </a:cubicBezTo>
                  <a:cubicBezTo>
                    <a:pt x="269923" y="104298"/>
                    <a:pt x="274100" y="66403"/>
                    <a:pt x="254987" y="50505"/>
                  </a:cubicBezTo>
                  <a:cubicBezTo>
                    <a:pt x="249034" y="45561"/>
                    <a:pt x="242499" y="43992"/>
                    <a:pt x="235926" y="43992"/>
                  </a:cubicBezTo>
                  <a:cubicBezTo>
                    <a:pt x="230211" y="43992"/>
                    <a:pt x="224467" y="45178"/>
                    <a:pt x="219051" y="46365"/>
                  </a:cubicBezTo>
                  <a:cubicBezTo>
                    <a:pt x="213642" y="47537"/>
                    <a:pt x="208543" y="48726"/>
                    <a:pt x="204134" y="48726"/>
                  </a:cubicBezTo>
                  <a:cubicBezTo>
                    <a:pt x="201733" y="48726"/>
                    <a:pt x="199538" y="48373"/>
                    <a:pt x="197608" y="47474"/>
                  </a:cubicBezTo>
                  <a:cubicBezTo>
                    <a:pt x="184447" y="41336"/>
                    <a:pt x="183855" y="10799"/>
                    <a:pt x="148585" y="1630"/>
                  </a:cubicBezTo>
                  <a:cubicBezTo>
                    <a:pt x="144277" y="510"/>
                    <a:pt x="140202" y="1"/>
                    <a:pt x="136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51"/>
            <p:cNvSpPr/>
            <p:nvPr/>
          </p:nvSpPr>
          <p:spPr>
            <a:xfrm>
              <a:off x="482160" y="420200"/>
              <a:ext cx="6424600" cy="4609350"/>
            </a:xfrm>
            <a:custGeom>
              <a:avLst/>
              <a:gdLst/>
              <a:ahLst/>
              <a:cxnLst/>
              <a:rect l="l" t="t" r="r" b="b"/>
              <a:pathLst>
                <a:path w="256984" h="184374" extrusionOk="0">
                  <a:moveTo>
                    <a:pt x="124148" y="0"/>
                  </a:moveTo>
                  <a:cubicBezTo>
                    <a:pt x="96383" y="0"/>
                    <a:pt x="79487" y="26323"/>
                    <a:pt x="65845" y="41333"/>
                  </a:cubicBezTo>
                  <a:cubicBezTo>
                    <a:pt x="50318" y="58451"/>
                    <a:pt x="32978" y="46842"/>
                    <a:pt x="10279" y="65180"/>
                  </a:cubicBezTo>
                  <a:cubicBezTo>
                    <a:pt x="2921" y="71095"/>
                    <a:pt x="38" y="83887"/>
                    <a:pt x="38" y="99082"/>
                  </a:cubicBezTo>
                  <a:cubicBezTo>
                    <a:pt x="1" y="130285"/>
                    <a:pt x="12312" y="171618"/>
                    <a:pt x="23477" y="184373"/>
                  </a:cubicBezTo>
                  <a:lnTo>
                    <a:pt x="241234" y="184373"/>
                  </a:lnTo>
                  <a:cubicBezTo>
                    <a:pt x="243008" y="177571"/>
                    <a:pt x="248924" y="154834"/>
                    <a:pt x="252916" y="131801"/>
                  </a:cubicBezTo>
                  <a:cubicBezTo>
                    <a:pt x="254987" y="119896"/>
                    <a:pt x="256946" y="106032"/>
                    <a:pt x="256983" y="92834"/>
                  </a:cubicBezTo>
                  <a:cubicBezTo>
                    <a:pt x="256983" y="75605"/>
                    <a:pt x="253619" y="59523"/>
                    <a:pt x="242787" y="50502"/>
                  </a:cubicBezTo>
                  <a:cubicBezTo>
                    <a:pt x="236834" y="45548"/>
                    <a:pt x="230290" y="43995"/>
                    <a:pt x="223710" y="43995"/>
                  </a:cubicBezTo>
                  <a:cubicBezTo>
                    <a:pt x="218016" y="43995"/>
                    <a:pt x="212286" y="45178"/>
                    <a:pt x="206851" y="46362"/>
                  </a:cubicBezTo>
                  <a:cubicBezTo>
                    <a:pt x="201453" y="47545"/>
                    <a:pt x="196388" y="48728"/>
                    <a:pt x="191989" y="48728"/>
                  </a:cubicBezTo>
                  <a:cubicBezTo>
                    <a:pt x="189549" y="48728"/>
                    <a:pt x="187331" y="48358"/>
                    <a:pt x="185408" y="47471"/>
                  </a:cubicBezTo>
                  <a:cubicBezTo>
                    <a:pt x="172247" y="41333"/>
                    <a:pt x="171655" y="10796"/>
                    <a:pt x="136385" y="1627"/>
                  </a:cubicBezTo>
                  <a:cubicBezTo>
                    <a:pt x="132097" y="481"/>
                    <a:pt x="127993" y="0"/>
                    <a:pt x="1241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1"/>
            <p:cNvSpPr/>
            <p:nvPr/>
          </p:nvSpPr>
          <p:spPr>
            <a:xfrm>
              <a:off x="702125" y="5036900"/>
              <a:ext cx="6191675" cy="65650"/>
            </a:xfrm>
            <a:custGeom>
              <a:avLst/>
              <a:gdLst/>
              <a:ahLst/>
              <a:cxnLst/>
              <a:rect l="l" t="t" r="r" b="b"/>
              <a:pathLst>
                <a:path w="247667" h="2626" extrusionOk="0">
                  <a:moveTo>
                    <a:pt x="1" y="1"/>
                  </a:moveTo>
                  <a:lnTo>
                    <a:pt x="1" y="2626"/>
                  </a:lnTo>
                  <a:lnTo>
                    <a:pt x="247667" y="2626"/>
                  </a:lnTo>
                  <a:lnTo>
                    <a:pt x="247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1"/>
            <p:cNvSpPr/>
            <p:nvPr/>
          </p:nvSpPr>
          <p:spPr>
            <a:xfrm>
              <a:off x="665175" y="3566050"/>
              <a:ext cx="125725" cy="97450"/>
            </a:xfrm>
            <a:custGeom>
              <a:avLst/>
              <a:gdLst/>
              <a:ahLst/>
              <a:cxnLst/>
              <a:rect l="l" t="t" r="r" b="b"/>
              <a:pathLst>
                <a:path w="5029" h="3898" extrusionOk="0">
                  <a:moveTo>
                    <a:pt x="1558" y="0"/>
                  </a:moveTo>
                  <a:cubicBezTo>
                    <a:pt x="1494" y="0"/>
                    <a:pt x="1431" y="5"/>
                    <a:pt x="1368" y="15"/>
                  </a:cubicBezTo>
                  <a:cubicBezTo>
                    <a:pt x="481" y="125"/>
                    <a:pt x="0" y="976"/>
                    <a:pt x="185" y="1789"/>
                  </a:cubicBezTo>
                  <a:cubicBezTo>
                    <a:pt x="407" y="2639"/>
                    <a:pt x="1257" y="3231"/>
                    <a:pt x="1996" y="3564"/>
                  </a:cubicBezTo>
                  <a:cubicBezTo>
                    <a:pt x="2705" y="3872"/>
                    <a:pt x="4312" y="3897"/>
                    <a:pt x="4828" y="3897"/>
                  </a:cubicBezTo>
                  <a:cubicBezTo>
                    <a:pt x="4932" y="3897"/>
                    <a:pt x="4991" y="3896"/>
                    <a:pt x="4991" y="3896"/>
                  </a:cubicBezTo>
                  <a:cubicBezTo>
                    <a:pt x="5028" y="3896"/>
                    <a:pt x="4547" y="2529"/>
                    <a:pt x="4510" y="2418"/>
                  </a:cubicBezTo>
                  <a:cubicBezTo>
                    <a:pt x="4055" y="1507"/>
                    <a:pt x="2705" y="0"/>
                    <a:pt x="15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1"/>
            <p:cNvSpPr/>
            <p:nvPr/>
          </p:nvSpPr>
          <p:spPr>
            <a:xfrm>
              <a:off x="667950" y="3411900"/>
              <a:ext cx="777325" cy="1632425"/>
            </a:xfrm>
            <a:custGeom>
              <a:avLst/>
              <a:gdLst/>
              <a:ahLst/>
              <a:cxnLst/>
              <a:rect l="l" t="t" r="r" b="b"/>
              <a:pathLst>
                <a:path w="31093" h="65297" extrusionOk="0">
                  <a:moveTo>
                    <a:pt x="14640" y="31764"/>
                  </a:moveTo>
                  <a:cubicBezTo>
                    <a:pt x="15232" y="32430"/>
                    <a:pt x="16822" y="33206"/>
                    <a:pt x="17043" y="33317"/>
                  </a:cubicBezTo>
                  <a:cubicBezTo>
                    <a:pt x="16822" y="33835"/>
                    <a:pt x="16600" y="34352"/>
                    <a:pt x="16378" y="34833"/>
                  </a:cubicBezTo>
                  <a:cubicBezTo>
                    <a:pt x="15676" y="36533"/>
                    <a:pt x="15010" y="37901"/>
                    <a:pt x="14529" y="38826"/>
                  </a:cubicBezTo>
                  <a:cubicBezTo>
                    <a:pt x="14419" y="39011"/>
                    <a:pt x="14345" y="39195"/>
                    <a:pt x="14234" y="39343"/>
                  </a:cubicBezTo>
                  <a:lnTo>
                    <a:pt x="14160" y="39343"/>
                  </a:lnTo>
                  <a:cubicBezTo>
                    <a:pt x="14160" y="39158"/>
                    <a:pt x="14123" y="38974"/>
                    <a:pt x="14086" y="38752"/>
                  </a:cubicBezTo>
                  <a:cubicBezTo>
                    <a:pt x="13938" y="37680"/>
                    <a:pt x="13716" y="36164"/>
                    <a:pt x="13346" y="34352"/>
                  </a:cubicBezTo>
                  <a:cubicBezTo>
                    <a:pt x="13235" y="33761"/>
                    <a:pt x="13125" y="33169"/>
                    <a:pt x="12977" y="32541"/>
                  </a:cubicBezTo>
                  <a:cubicBezTo>
                    <a:pt x="13125" y="32467"/>
                    <a:pt x="13901" y="32171"/>
                    <a:pt x="14640" y="31764"/>
                  </a:cubicBezTo>
                  <a:close/>
                  <a:moveTo>
                    <a:pt x="6531" y="0"/>
                  </a:moveTo>
                  <a:cubicBezTo>
                    <a:pt x="6326" y="0"/>
                    <a:pt x="6117" y="49"/>
                    <a:pt x="5915" y="154"/>
                  </a:cubicBezTo>
                  <a:cubicBezTo>
                    <a:pt x="4843" y="709"/>
                    <a:pt x="4547" y="2853"/>
                    <a:pt x="4732" y="3925"/>
                  </a:cubicBezTo>
                  <a:cubicBezTo>
                    <a:pt x="4769" y="4036"/>
                    <a:pt x="5176" y="5441"/>
                    <a:pt x="5176" y="5441"/>
                  </a:cubicBezTo>
                  <a:lnTo>
                    <a:pt x="5213" y="5404"/>
                  </a:lnTo>
                  <a:lnTo>
                    <a:pt x="5213" y="5404"/>
                  </a:lnTo>
                  <a:cubicBezTo>
                    <a:pt x="5139" y="5737"/>
                    <a:pt x="5102" y="6107"/>
                    <a:pt x="5065" y="6513"/>
                  </a:cubicBezTo>
                  <a:cubicBezTo>
                    <a:pt x="4991" y="7253"/>
                    <a:pt x="4917" y="8103"/>
                    <a:pt x="4880" y="9027"/>
                  </a:cubicBezTo>
                  <a:cubicBezTo>
                    <a:pt x="4880" y="9952"/>
                    <a:pt x="4880" y="10950"/>
                    <a:pt x="4954" y="11985"/>
                  </a:cubicBezTo>
                  <a:cubicBezTo>
                    <a:pt x="5065" y="13057"/>
                    <a:pt x="5213" y="14166"/>
                    <a:pt x="5509" y="15275"/>
                  </a:cubicBezTo>
                  <a:lnTo>
                    <a:pt x="5509" y="15312"/>
                  </a:lnTo>
                  <a:cubicBezTo>
                    <a:pt x="5324" y="15017"/>
                    <a:pt x="4769" y="14203"/>
                    <a:pt x="4732" y="14129"/>
                  </a:cubicBezTo>
                  <a:cubicBezTo>
                    <a:pt x="4142" y="13446"/>
                    <a:pt x="2744" y="12502"/>
                    <a:pt x="1654" y="12502"/>
                  </a:cubicBezTo>
                  <a:cubicBezTo>
                    <a:pt x="1446" y="12502"/>
                    <a:pt x="1250" y="12536"/>
                    <a:pt x="1072" y="12613"/>
                  </a:cubicBezTo>
                  <a:cubicBezTo>
                    <a:pt x="259" y="12946"/>
                    <a:pt x="0" y="13907"/>
                    <a:pt x="407" y="14647"/>
                  </a:cubicBezTo>
                  <a:cubicBezTo>
                    <a:pt x="850" y="15423"/>
                    <a:pt x="1812" y="15793"/>
                    <a:pt x="2625" y="15904"/>
                  </a:cubicBezTo>
                  <a:cubicBezTo>
                    <a:pt x="2705" y="15914"/>
                    <a:pt x="2794" y="15918"/>
                    <a:pt x="2889" y="15918"/>
                  </a:cubicBezTo>
                  <a:cubicBezTo>
                    <a:pt x="3840" y="15918"/>
                    <a:pt x="5414" y="15457"/>
                    <a:pt x="5583" y="15423"/>
                  </a:cubicBezTo>
                  <a:cubicBezTo>
                    <a:pt x="5878" y="16495"/>
                    <a:pt x="6248" y="17568"/>
                    <a:pt x="6729" y="18603"/>
                  </a:cubicBezTo>
                  <a:cubicBezTo>
                    <a:pt x="6987" y="19231"/>
                    <a:pt x="7246" y="19823"/>
                    <a:pt x="7542" y="20414"/>
                  </a:cubicBezTo>
                  <a:cubicBezTo>
                    <a:pt x="7357" y="20155"/>
                    <a:pt x="7209" y="19934"/>
                    <a:pt x="7209" y="19897"/>
                  </a:cubicBezTo>
                  <a:cubicBezTo>
                    <a:pt x="6584" y="19208"/>
                    <a:pt x="5164" y="18282"/>
                    <a:pt x="4070" y="18282"/>
                  </a:cubicBezTo>
                  <a:cubicBezTo>
                    <a:pt x="3871" y="18282"/>
                    <a:pt x="3683" y="18313"/>
                    <a:pt x="3512" y="18381"/>
                  </a:cubicBezTo>
                  <a:cubicBezTo>
                    <a:pt x="2736" y="18751"/>
                    <a:pt x="2477" y="19712"/>
                    <a:pt x="2884" y="20451"/>
                  </a:cubicBezTo>
                  <a:cubicBezTo>
                    <a:pt x="3290" y="21191"/>
                    <a:pt x="4289" y="21560"/>
                    <a:pt x="5102" y="21671"/>
                  </a:cubicBezTo>
                  <a:cubicBezTo>
                    <a:pt x="5187" y="21683"/>
                    <a:pt x="5282" y="21689"/>
                    <a:pt x="5385" y="21689"/>
                  </a:cubicBezTo>
                  <a:cubicBezTo>
                    <a:pt x="6221" y="21689"/>
                    <a:pt x="7554" y="21326"/>
                    <a:pt x="7949" y="21228"/>
                  </a:cubicBezTo>
                  <a:cubicBezTo>
                    <a:pt x="8060" y="21449"/>
                    <a:pt x="8171" y="21671"/>
                    <a:pt x="8281" y="21930"/>
                  </a:cubicBezTo>
                  <a:cubicBezTo>
                    <a:pt x="8836" y="23002"/>
                    <a:pt x="9391" y="24111"/>
                    <a:pt x="9908" y="25183"/>
                  </a:cubicBezTo>
                  <a:cubicBezTo>
                    <a:pt x="10093" y="25553"/>
                    <a:pt x="10241" y="25960"/>
                    <a:pt x="10426" y="26330"/>
                  </a:cubicBezTo>
                  <a:cubicBezTo>
                    <a:pt x="10241" y="26108"/>
                    <a:pt x="10130" y="25923"/>
                    <a:pt x="10093" y="25886"/>
                  </a:cubicBezTo>
                  <a:cubicBezTo>
                    <a:pt x="9499" y="25198"/>
                    <a:pt x="8084" y="24271"/>
                    <a:pt x="6990" y="24271"/>
                  </a:cubicBezTo>
                  <a:cubicBezTo>
                    <a:pt x="6792" y="24271"/>
                    <a:pt x="6604" y="24302"/>
                    <a:pt x="6433" y="24370"/>
                  </a:cubicBezTo>
                  <a:cubicBezTo>
                    <a:pt x="5620" y="24740"/>
                    <a:pt x="5398" y="25701"/>
                    <a:pt x="5804" y="26404"/>
                  </a:cubicBezTo>
                  <a:cubicBezTo>
                    <a:pt x="6211" y="27180"/>
                    <a:pt x="7209" y="27550"/>
                    <a:pt x="7986" y="27661"/>
                  </a:cubicBezTo>
                  <a:cubicBezTo>
                    <a:pt x="8077" y="27674"/>
                    <a:pt x="8179" y="27680"/>
                    <a:pt x="8289" y="27680"/>
                  </a:cubicBezTo>
                  <a:cubicBezTo>
                    <a:pt x="9106" y="27680"/>
                    <a:pt x="10339" y="27352"/>
                    <a:pt x="10795" y="27254"/>
                  </a:cubicBezTo>
                  <a:cubicBezTo>
                    <a:pt x="10943" y="27624"/>
                    <a:pt x="11091" y="28030"/>
                    <a:pt x="11239" y="28437"/>
                  </a:cubicBezTo>
                  <a:cubicBezTo>
                    <a:pt x="11313" y="28696"/>
                    <a:pt x="11424" y="28955"/>
                    <a:pt x="11498" y="29213"/>
                  </a:cubicBezTo>
                  <a:cubicBezTo>
                    <a:pt x="11572" y="29509"/>
                    <a:pt x="11646" y="29768"/>
                    <a:pt x="11720" y="30027"/>
                  </a:cubicBezTo>
                  <a:cubicBezTo>
                    <a:pt x="11831" y="30544"/>
                    <a:pt x="11978" y="31062"/>
                    <a:pt x="12089" y="31579"/>
                  </a:cubicBezTo>
                  <a:cubicBezTo>
                    <a:pt x="12163" y="31949"/>
                    <a:pt x="12237" y="32282"/>
                    <a:pt x="12274" y="32615"/>
                  </a:cubicBezTo>
                  <a:cubicBezTo>
                    <a:pt x="12126" y="32245"/>
                    <a:pt x="11757" y="31505"/>
                    <a:pt x="11720" y="31432"/>
                  </a:cubicBezTo>
                  <a:cubicBezTo>
                    <a:pt x="11183" y="30593"/>
                    <a:pt x="9793" y="29358"/>
                    <a:pt x="8657" y="29358"/>
                  </a:cubicBezTo>
                  <a:cubicBezTo>
                    <a:pt x="8541" y="29358"/>
                    <a:pt x="8428" y="29371"/>
                    <a:pt x="8318" y="29398"/>
                  </a:cubicBezTo>
                  <a:cubicBezTo>
                    <a:pt x="7468" y="29583"/>
                    <a:pt x="7098" y="30507"/>
                    <a:pt x="7394" y="31284"/>
                  </a:cubicBezTo>
                  <a:cubicBezTo>
                    <a:pt x="7690" y="32097"/>
                    <a:pt x="8614" y="32615"/>
                    <a:pt x="9354" y="32836"/>
                  </a:cubicBezTo>
                  <a:cubicBezTo>
                    <a:pt x="9658" y="32929"/>
                    <a:pt x="10095" y="32960"/>
                    <a:pt x="10542" y="32960"/>
                  </a:cubicBezTo>
                  <a:cubicBezTo>
                    <a:pt x="11345" y="32960"/>
                    <a:pt x="12182" y="32860"/>
                    <a:pt x="12348" y="32836"/>
                  </a:cubicBezTo>
                  <a:cubicBezTo>
                    <a:pt x="12459" y="33391"/>
                    <a:pt x="12570" y="33946"/>
                    <a:pt x="12644" y="34463"/>
                  </a:cubicBezTo>
                  <a:cubicBezTo>
                    <a:pt x="12977" y="36275"/>
                    <a:pt x="13162" y="37791"/>
                    <a:pt x="13272" y="38826"/>
                  </a:cubicBezTo>
                  <a:cubicBezTo>
                    <a:pt x="13309" y="39011"/>
                    <a:pt x="13309" y="39195"/>
                    <a:pt x="13346" y="39343"/>
                  </a:cubicBezTo>
                  <a:lnTo>
                    <a:pt x="9686" y="39343"/>
                  </a:lnTo>
                  <a:lnTo>
                    <a:pt x="11017" y="65297"/>
                  </a:lnTo>
                  <a:lnTo>
                    <a:pt x="17228" y="65297"/>
                  </a:lnTo>
                  <a:lnTo>
                    <a:pt x="18559" y="39343"/>
                  </a:lnTo>
                  <a:lnTo>
                    <a:pt x="15158" y="39343"/>
                  </a:lnTo>
                  <a:lnTo>
                    <a:pt x="15232" y="39195"/>
                  </a:lnTo>
                  <a:cubicBezTo>
                    <a:pt x="15712" y="38234"/>
                    <a:pt x="16341" y="36829"/>
                    <a:pt x="17043" y="35129"/>
                  </a:cubicBezTo>
                  <a:cubicBezTo>
                    <a:pt x="17265" y="34574"/>
                    <a:pt x="17487" y="34019"/>
                    <a:pt x="17746" y="33391"/>
                  </a:cubicBezTo>
                  <a:cubicBezTo>
                    <a:pt x="17924" y="33450"/>
                    <a:pt x="19154" y="33701"/>
                    <a:pt x="20090" y="33701"/>
                  </a:cubicBezTo>
                  <a:cubicBezTo>
                    <a:pt x="20318" y="33701"/>
                    <a:pt x="20529" y="33686"/>
                    <a:pt x="20704" y="33650"/>
                  </a:cubicBezTo>
                  <a:cubicBezTo>
                    <a:pt x="21480" y="33465"/>
                    <a:pt x="22441" y="33021"/>
                    <a:pt x="22774" y="32245"/>
                  </a:cubicBezTo>
                  <a:cubicBezTo>
                    <a:pt x="23144" y="31469"/>
                    <a:pt x="22811" y="30544"/>
                    <a:pt x="21997" y="30248"/>
                  </a:cubicBezTo>
                  <a:cubicBezTo>
                    <a:pt x="21860" y="30204"/>
                    <a:pt x="21713" y="30184"/>
                    <a:pt x="21561" y="30184"/>
                  </a:cubicBezTo>
                  <a:cubicBezTo>
                    <a:pt x="20442" y="30184"/>
                    <a:pt x="19001" y="31279"/>
                    <a:pt x="18448" y="32060"/>
                  </a:cubicBezTo>
                  <a:cubicBezTo>
                    <a:pt x="18411" y="32097"/>
                    <a:pt x="18079" y="32689"/>
                    <a:pt x="17857" y="33095"/>
                  </a:cubicBezTo>
                  <a:cubicBezTo>
                    <a:pt x="17931" y="32836"/>
                    <a:pt x="18042" y="32615"/>
                    <a:pt x="18116" y="32356"/>
                  </a:cubicBezTo>
                  <a:cubicBezTo>
                    <a:pt x="18300" y="31838"/>
                    <a:pt x="18485" y="31358"/>
                    <a:pt x="18670" y="30803"/>
                  </a:cubicBezTo>
                  <a:cubicBezTo>
                    <a:pt x="18744" y="30544"/>
                    <a:pt x="18818" y="30285"/>
                    <a:pt x="18892" y="29990"/>
                  </a:cubicBezTo>
                  <a:cubicBezTo>
                    <a:pt x="18966" y="29731"/>
                    <a:pt x="19040" y="29435"/>
                    <a:pt x="19114" y="29176"/>
                  </a:cubicBezTo>
                  <a:cubicBezTo>
                    <a:pt x="19262" y="28511"/>
                    <a:pt x="19410" y="27845"/>
                    <a:pt x="19520" y="27143"/>
                  </a:cubicBezTo>
                  <a:cubicBezTo>
                    <a:pt x="19949" y="27321"/>
                    <a:pt x="21412" y="27810"/>
                    <a:pt x="22244" y="27810"/>
                  </a:cubicBezTo>
                  <a:cubicBezTo>
                    <a:pt x="22274" y="27810"/>
                    <a:pt x="22302" y="27810"/>
                    <a:pt x="22330" y="27808"/>
                  </a:cubicBezTo>
                  <a:cubicBezTo>
                    <a:pt x="23107" y="27734"/>
                    <a:pt x="24142" y="27439"/>
                    <a:pt x="24585" y="26736"/>
                  </a:cubicBezTo>
                  <a:cubicBezTo>
                    <a:pt x="25066" y="26034"/>
                    <a:pt x="24881" y="25073"/>
                    <a:pt x="24105" y="24666"/>
                  </a:cubicBezTo>
                  <a:cubicBezTo>
                    <a:pt x="23888" y="24554"/>
                    <a:pt x="23637" y="24505"/>
                    <a:pt x="23368" y="24505"/>
                  </a:cubicBezTo>
                  <a:cubicBezTo>
                    <a:pt x="22303" y="24505"/>
                    <a:pt x="20953" y="25266"/>
                    <a:pt x="20334" y="25886"/>
                  </a:cubicBezTo>
                  <a:cubicBezTo>
                    <a:pt x="20297" y="25923"/>
                    <a:pt x="19816" y="26551"/>
                    <a:pt x="19557" y="26884"/>
                  </a:cubicBezTo>
                  <a:cubicBezTo>
                    <a:pt x="19594" y="26477"/>
                    <a:pt x="19668" y="26071"/>
                    <a:pt x="19742" y="25664"/>
                  </a:cubicBezTo>
                  <a:cubicBezTo>
                    <a:pt x="19890" y="24444"/>
                    <a:pt x="20001" y="23224"/>
                    <a:pt x="20112" y="22004"/>
                  </a:cubicBezTo>
                  <a:cubicBezTo>
                    <a:pt x="20149" y="21634"/>
                    <a:pt x="20186" y="21265"/>
                    <a:pt x="20223" y="20895"/>
                  </a:cubicBezTo>
                  <a:cubicBezTo>
                    <a:pt x="20367" y="20967"/>
                    <a:pt x="22121" y="21599"/>
                    <a:pt x="23067" y="21599"/>
                  </a:cubicBezTo>
                  <a:cubicBezTo>
                    <a:pt x="23093" y="21599"/>
                    <a:pt x="23119" y="21598"/>
                    <a:pt x="23144" y="21597"/>
                  </a:cubicBezTo>
                  <a:cubicBezTo>
                    <a:pt x="23920" y="21523"/>
                    <a:pt x="24955" y="21228"/>
                    <a:pt x="25399" y="20525"/>
                  </a:cubicBezTo>
                  <a:cubicBezTo>
                    <a:pt x="25879" y="19823"/>
                    <a:pt x="25695" y="18825"/>
                    <a:pt x="24918" y="18418"/>
                  </a:cubicBezTo>
                  <a:cubicBezTo>
                    <a:pt x="24707" y="18309"/>
                    <a:pt x="24463" y="18261"/>
                    <a:pt x="24201" y="18261"/>
                  </a:cubicBezTo>
                  <a:cubicBezTo>
                    <a:pt x="23133" y="18261"/>
                    <a:pt x="21771" y="19051"/>
                    <a:pt x="21147" y="19675"/>
                  </a:cubicBezTo>
                  <a:cubicBezTo>
                    <a:pt x="21110" y="19712"/>
                    <a:pt x="20408" y="20599"/>
                    <a:pt x="20223" y="20821"/>
                  </a:cubicBezTo>
                  <a:cubicBezTo>
                    <a:pt x="20334" y="20008"/>
                    <a:pt x="20408" y="19194"/>
                    <a:pt x="20556" y="18418"/>
                  </a:cubicBezTo>
                  <a:cubicBezTo>
                    <a:pt x="20704" y="17309"/>
                    <a:pt x="20925" y="16237"/>
                    <a:pt x="21221" y="15201"/>
                  </a:cubicBezTo>
                  <a:cubicBezTo>
                    <a:pt x="21293" y="15237"/>
                    <a:pt x="23120" y="15905"/>
                    <a:pt x="24069" y="15905"/>
                  </a:cubicBezTo>
                  <a:cubicBezTo>
                    <a:pt x="24094" y="15905"/>
                    <a:pt x="24118" y="15905"/>
                    <a:pt x="24142" y="15904"/>
                  </a:cubicBezTo>
                  <a:cubicBezTo>
                    <a:pt x="24955" y="15830"/>
                    <a:pt x="25990" y="15534"/>
                    <a:pt x="26434" y="14832"/>
                  </a:cubicBezTo>
                  <a:cubicBezTo>
                    <a:pt x="26915" y="14129"/>
                    <a:pt x="26730" y="13131"/>
                    <a:pt x="25953" y="12761"/>
                  </a:cubicBezTo>
                  <a:cubicBezTo>
                    <a:pt x="25732" y="12639"/>
                    <a:pt x="25474" y="12586"/>
                    <a:pt x="25198" y="12586"/>
                  </a:cubicBezTo>
                  <a:cubicBezTo>
                    <a:pt x="24136" y="12586"/>
                    <a:pt x="22798" y="13365"/>
                    <a:pt x="22182" y="13981"/>
                  </a:cubicBezTo>
                  <a:cubicBezTo>
                    <a:pt x="22145" y="14018"/>
                    <a:pt x="21369" y="14980"/>
                    <a:pt x="21258" y="15164"/>
                  </a:cubicBezTo>
                  <a:cubicBezTo>
                    <a:pt x="21258" y="15090"/>
                    <a:pt x="21295" y="15017"/>
                    <a:pt x="21295" y="14980"/>
                  </a:cubicBezTo>
                  <a:cubicBezTo>
                    <a:pt x="21628" y="13870"/>
                    <a:pt x="22071" y="12872"/>
                    <a:pt x="22552" y="11948"/>
                  </a:cubicBezTo>
                  <a:cubicBezTo>
                    <a:pt x="22848" y="11393"/>
                    <a:pt x="23144" y="10913"/>
                    <a:pt x="23439" y="10432"/>
                  </a:cubicBezTo>
                  <a:cubicBezTo>
                    <a:pt x="23772" y="10617"/>
                    <a:pt x="25362" y="11356"/>
                    <a:pt x="26212" y="11393"/>
                  </a:cubicBezTo>
                  <a:cubicBezTo>
                    <a:pt x="26274" y="11396"/>
                    <a:pt x="26337" y="11398"/>
                    <a:pt x="26402" y="11398"/>
                  </a:cubicBezTo>
                  <a:cubicBezTo>
                    <a:pt x="27150" y="11398"/>
                    <a:pt x="28068" y="11193"/>
                    <a:pt x="28578" y="10580"/>
                  </a:cubicBezTo>
                  <a:cubicBezTo>
                    <a:pt x="29096" y="9952"/>
                    <a:pt x="29059" y="8953"/>
                    <a:pt x="28319" y="8473"/>
                  </a:cubicBezTo>
                  <a:cubicBezTo>
                    <a:pt x="28057" y="8298"/>
                    <a:pt x="27723" y="8225"/>
                    <a:pt x="27357" y="8225"/>
                  </a:cubicBezTo>
                  <a:cubicBezTo>
                    <a:pt x="26333" y="8225"/>
                    <a:pt x="25064" y="8796"/>
                    <a:pt x="24438" y="9286"/>
                  </a:cubicBezTo>
                  <a:cubicBezTo>
                    <a:pt x="24401" y="9323"/>
                    <a:pt x="23957" y="9730"/>
                    <a:pt x="23661" y="10062"/>
                  </a:cubicBezTo>
                  <a:cubicBezTo>
                    <a:pt x="23809" y="9841"/>
                    <a:pt x="23957" y="9619"/>
                    <a:pt x="24068" y="9397"/>
                  </a:cubicBezTo>
                  <a:cubicBezTo>
                    <a:pt x="24585" y="8658"/>
                    <a:pt x="25103" y="7992"/>
                    <a:pt x="25547" y="7401"/>
                  </a:cubicBezTo>
                  <a:cubicBezTo>
                    <a:pt x="25805" y="7068"/>
                    <a:pt x="26064" y="6772"/>
                    <a:pt x="26286" y="6513"/>
                  </a:cubicBezTo>
                  <a:cubicBezTo>
                    <a:pt x="26730" y="6476"/>
                    <a:pt x="28430" y="6439"/>
                    <a:pt x="29170" y="6070"/>
                  </a:cubicBezTo>
                  <a:cubicBezTo>
                    <a:pt x="29909" y="5737"/>
                    <a:pt x="30760" y="5108"/>
                    <a:pt x="30907" y="4258"/>
                  </a:cubicBezTo>
                  <a:cubicBezTo>
                    <a:pt x="31092" y="3445"/>
                    <a:pt x="30575" y="2594"/>
                    <a:pt x="29724" y="2483"/>
                  </a:cubicBezTo>
                  <a:cubicBezTo>
                    <a:pt x="29685" y="2480"/>
                    <a:pt x="29646" y="2478"/>
                    <a:pt x="29607" y="2478"/>
                  </a:cubicBezTo>
                  <a:cubicBezTo>
                    <a:pt x="28415" y="2478"/>
                    <a:pt x="27085" y="4067"/>
                    <a:pt x="26656" y="4997"/>
                  </a:cubicBezTo>
                  <a:cubicBezTo>
                    <a:pt x="26619" y="5108"/>
                    <a:pt x="26175" y="6513"/>
                    <a:pt x="26175" y="6513"/>
                  </a:cubicBezTo>
                  <a:lnTo>
                    <a:pt x="26212" y="6513"/>
                  </a:lnTo>
                  <a:cubicBezTo>
                    <a:pt x="25990" y="6772"/>
                    <a:pt x="25732" y="7031"/>
                    <a:pt x="25473" y="7364"/>
                  </a:cubicBezTo>
                  <a:cubicBezTo>
                    <a:pt x="25029" y="7918"/>
                    <a:pt x="24511" y="8584"/>
                    <a:pt x="23957" y="9323"/>
                  </a:cubicBezTo>
                  <a:cubicBezTo>
                    <a:pt x="23439" y="10099"/>
                    <a:pt x="22885" y="10913"/>
                    <a:pt x="22404" y="11837"/>
                  </a:cubicBezTo>
                  <a:cubicBezTo>
                    <a:pt x="21887" y="12798"/>
                    <a:pt x="21406" y="13797"/>
                    <a:pt x="21036" y="14906"/>
                  </a:cubicBezTo>
                  <a:lnTo>
                    <a:pt x="21036" y="14943"/>
                  </a:lnTo>
                  <a:cubicBezTo>
                    <a:pt x="21036" y="14573"/>
                    <a:pt x="21036" y="13575"/>
                    <a:pt x="20999" y="13501"/>
                  </a:cubicBezTo>
                  <a:cubicBezTo>
                    <a:pt x="20888" y="12429"/>
                    <a:pt x="19964" y="10432"/>
                    <a:pt x="18781" y="10210"/>
                  </a:cubicBezTo>
                  <a:cubicBezTo>
                    <a:pt x="18701" y="10196"/>
                    <a:pt x="18622" y="10190"/>
                    <a:pt x="18544" y="10190"/>
                  </a:cubicBezTo>
                  <a:cubicBezTo>
                    <a:pt x="17797" y="10190"/>
                    <a:pt x="17184" y="10808"/>
                    <a:pt x="17117" y="11578"/>
                  </a:cubicBezTo>
                  <a:cubicBezTo>
                    <a:pt x="17043" y="12429"/>
                    <a:pt x="17672" y="13279"/>
                    <a:pt x="18263" y="13797"/>
                  </a:cubicBezTo>
                  <a:cubicBezTo>
                    <a:pt x="18966" y="14425"/>
                    <a:pt x="20851" y="15017"/>
                    <a:pt x="20999" y="15054"/>
                  </a:cubicBezTo>
                  <a:cubicBezTo>
                    <a:pt x="20667" y="16089"/>
                    <a:pt x="20408" y="17198"/>
                    <a:pt x="20186" y="18344"/>
                  </a:cubicBezTo>
                  <a:cubicBezTo>
                    <a:pt x="20075" y="19009"/>
                    <a:pt x="20001" y="19638"/>
                    <a:pt x="19890" y="20303"/>
                  </a:cubicBezTo>
                  <a:cubicBezTo>
                    <a:pt x="19890" y="20008"/>
                    <a:pt x="19890" y="19712"/>
                    <a:pt x="19890" y="19675"/>
                  </a:cubicBezTo>
                  <a:cubicBezTo>
                    <a:pt x="19742" y="18603"/>
                    <a:pt x="18855" y="16606"/>
                    <a:pt x="17672" y="16421"/>
                  </a:cubicBezTo>
                  <a:cubicBezTo>
                    <a:pt x="17571" y="16400"/>
                    <a:pt x="17472" y="16390"/>
                    <a:pt x="17377" y="16390"/>
                  </a:cubicBezTo>
                  <a:cubicBezTo>
                    <a:pt x="16633" y="16390"/>
                    <a:pt x="16074" y="16999"/>
                    <a:pt x="16008" y="17752"/>
                  </a:cubicBezTo>
                  <a:cubicBezTo>
                    <a:pt x="15934" y="18603"/>
                    <a:pt x="16563" y="19453"/>
                    <a:pt x="17154" y="20008"/>
                  </a:cubicBezTo>
                  <a:cubicBezTo>
                    <a:pt x="17746" y="20525"/>
                    <a:pt x="19373" y="21080"/>
                    <a:pt x="19779" y="21191"/>
                  </a:cubicBezTo>
                  <a:cubicBezTo>
                    <a:pt x="19742" y="21449"/>
                    <a:pt x="19705" y="21708"/>
                    <a:pt x="19705" y="21967"/>
                  </a:cubicBezTo>
                  <a:cubicBezTo>
                    <a:pt x="19557" y="23187"/>
                    <a:pt x="19410" y="24407"/>
                    <a:pt x="19225" y="25590"/>
                  </a:cubicBezTo>
                  <a:cubicBezTo>
                    <a:pt x="19188" y="25997"/>
                    <a:pt x="19077" y="26404"/>
                    <a:pt x="19003" y="26810"/>
                  </a:cubicBezTo>
                  <a:cubicBezTo>
                    <a:pt x="19003" y="26551"/>
                    <a:pt x="19003" y="26330"/>
                    <a:pt x="19003" y="26293"/>
                  </a:cubicBezTo>
                  <a:cubicBezTo>
                    <a:pt x="18855" y="25220"/>
                    <a:pt x="17968" y="23224"/>
                    <a:pt x="16785" y="23002"/>
                  </a:cubicBezTo>
                  <a:cubicBezTo>
                    <a:pt x="16704" y="22988"/>
                    <a:pt x="16625" y="22982"/>
                    <a:pt x="16547" y="22982"/>
                  </a:cubicBezTo>
                  <a:cubicBezTo>
                    <a:pt x="15800" y="22982"/>
                    <a:pt x="15188" y="23597"/>
                    <a:pt x="15121" y="24333"/>
                  </a:cubicBezTo>
                  <a:cubicBezTo>
                    <a:pt x="15047" y="25183"/>
                    <a:pt x="15676" y="26034"/>
                    <a:pt x="16267" y="26588"/>
                  </a:cubicBezTo>
                  <a:cubicBezTo>
                    <a:pt x="16859" y="27106"/>
                    <a:pt x="18337" y="27624"/>
                    <a:pt x="18818" y="27771"/>
                  </a:cubicBezTo>
                  <a:cubicBezTo>
                    <a:pt x="18744" y="28178"/>
                    <a:pt x="18670" y="28622"/>
                    <a:pt x="18559" y="29028"/>
                  </a:cubicBezTo>
                  <a:cubicBezTo>
                    <a:pt x="18485" y="29287"/>
                    <a:pt x="18411" y="29546"/>
                    <a:pt x="18337" y="29842"/>
                  </a:cubicBezTo>
                  <a:cubicBezTo>
                    <a:pt x="18226" y="30101"/>
                    <a:pt x="18153" y="30359"/>
                    <a:pt x="18079" y="30618"/>
                  </a:cubicBezTo>
                  <a:cubicBezTo>
                    <a:pt x="17894" y="31136"/>
                    <a:pt x="17709" y="31653"/>
                    <a:pt x="17524" y="32134"/>
                  </a:cubicBezTo>
                  <a:cubicBezTo>
                    <a:pt x="17376" y="32467"/>
                    <a:pt x="17265" y="32762"/>
                    <a:pt x="17117" y="33095"/>
                  </a:cubicBezTo>
                  <a:cubicBezTo>
                    <a:pt x="17191" y="32689"/>
                    <a:pt x="17302" y="31875"/>
                    <a:pt x="17302" y="31801"/>
                  </a:cubicBezTo>
                  <a:cubicBezTo>
                    <a:pt x="17302" y="31062"/>
                    <a:pt x="17080" y="29916"/>
                    <a:pt x="16563" y="29102"/>
                  </a:cubicBezTo>
                  <a:cubicBezTo>
                    <a:pt x="16563" y="28991"/>
                    <a:pt x="16563" y="28881"/>
                    <a:pt x="16526" y="28770"/>
                  </a:cubicBezTo>
                  <a:cubicBezTo>
                    <a:pt x="16430" y="28068"/>
                    <a:pt x="15840" y="27505"/>
                    <a:pt x="15134" y="27505"/>
                  </a:cubicBezTo>
                  <a:cubicBezTo>
                    <a:pt x="15021" y="27505"/>
                    <a:pt x="14905" y="27519"/>
                    <a:pt x="14788" y="27550"/>
                  </a:cubicBezTo>
                  <a:cubicBezTo>
                    <a:pt x="13605" y="27882"/>
                    <a:pt x="12866" y="29916"/>
                    <a:pt x="12829" y="30988"/>
                  </a:cubicBezTo>
                  <a:cubicBezTo>
                    <a:pt x="12829" y="31062"/>
                    <a:pt x="12866" y="31764"/>
                    <a:pt x="12903" y="32208"/>
                  </a:cubicBezTo>
                  <a:cubicBezTo>
                    <a:pt x="12829" y="31949"/>
                    <a:pt x="12792" y="31690"/>
                    <a:pt x="12718" y="31432"/>
                  </a:cubicBezTo>
                  <a:cubicBezTo>
                    <a:pt x="12607" y="30914"/>
                    <a:pt x="12459" y="30396"/>
                    <a:pt x="12311" y="29842"/>
                  </a:cubicBezTo>
                  <a:cubicBezTo>
                    <a:pt x="12237" y="29583"/>
                    <a:pt x="12126" y="29324"/>
                    <a:pt x="12052" y="29065"/>
                  </a:cubicBezTo>
                  <a:cubicBezTo>
                    <a:pt x="11978" y="28770"/>
                    <a:pt x="11868" y="28511"/>
                    <a:pt x="11794" y="28252"/>
                  </a:cubicBezTo>
                  <a:cubicBezTo>
                    <a:pt x="11535" y="27587"/>
                    <a:pt x="11276" y="26958"/>
                    <a:pt x="11017" y="26330"/>
                  </a:cubicBezTo>
                  <a:cubicBezTo>
                    <a:pt x="11461" y="26219"/>
                    <a:pt x="13051" y="25812"/>
                    <a:pt x="13716" y="25331"/>
                  </a:cubicBezTo>
                  <a:cubicBezTo>
                    <a:pt x="14345" y="24851"/>
                    <a:pt x="15010" y="24037"/>
                    <a:pt x="15010" y="23187"/>
                  </a:cubicBezTo>
                  <a:cubicBezTo>
                    <a:pt x="15010" y="22378"/>
                    <a:pt x="14408" y="21703"/>
                    <a:pt x="13585" y="21703"/>
                  </a:cubicBezTo>
                  <a:cubicBezTo>
                    <a:pt x="13543" y="21703"/>
                    <a:pt x="13500" y="21705"/>
                    <a:pt x="13457" y="21708"/>
                  </a:cubicBezTo>
                  <a:cubicBezTo>
                    <a:pt x="12274" y="21856"/>
                    <a:pt x="11202" y="23779"/>
                    <a:pt x="11017" y="24814"/>
                  </a:cubicBezTo>
                  <a:cubicBezTo>
                    <a:pt x="10980" y="24888"/>
                    <a:pt x="10906" y="25664"/>
                    <a:pt x="10869" y="26108"/>
                  </a:cubicBezTo>
                  <a:cubicBezTo>
                    <a:pt x="10721" y="25701"/>
                    <a:pt x="10537" y="25331"/>
                    <a:pt x="10352" y="24962"/>
                  </a:cubicBezTo>
                  <a:cubicBezTo>
                    <a:pt x="9834" y="23890"/>
                    <a:pt x="9243" y="22817"/>
                    <a:pt x="8651" y="21708"/>
                  </a:cubicBezTo>
                  <a:cubicBezTo>
                    <a:pt x="8503" y="21376"/>
                    <a:pt x="8318" y="21043"/>
                    <a:pt x="8134" y="20710"/>
                  </a:cubicBezTo>
                  <a:cubicBezTo>
                    <a:pt x="8318" y="20673"/>
                    <a:pt x="10241" y="20229"/>
                    <a:pt x="10943" y="19675"/>
                  </a:cubicBezTo>
                  <a:cubicBezTo>
                    <a:pt x="11572" y="19194"/>
                    <a:pt x="12274" y="18381"/>
                    <a:pt x="12274" y="17531"/>
                  </a:cubicBezTo>
                  <a:cubicBezTo>
                    <a:pt x="12274" y="16772"/>
                    <a:pt x="11663" y="16078"/>
                    <a:pt x="10891" y="16078"/>
                  </a:cubicBezTo>
                  <a:cubicBezTo>
                    <a:pt x="10835" y="16078"/>
                    <a:pt x="10779" y="16081"/>
                    <a:pt x="10721" y="16089"/>
                  </a:cubicBezTo>
                  <a:cubicBezTo>
                    <a:pt x="9501" y="16200"/>
                    <a:pt x="8466" y="18122"/>
                    <a:pt x="8244" y="19194"/>
                  </a:cubicBezTo>
                  <a:cubicBezTo>
                    <a:pt x="8244" y="19268"/>
                    <a:pt x="8134" y="20377"/>
                    <a:pt x="8134" y="20673"/>
                  </a:cubicBezTo>
                  <a:cubicBezTo>
                    <a:pt x="7727" y="19934"/>
                    <a:pt x="7357" y="19194"/>
                    <a:pt x="7024" y="18455"/>
                  </a:cubicBezTo>
                  <a:cubicBezTo>
                    <a:pt x="6581" y="17457"/>
                    <a:pt x="6174" y="16421"/>
                    <a:pt x="5841" y="15423"/>
                  </a:cubicBezTo>
                  <a:cubicBezTo>
                    <a:pt x="5915" y="15386"/>
                    <a:pt x="7912" y="14943"/>
                    <a:pt x="8651" y="14388"/>
                  </a:cubicBezTo>
                  <a:cubicBezTo>
                    <a:pt x="9317" y="13870"/>
                    <a:pt x="9982" y="13094"/>
                    <a:pt x="9982" y="12244"/>
                  </a:cubicBezTo>
                  <a:cubicBezTo>
                    <a:pt x="9982" y="11451"/>
                    <a:pt x="9403" y="10754"/>
                    <a:pt x="8605" y="10754"/>
                  </a:cubicBezTo>
                  <a:cubicBezTo>
                    <a:pt x="8548" y="10754"/>
                    <a:pt x="8489" y="10757"/>
                    <a:pt x="8429" y="10765"/>
                  </a:cubicBezTo>
                  <a:cubicBezTo>
                    <a:pt x="7209" y="10876"/>
                    <a:pt x="6174" y="12798"/>
                    <a:pt x="5952" y="13870"/>
                  </a:cubicBezTo>
                  <a:cubicBezTo>
                    <a:pt x="5952" y="13944"/>
                    <a:pt x="5841" y="15164"/>
                    <a:pt x="5841" y="15386"/>
                  </a:cubicBezTo>
                  <a:cubicBezTo>
                    <a:pt x="5804" y="15312"/>
                    <a:pt x="5804" y="15238"/>
                    <a:pt x="5767" y="15201"/>
                  </a:cubicBezTo>
                  <a:cubicBezTo>
                    <a:pt x="5435" y="14092"/>
                    <a:pt x="5287" y="13020"/>
                    <a:pt x="5176" y="11985"/>
                  </a:cubicBezTo>
                  <a:cubicBezTo>
                    <a:pt x="5102" y="11356"/>
                    <a:pt x="5065" y="10802"/>
                    <a:pt x="5028" y="10210"/>
                  </a:cubicBezTo>
                  <a:cubicBezTo>
                    <a:pt x="5435" y="10173"/>
                    <a:pt x="7172" y="9952"/>
                    <a:pt x="7875" y="9508"/>
                  </a:cubicBezTo>
                  <a:cubicBezTo>
                    <a:pt x="8577" y="9101"/>
                    <a:pt x="9354" y="8362"/>
                    <a:pt x="9427" y="7511"/>
                  </a:cubicBezTo>
                  <a:cubicBezTo>
                    <a:pt x="9501" y="6698"/>
                    <a:pt x="8910" y="5885"/>
                    <a:pt x="8060" y="5885"/>
                  </a:cubicBezTo>
                  <a:cubicBezTo>
                    <a:pt x="6840" y="5885"/>
                    <a:pt x="5583" y="7696"/>
                    <a:pt x="5250" y="8695"/>
                  </a:cubicBezTo>
                  <a:cubicBezTo>
                    <a:pt x="5250" y="8768"/>
                    <a:pt x="5102" y="9360"/>
                    <a:pt x="5028" y="9804"/>
                  </a:cubicBezTo>
                  <a:cubicBezTo>
                    <a:pt x="5028" y="9545"/>
                    <a:pt x="5028" y="9286"/>
                    <a:pt x="5028" y="9027"/>
                  </a:cubicBezTo>
                  <a:cubicBezTo>
                    <a:pt x="5028" y="8103"/>
                    <a:pt x="5102" y="7253"/>
                    <a:pt x="5139" y="6513"/>
                  </a:cubicBezTo>
                  <a:cubicBezTo>
                    <a:pt x="5176" y="6107"/>
                    <a:pt x="5213" y="5737"/>
                    <a:pt x="5250" y="5367"/>
                  </a:cubicBezTo>
                  <a:cubicBezTo>
                    <a:pt x="5620" y="5145"/>
                    <a:pt x="7024" y="4147"/>
                    <a:pt x="7431" y="3445"/>
                  </a:cubicBezTo>
                  <a:cubicBezTo>
                    <a:pt x="7875" y="2742"/>
                    <a:pt x="8207" y="1744"/>
                    <a:pt x="7912" y="968"/>
                  </a:cubicBezTo>
                  <a:cubicBezTo>
                    <a:pt x="7665" y="393"/>
                    <a:pt x="7115" y="0"/>
                    <a:pt x="6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1"/>
            <p:cNvSpPr/>
            <p:nvPr/>
          </p:nvSpPr>
          <p:spPr>
            <a:xfrm>
              <a:off x="1174425" y="3532200"/>
              <a:ext cx="91525" cy="134975"/>
            </a:xfrm>
            <a:custGeom>
              <a:avLst/>
              <a:gdLst/>
              <a:ahLst/>
              <a:cxnLst/>
              <a:rect l="l" t="t" r="r" b="b"/>
              <a:pathLst>
                <a:path w="3661" h="5399" extrusionOk="0">
                  <a:moveTo>
                    <a:pt x="1633" y="1"/>
                  </a:moveTo>
                  <a:cubicBezTo>
                    <a:pt x="1052" y="1"/>
                    <a:pt x="518" y="417"/>
                    <a:pt x="297" y="999"/>
                  </a:cubicBezTo>
                  <a:cubicBezTo>
                    <a:pt x="1" y="1812"/>
                    <a:pt x="371" y="2773"/>
                    <a:pt x="814" y="3476"/>
                  </a:cubicBezTo>
                  <a:cubicBezTo>
                    <a:pt x="1332" y="4252"/>
                    <a:pt x="3106" y="5398"/>
                    <a:pt x="3106" y="5398"/>
                  </a:cubicBezTo>
                  <a:cubicBezTo>
                    <a:pt x="3143" y="5398"/>
                    <a:pt x="3513" y="3993"/>
                    <a:pt x="3513" y="3883"/>
                  </a:cubicBezTo>
                  <a:cubicBezTo>
                    <a:pt x="3661" y="2810"/>
                    <a:pt x="3328" y="666"/>
                    <a:pt x="2219" y="149"/>
                  </a:cubicBezTo>
                  <a:cubicBezTo>
                    <a:pt x="2025" y="47"/>
                    <a:pt x="1826" y="1"/>
                    <a:pt x="1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51"/>
            <p:cNvSpPr/>
            <p:nvPr/>
          </p:nvSpPr>
          <p:spPr>
            <a:xfrm>
              <a:off x="4182000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2551" y="0"/>
                  </a:moveTo>
                  <a:lnTo>
                    <a:pt x="0" y="555"/>
                  </a:lnTo>
                  <a:lnTo>
                    <a:pt x="4769" y="34346"/>
                  </a:lnTo>
                  <a:cubicBezTo>
                    <a:pt x="4802" y="34635"/>
                    <a:pt x="5057" y="34841"/>
                    <a:pt x="5342" y="34841"/>
                  </a:cubicBezTo>
                  <a:cubicBezTo>
                    <a:pt x="5385" y="34841"/>
                    <a:pt x="5428" y="34836"/>
                    <a:pt x="5472" y="34827"/>
                  </a:cubicBezTo>
                  <a:cubicBezTo>
                    <a:pt x="5731" y="34790"/>
                    <a:pt x="5915" y="34531"/>
                    <a:pt x="5878" y="34235"/>
                  </a:cubicBezTo>
                  <a:lnTo>
                    <a:pt x="2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51"/>
            <p:cNvSpPr/>
            <p:nvPr/>
          </p:nvSpPr>
          <p:spPr>
            <a:xfrm>
              <a:off x="4173675" y="4199525"/>
              <a:ext cx="163625" cy="886400"/>
            </a:xfrm>
            <a:custGeom>
              <a:avLst/>
              <a:gdLst/>
              <a:ahLst/>
              <a:cxnLst/>
              <a:rect l="l" t="t" r="r" b="b"/>
              <a:pathLst>
                <a:path w="6545" h="35456" extrusionOk="0">
                  <a:moveTo>
                    <a:pt x="2588" y="703"/>
                  </a:moveTo>
                  <a:lnTo>
                    <a:pt x="5916" y="34568"/>
                  </a:lnTo>
                  <a:cubicBezTo>
                    <a:pt x="5916" y="34716"/>
                    <a:pt x="5842" y="34790"/>
                    <a:pt x="5731" y="34827"/>
                  </a:cubicBezTo>
                  <a:lnTo>
                    <a:pt x="5657" y="34827"/>
                  </a:lnTo>
                  <a:cubicBezTo>
                    <a:pt x="5546" y="34827"/>
                    <a:pt x="5398" y="34753"/>
                    <a:pt x="5398" y="34605"/>
                  </a:cubicBezTo>
                  <a:lnTo>
                    <a:pt x="673" y="1125"/>
                  </a:lnTo>
                  <a:lnTo>
                    <a:pt x="673" y="1125"/>
                  </a:lnTo>
                  <a:lnTo>
                    <a:pt x="2588" y="703"/>
                  </a:lnTo>
                  <a:close/>
                  <a:moveTo>
                    <a:pt x="2810" y="0"/>
                  </a:moveTo>
                  <a:lnTo>
                    <a:pt x="259" y="555"/>
                  </a:lnTo>
                  <a:cubicBezTo>
                    <a:pt x="111" y="592"/>
                    <a:pt x="0" y="740"/>
                    <a:pt x="37" y="925"/>
                  </a:cubicBezTo>
                  <a:lnTo>
                    <a:pt x="4770" y="34716"/>
                  </a:lnTo>
                  <a:cubicBezTo>
                    <a:pt x="4844" y="35160"/>
                    <a:pt x="5213" y="35455"/>
                    <a:pt x="5657" y="35455"/>
                  </a:cubicBezTo>
                  <a:cubicBezTo>
                    <a:pt x="5731" y="35455"/>
                    <a:pt x="5805" y="35455"/>
                    <a:pt x="5842" y="35418"/>
                  </a:cubicBezTo>
                  <a:cubicBezTo>
                    <a:pt x="6248" y="35344"/>
                    <a:pt x="6544" y="34975"/>
                    <a:pt x="6544" y="34568"/>
                  </a:cubicBezTo>
                  <a:lnTo>
                    <a:pt x="6544" y="34494"/>
                  </a:lnTo>
                  <a:lnTo>
                    <a:pt x="3180" y="296"/>
                  </a:lnTo>
                  <a:cubicBezTo>
                    <a:pt x="3180" y="185"/>
                    <a:pt x="3143" y="111"/>
                    <a:pt x="3069" y="74"/>
                  </a:cubicBezTo>
                  <a:cubicBezTo>
                    <a:pt x="2995" y="0"/>
                    <a:pt x="2884" y="0"/>
                    <a:pt x="2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51"/>
            <p:cNvSpPr/>
            <p:nvPr/>
          </p:nvSpPr>
          <p:spPr>
            <a:xfrm>
              <a:off x="3355700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3365" y="0"/>
                  </a:moveTo>
                  <a:lnTo>
                    <a:pt x="37" y="34235"/>
                  </a:lnTo>
                  <a:cubicBezTo>
                    <a:pt x="0" y="34531"/>
                    <a:pt x="185" y="34790"/>
                    <a:pt x="481" y="34827"/>
                  </a:cubicBezTo>
                  <a:cubicBezTo>
                    <a:pt x="520" y="34836"/>
                    <a:pt x="559" y="34841"/>
                    <a:pt x="598" y="34841"/>
                  </a:cubicBezTo>
                  <a:cubicBezTo>
                    <a:pt x="859" y="34841"/>
                    <a:pt x="1114" y="34635"/>
                    <a:pt x="1147" y="34346"/>
                  </a:cubicBezTo>
                  <a:lnTo>
                    <a:pt x="5916" y="555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51"/>
            <p:cNvSpPr/>
            <p:nvPr/>
          </p:nvSpPr>
          <p:spPr>
            <a:xfrm>
              <a:off x="3348300" y="4199525"/>
              <a:ext cx="163625" cy="886400"/>
            </a:xfrm>
            <a:custGeom>
              <a:avLst/>
              <a:gdLst/>
              <a:ahLst/>
              <a:cxnLst/>
              <a:rect l="l" t="t" r="r" b="b"/>
              <a:pathLst>
                <a:path w="6545" h="35456" extrusionOk="0">
                  <a:moveTo>
                    <a:pt x="3957" y="703"/>
                  </a:moveTo>
                  <a:lnTo>
                    <a:pt x="5872" y="1125"/>
                  </a:lnTo>
                  <a:lnTo>
                    <a:pt x="5872" y="1125"/>
                  </a:lnTo>
                  <a:lnTo>
                    <a:pt x="1147" y="34605"/>
                  </a:lnTo>
                  <a:cubicBezTo>
                    <a:pt x="1147" y="34753"/>
                    <a:pt x="1036" y="34827"/>
                    <a:pt x="888" y="34827"/>
                  </a:cubicBezTo>
                  <a:lnTo>
                    <a:pt x="851" y="34827"/>
                  </a:lnTo>
                  <a:cubicBezTo>
                    <a:pt x="703" y="34790"/>
                    <a:pt x="629" y="34716"/>
                    <a:pt x="629" y="34568"/>
                  </a:cubicBezTo>
                  <a:lnTo>
                    <a:pt x="3957" y="703"/>
                  </a:lnTo>
                  <a:close/>
                  <a:moveTo>
                    <a:pt x="3735" y="0"/>
                  </a:moveTo>
                  <a:cubicBezTo>
                    <a:pt x="3661" y="0"/>
                    <a:pt x="3550" y="0"/>
                    <a:pt x="3513" y="74"/>
                  </a:cubicBezTo>
                  <a:cubicBezTo>
                    <a:pt x="3439" y="111"/>
                    <a:pt x="3365" y="185"/>
                    <a:pt x="3365" y="296"/>
                  </a:cubicBezTo>
                  <a:lnTo>
                    <a:pt x="38" y="34494"/>
                  </a:lnTo>
                  <a:lnTo>
                    <a:pt x="1" y="34568"/>
                  </a:lnTo>
                  <a:cubicBezTo>
                    <a:pt x="1" y="34975"/>
                    <a:pt x="296" y="35344"/>
                    <a:pt x="703" y="35418"/>
                  </a:cubicBezTo>
                  <a:cubicBezTo>
                    <a:pt x="777" y="35455"/>
                    <a:pt x="814" y="35455"/>
                    <a:pt x="888" y="35455"/>
                  </a:cubicBezTo>
                  <a:cubicBezTo>
                    <a:pt x="1332" y="35455"/>
                    <a:pt x="1701" y="35160"/>
                    <a:pt x="1775" y="34716"/>
                  </a:cubicBezTo>
                  <a:lnTo>
                    <a:pt x="6508" y="925"/>
                  </a:lnTo>
                  <a:cubicBezTo>
                    <a:pt x="6544" y="740"/>
                    <a:pt x="6434" y="592"/>
                    <a:pt x="6286" y="555"/>
                  </a:cubicBezTo>
                  <a:lnTo>
                    <a:pt x="37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1"/>
            <p:cNvSpPr/>
            <p:nvPr/>
          </p:nvSpPr>
          <p:spPr>
            <a:xfrm>
              <a:off x="3415775" y="3231825"/>
              <a:ext cx="889175" cy="1075875"/>
            </a:xfrm>
            <a:custGeom>
              <a:avLst/>
              <a:gdLst/>
              <a:ahLst/>
              <a:cxnLst/>
              <a:rect l="l" t="t" r="r" b="b"/>
              <a:pathLst>
                <a:path w="35567" h="43035" extrusionOk="0">
                  <a:moveTo>
                    <a:pt x="4178" y="0"/>
                  </a:moveTo>
                  <a:cubicBezTo>
                    <a:pt x="1849" y="0"/>
                    <a:pt x="1" y="1923"/>
                    <a:pt x="111" y="4215"/>
                  </a:cubicBezTo>
                  <a:lnTo>
                    <a:pt x="1738" y="43034"/>
                  </a:lnTo>
                  <a:lnTo>
                    <a:pt x="32387" y="43034"/>
                  </a:lnTo>
                  <a:lnTo>
                    <a:pt x="35381" y="4363"/>
                  </a:lnTo>
                  <a:cubicBezTo>
                    <a:pt x="35566" y="1997"/>
                    <a:pt x="33718" y="0"/>
                    <a:pt x="313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1"/>
            <p:cNvSpPr/>
            <p:nvPr/>
          </p:nvSpPr>
          <p:spPr>
            <a:xfrm>
              <a:off x="3410225" y="3223500"/>
              <a:ext cx="898425" cy="1091575"/>
            </a:xfrm>
            <a:custGeom>
              <a:avLst/>
              <a:gdLst/>
              <a:ahLst/>
              <a:cxnLst/>
              <a:rect l="l" t="t" r="r" b="b"/>
              <a:pathLst>
                <a:path w="35937" h="43663" extrusionOk="0">
                  <a:moveTo>
                    <a:pt x="31574" y="629"/>
                  </a:moveTo>
                  <a:cubicBezTo>
                    <a:pt x="32609" y="629"/>
                    <a:pt x="33533" y="1073"/>
                    <a:pt x="34235" y="1738"/>
                  </a:cubicBezTo>
                  <a:cubicBezTo>
                    <a:pt x="34901" y="2440"/>
                    <a:pt x="35308" y="3365"/>
                    <a:pt x="35308" y="4400"/>
                  </a:cubicBezTo>
                  <a:cubicBezTo>
                    <a:pt x="35308" y="4474"/>
                    <a:pt x="35308" y="4585"/>
                    <a:pt x="35308" y="4696"/>
                  </a:cubicBezTo>
                  <a:lnTo>
                    <a:pt x="32313" y="43034"/>
                  </a:lnTo>
                  <a:lnTo>
                    <a:pt x="2244" y="43034"/>
                  </a:lnTo>
                  <a:lnTo>
                    <a:pt x="629" y="4548"/>
                  </a:lnTo>
                  <a:cubicBezTo>
                    <a:pt x="629" y="4511"/>
                    <a:pt x="629" y="4437"/>
                    <a:pt x="629" y="4400"/>
                  </a:cubicBezTo>
                  <a:cubicBezTo>
                    <a:pt x="629" y="3365"/>
                    <a:pt x="1036" y="2404"/>
                    <a:pt x="1738" y="1738"/>
                  </a:cubicBezTo>
                  <a:cubicBezTo>
                    <a:pt x="2404" y="1073"/>
                    <a:pt x="3328" y="629"/>
                    <a:pt x="4400" y="629"/>
                  </a:cubicBezTo>
                  <a:close/>
                  <a:moveTo>
                    <a:pt x="4400" y="0"/>
                  </a:moveTo>
                  <a:cubicBezTo>
                    <a:pt x="1960" y="0"/>
                    <a:pt x="1" y="1997"/>
                    <a:pt x="1" y="4400"/>
                  </a:cubicBezTo>
                  <a:cubicBezTo>
                    <a:pt x="1" y="4437"/>
                    <a:pt x="1" y="4511"/>
                    <a:pt x="1" y="4585"/>
                  </a:cubicBezTo>
                  <a:lnTo>
                    <a:pt x="1627" y="43367"/>
                  </a:lnTo>
                  <a:cubicBezTo>
                    <a:pt x="1664" y="43552"/>
                    <a:pt x="1775" y="43663"/>
                    <a:pt x="1960" y="43663"/>
                  </a:cubicBezTo>
                  <a:lnTo>
                    <a:pt x="32609" y="43663"/>
                  </a:lnTo>
                  <a:cubicBezTo>
                    <a:pt x="32757" y="43663"/>
                    <a:pt x="32905" y="43552"/>
                    <a:pt x="32905" y="43367"/>
                  </a:cubicBezTo>
                  <a:lnTo>
                    <a:pt x="35936" y="4733"/>
                  </a:lnTo>
                  <a:cubicBezTo>
                    <a:pt x="35936" y="4622"/>
                    <a:pt x="35936" y="4511"/>
                    <a:pt x="35936" y="4400"/>
                  </a:cubicBezTo>
                  <a:cubicBezTo>
                    <a:pt x="35936" y="1997"/>
                    <a:pt x="34014" y="0"/>
                    <a:pt x="31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1"/>
            <p:cNvSpPr/>
            <p:nvPr/>
          </p:nvSpPr>
          <p:spPr>
            <a:xfrm>
              <a:off x="3388050" y="4095075"/>
              <a:ext cx="902100" cy="212625"/>
            </a:xfrm>
            <a:custGeom>
              <a:avLst/>
              <a:gdLst/>
              <a:ahLst/>
              <a:cxnLst/>
              <a:rect l="l" t="t" r="r" b="b"/>
              <a:pathLst>
                <a:path w="36084" h="8505" extrusionOk="0">
                  <a:moveTo>
                    <a:pt x="0" y="1"/>
                  </a:moveTo>
                  <a:lnTo>
                    <a:pt x="0" y="8504"/>
                  </a:lnTo>
                  <a:lnTo>
                    <a:pt x="36084" y="8504"/>
                  </a:lnTo>
                  <a:lnTo>
                    <a:pt x="360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1"/>
            <p:cNvSpPr/>
            <p:nvPr/>
          </p:nvSpPr>
          <p:spPr>
            <a:xfrm>
              <a:off x="3380650" y="4086775"/>
              <a:ext cx="916900" cy="228300"/>
            </a:xfrm>
            <a:custGeom>
              <a:avLst/>
              <a:gdLst/>
              <a:ahLst/>
              <a:cxnLst/>
              <a:rect l="l" t="t" r="r" b="b"/>
              <a:pathLst>
                <a:path w="36676" h="9132" extrusionOk="0">
                  <a:moveTo>
                    <a:pt x="36047" y="629"/>
                  </a:moveTo>
                  <a:lnTo>
                    <a:pt x="36047" y="8503"/>
                  </a:lnTo>
                  <a:lnTo>
                    <a:pt x="592" y="8503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9" y="37"/>
                    <a:pt x="75" y="111"/>
                  </a:cubicBezTo>
                  <a:cubicBezTo>
                    <a:pt x="1" y="148"/>
                    <a:pt x="1" y="259"/>
                    <a:pt x="1" y="333"/>
                  </a:cubicBezTo>
                  <a:lnTo>
                    <a:pt x="1" y="8836"/>
                  </a:lnTo>
                  <a:cubicBezTo>
                    <a:pt x="1" y="8910"/>
                    <a:pt x="1" y="8984"/>
                    <a:pt x="75" y="9058"/>
                  </a:cubicBezTo>
                  <a:cubicBezTo>
                    <a:pt x="149" y="9095"/>
                    <a:pt x="222" y="9132"/>
                    <a:pt x="296" y="9132"/>
                  </a:cubicBezTo>
                  <a:lnTo>
                    <a:pt x="36380" y="9132"/>
                  </a:lnTo>
                  <a:cubicBezTo>
                    <a:pt x="36454" y="9132"/>
                    <a:pt x="36528" y="9095"/>
                    <a:pt x="36602" y="9058"/>
                  </a:cubicBezTo>
                  <a:cubicBezTo>
                    <a:pt x="36639" y="8984"/>
                    <a:pt x="36675" y="8910"/>
                    <a:pt x="36675" y="8836"/>
                  </a:cubicBezTo>
                  <a:lnTo>
                    <a:pt x="36675" y="333"/>
                  </a:lnTo>
                  <a:cubicBezTo>
                    <a:pt x="36675" y="259"/>
                    <a:pt x="36639" y="148"/>
                    <a:pt x="36602" y="111"/>
                  </a:cubicBezTo>
                  <a:cubicBezTo>
                    <a:pt x="36528" y="37"/>
                    <a:pt x="36454" y="0"/>
                    <a:pt x="363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1"/>
            <p:cNvSpPr/>
            <p:nvPr/>
          </p:nvSpPr>
          <p:spPr>
            <a:xfrm>
              <a:off x="3342750" y="3850150"/>
              <a:ext cx="116500" cy="457550"/>
            </a:xfrm>
            <a:custGeom>
              <a:avLst/>
              <a:gdLst/>
              <a:ahLst/>
              <a:cxnLst/>
              <a:rect l="l" t="t" r="r" b="b"/>
              <a:pathLst>
                <a:path w="4660" h="18302" extrusionOk="0">
                  <a:moveTo>
                    <a:pt x="2330" y="1"/>
                  </a:moveTo>
                  <a:cubicBezTo>
                    <a:pt x="1036" y="1"/>
                    <a:pt x="1" y="1036"/>
                    <a:pt x="1" y="2330"/>
                  </a:cubicBezTo>
                  <a:lnTo>
                    <a:pt x="1923" y="18301"/>
                  </a:lnTo>
                  <a:lnTo>
                    <a:pt x="4659" y="18301"/>
                  </a:lnTo>
                  <a:lnTo>
                    <a:pt x="4659" y="2330"/>
                  </a:lnTo>
                  <a:cubicBezTo>
                    <a:pt x="4659" y="1036"/>
                    <a:pt x="3624" y="1"/>
                    <a:pt x="2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1"/>
            <p:cNvSpPr/>
            <p:nvPr/>
          </p:nvSpPr>
          <p:spPr>
            <a:xfrm>
              <a:off x="3335375" y="3842750"/>
              <a:ext cx="131250" cy="472325"/>
            </a:xfrm>
            <a:custGeom>
              <a:avLst/>
              <a:gdLst/>
              <a:ahLst/>
              <a:cxnLst/>
              <a:rect l="l" t="t" r="r" b="b"/>
              <a:pathLst>
                <a:path w="5250" h="18893" extrusionOk="0">
                  <a:moveTo>
                    <a:pt x="2625" y="592"/>
                  </a:moveTo>
                  <a:cubicBezTo>
                    <a:pt x="3734" y="592"/>
                    <a:pt x="4621" y="1517"/>
                    <a:pt x="4621" y="2626"/>
                  </a:cubicBezTo>
                  <a:lnTo>
                    <a:pt x="4621" y="18264"/>
                  </a:lnTo>
                  <a:lnTo>
                    <a:pt x="2477" y="18264"/>
                  </a:lnTo>
                  <a:lnTo>
                    <a:pt x="593" y="2598"/>
                  </a:lnTo>
                  <a:lnTo>
                    <a:pt x="593" y="2598"/>
                  </a:lnTo>
                  <a:cubicBezTo>
                    <a:pt x="643" y="1501"/>
                    <a:pt x="1525" y="592"/>
                    <a:pt x="2625" y="592"/>
                  </a:cubicBezTo>
                  <a:close/>
                  <a:moveTo>
                    <a:pt x="2625" y="1"/>
                  </a:moveTo>
                  <a:cubicBezTo>
                    <a:pt x="1183" y="1"/>
                    <a:pt x="0" y="1147"/>
                    <a:pt x="0" y="2626"/>
                  </a:cubicBezTo>
                  <a:lnTo>
                    <a:pt x="0" y="2663"/>
                  </a:lnTo>
                  <a:lnTo>
                    <a:pt x="1923" y="18634"/>
                  </a:lnTo>
                  <a:cubicBezTo>
                    <a:pt x="1923" y="18782"/>
                    <a:pt x="2070" y="18893"/>
                    <a:pt x="2218" y="18893"/>
                  </a:cubicBezTo>
                  <a:lnTo>
                    <a:pt x="4954" y="18893"/>
                  </a:lnTo>
                  <a:cubicBezTo>
                    <a:pt x="5028" y="18893"/>
                    <a:pt x="5102" y="18856"/>
                    <a:pt x="5176" y="18819"/>
                  </a:cubicBezTo>
                  <a:cubicBezTo>
                    <a:pt x="5213" y="18745"/>
                    <a:pt x="5250" y="18671"/>
                    <a:pt x="5250" y="18597"/>
                  </a:cubicBezTo>
                  <a:lnTo>
                    <a:pt x="5250" y="2626"/>
                  </a:lnTo>
                  <a:cubicBezTo>
                    <a:pt x="5250" y="1147"/>
                    <a:pt x="4067" y="1"/>
                    <a:pt x="2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1"/>
            <p:cNvSpPr/>
            <p:nvPr/>
          </p:nvSpPr>
          <p:spPr>
            <a:xfrm>
              <a:off x="4225425" y="3850150"/>
              <a:ext cx="116500" cy="457550"/>
            </a:xfrm>
            <a:custGeom>
              <a:avLst/>
              <a:gdLst/>
              <a:ahLst/>
              <a:cxnLst/>
              <a:rect l="l" t="t" r="r" b="b"/>
              <a:pathLst>
                <a:path w="4660" h="18302" extrusionOk="0">
                  <a:moveTo>
                    <a:pt x="2330" y="1"/>
                  </a:moveTo>
                  <a:cubicBezTo>
                    <a:pt x="1036" y="1"/>
                    <a:pt x="1" y="1036"/>
                    <a:pt x="1" y="2330"/>
                  </a:cubicBezTo>
                  <a:lnTo>
                    <a:pt x="1" y="18301"/>
                  </a:lnTo>
                  <a:lnTo>
                    <a:pt x="2737" y="18301"/>
                  </a:lnTo>
                  <a:lnTo>
                    <a:pt x="4659" y="2330"/>
                  </a:lnTo>
                  <a:cubicBezTo>
                    <a:pt x="4659" y="1036"/>
                    <a:pt x="3587" y="1"/>
                    <a:pt x="2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1"/>
            <p:cNvSpPr/>
            <p:nvPr/>
          </p:nvSpPr>
          <p:spPr>
            <a:xfrm>
              <a:off x="4218050" y="3842750"/>
              <a:ext cx="131250" cy="472325"/>
            </a:xfrm>
            <a:custGeom>
              <a:avLst/>
              <a:gdLst/>
              <a:ahLst/>
              <a:cxnLst/>
              <a:rect l="l" t="t" r="r" b="b"/>
              <a:pathLst>
                <a:path w="5250" h="18893" extrusionOk="0">
                  <a:moveTo>
                    <a:pt x="2625" y="592"/>
                  </a:moveTo>
                  <a:cubicBezTo>
                    <a:pt x="3723" y="592"/>
                    <a:pt x="4603" y="1497"/>
                    <a:pt x="4621" y="2591"/>
                  </a:cubicBezTo>
                  <a:lnTo>
                    <a:pt x="4621" y="2591"/>
                  </a:lnTo>
                  <a:lnTo>
                    <a:pt x="2736" y="18264"/>
                  </a:lnTo>
                  <a:lnTo>
                    <a:pt x="592" y="18264"/>
                  </a:lnTo>
                  <a:lnTo>
                    <a:pt x="592" y="2626"/>
                  </a:lnTo>
                  <a:cubicBezTo>
                    <a:pt x="592" y="1517"/>
                    <a:pt x="1516" y="592"/>
                    <a:pt x="2625" y="592"/>
                  </a:cubicBezTo>
                  <a:close/>
                  <a:moveTo>
                    <a:pt x="2625" y="1"/>
                  </a:moveTo>
                  <a:cubicBezTo>
                    <a:pt x="1183" y="1"/>
                    <a:pt x="0" y="1147"/>
                    <a:pt x="0" y="2626"/>
                  </a:cubicBezTo>
                  <a:lnTo>
                    <a:pt x="0" y="18597"/>
                  </a:lnTo>
                  <a:cubicBezTo>
                    <a:pt x="0" y="18671"/>
                    <a:pt x="37" y="18745"/>
                    <a:pt x="74" y="18819"/>
                  </a:cubicBezTo>
                  <a:cubicBezTo>
                    <a:pt x="148" y="18856"/>
                    <a:pt x="222" y="18893"/>
                    <a:pt x="296" y="18893"/>
                  </a:cubicBezTo>
                  <a:lnTo>
                    <a:pt x="3032" y="18893"/>
                  </a:lnTo>
                  <a:cubicBezTo>
                    <a:pt x="3179" y="18893"/>
                    <a:pt x="3327" y="18782"/>
                    <a:pt x="3327" y="18634"/>
                  </a:cubicBezTo>
                  <a:lnTo>
                    <a:pt x="5250" y="2663"/>
                  </a:lnTo>
                  <a:lnTo>
                    <a:pt x="5250" y="2626"/>
                  </a:lnTo>
                  <a:cubicBezTo>
                    <a:pt x="5250" y="1147"/>
                    <a:pt x="4067" y="1"/>
                    <a:pt x="2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1"/>
            <p:cNvSpPr/>
            <p:nvPr/>
          </p:nvSpPr>
          <p:spPr>
            <a:xfrm>
              <a:off x="3548875" y="3556225"/>
              <a:ext cx="574000" cy="329075"/>
            </a:xfrm>
            <a:custGeom>
              <a:avLst/>
              <a:gdLst/>
              <a:ahLst/>
              <a:cxnLst/>
              <a:rect l="l" t="t" r="r" b="b"/>
              <a:pathLst>
                <a:path w="22960" h="13163" extrusionOk="0">
                  <a:moveTo>
                    <a:pt x="0" y="1"/>
                  </a:moveTo>
                  <a:lnTo>
                    <a:pt x="1294" y="13162"/>
                  </a:lnTo>
                  <a:lnTo>
                    <a:pt x="21665" y="13162"/>
                  </a:lnTo>
                  <a:lnTo>
                    <a:pt x="229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1"/>
            <p:cNvSpPr/>
            <p:nvPr/>
          </p:nvSpPr>
          <p:spPr>
            <a:xfrm>
              <a:off x="3541475" y="3548850"/>
              <a:ext cx="588775" cy="343850"/>
            </a:xfrm>
            <a:custGeom>
              <a:avLst/>
              <a:gdLst/>
              <a:ahLst/>
              <a:cxnLst/>
              <a:rect l="l" t="t" r="r" b="b"/>
              <a:pathLst>
                <a:path w="23551" h="13754" extrusionOk="0">
                  <a:moveTo>
                    <a:pt x="22885" y="592"/>
                  </a:moveTo>
                  <a:lnTo>
                    <a:pt x="21665" y="13125"/>
                  </a:lnTo>
                  <a:lnTo>
                    <a:pt x="1886" y="13125"/>
                  </a:lnTo>
                  <a:lnTo>
                    <a:pt x="626" y="592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1" y="148"/>
                    <a:pt x="1" y="259"/>
                    <a:pt x="1" y="333"/>
                  </a:cubicBezTo>
                  <a:lnTo>
                    <a:pt x="1295" y="13457"/>
                  </a:lnTo>
                  <a:cubicBezTo>
                    <a:pt x="1295" y="13642"/>
                    <a:pt x="1442" y="13753"/>
                    <a:pt x="1590" y="13753"/>
                  </a:cubicBezTo>
                  <a:lnTo>
                    <a:pt x="21961" y="13753"/>
                  </a:lnTo>
                  <a:cubicBezTo>
                    <a:pt x="22109" y="13753"/>
                    <a:pt x="22257" y="13642"/>
                    <a:pt x="22257" y="13457"/>
                  </a:cubicBezTo>
                  <a:lnTo>
                    <a:pt x="23551" y="333"/>
                  </a:lnTo>
                  <a:cubicBezTo>
                    <a:pt x="23551" y="259"/>
                    <a:pt x="23514" y="148"/>
                    <a:pt x="23477" y="74"/>
                  </a:cubicBezTo>
                  <a:cubicBezTo>
                    <a:pt x="23403" y="37"/>
                    <a:pt x="23329" y="0"/>
                    <a:pt x="23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1"/>
            <p:cNvSpPr/>
            <p:nvPr/>
          </p:nvSpPr>
          <p:spPr>
            <a:xfrm>
              <a:off x="3337225" y="3015525"/>
              <a:ext cx="1061075" cy="603575"/>
            </a:xfrm>
            <a:custGeom>
              <a:avLst/>
              <a:gdLst/>
              <a:ahLst/>
              <a:cxnLst/>
              <a:rect l="l" t="t" r="r" b="b"/>
              <a:pathLst>
                <a:path w="42443" h="24143" extrusionOk="0">
                  <a:moveTo>
                    <a:pt x="22552" y="1"/>
                  </a:moveTo>
                  <a:lnTo>
                    <a:pt x="16748" y="112"/>
                  </a:lnTo>
                  <a:lnTo>
                    <a:pt x="5878" y="6212"/>
                  </a:lnTo>
                  <a:lnTo>
                    <a:pt x="0" y="24143"/>
                  </a:lnTo>
                  <a:lnTo>
                    <a:pt x="42442" y="24143"/>
                  </a:lnTo>
                  <a:cubicBezTo>
                    <a:pt x="42442" y="24143"/>
                    <a:pt x="35640" y="6693"/>
                    <a:pt x="34309" y="5805"/>
                  </a:cubicBezTo>
                  <a:cubicBezTo>
                    <a:pt x="32978" y="4881"/>
                    <a:pt x="22552" y="1"/>
                    <a:pt x="225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1"/>
            <p:cNvSpPr/>
            <p:nvPr/>
          </p:nvSpPr>
          <p:spPr>
            <a:xfrm>
              <a:off x="3328900" y="3008150"/>
              <a:ext cx="1076800" cy="619275"/>
            </a:xfrm>
            <a:custGeom>
              <a:avLst/>
              <a:gdLst/>
              <a:ahLst/>
              <a:cxnLst/>
              <a:rect l="l" t="t" r="r" b="b"/>
              <a:pathLst>
                <a:path w="43072" h="24771" extrusionOk="0">
                  <a:moveTo>
                    <a:pt x="22743" y="594"/>
                  </a:moveTo>
                  <a:cubicBezTo>
                    <a:pt x="22812" y="625"/>
                    <a:pt x="23458" y="914"/>
                    <a:pt x="24401" y="1368"/>
                  </a:cubicBezTo>
                  <a:cubicBezTo>
                    <a:pt x="25880" y="2071"/>
                    <a:pt x="28172" y="3143"/>
                    <a:pt x="30205" y="4141"/>
                  </a:cubicBezTo>
                  <a:cubicBezTo>
                    <a:pt x="31203" y="4622"/>
                    <a:pt x="32165" y="5102"/>
                    <a:pt x="32941" y="5472"/>
                  </a:cubicBezTo>
                  <a:cubicBezTo>
                    <a:pt x="33681" y="5879"/>
                    <a:pt x="34235" y="6174"/>
                    <a:pt x="34457" y="6322"/>
                  </a:cubicBezTo>
                  <a:cubicBezTo>
                    <a:pt x="34494" y="6359"/>
                    <a:pt x="34605" y="6433"/>
                    <a:pt x="34716" y="6618"/>
                  </a:cubicBezTo>
                  <a:cubicBezTo>
                    <a:pt x="35122" y="7246"/>
                    <a:pt x="35862" y="8688"/>
                    <a:pt x="36675" y="10500"/>
                  </a:cubicBezTo>
                  <a:cubicBezTo>
                    <a:pt x="37895" y="13236"/>
                    <a:pt x="39337" y="16748"/>
                    <a:pt x="40483" y="19558"/>
                  </a:cubicBezTo>
                  <a:cubicBezTo>
                    <a:pt x="41075" y="21000"/>
                    <a:pt x="41555" y="22257"/>
                    <a:pt x="41925" y="23144"/>
                  </a:cubicBezTo>
                  <a:cubicBezTo>
                    <a:pt x="42082" y="23563"/>
                    <a:pt x="42215" y="23900"/>
                    <a:pt x="42311" y="24142"/>
                  </a:cubicBezTo>
                  <a:lnTo>
                    <a:pt x="777" y="24142"/>
                  </a:lnTo>
                  <a:lnTo>
                    <a:pt x="6470" y="6692"/>
                  </a:lnTo>
                  <a:lnTo>
                    <a:pt x="17166" y="701"/>
                  </a:lnTo>
                  <a:lnTo>
                    <a:pt x="17166" y="701"/>
                  </a:lnTo>
                  <a:lnTo>
                    <a:pt x="22743" y="594"/>
                  </a:lnTo>
                  <a:close/>
                  <a:moveTo>
                    <a:pt x="22848" y="0"/>
                  </a:moveTo>
                  <a:lnTo>
                    <a:pt x="17081" y="74"/>
                  </a:lnTo>
                  <a:lnTo>
                    <a:pt x="16933" y="148"/>
                  </a:lnTo>
                  <a:lnTo>
                    <a:pt x="6063" y="6211"/>
                  </a:lnTo>
                  <a:cubicBezTo>
                    <a:pt x="5990" y="6248"/>
                    <a:pt x="5953" y="6322"/>
                    <a:pt x="5916" y="6396"/>
                  </a:cubicBezTo>
                  <a:lnTo>
                    <a:pt x="37" y="24364"/>
                  </a:lnTo>
                  <a:cubicBezTo>
                    <a:pt x="0" y="24438"/>
                    <a:pt x="37" y="24549"/>
                    <a:pt x="74" y="24623"/>
                  </a:cubicBezTo>
                  <a:cubicBezTo>
                    <a:pt x="148" y="24734"/>
                    <a:pt x="222" y="24771"/>
                    <a:pt x="333" y="24771"/>
                  </a:cubicBezTo>
                  <a:lnTo>
                    <a:pt x="42775" y="24771"/>
                  </a:lnTo>
                  <a:cubicBezTo>
                    <a:pt x="42849" y="24771"/>
                    <a:pt x="42960" y="24697"/>
                    <a:pt x="43034" y="24623"/>
                  </a:cubicBezTo>
                  <a:cubicBezTo>
                    <a:pt x="43071" y="24549"/>
                    <a:pt x="43071" y="24438"/>
                    <a:pt x="43034" y="24327"/>
                  </a:cubicBezTo>
                  <a:cubicBezTo>
                    <a:pt x="43034" y="24327"/>
                    <a:pt x="41333" y="19964"/>
                    <a:pt x="39485" y="15491"/>
                  </a:cubicBezTo>
                  <a:cubicBezTo>
                    <a:pt x="38561" y="13236"/>
                    <a:pt x="37562" y="10981"/>
                    <a:pt x="36749" y="9206"/>
                  </a:cubicBezTo>
                  <a:cubicBezTo>
                    <a:pt x="36342" y="8319"/>
                    <a:pt x="35973" y="7579"/>
                    <a:pt x="35640" y="6988"/>
                  </a:cubicBezTo>
                  <a:cubicBezTo>
                    <a:pt x="35492" y="6692"/>
                    <a:pt x="35344" y="6470"/>
                    <a:pt x="35196" y="6285"/>
                  </a:cubicBezTo>
                  <a:cubicBezTo>
                    <a:pt x="35085" y="6063"/>
                    <a:pt x="34974" y="5953"/>
                    <a:pt x="34827" y="5842"/>
                  </a:cubicBezTo>
                  <a:cubicBezTo>
                    <a:pt x="34642" y="5694"/>
                    <a:pt x="34309" y="5509"/>
                    <a:pt x="33902" y="5287"/>
                  </a:cubicBezTo>
                  <a:cubicBezTo>
                    <a:pt x="31019" y="3734"/>
                    <a:pt x="22996" y="37"/>
                    <a:pt x="22996" y="37"/>
                  </a:cubicBezTo>
                  <a:lnTo>
                    <a:pt x="228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1"/>
            <p:cNvSpPr/>
            <p:nvPr/>
          </p:nvSpPr>
          <p:spPr>
            <a:xfrm>
              <a:off x="3938900" y="2856775"/>
              <a:ext cx="52725" cy="82300"/>
            </a:xfrm>
            <a:custGeom>
              <a:avLst/>
              <a:gdLst/>
              <a:ahLst/>
              <a:cxnLst/>
              <a:rect l="l" t="t" r="r" b="b"/>
              <a:pathLst>
                <a:path w="2109" h="3292" extrusionOk="0">
                  <a:moveTo>
                    <a:pt x="1480" y="0"/>
                  </a:moveTo>
                  <a:cubicBezTo>
                    <a:pt x="1085" y="0"/>
                    <a:pt x="592" y="362"/>
                    <a:pt x="592" y="362"/>
                  </a:cubicBezTo>
                  <a:lnTo>
                    <a:pt x="518" y="768"/>
                  </a:lnTo>
                  <a:lnTo>
                    <a:pt x="1" y="2913"/>
                  </a:lnTo>
                  <a:cubicBezTo>
                    <a:pt x="1" y="2913"/>
                    <a:pt x="332" y="3291"/>
                    <a:pt x="824" y="3291"/>
                  </a:cubicBezTo>
                  <a:cubicBezTo>
                    <a:pt x="947" y="3291"/>
                    <a:pt x="1080" y="3268"/>
                    <a:pt x="1221" y="3208"/>
                  </a:cubicBezTo>
                  <a:cubicBezTo>
                    <a:pt x="1923" y="2913"/>
                    <a:pt x="2108" y="1175"/>
                    <a:pt x="1923" y="362"/>
                  </a:cubicBezTo>
                  <a:cubicBezTo>
                    <a:pt x="1849" y="91"/>
                    <a:pt x="1677" y="0"/>
                    <a:pt x="1480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1"/>
            <p:cNvSpPr/>
            <p:nvPr/>
          </p:nvSpPr>
          <p:spPr>
            <a:xfrm>
              <a:off x="3930600" y="2849175"/>
              <a:ext cx="65650" cy="98000"/>
            </a:xfrm>
            <a:custGeom>
              <a:avLst/>
              <a:gdLst/>
              <a:ahLst/>
              <a:cxnLst/>
              <a:rect l="l" t="t" r="r" b="b"/>
              <a:pathLst>
                <a:path w="2626" h="3920" extrusionOk="0">
                  <a:moveTo>
                    <a:pt x="1886" y="629"/>
                  </a:moveTo>
                  <a:cubicBezTo>
                    <a:pt x="1923" y="629"/>
                    <a:pt x="1923" y="666"/>
                    <a:pt x="1960" y="740"/>
                  </a:cubicBezTo>
                  <a:cubicBezTo>
                    <a:pt x="1997" y="888"/>
                    <a:pt x="2034" y="1146"/>
                    <a:pt x="2034" y="1405"/>
                  </a:cubicBezTo>
                  <a:cubicBezTo>
                    <a:pt x="2034" y="1775"/>
                    <a:pt x="1960" y="2219"/>
                    <a:pt x="1849" y="2588"/>
                  </a:cubicBezTo>
                  <a:cubicBezTo>
                    <a:pt x="1738" y="2958"/>
                    <a:pt x="1553" y="3180"/>
                    <a:pt x="1405" y="3217"/>
                  </a:cubicBezTo>
                  <a:cubicBezTo>
                    <a:pt x="1331" y="3291"/>
                    <a:pt x="1220" y="3291"/>
                    <a:pt x="1146" y="3291"/>
                  </a:cubicBezTo>
                  <a:cubicBezTo>
                    <a:pt x="961" y="3291"/>
                    <a:pt x="850" y="3217"/>
                    <a:pt x="740" y="3143"/>
                  </a:cubicBezTo>
                  <a:lnTo>
                    <a:pt x="676" y="3095"/>
                  </a:lnTo>
                  <a:lnTo>
                    <a:pt x="676" y="3095"/>
                  </a:lnTo>
                  <a:lnTo>
                    <a:pt x="1146" y="1146"/>
                  </a:lnTo>
                  <a:lnTo>
                    <a:pt x="1194" y="886"/>
                  </a:lnTo>
                  <a:lnTo>
                    <a:pt x="1194" y="886"/>
                  </a:lnTo>
                  <a:cubicBezTo>
                    <a:pt x="1248" y="846"/>
                    <a:pt x="1335" y="793"/>
                    <a:pt x="1442" y="740"/>
                  </a:cubicBezTo>
                  <a:cubicBezTo>
                    <a:pt x="1553" y="666"/>
                    <a:pt x="1738" y="629"/>
                    <a:pt x="1812" y="629"/>
                  </a:cubicBezTo>
                  <a:close/>
                  <a:moveTo>
                    <a:pt x="1812" y="0"/>
                  </a:moveTo>
                  <a:cubicBezTo>
                    <a:pt x="1516" y="0"/>
                    <a:pt x="1294" y="111"/>
                    <a:pt x="1072" y="222"/>
                  </a:cubicBezTo>
                  <a:cubicBezTo>
                    <a:pt x="887" y="333"/>
                    <a:pt x="777" y="407"/>
                    <a:pt x="740" y="407"/>
                  </a:cubicBezTo>
                  <a:cubicBezTo>
                    <a:pt x="703" y="481"/>
                    <a:pt x="666" y="518"/>
                    <a:pt x="629" y="592"/>
                  </a:cubicBezTo>
                  <a:lnTo>
                    <a:pt x="518" y="998"/>
                  </a:lnTo>
                  <a:lnTo>
                    <a:pt x="37" y="3143"/>
                  </a:lnTo>
                  <a:cubicBezTo>
                    <a:pt x="0" y="3217"/>
                    <a:pt x="37" y="3328"/>
                    <a:pt x="74" y="3402"/>
                  </a:cubicBezTo>
                  <a:cubicBezTo>
                    <a:pt x="111" y="3402"/>
                    <a:pt x="185" y="3549"/>
                    <a:pt x="370" y="3660"/>
                  </a:cubicBezTo>
                  <a:cubicBezTo>
                    <a:pt x="555" y="3771"/>
                    <a:pt x="814" y="3919"/>
                    <a:pt x="1146" y="3919"/>
                  </a:cubicBezTo>
                  <a:cubicBezTo>
                    <a:pt x="1294" y="3919"/>
                    <a:pt x="1479" y="3882"/>
                    <a:pt x="1664" y="3808"/>
                  </a:cubicBezTo>
                  <a:cubicBezTo>
                    <a:pt x="2071" y="3623"/>
                    <a:pt x="2292" y="3217"/>
                    <a:pt x="2440" y="2773"/>
                  </a:cubicBezTo>
                  <a:cubicBezTo>
                    <a:pt x="2588" y="2329"/>
                    <a:pt x="2625" y="1849"/>
                    <a:pt x="2625" y="1405"/>
                  </a:cubicBezTo>
                  <a:cubicBezTo>
                    <a:pt x="2625" y="1109"/>
                    <a:pt x="2625" y="814"/>
                    <a:pt x="2551" y="592"/>
                  </a:cubicBezTo>
                  <a:cubicBezTo>
                    <a:pt x="2514" y="407"/>
                    <a:pt x="2403" y="259"/>
                    <a:pt x="2255" y="148"/>
                  </a:cubicBezTo>
                  <a:cubicBezTo>
                    <a:pt x="2144" y="37"/>
                    <a:pt x="1960" y="0"/>
                    <a:pt x="1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1"/>
            <p:cNvSpPr/>
            <p:nvPr/>
          </p:nvSpPr>
          <p:spPr>
            <a:xfrm>
              <a:off x="3667175" y="2856775"/>
              <a:ext cx="53625" cy="82300"/>
            </a:xfrm>
            <a:custGeom>
              <a:avLst/>
              <a:gdLst/>
              <a:ahLst/>
              <a:cxnLst/>
              <a:rect l="l" t="t" r="r" b="b"/>
              <a:pathLst>
                <a:path w="2145" h="3292" extrusionOk="0">
                  <a:moveTo>
                    <a:pt x="640" y="0"/>
                  </a:moveTo>
                  <a:cubicBezTo>
                    <a:pt x="448" y="0"/>
                    <a:pt x="284" y="91"/>
                    <a:pt x="222" y="362"/>
                  </a:cubicBezTo>
                  <a:cubicBezTo>
                    <a:pt x="1" y="1175"/>
                    <a:pt x="222" y="2913"/>
                    <a:pt x="925" y="3208"/>
                  </a:cubicBezTo>
                  <a:cubicBezTo>
                    <a:pt x="1065" y="3268"/>
                    <a:pt x="1198" y="3291"/>
                    <a:pt x="1321" y="3291"/>
                  </a:cubicBezTo>
                  <a:cubicBezTo>
                    <a:pt x="1814" y="3291"/>
                    <a:pt x="2145" y="2913"/>
                    <a:pt x="2145" y="2913"/>
                  </a:cubicBezTo>
                  <a:lnTo>
                    <a:pt x="1627" y="768"/>
                  </a:lnTo>
                  <a:lnTo>
                    <a:pt x="1516" y="362"/>
                  </a:lnTo>
                  <a:cubicBezTo>
                    <a:pt x="1516" y="362"/>
                    <a:pt x="1023" y="0"/>
                    <a:pt x="640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51"/>
            <p:cNvSpPr/>
            <p:nvPr/>
          </p:nvSpPr>
          <p:spPr>
            <a:xfrm>
              <a:off x="3662550" y="2849175"/>
              <a:ext cx="65650" cy="98000"/>
            </a:xfrm>
            <a:custGeom>
              <a:avLst/>
              <a:gdLst/>
              <a:ahLst/>
              <a:cxnLst/>
              <a:rect l="l" t="t" r="r" b="b"/>
              <a:pathLst>
                <a:path w="2626" h="3920" extrusionOk="0">
                  <a:moveTo>
                    <a:pt x="814" y="629"/>
                  </a:moveTo>
                  <a:cubicBezTo>
                    <a:pt x="925" y="629"/>
                    <a:pt x="1110" y="666"/>
                    <a:pt x="1258" y="777"/>
                  </a:cubicBezTo>
                  <a:cubicBezTo>
                    <a:pt x="1332" y="814"/>
                    <a:pt x="1406" y="851"/>
                    <a:pt x="1443" y="888"/>
                  </a:cubicBezTo>
                  <a:lnTo>
                    <a:pt x="1446" y="890"/>
                  </a:lnTo>
                  <a:lnTo>
                    <a:pt x="1516" y="1146"/>
                  </a:lnTo>
                  <a:lnTo>
                    <a:pt x="1987" y="3094"/>
                  </a:lnTo>
                  <a:lnTo>
                    <a:pt x="1987" y="3094"/>
                  </a:lnTo>
                  <a:cubicBezTo>
                    <a:pt x="1959" y="3113"/>
                    <a:pt x="1925" y="3130"/>
                    <a:pt x="1886" y="3143"/>
                  </a:cubicBezTo>
                  <a:cubicBezTo>
                    <a:pt x="1775" y="3217"/>
                    <a:pt x="1664" y="3291"/>
                    <a:pt x="1516" y="3291"/>
                  </a:cubicBezTo>
                  <a:cubicBezTo>
                    <a:pt x="1406" y="3291"/>
                    <a:pt x="1332" y="3291"/>
                    <a:pt x="1221" y="3217"/>
                  </a:cubicBezTo>
                  <a:cubicBezTo>
                    <a:pt x="1110" y="3180"/>
                    <a:pt x="925" y="2958"/>
                    <a:pt x="814" y="2588"/>
                  </a:cubicBezTo>
                  <a:cubicBezTo>
                    <a:pt x="666" y="2219"/>
                    <a:pt x="629" y="1775"/>
                    <a:pt x="629" y="1405"/>
                  </a:cubicBezTo>
                  <a:cubicBezTo>
                    <a:pt x="629" y="1146"/>
                    <a:pt x="629" y="925"/>
                    <a:pt x="703" y="740"/>
                  </a:cubicBezTo>
                  <a:cubicBezTo>
                    <a:pt x="703" y="666"/>
                    <a:pt x="740" y="629"/>
                    <a:pt x="740" y="629"/>
                  </a:cubicBezTo>
                  <a:close/>
                  <a:moveTo>
                    <a:pt x="814" y="0"/>
                  </a:moveTo>
                  <a:cubicBezTo>
                    <a:pt x="666" y="0"/>
                    <a:pt x="518" y="37"/>
                    <a:pt x="370" y="148"/>
                  </a:cubicBezTo>
                  <a:cubicBezTo>
                    <a:pt x="223" y="259"/>
                    <a:pt x="149" y="407"/>
                    <a:pt x="75" y="592"/>
                  </a:cubicBezTo>
                  <a:cubicBezTo>
                    <a:pt x="38" y="814"/>
                    <a:pt x="1" y="1109"/>
                    <a:pt x="1" y="1405"/>
                  </a:cubicBezTo>
                  <a:cubicBezTo>
                    <a:pt x="1" y="1849"/>
                    <a:pt x="75" y="2329"/>
                    <a:pt x="223" y="2773"/>
                  </a:cubicBezTo>
                  <a:cubicBezTo>
                    <a:pt x="370" y="3217"/>
                    <a:pt x="555" y="3623"/>
                    <a:pt x="962" y="3808"/>
                  </a:cubicBezTo>
                  <a:cubicBezTo>
                    <a:pt x="1147" y="3882"/>
                    <a:pt x="1332" y="3919"/>
                    <a:pt x="1516" y="3919"/>
                  </a:cubicBezTo>
                  <a:cubicBezTo>
                    <a:pt x="1812" y="3919"/>
                    <a:pt x="2108" y="3771"/>
                    <a:pt x="2256" y="3660"/>
                  </a:cubicBezTo>
                  <a:cubicBezTo>
                    <a:pt x="2441" y="3549"/>
                    <a:pt x="2552" y="3402"/>
                    <a:pt x="2552" y="3402"/>
                  </a:cubicBezTo>
                  <a:cubicBezTo>
                    <a:pt x="2626" y="3328"/>
                    <a:pt x="2626" y="3217"/>
                    <a:pt x="2626" y="3143"/>
                  </a:cubicBezTo>
                  <a:lnTo>
                    <a:pt x="2108" y="998"/>
                  </a:lnTo>
                  <a:lnTo>
                    <a:pt x="1997" y="592"/>
                  </a:lnTo>
                  <a:cubicBezTo>
                    <a:pt x="1997" y="518"/>
                    <a:pt x="1960" y="481"/>
                    <a:pt x="1886" y="407"/>
                  </a:cubicBezTo>
                  <a:cubicBezTo>
                    <a:pt x="1886" y="407"/>
                    <a:pt x="1738" y="333"/>
                    <a:pt x="1553" y="222"/>
                  </a:cubicBezTo>
                  <a:cubicBezTo>
                    <a:pt x="1369" y="111"/>
                    <a:pt x="1110" y="0"/>
                    <a:pt x="8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51"/>
            <p:cNvSpPr/>
            <p:nvPr/>
          </p:nvSpPr>
          <p:spPr>
            <a:xfrm>
              <a:off x="3694900" y="2954900"/>
              <a:ext cx="289325" cy="233500"/>
            </a:xfrm>
            <a:custGeom>
              <a:avLst/>
              <a:gdLst/>
              <a:ahLst/>
              <a:cxnLst/>
              <a:rect l="l" t="t" r="r" b="b"/>
              <a:pathLst>
                <a:path w="11573" h="9340" extrusionOk="0">
                  <a:moveTo>
                    <a:pt x="5371" y="0"/>
                  </a:moveTo>
                  <a:cubicBezTo>
                    <a:pt x="4082" y="0"/>
                    <a:pt x="2795" y="308"/>
                    <a:pt x="2034" y="1021"/>
                  </a:cubicBezTo>
                  <a:cubicBezTo>
                    <a:pt x="2034" y="1021"/>
                    <a:pt x="1110" y="1724"/>
                    <a:pt x="925" y="2426"/>
                  </a:cubicBezTo>
                  <a:cubicBezTo>
                    <a:pt x="703" y="3128"/>
                    <a:pt x="1" y="8933"/>
                    <a:pt x="1" y="8933"/>
                  </a:cubicBezTo>
                  <a:cubicBezTo>
                    <a:pt x="1" y="8933"/>
                    <a:pt x="3883" y="6382"/>
                    <a:pt x="4992" y="6197"/>
                  </a:cubicBezTo>
                  <a:cubicBezTo>
                    <a:pt x="5027" y="6190"/>
                    <a:pt x="5067" y="6187"/>
                    <a:pt x="5111" y="6187"/>
                  </a:cubicBezTo>
                  <a:cubicBezTo>
                    <a:pt x="6444" y="6187"/>
                    <a:pt x="11572" y="9340"/>
                    <a:pt x="11572" y="9340"/>
                  </a:cubicBezTo>
                  <a:cubicBezTo>
                    <a:pt x="11572" y="9340"/>
                    <a:pt x="10278" y="2722"/>
                    <a:pt x="9243" y="1317"/>
                  </a:cubicBezTo>
                  <a:cubicBezTo>
                    <a:pt x="8682" y="507"/>
                    <a:pt x="7025" y="0"/>
                    <a:pt x="53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1"/>
            <p:cNvSpPr/>
            <p:nvPr/>
          </p:nvSpPr>
          <p:spPr>
            <a:xfrm>
              <a:off x="3687500" y="2947150"/>
              <a:ext cx="305050" cy="249100"/>
            </a:xfrm>
            <a:custGeom>
              <a:avLst/>
              <a:gdLst/>
              <a:ahLst/>
              <a:cxnLst/>
              <a:rect l="l" t="t" r="r" b="b"/>
              <a:pathLst>
                <a:path w="12202" h="9964" extrusionOk="0">
                  <a:moveTo>
                    <a:pt x="2146" y="1074"/>
                  </a:moveTo>
                  <a:lnTo>
                    <a:pt x="2146" y="1074"/>
                  </a:lnTo>
                  <a:cubicBezTo>
                    <a:pt x="2146" y="1074"/>
                    <a:pt x="2146" y="1074"/>
                    <a:pt x="2146" y="1074"/>
                  </a:cubicBezTo>
                  <a:lnTo>
                    <a:pt x="2146" y="1074"/>
                  </a:lnTo>
                  <a:lnTo>
                    <a:pt x="2146" y="1074"/>
                  </a:lnTo>
                  <a:close/>
                  <a:moveTo>
                    <a:pt x="5620" y="629"/>
                  </a:moveTo>
                  <a:cubicBezTo>
                    <a:pt x="6434" y="629"/>
                    <a:pt x="7247" y="740"/>
                    <a:pt x="7913" y="961"/>
                  </a:cubicBezTo>
                  <a:cubicBezTo>
                    <a:pt x="8578" y="1183"/>
                    <a:pt x="9059" y="1479"/>
                    <a:pt x="9281" y="1812"/>
                  </a:cubicBezTo>
                  <a:cubicBezTo>
                    <a:pt x="9502" y="2107"/>
                    <a:pt x="9798" y="2773"/>
                    <a:pt x="10057" y="3586"/>
                  </a:cubicBezTo>
                  <a:cubicBezTo>
                    <a:pt x="10427" y="4769"/>
                    <a:pt x="10833" y="6322"/>
                    <a:pt x="11092" y="7542"/>
                  </a:cubicBezTo>
                  <a:cubicBezTo>
                    <a:pt x="11233" y="8141"/>
                    <a:pt x="11340" y="8639"/>
                    <a:pt x="11446" y="9037"/>
                  </a:cubicBezTo>
                  <a:lnTo>
                    <a:pt x="11446" y="9037"/>
                  </a:lnTo>
                  <a:cubicBezTo>
                    <a:pt x="10926" y="8727"/>
                    <a:pt x="10129" y="8258"/>
                    <a:pt x="9281" y="7801"/>
                  </a:cubicBezTo>
                  <a:cubicBezTo>
                    <a:pt x="8541" y="7394"/>
                    <a:pt x="7765" y="6988"/>
                    <a:pt x="7099" y="6692"/>
                  </a:cubicBezTo>
                  <a:cubicBezTo>
                    <a:pt x="6730" y="6544"/>
                    <a:pt x="6434" y="6433"/>
                    <a:pt x="6138" y="6322"/>
                  </a:cubicBezTo>
                  <a:cubicBezTo>
                    <a:pt x="5842" y="6248"/>
                    <a:pt x="5620" y="6174"/>
                    <a:pt x="5399" y="6174"/>
                  </a:cubicBezTo>
                  <a:lnTo>
                    <a:pt x="5214" y="6174"/>
                  </a:lnTo>
                  <a:cubicBezTo>
                    <a:pt x="4881" y="6248"/>
                    <a:pt x="4437" y="6470"/>
                    <a:pt x="3883" y="6729"/>
                  </a:cubicBezTo>
                  <a:cubicBezTo>
                    <a:pt x="2781" y="7293"/>
                    <a:pt x="1413" y="8158"/>
                    <a:pt x="676" y="8637"/>
                  </a:cubicBezTo>
                  <a:lnTo>
                    <a:pt x="676" y="8637"/>
                  </a:lnTo>
                  <a:cubicBezTo>
                    <a:pt x="751" y="8071"/>
                    <a:pt x="869" y="7197"/>
                    <a:pt x="999" y="6285"/>
                  </a:cubicBezTo>
                  <a:cubicBezTo>
                    <a:pt x="1110" y="5509"/>
                    <a:pt x="1184" y="4732"/>
                    <a:pt x="1295" y="4104"/>
                  </a:cubicBezTo>
                  <a:cubicBezTo>
                    <a:pt x="1332" y="3771"/>
                    <a:pt x="1369" y="3512"/>
                    <a:pt x="1406" y="3291"/>
                  </a:cubicBezTo>
                  <a:cubicBezTo>
                    <a:pt x="1480" y="3069"/>
                    <a:pt x="1480" y="2884"/>
                    <a:pt x="1517" y="2810"/>
                  </a:cubicBezTo>
                  <a:cubicBezTo>
                    <a:pt x="1591" y="2551"/>
                    <a:pt x="1849" y="2218"/>
                    <a:pt x="2071" y="1960"/>
                  </a:cubicBezTo>
                  <a:cubicBezTo>
                    <a:pt x="2182" y="1849"/>
                    <a:pt x="2293" y="1738"/>
                    <a:pt x="2404" y="1664"/>
                  </a:cubicBezTo>
                  <a:lnTo>
                    <a:pt x="2478" y="1590"/>
                  </a:lnTo>
                  <a:lnTo>
                    <a:pt x="2515" y="1553"/>
                  </a:lnTo>
                  <a:lnTo>
                    <a:pt x="2552" y="1553"/>
                  </a:lnTo>
                  <a:cubicBezTo>
                    <a:pt x="3180" y="924"/>
                    <a:pt x="4400" y="629"/>
                    <a:pt x="5620" y="629"/>
                  </a:cubicBezTo>
                  <a:close/>
                  <a:moveTo>
                    <a:pt x="5620" y="0"/>
                  </a:moveTo>
                  <a:cubicBezTo>
                    <a:pt x="4309" y="0"/>
                    <a:pt x="2998" y="287"/>
                    <a:pt x="2146" y="1074"/>
                  </a:cubicBezTo>
                  <a:lnTo>
                    <a:pt x="2145" y="1072"/>
                  </a:lnTo>
                  <a:cubicBezTo>
                    <a:pt x="2145" y="1072"/>
                    <a:pt x="1886" y="1257"/>
                    <a:pt x="1628" y="1553"/>
                  </a:cubicBezTo>
                  <a:cubicBezTo>
                    <a:pt x="1369" y="1849"/>
                    <a:pt x="1036" y="2218"/>
                    <a:pt x="925" y="2662"/>
                  </a:cubicBezTo>
                  <a:cubicBezTo>
                    <a:pt x="888" y="2773"/>
                    <a:pt x="851" y="2921"/>
                    <a:pt x="814" y="3180"/>
                  </a:cubicBezTo>
                  <a:cubicBezTo>
                    <a:pt x="555" y="4769"/>
                    <a:pt x="1" y="9206"/>
                    <a:pt x="1" y="9206"/>
                  </a:cubicBezTo>
                  <a:cubicBezTo>
                    <a:pt x="1" y="9317"/>
                    <a:pt x="38" y="9428"/>
                    <a:pt x="149" y="9502"/>
                  </a:cubicBezTo>
                  <a:cubicBezTo>
                    <a:pt x="204" y="9539"/>
                    <a:pt x="260" y="9557"/>
                    <a:pt x="315" y="9557"/>
                  </a:cubicBezTo>
                  <a:cubicBezTo>
                    <a:pt x="371" y="9557"/>
                    <a:pt x="426" y="9539"/>
                    <a:pt x="482" y="9502"/>
                  </a:cubicBezTo>
                  <a:cubicBezTo>
                    <a:pt x="482" y="9502"/>
                    <a:pt x="703" y="9317"/>
                    <a:pt x="1073" y="9095"/>
                  </a:cubicBezTo>
                  <a:cubicBezTo>
                    <a:pt x="1665" y="8725"/>
                    <a:pt x="2515" y="8208"/>
                    <a:pt x="3365" y="7727"/>
                  </a:cubicBezTo>
                  <a:cubicBezTo>
                    <a:pt x="3772" y="7468"/>
                    <a:pt x="4179" y="7283"/>
                    <a:pt x="4548" y="7099"/>
                  </a:cubicBezTo>
                  <a:cubicBezTo>
                    <a:pt x="4881" y="6951"/>
                    <a:pt x="5177" y="6840"/>
                    <a:pt x="5325" y="6803"/>
                  </a:cubicBezTo>
                  <a:lnTo>
                    <a:pt x="5399" y="6803"/>
                  </a:lnTo>
                  <a:cubicBezTo>
                    <a:pt x="5510" y="6803"/>
                    <a:pt x="5694" y="6840"/>
                    <a:pt x="5953" y="6914"/>
                  </a:cubicBezTo>
                  <a:cubicBezTo>
                    <a:pt x="6840" y="7209"/>
                    <a:pt x="8319" y="7949"/>
                    <a:pt x="9502" y="8614"/>
                  </a:cubicBezTo>
                  <a:cubicBezTo>
                    <a:pt x="10131" y="8947"/>
                    <a:pt x="10685" y="9280"/>
                    <a:pt x="11055" y="9502"/>
                  </a:cubicBezTo>
                  <a:cubicBezTo>
                    <a:pt x="11462" y="9760"/>
                    <a:pt x="11721" y="9908"/>
                    <a:pt x="11721" y="9908"/>
                  </a:cubicBezTo>
                  <a:cubicBezTo>
                    <a:pt x="11776" y="9945"/>
                    <a:pt x="11831" y="9964"/>
                    <a:pt x="11887" y="9964"/>
                  </a:cubicBezTo>
                  <a:cubicBezTo>
                    <a:pt x="11942" y="9964"/>
                    <a:pt x="11998" y="9945"/>
                    <a:pt x="12053" y="9908"/>
                  </a:cubicBezTo>
                  <a:cubicBezTo>
                    <a:pt x="12164" y="9834"/>
                    <a:pt x="12201" y="9686"/>
                    <a:pt x="12164" y="9576"/>
                  </a:cubicBezTo>
                  <a:cubicBezTo>
                    <a:pt x="12164" y="9576"/>
                    <a:pt x="11831" y="7912"/>
                    <a:pt x="11388" y="6100"/>
                  </a:cubicBezTo>
                  <a:cubicBezTo>
                    <a:pt x="11166" y="5176"/>
                    <a:pt x="10907" y="4215"/>
                    <a:pt x="10611" y="3364"/>
                  </a:cubicBezTo>
                  <a:cubicBezTo>
                    <a:pt x="10353" y="2551"/>
                    <a:pt x="10094" y="1849"/>
                    <a:pt x="9798" y="1442"/>
                  </a:cubicBezTo>
                  <a:cubicBezTo>
                    <a:pt x="9428" y="961"/>
                    <a:pt x="8837" y="629"/>
                    <a:pt x="8097" y="370"/>
                  </a:cubicBezTo>
                  <a:cubicBezTo>
                    <a:pt x="7358" y="148"/>
                    <a:pt x="6508" y="0"/>
                    <a:pt x="5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1"/>
            <p:cNvSpPr/>
            <p:nvPr/>
          </p:nvSpPr>
          <p:spPr>
            <a:xfrm>
              <a:off x="3761450" y="3038650"/>
              <a:ext cx="139600" cy="207225"/>
            </a:xfrm>
            <a:custGeom>
              <a:avLst/>
              <a:gdLst/>
              <a:ahLst/>
              <a:cxnLst/>
              <a:rect l="l" t="t" r="r" b="b"/>
              <a:pathLst>
                <a:path w="5584" h="8289" extrusionOk="0">
                  <a:moveTo>
                    <a:pt x="1" y="0"/>
                  </a:moveTo>
                  <a:cubicBezTo>
                    <a:pt x="1" y="1"/>
                    <a:pt x="2454" y="8289"/>
                    <a:pt x="2871" y="8289"/>
                  </a:cubicBezTo>
                  <a:cubicBezTo>
                    <a:pt x="2894" y="8289"/>
                    <a:pt x="2911" y="8263"/>
                    <a:pt x="2921" y="8208"/>
                  </a:cubicBezTo>
                  <a:cubicBezTo>
                    <a:pt x="3143" y="7210"/>
                    <a:pt x="5583" y="296"/>
                    <a:pt x="5583" y="296"/>
                  </a:cubicBezTo>
                  <a:lnTo>
                    <a:pt x="5583" y="296"/>
                  </a:lnTo>
                  <a:cubicBezTo>
                    <a:pt x="5583" y="296"/>
                    <a:pt x="4263" y="413"/>
                    <a:pt x="2886" y="413"/>
                  </a:cubicBezTo>
                  <a:cubicBezTo>
                    <a:pt x="1696" y="413"/>
                    <a:pt x="463" y="326"/>
                    <a:pt x="1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1"/>
            <p:cNvSpPr/>
            <p:nvPr/>
          </p:nvSpPr>
          <p:spPr>
            <a:xfrm>
              <a:off x="3753125" y="3030800"/>
              <a:ext cx="155300" cy="223225"/>
            </a:xfrm>
            <a:custGeom>
              <a:avLst/>
              <a:gdLst/>
              <a:ahLst/>
              <a:cxnLst/>
              <a:rect l="l" t="t" r="r" b="b"/>
              <a:pathLst>
                <a:path w="6212" h="8929" extrusionOk="0">
                  <a:moveTo>
                    <a:pt x="793" y="828"/>
                  </a:moveTo>
                  <a:cubicBezTo>
                    <a:pt x="999" y="876"/>
                    <a:pt x="1228" y="909"/>
                    <a:pt x="1480" y="943"/>
                  </a:cubicBezTo>
                  <a:cubicBezTo>
                    <a:pt x="1997" y="1017"/>
                    <a:pt x="2626" y="1017"/>
                    <a:pt x="3217" y="1017"/>
                  </a:cubicBezTo>
                  <a:cubicBezTo>
                    <a:pt x="4113" y="1017"/>
                    <a:pt x="4963" y="972"/>
                    <a:pt x="5462" y="939"/>
                  </a:cubicBezTo>
                  <a:lnTo>
                    <a:pt x="5462" y="939"/>
                  </a:lnTo>
                  <a:cubicBezTo>
                    <a:pt x="5236" y="1571"/>
                    <a:pt x="4800" y="2801"/>
                    <a:pt x="4363" y="4085"/>
                  </a:cubicBezTo>
                  <a:cubicBezTo>
                    <a:pt x="4031" y="5010"/>
                    <a:pt x="3735" y="5971"/>
                    <a:pt x="3476" y="6784"/>
                  </a:cubicBezTo>
                  <a:cubicBezTo>
                    <a:pt x="3336" y="7205"/>
                    <a:pt x="3217" y="7583"/>
                    <a:pt x="3126" y="7888"/>
                  </a:cubicBezTo>
                  <a:lnTo>
                    <a:pt x="3126" y="7888"/>
                  </a:lnTo>
                  <a:cubicBezTo>
                    <a:pt x="3107" y="7843"/>
                    <a:pt x="3088" y="7796"/>
                    <a:pt x="3069" y="7745"/>
                  </a:cubicBezTo>
                  <a:cubicBezTo>
                    <a:pt x="2663" y="6747"/>
                    <a:pt x="2034" y="4862"/>
                    <a:pt x="1517" y="3235"/>
                  </a:cubicBezTo>
                  <a:cubicBezTo>
                    <a:pt x="1295" y="2422"/>
                    <a:pt x="1036" y="1645"/>
                    <a:pt x="888" y="1128"/>
                  </a:cubicBezTo>
                  <a:cubicBezTo>
                    <a:pt x="852" y="1020"/>
                    <a:pt x="821" y="920"/>
                    <a:pt x="793" y="828"/>
                  </a:cubicBezTo>
                  <a:close/>
                  <a:moveTo>
                    <a:pt x="315" y="0"/>
                  </a:moveTo>
                  <a:cubicBezTo>
                    <a:pt x="260" y="0"/>
                    <a:pt x="204" y="18"/>
                    <a:pt x="149" y="55"/>
                  </a:cubicBezTo>
                  <a:cubicBezTo>
                    <a:pt x="38" y="129"/>
                    <a:pt x="1" y="277"/>
                    <a:pt x="38" y="388"/>
                  </a:cubicBezTo>
                  <a:cubicBezTo>
                    <a:pt x="38" y="388"/>
                    <a:pt x="629" y="2459"/>
                    <a:pt x="1295" y="4566"/>
                  </a:cubicBezTo>
                  <a:cubicBezTo>
                    <a:pt x="1628" y="5601"/>
                    <a:pt x="1997" y="6636"/>
                    <a:pt x="2293" y="7413"/>
                  </a:cubicBezTo>
                  <a:cubicBezTo>
                    <a:pt x="2441" y="7819"/>
                    <a:pt x="2552" y="8152"/>
                    <a:pt x="2700" y="8374"/>
                  </a:cubicBezTo>
                  <a:cubicBezTo>
                    <a:pt x="2737" y="8522"/>
                    <a:pt x="2811" y="8596"/>
                    <a:pt x="2848" y="8670"/>
                  </a:cubicBezTo>
                  <a:lnTo>
                    <a:pt x="2958" y="8818"/>
                  </a:lnTo>
                  <a:cubicBezTo>
                    <a:pt x="2995" y="8854"/>
                    <a:pt x="3069" y="8891"/>
                    <a:pt x="3217" y="8928"/>
                  </a:cubicBezTo>
                  <a:cubicBezTo>
                    <a:pt x="3254" y="8928"/>
                    <a:pt x="3328" y="8891"/>
                    <a:pt x="3402" y="8854"/>
                  </a:cubicBezTo>
                  <a:cubicBezTo>
                    <a:pt x="3476" y="8818"/>
                    <a:pt x="3513" y="8744"/>
                    <a:pt x="3513" y="8707"/>
                  </a:cubicBezTo>
                  <a:lnTo>
                    <a:pt x="3550" y="8596"/>
                  </a:lnTo>
                  <a:cubicBezTo>
                    <a:pt x="3624" y="8374"/>
                    <a:pt x="3809" y="7745"/>
                    <a:pt x="4068" y="6969"/>
                  </a:cubicBezTo>
                  <a:cubicBezTo>
                    <a:pt x="4437" y="5786"/>
                    <a:pt x="4955" y="4233"/>
                    <a:pt x="5399" y="2939"/>
                  </a:cubicBezTo>
                  <a:cubicBezTo>
                    <a:pt x="5842" y="1682"/>
                    <a:pt x="6175" y="721"/>
                    <a:pt x="6175" y="721"/>
                  </a:cubicBezTo>
                  <a:cubicBezTo>
                    <a:pt x="6212" y="610"/>
                    <a:pt x="6212" y="499"/>
                    <a:pt x="6138" y="425"/>
                  </a:cubicBezTo>
                  <a:cubicBezTo>
                    <a:pt x="6078" y="365"/>
                    <a:pt x="6017" y="304"/>
                    <a:pt x="5937" y="304"/>
                  </a:cubicBezTo>
                  <a:cubicBezTo>
                    <a:pt x="5919" y="304"/>
                    <a:pt x="5899" y="307"/>
                    <a:pt x="5879" y="314"/>
                  </a:cubicBezTo>
                  <a:cubicBezTo>
                    <a:pt x="5879" y="314"/>
                    <a:pt x="5546" y="314"/>
                    <a:pt x="5066" y="351"/>
                  </a:cubicBezTo>
                  <a:cubicBezTo>
                    <a:pt x="4585" y="388"/>
                    <a:pt x="3920" y="425"/>
                    <a:pt x="3217" y="425"/>
                  </a:cubicBezTo>
                  <a:cubicBezTo>
                    <a:pt x="2663" y="425"/>
                    <a:pt x="2034" y="388"/>
                    <a:pt x="1554" y="351"/>
                  </a:cubicBezTo>
                  <a:cubicBezTo>
                    <a:pt x="1036" y="277"/>
                    <a:pt x="629" y="166"/>
                    <a:pt x="481" y="55"/>
                  </a:cubicBezTo>
                  <a:cubicBezTo>
                    <a:pt x="426" y="18"/>
                    <a:pt x="37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1"/>
            <p:cNvSpPr/>
            <p:nvPr/>
          </p:nvSpPr>
          <p:spPr>
            <a:xfrm>
              <a:off x="3715250" y="2777775"/>
              <a:ext cx="241250" cy="327075"/>
            </a:xfrm>
            <a:custGeom>
              <a:avLst/>
              <a:gdLst/>
              <a:ahLst/>
              <a:cxnLst/>
              <a:rect l="l" t="t" r="r" b="b"/>
              <a:pathLst>
                <a:path w="9650" h="13083" extrusionOk="0">
                  <a:moveTo>
                    <a:pt x="7210" y="0"/>
                  </a:moveTo>
                  <a:cubicBezTo>
                    <a:pt x="6721" y="0"/>
                    <a:pt x="6145" y="80"/>
                    <a:pt x="5472" y="268"/>
                  </a:cubicBezTo>
                  <a:cubicBezTo>
                    <a:pt x="2329" y="1193"/>
                    <a:pt x="111" y="2597"/>
                    <a:pt x="0" y="4631"/>
                  </a:cubicBezTo>
                  <a:cubicBezTo>
                    <a:pt x="0" y="4631"/>
                    <a:pt x="629" y="7995"/>
                    <a:pt x="1109" y="9326"/>
                  </a:cubicBezTo>
                  <a:cubicBezTo>
                    <a:pt x="1600" y="10555"/>
                    <a:pt x="3291" y="13082"/>
                    <a:pt x="4663" y="13082"/>
                  </a:cubicBezTo>
                  <a:cubicBezTo>
                    <a:pt x="4737" y="13082"/>
                    <a:pt x="4809" y="13075"/>
                    <a:pt x="4880" y="13060"/>
                  </a:cubicBezTo>
                  <a:cubicBezTo>
                    <a:pt x="6285" y="12764"/>
                    <a:pt x="8651" y="9807"/>
                    <a:pt x="8947" y="8698"/>
                  </a:cubicBezTo>
                  <a:cubicBezTo>
                    <a:pt x="9243" y="7589"/>
                    <a:pt x="9649" y="2930"/>
                    <a:pt x="9649" y="1895"/>
                  </a:cubicBezTo>
                  <a:cubicBezTo>
                    <a:pt x="9649" y="1108"/>
                    <a:pt x="9029" y="0"/>
                    <a:pt x="7210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1"/>
            <p:cNvSpPr/>
            <p:nvPr/>
          </p:nvSpPr>
          <p:spPr>
            <a:xfrm>
              <a:off x="3707850" y="2769675"/>
              <a:ext cx="256050" cy="342925"/>
            </a:xfrm>
            <a:custGeom>
              <a:avLst/>
              <a:gdLst/>
              <a:ahLst/>
              <a:cxnLst/>
              <a:rect l="l" t="t" r="r" b="b"/>
              <a:pathLst>
                <a:path w="10242" h="13717" extrusionOk="0">
                  <a:moveTo>
                    <a:pt x="7542" y="629"/>
                  </a:moveTo>
                  <a:cubicBezTo>
                    <a:pt x="8356" y="629"/>
                    <a:pt x="8873" y="888"/>
                    <a:pt x="9206" y="1184"/>
                  </a:cubicBezTo>
                  <a:cubicBezTo>
                    <a:pt x="9502" y="1517"/>
                    <a:pt x="9650" y="1923"/>
                    <a:pt x="9650" y="2219"/>
                  </a:cubicBezTo>
                  <a:cubicBezTo>
                    <a:pt x="9650" y="2700"/>
                    <a:pt x="9539" y="4142"/>
                    <a:pt x="9391" y="5546"/>
                  </a:cubicBezTo>
                  <a:cubicBezTo>
                    <a:pt x="9317" y="6286"/>
                    <a:pt x="9243" y="6988"/>
                    <a:pt x="9169" y="7580"/>
                  </a:cubicBezTo>
                  <a:cubicBezTo>
                    <a:pt x="9095" y="8208"/>
                    <a:pt x="9021" y="8689"/>
                    <a:pt x="8947" y="8948"/>
                  </a:cubicBezTo>
                  <a:cubicBezTo>
                    <a:pt x="8873" y="9170"/>
                    <a:pt x="8688" y="9539"/>
                    <a:pt x="8430" y="9983"/>
                  </a:cubicBezTo>
                  <a:cubicBezTo>
                    <a:pt x="7986" y="10611"/>
                    <a:pt x="7394" y="11351"/>
                    <a:pt x="6803" y="11942"/>
                  </a:cubicBezTo>
                  <a:cubicBezTo>
                    <a:pt x="6174" y="12571"/>
                    <a:pt x="5509" y="13014"/>
                    <a:pt x="5102" y="13088"/>
                  </a:cubicBezTo>
                  <a:lnTo>
                    <a:pt x="4954" y="13088"/>
                  </a:lnTo>
                  <a:cubicBezTo>
                    <a:pt x="4928" y="13092"/>
                    <a:pt x="4901" y="13094"/>
                    <a:pt x="4873" y="13094"/>
                  </a:cubicBezTo>
                  <a:cubicBezTo>
                    <a:pt x="4634" y="13094"/>
                    <a:pt x="4365" y="12955"/>
                    <a:pt x="4067" y="12756"/>
                  </a:cubicBezTo>
                  <a:cubicBezTo>
                    <a:pt x="3586" y="12386"/>
                    <a:pt x="3069" y="11831"/>
                    <a:pt x="2625" y="11203"/>
                  </a:cubicBezTo>
                  <a:cubicBezTo>
                    <a:pt x="2218" y="10611"/>
                    <a:pt x="1886" y="9946"/>
                    <a:pt x="1701" y="9539"/>
                  </a:cubicBezTo>
                  <a:cubicBezTo>
                    <a:pt x="1479" y="8911"/>
                    <a:pt x="1183" y="7728"/>
                    <a:pt x="961" y="6729"/>
                  </a:cubicBezTo>
                  <a:cubicBezTo>
                    <a:pt x="851" y="6249"/>
                    <a:pt x="777" y="5768"/>
                    <a:pt x="703" y="5435"/>
                  </a:cubicBezTo>
                  <a:cubicBezTo>
                    <a:pt x="656" y="5224"/>
                    <a:pt x="624" y="5072"/>
                    <a:pt x="606" y="4989"/>
                  </a:cubicBezTo>
                  <a:lnTo>
                    <a:pt x="606" y="4989"/>
                  </a:lnTo>
                  <a:lnTo>
                    <a:pt x="629" y="4992"/>
                  </a:lnTo>
                  <a:cubicBezTo>
                    <a:pt x="666" y="4068"/>
                    <a:pt x="1183" y="3291"/>
                    <a:pt x="2071" y="2626"/>
                  </a:cubicBezTo>
                  <a:cubicBezTo>
                    <a:pt x="2995" y="1923"/>
                    <a:pt x="4326" y="1332"/>
                    <a:pt x="5879" y="888"/>
                  </a:cubicBezTo>
                  <a:cubicBezTo>
                    <a:pt x="6507" y="703"/>
                    <a:pt x="7062" y="629"/>
                    <a:pt x="7542" y="629"/>
                  </a:cubicBezTo>
                  <a:close/>
                  <a:moveTo>
                    <a:pt x="7542" y="1"/>
                  </a:moveTo>
                  <a:cubicBezTo>
                    <a:pt x="6988" y="1"/>
                    <a:pt x="6396" y="112"/>
                    <a:pt x="5694" y="297"/>
                  </a:cubicBezTo>
                  <a:cubicBezTo>
                    <a:pt x="4104" y="777"/>
                    <a:pt x="2736" y="1369"/>
                    <a:pt x="1701" y="2108"/>
                  </a:cubicBezTo>
                  <a:cubicBezTo>
                    <a:pt x="703" y="2885"/>
                    <a:pt x="37" y="3809"/>
                    <a:pt x="0" y="4955"/>
                  </a:cubicBezTo>
                  <a:lnTo>
                    <a:pt x="0" y="5029"/>
                  </a:lnTo>
                  <a:cubicBezTo>
                    <a:pt x="0" y="5029"/>
                    <a:pt x="148" y="5879"/>
                    <a:pt x="370" y="6877"/>
                  </a:cubicBezTo>
                  <a:cubicBezTo>
                    <a:pt x="592" y="7876"/>
                    <a:pt x="851" y="9059"/>
                    <a:pt x="1146" y="9761"/>
                  </a:cubicBezTo>
                  <a:cubicBezTo>
                    <a:pt x="1405" y="10427"/>
                    <a:pt x="1923" y="11388"/>
                    <a:pt x="2625" y="12201"/>
                  </a:cubicBezTo>
                  <a:cubicBezTo>
                    <a:pt x="2958" y="12608"/>
                    <a:pt x="3328" y="12978"/>
                    <a:pt x="3697" y="13236"/>
                  </a:cubicBezTo>
                  <a:cubicBezTo>
                    <a:pt x="4104" y="13532"/>
                    <a:pt x="4511" y="13717"/>
                    <a:pt x="4954" y="13717"/>
                  </a:cubicBezTo>
                  <a:cubicBezTo>
                    <a:pt x="5028" y="13717"/>
                    <a:pt x="5139" y="13717"/>
                    <a:pt x="5250" y="13680"/>
                  </a:cubicBezTo>
                  <a:cubicBezTo>
                    <a:pt x="5694" y="13606"/>
                    <a:pt x="6100" y="13347"/>
                    <a:pt x="6544" y="12978"/>
                  </a:cubicBezTo>
                  <a:cubicBezTo>
                    <a:pt x="7210" y="12460"/>
                    <a:pt x="7875" y="11721"/>
                    <a:pt x="8430" y="11018"/>
                  </a:cubicBezTo>
                  <a:cubicBezTo>
                    <a:pt x="8984" y="10279"/>
                    <a:pt x="9391" y="9613"/>
                    <a:pt x="9539" y="9096"/>
                  </a:cubicBezTo>
                  <a:cubicBezTo>
                    <a:pt x="9613" y="8800"/>
                    <a:pt x="9687" y="8282"/>
                    <a:pt x="9797" y="7691"/>
                  </a:cubicBezTo>
                  <a:cubicBezTo>
                    <a:pt x="10019" y="5842"/>
                    <a:pt x="10241" y="3032"/>
                    <a:pt x="10241" y="2219"/>
                  </a:cubicBezTo>
                  <a:cubicBezTo>
                    <a:pt x="10241" y="1738"/>
                    <a:pt x="10056" y="1184"/>
                    <a:pt x="9613" y="740"/>
                  </a:cubicBezTo>
                  <a:cubicBezTo>
                    <a:pt x="9169" y="297"/>
                    <a:pt x="8503" y="1"/>
                    <a:pt x="7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51"/>
            <p:cNvSpPr/>
            <p:nvPr/>
          </p:nvSpPr>
          <p:spPr>
            <a:xfrm>
              <a:off x="3659775" y="2613900"/>
              <a:ext cx="321675" cy="302000"/>
            </a:xfrm>
            <a:custGeom>
              <a:avLst/>
              <a:gdLst/>
              <a:ahLst/>
              <a:cxnLst/>
              <a:rect l="l" t="t" r="r" b="b"/>
              <a:pathLst>
                <a:path w="12867" h="12080" extrusionOk="0">
                  <a:moveTo>
                    <a:pt x="8223" y="1"/>
                  </a:moveTo>
                  <a:cubicBezTo>
                    <a:pt x="6105" y="1"/>
                    <a:pt x="3346" y="637"/>
                    <a:pt x="1923" y="1758"/>
                  </a:cubicBezTo>
                  <a:cubicBezTo>
                    <a:pt x="1" y="3274"/>
                    <a:pt x="407" y="7119"/>
                    <a:pt x="592" y="8857"/>
                  </a:cubicBezTo>
                  <a:cubicBezTo>
                    <a:pt x="758" y="10153"/>
                    <a:pt x="1294" y="10318"/>
                    <a:pt x="1555" y="10318"/>
                  </a:cubicBezTo>
                  <a:cubicBezTo>
                    <a:pt x="1644" y="10318"/>
                    <a:pt x="1701" y="10299"/>
                    <a:pt x="1701" y="10299"/>
                  </a:cubicBezTo>
                  <a:lnTo>
                    <a:pt x="1701" y="10299"/>
                  </a:lnTo>
                  <a:cubicBezTo>
                    <a:pt x="1701" y="10299"/>
                    <a:pt x="1295" y="11001"/>
                    <a:pt x="1221" y="11519"/>
                  </a:cubicBezTo>
                  <a:cubicBezTo>
                    <a:pt x="1163" y="11769"/>
                    <a:pt x="1737" y="12079"/>
                    <a:pt x="2660" y="12079"/>
                  </a:cubicBezTo>
                  <a:cubicBezTo>
                    <a:pt x="3510" y="12079"/>
                    <a:pt x="4656" y="11816"/>
                    <a:pt x="5879" y="11001"/>
                  </a:cubicBezTo>
                  <a:cubicBezTo>
                    <a:pt x="8430" y="9263"/>
                    <a:pt x="9946" y="7858"/>
                    <a:pt x="9946" y="7858"/>
                  </a:cubicBezTo>
                  <a:cubicBezTo>
                    <a:pt x="9946" y="7858"/>
                    <a:pt x="10242" y="8265"/>
                    <a:pt x="10057" y="9152"/>
                  </a:cubicBezTo>
                  <a:cubicBezTo>
                    <a:pt x="9895" y="9825"/>
                    <a:pt x="10282" y="10282"/>
                    <a:pt x="10931" y="10282"/>
                  </a:cubicBezTo>
                  <a:cubicBezTo>
                    <a:pt x="11175" y="10282"/>
                    <a:pt x="11455" y="10218"/>
                    <a:pt x="11757" y="10077"/>
                  </a:cubicBezTo>
                  <a:cubicBezTo>
                    <a:pt x="12867" y="9559"/>
                    <a:pt x="12460" y="8968"/>
                    <a:pt x="12460" y="8968"/>
                  </a:cubicBezTo>
                  <a:cubicBezTo>
                    <a:pt x="12460" y="8968"/>
                    <a:pt x="12867" y="6343"/>
                    <a:pt x="12867" y="5012"/>
                  </a:cubicBezTo>
                  <a:cubicBezTo>
                    <a:pt x="12867" y="3681"/>
                    <a:pt x="12053" y="834"/>
                    <a:pt x="10131" y="243"/>
                  </a:cubicBezTo>
                  <a:cubicBezTo>
                    <a:pt x="9631" y="79"/>
                    <a:pt x="8966" y="1"/>
                    <a:pt x="8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51"/>
            <p:cNvSpPr/>
            <p:nvPr/>
          </p:nvSpPr>
          <p:spPr>
            <a:xfrm>
              <a:off x="3662550" y="2606075"/>
              <a:ext cx="327225" cy="317975"/>
            </a:xfrm>
            <a:custGeom>
              <a:avLst/>
              <a:gdLst/>
              <a:ahLst/>
              <a:cxnLst/>
              <a:rect l="l" t="t" r="r" b="b"/>
              <a:pathLst>
                <a:path w="13089" h="12719" extrusionOk="0">
                  <a:moveTo>
                    <a:pt x="8134" y="629"/>
                  </a:moveTo>
                  <a:cubicBezTo>
                    <a:pt x="8837" y="629"/>
                    <a:pt x="9502" y="703"/>
                    <a:pt x="9946" y="851"/>
                  </a:cubicBezTo>
                  <a:cubicBezTo>
                    <a:pt x="10796" y="1110"/>
                    <a:pt x="11425" y="1886"/>
                    <a:pt x="11831" y="2811"/>
                  </a:cubicBezTo>
                  <a:cubicBezTo>
                    <a:pt x="12275" y="3698"/>
                    <a:pt x="12460" y="4733"/>
                    <a:pt x="12460" y="5325"/>
                  </a:cubicBezTo>
                  <a:cubicBezTo>
                    <a:pt x="12460" y="5953"/>
                    <a:pt x="12349" y="6951"/>
                    <a:pt x="12275" y="7765"/>
                  </a:cubicBezTo>
                  <a:cubicBezTo>
                    <a:pt x="12164" y="8578"/>
                    <a:pt x="12053" y="9244"/>
                    <a:pt x="12053" y="9244"/>
                  </a:cubicBezTo>
                  <a:cubicBezTo>
                    <a:pt x="12053" y="9305"/>
                    <a:pt x="12053" y="9366"/>
                    <a:pt x="12095" y="9427"/>
                  </a:cubicBezTo>
                  <a:lnTo>
                    <a:pt x="12095" y="9427"/>
                  </a:lnTo>
                  <a:lnTo>
                    <a:pt x="12090" y="9429"/>
                  </a:lnTo>
                  <a:lnTo>
                    <a:pt x="12127" y="9539"/>
                  </a:lnTo>
                  <a:cubicBezTo>
                    <a:pt x="12127" y="9613"/>
                    <a:pt x="12127" y="9650"/>
                    <a:pt x="12053" y="9761"/>
                  </a:cubicBezTo>
                  <a:cubicBezTo>
                    <a:pt x="11979" y="9835"/>
                    <a:pt x="11831" y="9983"/>
                    <a:pt x="11536" y="10131"/>
                  </a:cubicBezTo>
                  <a:cubicBezTo>
                    <a:pt x="11240" y="10242"/>
                    <a:pt x="11018" y="10279"/>
                    <a:pt x="10833" y="10279"/>
                  </a:cubicBezTo>
                  <a:cubicBezTo>
                    <a:pt x="10611" y="10279"/>
                    <a:pt x="10463" y="10205"/>
                    <a:pt x="10352" y="10131"/>
                  </a:cubicBezTo>
                  <a:cubicBezTo>
                    <a:pt x="10279" y="10057"/>
                    <a:pt x="10205" y="9946"/>
                    <a:pt x="10205" y="9761"/>
                  </a:cubicBezTo>
                  <a:cubicBezTo>
                    <a:pt x="10205" y="9687"/>
                    <a:pt x="10205" y="9613"/>
                    <a:pt x="10242" y="9539"/>
                  </a:cubicBezTo>
                  <a:cubicBezTo>
                    <a:pt x="10279" y="9281"/>
                    <a:pt x="10315" y="9096"/>
                    <a:pt x="10315" y="8874"/>
                  </a:cubicBezTo>
                  <a:cubicBezTo>
                    <a:pt x="10315" y="8319"/>
                    <a:pt x="10094" y="8024"/>
                    <a:pt x="10057" y="7987"/>
                  </a:cubicBezTo>
                  <a:cubicBezTo>
                    <a:pt x="10020" y="7913"/>
                    <a:pt x="9946" y="7876"/>
                    <a:pt x="9872" y="7839"/>
                  </a:cubicBezTo>
                  <a:cubicBezTo>
                    <a:pt x="9761" y="7839"/>
                    <a:pt x="9687" y="7876"/>
                    <a:pt x="9613" y="7950"/>
                  </a:cubicBezTo>
                  <a:lnTo>
                    <a:pt x="9539" y="7987"/>
                  </a:lnTo>
                  <a:cubicBezTo>
                    <a:pt x="9243" y="8282"/>
                    <a:pt x="7801" y="9539"/>
                    <a:pt x="5583" y="11055"/>
                  </a:cubicBezTo>
                  <a:cubicBezTo>
                    <a:pt x="4437" y="11832"/>
                    <a:pt x="3365" y="12090"/>
                    <a:pt x="2552" y="12090"/>
                  </a:cubicBezTo>
                  <a:cubicBezTo>
                    <a:pt x="2145" y="12090"/>
                    <a:pt x="1812" y="12016"/>
                    <a:pt x="1627" y="11943"/>
                  </a:cubicBezTo>
                  <a:cubicBezTo>
                    <a:pt x="1524" y="11908"/>
                    <a:pt x="1452" y="11841"/>
                    <a:pt x="1413" y="11833"/>
                  </a:cubicBezTo>
                  <a:lnTo>
                    <a:pt x="1413" y="11833"/>
                  </a:lnTo>
                  <a:cubicBezTo>
                    <a:pt x="1456" y="11647"/>
                    <a:pt x="1560" y="11372"/>
                    <a:pt x="1664" y="11129"/>
                  </a:cubicBezTo>
                  <a:cubicBezTo>
                    <a:pt x="1738" y="11018"/>
                    <a:pt x="1775" y="10944"/>
                    <a:pt x="1812" y="10870"/>
                  </a:cubicBezTo>
                  <a:cubicBezTo>
                    <a:pt x="1849" y="10796"/>
                    <a:pt x="1886" y="10759"/>
                    <a:pt x="1886" y="10759"/>
                  </a:cubicBezTo>
                  <a:cubicBezTo>
                    <a:pt x="1923" y="10649"/>
                    <a:pt x="1923" y="10501"/>
                    <a:pt x="1849" y="10390"/>
                  </a:cubicBezTo>
                  <a:cubicBezTo>
                    <a:pt x="1795" y="10336"/>
                    <a:pt x="1701" y="10301"/>
                    <a:pt x="1611" y="10301"/>
                  </a:cubicBezTo>
                  <a:cubicBezTo>
                    <a:pt x="1579" y="10301"/>
                    <a:pt x="1546" y="10306"/>
                    <a:pt x="1516" y="10316"/>
                  </a:cubicBezTo>
                  <a:lnTo>
                    <a:pt x="1443" y="10316"/>
                  </a:lnTo>
                  <a:cubicBezTo>
                    <a:pt x="1369" y="10316"/>
                    <a:pt x="1258" y="10279"/>
                    <a:pt x="1147" y="10168"/>
                  </a:cubicBezTo>
                  <a:cubicBezTo>
                    <a:pt x="1036" y="10020"/>
                    <a:pt x="851" y="9724"/>
                    <a:pt x="814" y="9133"/>
                  </a:cubicBezTo>
                  <a:cubicBezTo>
                    <a:pt x="703" y="8504"/>
                    <a:pt x="629" y="7580"/>
                    <a:pt x="629" y="6582"/>
                  </a:cubicBezTo>
                  <a:cubicBezTo>
                    <a:pt x="629" y="5768"/>
                    <a:pt x="703" y="4881"/>
                    <a:pt x="888" y="4142"/>
                  </a:cubicBezTo>
                  <a:cubicBezTo>
                    <a:pt x="1110" y="3365"/>
                    <a:pt x="1480" y="2737"/>
                    <a:pt x="1997" y="2330"/>
                  </a:cubicBezTo>
                  <a:cubicBezTo>
                    <a:pt x="2663" y="1776"/>
                    <a:pt x="3698" y="1369"/>
                    <a:pt x="4807" y="1073"/>
                  </a:cubicBezTo>
                  <a:cubicBezTo>
                    <a:pt x="5916" y="777"/>
                    <a:pt x="7099" y="629"/>
                    <a:pt x="8134" y="629"/>
                  </a:cubicBezTo>
                  <a:close/>
                  <a:moveTo>
                    <a:pt x="8134" y="1"/>
                  </a:moveTo>
                  <a:cubicBezTo>
                    <a:pt x="7025" y="1"/>
                    <a:pt x="5805" y="149"/>
                    <a:pt x="4622" y="482"/>
                  </a:cubicBezTo>
                  <a:cubicBezTo>
                    <a:pt x="3476" y="777"/>
                    <a:pt x="2404" y="1221"/>
                    <a:pt x="1627" y="1813"/>
                  </a:cubicBezTo>
                  <a:cubicBezTo>
                    <a:pt x="962" y="2367"/>
                    <a:pt x="555" y="3143"/>
                    <a:pt x="296" y="3957"/>
                  </a:cubicBezTo>
                  <a:cubicBezTo>
                    <a:pt x="75" y="4807"/>
                    <a:pt x="1" y="5731"/>
                    <a:pt x="1" y="6582"/>
                  </a:cubicBezTo>
                  <a:cubicBezTo>
                    <a:pt x="1" y="7617"/>
                    <a:pt x="112" y="8578"/>
                    <a:pt x="186" y="9207"/>
                  </a:cubicBezTo>
                  <a:cubicBezTo>
                    <a:pt x="259" y="9872"/>
                    <a:pt x="444" y="10316"/>
                    <a:pt x="703" y="10575"/>
                  </a:cubicBezTo>
                  <a:cubicBezTo>
                    <a:pt x="836" y="10726"/>
                    <a:pt x="978" y="10819"/>
                    <a:pt x="1110" y="10869"/>
                  </a:cubicBezTo>
                  <a:lnTo>
                    <a:pt x="1110" y="10869"/>
                  </a:lnTo>
                  <a:cubicBezTo>
                    <a:pt x="1110" y="10870"/>
                    <a:pt x="1110" y="10870"/>
                    <a:pt x="1110" y="10870"/>
                  </a:cubicBezTo>
                  <a:cubicBezTo>
                    <a:pt x="1003" y="11119"/>
                    <a:pt x="863" y="11436"/>
                    <a:pt x="819" y="11723"/>
                  </a:cubicBezTo>
                  <a:lnTo>
                    <a:pt x="819" y="11723"/>
                  </a:lnTo>
                  <a:lnTo>
                    <a:pt x="814" y="11721"/>
                  </a:lnTo>
                  <a:lnTo>
                    <a:pt x="777" y="11832"/>
                  </a:lnTo>
                  <a:cubicBezTo>
                    <a:pt x="777" y="12016"/>
                    <a:pt x="888" y="12164"/>
                    <a:pt x="999" y="12275"/>
                  </a:cubicBezTo>
                  <a:cubicBezTo>
                    <a:pt x="1147" y="12423"/>
                    <a:pt x="1369" y="12497"/>
                    <a:pt x="1627" y="12608"/>
                  </a:cubicBezTo>
                  <a:cubicBezTo>
                    <a:pt x="1886" y="12682"/>
                    <a:pt x="2182" y="12719"/>
                    <a:pt x="2552" y="12719"/>
                  </a:cubicBezTo>
                  <a:cubicBezTo>
                    <a:pt x="3476" y="12719"/>
                    <a:pt x="4696" y="12423"/>
                    <a:pt x="5953" y="11573"/>
                  </a:cubicBezTo>
                  <a:cubicBezTo>
                    <a:pt x="7781" y="10327"/>
                    <a:pt x="9078" y="9234"/>
                    <a:pt x="9679" y="8714"/>
                  </a:cubicBezTo>
                  <a:lnTo>
                    <a:pt x="9679" y="8714"/>
                  </a:lnTo>
                  <a:cubicBezTo>
                    <a:pt x="9684" y="8762"/>
                    <a:pt x="9687" y="8815"/>
                    <a:pt x="9687" y="8874"/>
                  </a:cubicBezTo>
                  <a:cubicBezTo>
                    <a:pt x="9687" y="9014"/>
                    <a:pt x="9687" y="9187"/>
                    <a:pt x="9624" y="9394"/>
                  </a:cubicBezTo>
                  <a:lnTo>
                    <a:pt x="9624" y="9394"/>
                  </a:lnTo>
                  <a:lnTo>
                    <a:pt x="9613" y="9392"/>
                  </a:lnTo>
                  <a:cubicBezTo>
                    <a:pt x="9613" y="9539"/>
                    <a:pt x="9576" y="9650"/>
                    <a:pt x="9576" y="9761"/>
                  </a:cubicBezTo>
                  <a:cubicBezTo>
                    <a:pt x="9576" y="10094"/>
                    <a:pt x="9724" y="10390"/>
                    <a:pt x="9946" y="10575"/>
                  </a:cubicBezTo>
                  <a:cubicBezTo>
                    <a:pt x="10168" y="10796"/>
                    <a:pt x="10500" y="10907"/>
                    <a:pt x="10833" y="10907"/>
                  </a:cubicBezTo>
                  <a:cubicBezTo>
                    <a:pt x="11129" y="10907"/>
                    <a:pt x="11462" y="10833"/>
                    <a:pt x="11794" y="10686"/>
                  </a:cubicBezTo>
                  <a:cubicBezTo>
                    <a:pt x="12127" y="10501"/>
                    <a:pt x="12386" y="10316"/>
                    <a:pt x="12534" y="10131"/>
                  </a:cubicBezTo>
                  <a:cubicBezTo>
                    <a:pt x="12682" y="9946"/>
                    <a:pt x="12756" y="9724"/>
                    <a:pt x="12756" y="9539"/>
                  </a:cubicBezTo>
                  <a:cubicBezTo>
                    <a:pt x="12756" y="9409"/>
                    <a:pt x="12727" y="9306"/>
                    <a:pt x="12695" y="9232"/>
                  </a:cubicBezTo>
                  <a:lnTo>
                    <a:pt x="12695" y="9232"/>
                  </a:lnTo>
                  <a:cubicBezTo>
                    <a:pt x="12764" y="8771"/>
                    <a:pt x="13088" y="6546"/>
                    <a:pt x="13088" y="5325"/>
                  </a:cubicBezTo>
                  <a:cubicBezTo>
                    <a:pt x="13088" y="4585"/>
                    <a:pt x="12866" y="3550"/>
                    <a:pt x="12423" y="2552"/>
                  </a:cubicBezTo>
                  <a:cubicBezTo>
                    <a:pt x="11942" y="1554"/>
                    <a:pt x="11203" y="593"/>
                    <a:pt x="10131" y="260"/>
                  </a:cubicBezTo>
                  <a:cubicBezTo>
                    <a:pt x="9576" y="75"/>
                    <a:pt x="8911" y="1"/>
                    <a:pt x="8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51"/>
            <p:cNvSpPr/>
            <p:nvPr/>
          </p:nvSpPr>
          <p:spPr>
            <a:xfrm>
              <a:off x="3314100" y="3493950"/>
              <a:ext cx="431675" cy="128850"/>
            </a:xfrm>
            <a:custGeom>
              <a:avLst/>
              <a:gdLst/>
              <a:ahLst/>
              <a:cxnLst/>
              <a:rect l="l" t="t" r="r" b="b"/>
              <a:pathLst>
                <a:path w="17267" h="5154" extrusionOk="0">
                  <a:moveTo>
                    <a:pt x="3848" y="0"/>
                  </a:moveTo>
                  <a:cubicBezTo>
                    <a:pt x="3145" y="0"/>
                    <a:pt x="2774" y="163"/>
                    <a:pt x="2774" y="163"/>
                  </a:cubicBezTo>
                  <a:cubicBezTo>
                    <a:pt x="334" y="1789"/>
                    <a:pt x="1" y="4710"/>
                    <a:pt x="925" y="5006"/>
                  </a:cubicBezTo>
                  <a:cubicBezTo>
                    <a:pt x="1233" y="5117"/>
                    <a:pt x="3152" y="5154"/>
                    <a:pt x="5572" y="5154"/>
                  </a:cubicBezTo>
                  <a:cubicBezTo>
                    <a:pt x="10414" y="5154"/>
                    <a:pt x="17266" y="5006"/>
                    <a:pt x="17266" y="5006"/>
                  </a:cubicBezTo>
                  <a:lnTo>
                    <a:pt x="17155" y="2788"/>
                  </a:lnTo>
                  <a:cubicBezTo>
                    <a:pt x="17155" y="2788"/>
                    <a:pt x="13717" y="2492"/>
                    <a:pt x="13125" y="2492"/>
                  </a:cubicBezTo>
                  <a:cubicBezTo>
                    <a:pt x="12497" y="2492"/>
                    <a:pt x="8245" y="1272"/>
                    <a:pt x="6101" y="458"/>
                  </a:cubicBezTo>
                  <a:cubicBezTo>
                    <a:pt x="5157" y="101"/>
                    <a:pt x="4400" y="0"/>
                    <a:pt x="3848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51"/>
            <p:cNvSpPr/>
            <p:nvPr/>
          </p:nvSpPr>
          <p:spPr>
            <a:xfrm>
              <a:off x="3317800" y="3486000"/>
              <a:ext cx="436275" cy="144200"/>
            </a:xfrm>
            <a:custGeom>
              <a:avLst/>
              <a:gdLst/>
              <a:ahLst/>
              <a:cxnLst/>
              <a:rect l="l" t="t" r="r" b="b"/>
              <a:pathLst>
                <a:path w="17451" h="5768" extrusionOk="0">
                  <a:moveTo>
                    <a:pt x="3698" y="629"/>
                  </a:moveTo>
                  <a:cubicBezTo>
                    <a:pt x="4215" y="629"/>
                    <a:pt x="4918" y="703"/>
                    <a:pt x="5842" y="1072"/>
                  </a:cubicBezTo>
                  <a:cubicBezTo>
                    <a:pt x="6914" y="1479"/>
                    <a:pt x="8541" y="1997"/>
                    <a:pt x="9946" y="2403"/>
                  </a:cubicBezTo>
                  <a:cubicBezTo>
                    <a:pt x="10648" y="2588"/>
                    <a:pt x="11314" y="2773"/>
                    <a:pt x="11831" y="2884"/>
                  </a:cubicBezTo>
                  <a:cubicBezTo>
                    <a:pt x="12090" y="2958"/>
                    <a:pt x="12312" y="3032"/>
                    <a:pt x="12497" y="3069"/>
                  </a:cubicBezTo>
                  <a:cubicBezTo>
                    <a:pt x="12719" y="3106"/>
                    <a:pt x="12829" y="3106"/>
                    <a:pt x="12977" y="3106"/>
                  </a:cubicBezTo>
                  <a:cubicBezTo>
                    <a:pt x="13236" y="3106"/>
                    <a:pt x="14271" y="3180"/>
                    <a:pt x="15196" y="3254"/>
                  </a:cubicBezTo>
                  <a:cubicBezTo>
                    <a:pt x="15801" y="3302"/>
                    <a:pt x="16390" y="3350"/>
                    <a:pt x="16725" y="3378"/>
                  </a:cubicBezTo>
                  <a:lnTo>
                    <a:pt x="16725" y="3378"/>
                  </a:lnTo>
                  <a:lnTo>
                    <a:pt x="16806" y="5033"/>
                  </a:lnTo>
                  <a:lnTo>
                    <a:pt x="16806" y="5033"/>
                  </a:lnTo>
                  <a:cubicBezTo>
                    <a:pt x="16608" y="5037"/>
                    <a:pt x="16322" y="5047"/>
                    <a:pt x="15972" y="5065"/>
                  </a:cubicBezTo>
                  <a:cubicBezTo>
                    <a:pt x="13828" y="5102"/>
                    <a:pt x="9058" y="5176"/>
                    <a:pt x="5435" y="5176"/>
                  </a:cubicBezTo>
                  <a:cubicBezTo>
                    <a:pt x="4215" y="5176"/>
                    <a:pt x="3143" y="5176"/>
                    <a:pt x="2330" y="5139"/>
                  </a:cubicBezTo>
                  <a:cubicBezTo>
                    <a:pt x="1923" y="5139"/>
                    <a:pt x="1553" y="5102"/>
                    <a:pt x="1332" y="5102"/>
                  </a:cubicBezTo>
                  <a:cubicBezTo>
                    <a:pt x="1184" y="5102"/>
                    <a:pt x="1073" y="5065"/>
                    <a:pt x="999" y="5065"/>
                  </a:cubicBezTo>
                  <a:lnTo>
                    <a:pt x="888" y="5065"/>
                  </a:lnTo>
                  <a:cubicBezTo>
                    <a:pt x="814" y="5028"/>
                    <a:pt x="777" y="4991"/>
                    <a:pt x="703" y="4843"/>
                  </a:cubicBezTo>
                  <a:cubicBezTo>
                    <a:pt x="666" y="4732"/>
                    <a:pt x="629" y="4547"/>
                    <a:pt x="629" y="4289"/>
                  </a:cubicBezTo>
                  <a:cubicBezTo>
                    <a:pt x="629" y="3808"/>
                    <a:pt x="777" y="3180"/>
                    <a:pt x="1110" y="2551"/>
                  </a:cubicBezTo>
                  <a:cubicBezTo>
                    <a:pt x="1479" y="1886"/>
                    <a:pt x="1997" y="1220"/>
                    <a:pt x="2773" y="740"/>
                  </a:cubicBezTo>
                  <a:lnTo>
                    <a:pt x="2768" y="730"/>
                  </a:lnTo>
                  <a:lnTo>
                    <a:pt x="2768" y="730"/>
                  </a:lnTo>
                  <a:cubicBezTo>
                    <a:pt x="2865" y="703"/>
                    <a:pt x="3181" y="629"/>
                    <a:pt x="3698" y="629"/>
                  </a:cubicBezTo>
                  <a:close/>
                  <a:moveTo>
                    <a:pt x="3698" y="0"/>
                  </a:moveTo>
                  <a:cubicBezTo>
                    <a:pt x="2921" y="0"/>
                    <a:pt x="2515" y="185"/>
                    <a:pt x="2478" y="185"/>
                  </a:cubicBezTo>
                  <a:lnTo>
                    <a:pt x="2441" y="222"/>
                  </a:lnTo>
                  <a:cubicBezTo>
                    <a:pt x="1590" y="776"/>
                    <a:pt x="962" y="1516"/>
                    <a:pt x="592" y="2255"/>
                  </a:cubicBezTo>
                  <a:cubicBezTo>
                    <a:pt x="186" y="2958"/>
                    <a:pt x="1" y="3697"/>
                    <a:pt x="1" y="4289"/>
                  </a:cubicBezTo>
                  <a:cubicBezTo>
                    <a:pt x="1" y="4621"/>
                    <a:pt x="38" y="4880"/>
                    <a:pt x="149" y="5102"/>
                  </a:cubicBezTo>
                  <a:cubicBezTo>
                    <a:pt x="259" y="5361"/>
                    <a:pt x="444" y="5546"/>
                    <a:pt x="666" y="5620"/>
                  </a:cubicBezTo>
                  <a:cubicBezTo>
                    <a:pt x="777" y="5657"/>
                    <a:pt x="851" y="5657"/>
                    <a:pt x="925" y="5694"/>
                  </a:cubicBezTo>
                  <a:cubicBezTo>
                    <a:pt x="1258" y="5731"/>
                    <a:pt x="1849" y="5731"/>
                    <a:pt x="2626" y="5768"/>
                  </a:cubicBezTo>
                  <a:lnTo>
                    <a:pt x="5435" y="5768"/>
                  </a:lnTo>
                  <a:cubicBezTo>
                    <a:pt x="10278" y="5768"/>
                    <a:pt x="17118" y="5657"/>
                    <a:pt x="17118" y="5657"/>
                  </a:cubicBezTo>
                  <a:cubicBezTo>
                    <a:pt x="17229" y="5657"/>
                    <a:pt x="17303" y="5620"/>
                    <a:pt x="17340" y="5546"/>
                  </a:cubicBezTo>
                  <a:cubicBezTo>
                    <a:pt x="17414" y="5509"/>
                    <a:pt x="17451" y="5398"/>
                    <a:pt x="17414" y="5324"/>
                  </a:cubicBezTo>
                  <a:lnTo>
                    <a:pt x="17340" y="3106"/>
                  </a:lnTo>
                  <a:cubicBezTo>
                    <a:pt x="17340" y="2958"/>
                    <a:pt x="17192" y="2810"/>
                    <a:pt x="17044" y="2810"/>
                  </a:cubicBezTo>
                  <a:cubicBezTo>
                    <a:pt x="17044" y="2810"/>
                    <a:pt x="16194" y="2736"/>
                    <a:pt x="15233" y="2662"/>
                  </a:cubicBezTo>
                  <a:cubicBezTo>
                    <a:pt x="14308" y="2588"/>
                    <a:pt x="13310" y="2514"/>
                    <a:pt x="12977" y="2514"/>
                  </a:cubicBezTo>
                  <a:cubicBezTo>
                    <a:pt x="12940" y="2514"/>
                    <a:pt x="12792" y="2477"/>
                    <a:pt x="12645" y="2440"/>
                  </a:cubicBezTo>
                  <a:cubicBezTo>
                    <a:pt x="11425" y="2218"/>
                    <a:pt x="7912" y="1183"/>
                    <a:pt x="6064" y="481"/>
                  </a:cubicBezTo>
                  <a:cubicBezTo>
                    <a:pt x="5103" y="111"/>
                    <a:pt x="4289" y="0"/>
                    <a:pt x="36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51"/>
            <p:cNvSpPr/>
            <p:nvPr/>
          </p:nvSpPr>
          <p:spPr>
            <a:xfrm>
              <a:off x="3642225" y="3515250"/>
              <a:ext cx="183025" cy="99250"/>
            </a:xfrm>
            <a:custGeom>
              <a:avLst/>
              <a:gdLst/>
              <a:ahLst/>
              <a:cxnLst/>
              <a:rect l="l" t="t" r="r" b="b"/>
              <a:pathLst>
                <a:path w="7321" h="3970" extrusionOk="0">
                  <a:moveTo>
                    <a:pt x="4177" y="1"/>
                  </a:moveTo>
                  <a:cubicBezTo>
                    <a:pt x="4110" y="1"/>
                    <a:pt x="4049" y="16"/>
                    <a:pt x="3993" y="50"/>
                  </a:cubicBezTo>
                  <a:cubicBezTo>
                    <a:pt x="3180" y="605"/>
                    <a:pt x="481" y="2934"/>
                    <a:pt x="481" y="2934"/>
                  </a:cubicBezTo>
                  <a:lnTo>
                    <a:pt x="0" y="3821"/>
                  </a:lnTo>
                  <a:lnTo>
                    <a:pt x="2736" y="3821"/>
                  </a:lnTo>
                  <a:cubicBezTo>
                    <a:pt x="3610" y="3821"/>
                    <a:pt x="3995" y="3516"/>
                    <a:pt x="4336" y="3516"/>
                  </a:cubicBezTo>
                  <a:cubicBezTo>
                    <a:pt x="4370" y="3516"/>
                    <a:pt x="4403" y="3519"/>
                    <a:pt x="4437" y="3525"/>
                  </a:cubicBezTo>
                  <a:cubicBezTo>
                    <a:pt x="4843" y="3599"/>
                    <a:pt x="6618" y="3969"/>
                    <a:pt x="6618" y="3969"/>
                  </a:cubicBezTo>
                  <a:cubicBezTo>
                    <a:pt x="6618" y="3969"/>
                    <a:pt x="7321" y="3821"/>
                    <a:pt x="7247" y="3525"/>
                  </a:cubicBezTo>
                  <a:cubicBezTo>
                    <a:pt x="7177" y="3249"/>
                    <a:pt x="5138" y="1"/>
                    <a:pt x="41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51"/>
            <p:cNvSpPr/>
            <p:nvPr/>
          </p:nvSpPr>
          <p:spPr>
            <a:xfrm>
              <a:off x="3634825" y="3508175"/>
              <a:ext cx="195975" cy="113700"/>
            </a:xfrm>
            <a:custGeom>
              <a:avLst/>
              <a:gdLst/>
              <a:ahLst/>
              <a:cxnLst/>
              <a:rect l="l" t="t" r="r" b="b"/>
              <a:pathLst>
                <a:path w="7839" h="4548" extrusionOk="0">
                  <a:moveTo>
                    <a:pt x="4474" y="0"/>
                  </a:moveTo>
                  <a:cubicBezTo>
                    <a:pt x="4363" y="0"/>
                    <a:pt x="4252" y="0"/>
                    <a:pt x="4141" y="74"/>
                  </a:cubicBezTo>
                  <a:cubicBezTo>
                    <a:pt x="3698" y="370"/>
                    <a:pt x="2810" y="1073"/>
                    <a:pt x="2034" y="1738"/>
                  </a:cubicBezTo>
                  <a:cubicBezTo>
                    <a:pt x="1258" y="2403"/>
                    <a:pt x="555" y="2958"/>
                    <a:pt x="555" y="2958"/>
                  </a:cubicBezTo>
                  <a:cubicBezTo>
                    <a:pt x="444" y="3069"/>
                    <a:pt x="407" y="3291"/>
                    <a:pt x="518" y="3402"/>
                  </a:cubicBezTo>
                  <a:cubicBezTo>
                    <a:pt x="578" y="3481"/>
                    <a:pt x="669" y="3518"/>
                    <a:pt x="758" y="3518"/>
                  </a:cubicBezTo>
                  <a:cubicBezTo>
                    <a:pt x="835" y="3518"/>
                    <a:pt x="910" y="3490"/>
                    <a:pt x="962" y="3439"/>
                  </a:cubicBezTo>
                  <a:cubicBezTo>
                    <a:pt x="962" y="3439"/>
                    <a:pt x="1147" y="3291"/>
                    <a:pt x="1405" y="3069"/>
                  </a:cubicBezTo>
                  <a:cubicBezTo>
                    <a:pt x="1812" y="2736"/>
                    <a:pt x="2404" y="2219"/>
                    <a:pt x="2995" y="1701"/>
                  </a:cubicBezTo>
                  <a:cubicBezTo>
                    <a:pt x="3587" y="1220"/>
                    <a:pt x="4178" y="777"/>
                    <a:pt x="4474" y="592"/>
                  </a:cubicBezTo>
                  <a:cubicBezTo>
                    <a:pt x="4511" y="592"/>
                    <a:pt x="4585" y="629"/>
                    <a:pt x="4733" y="703"/>
                  </a:cubicBezTo>
                  <a:cubicBezTo>
                    <a:pt x="4918" y="814"/>
                    <a:pt x="5213" y="1073"/>
                    <a:pt x="5472" y="1405"/>
                  </a:cubicBezTo>
                  <a:cubicBezTo>
                    <a:pt x="5916" y="1849"/>
                    <a:pt x="6360" y="2477"/>
                    <a:pt x="6692" y="2958"/>
                  </a:cubicBezTo>
                  <a:cubicBezTo>
                    <a:pt x="6840" y="3217"/>
                    <a:pt x="6988" y="3439"/>
                    <a:pt x="7099" y="3624"/>
                  </a:cubicBezTo>
                  <a:cubicBezTo>
                    <a:pt x="7136" y="3697"/>
                    <a:pt x="7173" y="3771"/>
                    <a:pt x="7210" y="3808"/>
                  </a:cubicBezTo>
                  <a:lnTo>
                    <a:pt x="7214" y="3817"/>
                  </a:lnTo>
                  <a:lnTo>
                    <a:pt x="7214" y="3817"/>
                  </a:lnTo>
                  <a:cubicBezTo>
                    <a:pt x="7176" y="3850"/>
                    <a:pt x="7111" y="3882"/>
                    <a:pt x="7062" y="3882"/>
                  </a:cubicBezTo>
                  <a:lnTo>
                    <a:pt x="6936" y="3946"/>
                  </a:lnTo>
                  <a:lnTo>
                    <a:pt x="6936" y="3946"/>
                  </a:lnTo>
                  <a:cubicBezTo>
                    <a:pt x="6635" y="3884"/>
                    <a:pt x="5139" y="3579"/>
                    <a:pt x="4807" y="3513"/>
                  </a:cubicBezTo>
                  <a:lnTo>
                    <a:pt x="4659" y="3476"/>
                  </a:lnTo>
                  <a:cubicBezTo>
                    <a:pt x="4363" y="3476"/>
                    <a:pt x="4178" y="3587"/>
                    <a:pt x="3956" y="3660"/>
                  </a:cubicBezTo>
                  <a:cubicBezTo>
                    <a:pt x="3698" y="3734"/>
                    <a:pt x="3439" y="3808"/>
                    <a:pt x="3032" y="3808"/>
                  </a:cubicBezTo>
                  <a:lnTo>
                    <a:pt x="296" y="3808"/>
                  </a:lnTo>
                  <a:cubicBezTo>
                    <a:pt x="148" y="3808"/>
                    <a:pt x="1" y="3919"/>
                    <a:pt x="1" y="4104"/>
                  </a:cubicBezTo>
                  <a:cubicBezTo>
                    <a:pt x="1" y="4289"/>
                    <a:pt x="148" y="4400"/>
                    <a:pt x="296" y="4400"/>
                  </a:cubicBezTo>
                  <a:lnTo>
                    <a:pt x="3032" y="4400"/>
                  </a:lnTo>
                  <a:cubicBezTo>
                    <a:pt x="3513" y="4400"/>
                    <a:pt x="3846" y="4326"/>
                    <a:pt x="4141" y="4252"/>
                  </a:cubicBezTo>
                  <a:cubicBezTo>
                    <a:pt x="4400" y="4141"/>
                    <a:pt x="4585" y="4104"/>
                    <a:pt x="4659" y="4104"/>
                  </a:cubicBezTo>
                  <a:lnTo>
                    <a:pt x="4696" y="4104"/>
                  </a:lnTo>
                  <a:cubicBezTo>
                    <a:pt x="5066" y="4178"/>
                    <a:pt x="6877" y="4548"/>
                    <a:pt x="6877" y="4548"/>
                  </a:cubicBezTo>
                  <a:lnTo>
                    <a:pt x="6988" y="4548"/>
                  </a:lnTo>
                  <a:cubicBezTo>
                    <a:pt x="7025" y="4548"/>
                    <a:pt x="7173" y="4511"/>
                    <a:pt x="7358" y="4437"/>
                  </a:cubicBezTo>
                  <a:cubicBezTo>
                    <a:pt x="7469" y="4400"/>
                    <a:pt x="7543" y="4326"/>
                    <a:pt x="7653" y="4252"/>
                  </a:cubicBezTo>
                  <a:cubicBezTo>
                    <a:pt x="7727" y="4178"/>
                    <a:pt x="7838" y="4030"/>
                    <a:pt x="7838" y="3845"/>
                  </a:cubicBezTo>
                  <a:lnTo>
                    <a:pt x="7838" y="3734"/>
                  </a:lnTo>
                  <a:cubicBezTo>
                    <a:pt x="7801" y="3660"/>
                    <a:pt x="7801" y="3624"/>
                    <a:pt x="7764" y="3587"/>
                  </a:cubicBezTo>
                  <a:cubicBezTo>
                    <a:pt x="7690" y="3402"/>
                    <a:pt x="7506" y="3143"/>
                    <a:pt x="7284" y="2773"/>
                  </a:cubicBezTo>
                  <a:cubicBezTo>
                    <a:pt x="6951" y="2219"/>
                    <a:pt x="6470" y="1553"/>
                    <a:pt x="5990" y="1036"/>
                  </a:cubicBezTo>
                  <a:cubicBezTo>
                    <a:pt x="5731" y="740"/>
                    <a:pt x="5509" y="518"/>
                    <a:pt x="5250" y="296"/>
                  </a:cubicBezTo>
                  <a:cubicBezTo>
                    <a:pt x="4992" y="148"/>
                    <a:pt x="4770" y="0"/>
                    <a:pt x="4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51"/>
            <p:cNvSpPr/>
            <p:nvPr/>
          </p:nvSpPr>
          <p:spPr>
            <a:xfrm>
              <a:off x="4000825" y="3493950"/>
              <a:ext cx="430750" cy="128850"/>
            </a:xfrm>
            <a:custGeom>
              <a:avLst/>
              <a:gdLst/>
              <a:ahLst/>
              <a:cxnLst/>
              <a:rect l="l" t="t" r="r" b="b"/>
              <a:pathLst>
                <a:path w="17230" h="5154" extrusionOk="0">
                  <a:moveTo>
                    <a:pt x="13404" y="0"/>
                  </a:moveTo>
                  <a:cubicBezTo>
                    <a:pt x="12849" y="0"/>
                    <a:pt x="12093" y="101"/>
                    <a:pt x="11166" y="458"/>
                  </a:cubicBezTo>
                  <a:cubicBezTo>
                    <a:pt x="9022" y="1272"/>
                    <a:pt x="4770" y="2492"/>
                    <a:pt x="4142" y="2492"/>
                  </a:cubicBezTo>
                  <a:cubicBezTo>
                    <a:pt x="3550" y="2492"/>
                    <a:pt x="75" y="2788"/>
                    <a:pt x="75" y="2788"/>
                  </a:cubicBezTo>
                  <a:lnTo>
                    <a:pt x="1" y="5006"/>
                  </a:lnTo>
                  <a:cubicBezTo>
                    <a:pt x="1" y="5006"/>
                    <a:pt x="6853" y="5154"/>
                    <a:pt x="11695" y="5154"/>
                  </a:cubicBezTo>
                  <a:cubicBezTo>
                    <a:pt x="14115" y="5154"/>
                    <a:pt x="16034" y="5117"/>
                    <a:pt x="16342" y="5006"/>
                  </a:cubicBezTo>
                  <a:cubicBezTo>
                    <a:pt x="17229" y="4710"/>
                    <a:pt x="16933" y="1789"/>
                    <a:pt x="14493" y="163"/>
                  </a:cubicBezTo>
                  <a:cubicBezTo>
                    <a:pt x="14493" y="163"/>
                    <a:pt x="14111" y="0"/>
                    <a:pt x="13404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51"/>
            <p:cNvSpPr/>
            <p:nvPr/>
          </p:nvSpPr>
          <p:spPr>
            <a:xfrm>
              <a:off x="3992525" y="3486000"/>
              <a:ext cx="436275" cy="144200"/>
            </a:xfrm>
            <a:custGeom>
              <a:avLst/>
              <a:gdLst/>
              <a:ahLst/>
              <a:cxnLst/>
              <a:rect l="l" t="t" r="r" b="b"/>
              <a:pathLst>
                <a:path w="17451" h="5768" extrusionOk="0">
                  <a:moveTo>
                    <a:pt x="13753" y="629"/>
                  </a:moveTo>
                  <a:cubicBezTo>
                    <a:pt x="14086" y="629"/>
                    <a:pt x="14345" y="666"/>
                    <a:pt x="14493" y="703"/>
                  </a:cubicBezTo>
                  <a:cubicBezTo>
                    <a:pt x="14567" y="703"/>
                    <a:pt x="14641" y="740"/>
                    <a:pt x="14678" y="740"/>
                  </a:cubicBezTo>
                  <a:cubicBezTo>
                    <a:pt x="15417" y="1220"/>
                    <a:pt x="15971" y="1886"/>
                    <a:pt x="16304" y="2551"/>
                  </a:cubicBezTo>
                  <a:cubicBezTo>
                    <a:pt x="16674" y="3180"/>
                    <a:pt x="16822" y="3808"/>
                    <a:pt x="16822" y="4289"/>
                  </a:cubicBezTo>
                  <a:cubicBezTo>
                    <a:pt x="16822" y="4547"/>
                    <a:pt x="16785" y="4732"/>
                    <a:pt x="16711" y="4880"/>
                  </a:cubicBezTo>
                  <a:cubicBezTo>
                    <a:pt x="16674" y="4991"/>
                    <a:pt x="16600" y="5028"/>
                    <a:pt x="16563" y="5065"/>
                  </a:cubicBezTo>
                  <a:lnTo>
                    <a:pt x="16415" y="5065"/>
                  </a:lnTo>
                  <a:cubicBezTo>
                    <a:pt x="16156" y="5102"/>
                    <a:pt x="15565" y="5139"/>
                    <a:pt x="14788" y="5139"/>
                  </a:cubicBezTo>
                  <a:cubicBezTo>
                    <a:pt x="14049" y="5176"/>
                    <a:pt x="13088" y="5176"/>
                    <a:pt x="12016" y="5176"/>
                  </a:cubicBezTo>
                  <a:cubicBezTo>
                    <a:pt x="9613" y="5176"/>
                    <a:pt x="6692" y="5139"/>
                    <a:pt x="4363" y="5102"/>
                  </a:cubicBezTo>
                  <a:cubicBezTo>
                    <a:pt x="3180" y="5102"/>
                    <a:pt x="2181" y="5065"/>
                    <a:pt x="1479" y="5065"/>
                  </a:cubicBezTo>
                  <a:cubicBezTo>
                    <a:pt x="1119" y="5047"/>
                    <a:pt x="839" y="5038"/>
                    <a:pt x="645" y="5033"/>
                  </a:cubicBezTo>
                  <a:lnTo>
                    <a:pt x="645" y="5033"/>
                  </a:lnTo>
                  <a:lnTo>
                    <a:pt x="726" y="3377"/>
                  </a:lnTo>
                  <a:lnTo>
                    <a:pt x="726" y="3377"/>
                  </a:lnTo>
                  <a:cubicBezTo>
                    <a:pt x="1055" y="3349"/>
                    <a:pt x="1632" y="3301"/>
                    <a:pt x="2255" y="3254"/>
                  </a:cubicBezTo>
                  <a:cubicBezTo>
                    <a:pt x="3180" y="3180"/>
                    <a:pt x="4215" y="3106"/>
                    <a:pt x="4474" y="3106"/>
                  </a:cubicBezTo>
                  <a:cubicBezTo>
                    <a:pt x="4585" y="3106"/>
                    <a:pt x="4732" y="3106"/>
                    <a:pt x="4917" y="3069"/>
                  </a:cubicBezTo>
                  <a:cubicBezTo>
                    <a:pt x="6211" y="2810"/>
                    <a:pt x="9686" y="1775"/>
                    <a:pt x="11609" y="1072"/>
                  </a:cubicBezTo>
                  <a:cubicBezTo>
                    <a:pt x="12496" y="703"/>
                    <a:pt x="13236" y="629"/>
                    <a:pt x="13753" y="629"/>
                  </a:cubicBezTo>
                  <a:close/>
                  <a:moveTo>
                    <a:pt x="13753" y="0"/>
                  </a:moveTo>
                  <a:cubicBezTo>
                    <a:pt x="13162" y="0"/>
                    <a:pt x="12348" y="111"/>
                    <a:pt x="11387" y="481"/>
                  </a:cubicBezTo>
                  <a:cubicBezTo>
                    <a:pt x="10315" y="887"/>
                    <a:pt x="8725" y="1405"/>
                    <a:pt x="7320" y="1812"/>
                  </a:cubicBezTo>
                  <a:cubicBezTo>
                    <a:pt x="6618" y="1997"/>
                    <a:pt x="5952" y="2181"/>
                    <a:pt x="5472" y="2292"/>
                  </a:cubicBezTo>
                  <a:cubicBezTo>
                    <a:pt x="5213" y="2366"/>
                    <a:pt x="4991" y="2403"/>
                    <a:pt x="4806" y="2440"/>
                  </a:cubicBezTo>
                  <a:cubicBezTo>
                    <a:pt x="4622" y="2477"/>
                    <a:pt x="4511" y="2514"/>
                    <a:pt x="4474" y="2514"/>
                  </a:cubicBezTo>
                  <a:cubicBezTo>
                    <a:pt x="4141" y="2514"/>
                    <a:pt x="3143" y="2588"/>
                    <a:pt x="2181" y="2662"/>
                  </a:cubicBezTo>
                  <a:cubicBezTo>
                    <a:pt x="1257" y="2736"/>
                    <a:pt x="407" y="2810"/>
                    <a:pt x="407" y="2810"/>
                  </a:cubicBezTo>
                  <a:cubicBezTo>
                    <a:pt x="222" y="2810"/>
                    <a:pt x="111" y="2958"/>
                    <a:pt x="111" y="3106"/>
                  </a:cubicBezTo>
                  <a:lnTo>
                    <a:pt x="0" y="5324"/>
                  </a:lnTo>
                  <a:cubicBezTo>
                    <a:pt x="0" y="5398"/>
                    <a:pt x="37" y="5509"/>
                    <a:pt x="74" y="5546"/>
                  </a:cubicBezTo>
                  <a:cubicBezTo>
                    <a:pt x="148" y="5620"/>
                    <a:pt x="222" y="5657"/>
                    <a:pt x="296" y="5657"/>
                  </a:cubicBezTo>
                  <a:cubicBezTo>
                    <a:pt x="296" y="5657"/>
                    <a:pt x="7172" y="5768"/>
                    <a:pt x="12016" y="5768"/>
                  </a:cubicBezTo>
                  <a:lnTo>
                    <a:pt x="15121" y="5768"/>
                  </a:lnTo>
                  <a:cubicBezTo>
                    <a:pt x="15565" y="5731"/>
                    <a:pt x="15898" y="5731"/>
                    <a:pt x="16156" y="5731"/>
                  </a:cubicBezTo>
                  <a:cubicBezTo>
                    <a:pt x="16304" y="5694"/>
                    <a:pt x="16415" y="5694"/>
                    <a:pt x="16526" y="5694"/>
                  </a:cubicBezTo>
                  <a:cubicBezTo>
                    <a:pt x="16600" y="5657"/>
                    <a:pt x="16674" y="5657"/>
                    <a:pt x="16748" y="5620"/>
                  </a:cubicBezTo>
                  <a:cubicBezTo>
                    <a:pt x="17007" y="5546"/>
                    <a:pt x="17192" y="5361"/>
                    <a:pt x="17302" y="5102"/>
                  </a:cubicBezTo>
                  <a:cubicBezTo>
                    <a:pt x="17376" y="4880"/>
                    <a:pt x="17450" y="4621"/>
                    <a:pt x="17450" y="4289"/>
                  </a:cubicBezTo>
                  <a:cubicBezTo>
                    <a:pt x="17450" y="3697"/>
                    <a:pt x="17265" y="2958"/>
                    <a:pt x="16859" y="2255"/>
                  </a:cubicBezTo>
                  <a:cubicBezTo>
                    <a:pt x="16452" y="1516"/>
                    <a:pt x="15861" y="776"/>
                    <a:pt x="15010" y="222"/>
                  </a:cubicBezTo>
                  <a:lnTo>
                    <a:pt x="14936" y="185"/>
                  </a:lnTo>
                  <a:cubicBezTo>
                    <a:pt x="14936" y="185"/>
                    <a:pt x="14493" y="0"/>
                    <a:pt x="13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51"/>
            <p:cNvSpPr/>
            <p:nvPr/>
          </p:nvSpPr>
          <p:spPr>
            <a:xfrm>
              <a:off x="3898250" y="3515250"/>
              <a:ext cx="183025" cy="99250"/>
            </a:xfrm>
            <a:custGeom>
              <a:avLst/>
              <a:gdLst/>
              <a:ahLst/>
              <a:cxnLst/>
              <a:rect l="l" t="t" r="r" b="b"/>
              <a:pathLst>
                <a:path w="7321" h="3970" extrusionOk="0">
                  <a:moveTo>
                    <a:pt x="3143" y="1"/>
                  </a:moveTo>
                  <a:cubicBezTo>
                    <a:pt x="2183" y="1"/>
                    <a:pt x="143" y="3249"/>
                    <a:pt x="74" y="3525"/>
                  </a:cubicBezTo>
                  <a:cubicBezTo>
                    <a:pt x="0" y="3821"/>
                    <a:pt x="703" y="3969"/>
                    <a:pt x="703" y="3969"/>
                  </a:cubicBezTo>
                  <a:cubicBezTo>
                    <a:pt x="703" y="3969"/>
                    <a:pt x="2477" y="3599"/>
                    <a:pt x="2884" y="3525"/>
                  </a:cubicBezTo>
                  <a:cubicBezTo>
                    <a:pt x="2918" y="3519"/>
                    <a:pt x="2951" y="3516"/>
                    <a:pt x="2985" y="3516"/>
                  </a:cubicBezTo>
                  <a:cubicBezTo>
                    <a:pt x="3326" y="3516"/>
                    <a:pt x="3711" y="3821"/>
                    <a:pt x="4585" y="3821"/>
                  </a:cubicBezTo>
                  <a:lnTo>
                    <a:pt x="7320" y="3821"/>
                  </a:lnTo>
                  <a:lnTo>
                    <a:pt x="6840" y="2934"/>
                  </a:lnTo>
                  <a:cubicBezTo>
                    <a:pt x="6840" y="2934"/>
                    <a:pt x="4141" y="605"/>
                    <a:pt x="3328" y="50"/>
                  </a:cubicBezTo>
                  <a:cubicBezTo>
                    <a:pt x="3272" y="16"/>
                    <a:pt x="3210" y="1"/>
                    <a:pt x="3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51"/>
            <p:cNvSpPr/>
            <p:nvPr/>
          </p:nvSpPr>
          <p:spPr>
            <a:xfrm>
              <a:off x="3892700" y="3508175"/>
              <a:ext cx="195975" cy="113700"/>
            </a:xfrm>
            <a:custGeom>
              <a:avLst/>
              <a:gdLst/>
              <a:ahLst/>
              <a:cxnLst/>
              <a:rect l="l" t="t" r="r" b="b"/>
              <a:pathLst>
                <a:path w="7839" h="4548" extrusionOk="0">
                  <a:moveTo>
                    <a:pt x="3365" y="0"/>
                  </a:moveTo>
                  <a:cubicBezTo>
                    <a:pt x="3143" y="0"/>
                    <a:pt x="2958" y="74"/>
                    <a:pt x="2810" y="185"/>
                  </a:cubicBezTo>
                  <a:cubicBezTo>
                    <a:pt x="2477" y="370"/>
                    <a:pt x="2182" y="629"/>
                    <a:pt x="1886" y="999"/>
                  </a:cubicBezTo>
                  <a:cubicBezTo>
                    <a:pt x="1442" y="1479"/>
                    <a:pt x="999" y="2108"/>
                    <a:pt x="629" y="2625"/>
                  </a:cubicBezTo>
                  <a:cubicBezTo>
                    <a:pt x="481" y="2884"/>
                    <a:pt x="333" y="3106"/>
                    <a:pt x="222" y="3291"/>
                  </a:cubicBezTo>
                  <a:cubicBezTo>
                    <a:pt x="185" y="3402"/>
                    <a:pt x="111" y="3476"/>
                    <a:pt x="74" y="3550"/>
                  </a:cubicBezTo>
                  <a:cubicBezTo>
                    <a:pt x="37" y="3624"/>
                    <a:pt x="37" y="3660"/>
                    <a:pt x="0" y="3734"/>
                  </a:cubicBezTo>
                  <a:lnTo>
                    <a:pt x="0" y="3845"/>
                  </a:lnTo>
                  <a:cubicBezTo>
                    <a:pt x="0" y="4030"/>
                    <a:pt x="111" y="4178"/>
                    <a:pt x="185" y="4252"/>
                  </a:cubicBezTo>
                  <a:cubicBezTo>
                    <a:pt x="333" y="4400"/>
                    <a:pt x="481" y="4437"/>
                    <a:pt x="629" y="4474"/>
                  </a:cubicBezTo>
                  <a:cubicBezTo>
                    <a:pt x="740" y="4548"/>
                    <a:pt x="851" y="4548"/>
                    <a:pt x="851" y="4548"/>
                  </a:cubicBezTo>
                  <a:lnTo>
                    <a:pt x="962" y="4548"/>
                  </a:lnTo>
                  <a:cubicBezTo>
                    <a:pt x="962" y="4548"/>
                    <a:pt x="2773" y="4178"/>
                    <a:pt x="3143" y="4104"/>
                  </a:cubicBezTo>
                  <a:lnTo>
                    <a:pt x="3180" y="4104"/>
                  </a:lnTo>
                  <a:cubicBezTo>
                    <a:pt x="3254" y="4104"/>
                    <a:pt x="3439" y="4141"/>
                    <a:pt x="3697" y="4252"/>
                  </a:cubicBezTo>
                  <a:cubicBezTo>
                    <a:pt x="3993" y="4326"/>
                    <a:pt x="4326" y="4400"/>
                    <a:pt x="4807" y="4400"/>
                  </a:cubicBezTo>
                  <a:lnTo>
                    <a:pt x="7542" y="4400"/>
                  </a:lnTo>
                  <a:cubicBezTo>
                    <a:pt x="7690" y="4400"/>
                    <a:pt x="7838" y="4289"/>
                    <a:pt x="7838" y="4104"/>
                  </a:cubicBezTo>
                  <a:cubicBezTo>
                    <a:pt x="7838" y="3919"/>
                    <a:pt x="7690" y="3808"/>
                    <a:pt x="7542" y="3808"/>
                  </a:cubicBezTo>
                  <a:lnTo>
                    <a:pt x="4807" y="3808"/>
                  </a:lnTo>
                  <a:cubicBezTo>
                    <a:pt x="4400" y="3808"/>
                    <a:pt x="4141" y="3734"/>
                    <a:pt x="3882" y="3660"/>
                  </a:cubicBezTo>
                  <a:cubicBezTo>
                    <a:pt x="3660" y="3587"/>
                    <a:pt x="3476" y="3476"/>
                    <a:pt x="3180" y="3476"/>
                  </a:cubicBezTo>
                  <a:lnTo>
                    <a:pt x="3032" y="3513"/>
                  </a:lnTo>
                  <a:cubicBezTo>
                    <a:pt x="2699" y="3579"/>
                    <a:pt x="1198" y="3885"/>
                    <a:pt x="902" y="3946"/>
                  </a:cubicBezTo>
                  <a:lnTo>
                    <a:pt x="902" y="3946"/>
                  </a:lnTo>
                  <a:cubicBezTo>
                    <a:pt x="841" y="3930"/>
                    <a:pt x="754" y="3897"/>
                    <a:pt x="703" y="3845"/>
                  </a:cubicBezTo>
                  <a:lnTo>
                    <a:pt x="626" y="3820"/>
                  </a:lnTo>
                  <a:lnTo>
                    <a:pt x="626" y="3820"/>
                  </a:lnTo>
                  <a:cubicBezTo>
                    <a:pt x="645" y="3788"/>
                    <a:pt x="670" y="3747"/>
                    <a:pt x="703" y="3697"/>
                  </a:cubicBezTo>
                  <a:cubicBezTo>
                    <a:pt x="925" y="3291"/>
                    <a:pt x="1442" y="2477"/>
                    <a:pt x="1997" y="1775"/>
                  </a:cubicBezTo>
                  <a:cubicBezTo>
                    <a:pt x="2293" y="1442"/>
                    <a:pt x="2588" y="1146"/>
                    <a:pt x="2810" y="925"/>
                  </a:cubicBezTo>
                  <a:cubicBezTo>
                    <a:pt x="2958" y="814"/>
                    <a:pt x="3069" y="703"/>
                    <a:pt x="3180" y="666"/>
                  </a:cubicBezTo>
                  <a:cubicBezTo>
                    <a:pt x="3254" y="629"/>
                    <a:pt x="3328" y="592"/>
                    <a:pt x="3365" y="592"/>
                  </a:cubicBezTo>
                  <a:cubicBezTo>
                    <a:pt x="3771" y="851"/>
                    <a:pt x="4659" y="1553"/>
                    <a:pt x="5435" y="2219"/>
                  </a:cubicBezTo>
                  <a:cubicBezTo>
                    <a:pt x="5805" y="2514"/>
                    <a:pt x="6174" y="2847"/>
                    <a:pt x="6433" y="3069"/>
                  </a:cubicBezTo>
                  <a:cubicBezTo>
                    <a:pt x="6692" y="3291"/>
                    <a:pt x="6877" y="3439"/>
                    <a:pt x="6877" y="3439"/>
                  </a:cubicBezTo>
                  <a:cubicBezTo>
                    <a:pt x="6928" y="3490"/>
                    <a:pt x="7004" y="3518"/>
                    <a:pt x="7081" y="3518"/>
                  </a:cubicBezTo>
                  <a:cubicBezTo>
                    <a:pt x="7170" y="3518"/>
                    <a:pt x="7261" y="3481"/>
                    <a:pt x="7321" y="3402"/>
                  </a:cubicBezTo>
                  <a:cubicBezTo>
                    <a:pt x="7431" y="3291"/>
                    <a:pt x="7394" y="3069"/>
                    <a:pt x="7284" y="2958"/>
                  </a:cubicBezTo>
                  <a:cubicBezTo>
                    <a:pt x="7284" y="2958"/>
                    <a:pt x="6581" y="2403"/>
                    <a:pt x="5805" y="1738"/>
                  </a:cubicBezTo>
                  <a:cubicBezTo>
                    <a:pt x="5028" y="1073"/>
                    <a:pt x="4141" y="370"/>
                    <a:pt x="3697" y="74"/>
                  </a:cubicBezTo>
                  <a:cubicBezTo>
                    <a:pt x="3587" y="0"/>
                    <a:pt x="3476" y="0"/>
                    <a:pt x="3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51"/>
            <p:cNvSpPr/>
            <p:nvPr/>
          </p:nvSpPr>
          <p:spPr>
            <a:xfrm>
              <a:off x="3581225" y="3885275"/>
              <a:ext cx="489875" cy="212600"/>
            </a:xfrm>
            <a:custGeom>
              <a:avLst/>
              <a:gdLst/>
              <a:ahLst/>
              <a:cxnLst/>
              <a:rect l="l" t="t" r="r" b="b"/>
              <a:pathLst>
                <a:path w="19595" h="8504" extrusionOk="0">
                  <a:moveTo>
                    <a:pt x="0" y="0"/>
                  </a:moveTo>
                  <a:lnTo>
                    <a:pt x="0" y="8504"/>
                  </a:lnTo>
                  <a:lnTo>
                    <a:pt x="19595" y="8504"/>
                  </a:lnTo>
                  <a:lnTo>
                    <a:pt x="195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51"/>
            <p:cNvSpPr/>
            <p:nvPr/>
          </p:nvSpPr>
          <p:spPr>
            <a:xfrm>
              <a:off x="3573825" y="3876950"/>
              <a:ext cx="504675" cy="228325"/>
            </a:xfrm>
            <a:custGeom>
              <a:avLst/>
              <a:gdLst/>
              <a:ahLst/>
              <a:cxnLst/>
              <a:rect l="l" t="t" r="r" b="b"/>
              <a:pathLst>
                <a:path w="20187" h="9133" extrusionOk="0">
                  <a:moveTo>
                    <a:pt x="19558" y="629"/>
                  </a:moveTo>
                  <a:lnTo>
                    <a:pt x="19558" y="8504"/>
                  </a:lnTo>
                  <a:lnTo>
                    <a:pt x="592" y="8504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2"/>
                  </a:cubicBezTo>
                  <a:cubicBezTo>
                    <a:pt x="37" y="149"/>
                    <a:pt x="1" y="223"/>
                    <a:pt x="1" y="333"/>
                  </a:cubicBezTo>
                  <a:lnTo>
                    <a:pt x="1" y="8837"/>
                  </a:lnTo>
                  <a:cubicBezTo>
                    <a:pt x="1" y="8911"/>
                    <a:pt x="37" y="8985"/>
                    <a:pt x="74" y="9022"/>
                  </a:cubicBezTo>
                  <a:cubicBezTo>
                    <a:pt x="148" y="9095"/>
                    <a:pt x="222" y="9132"/>
                    <a:pt x="296" y="9132"/>
                  </a:cubicBezTo>
                  <a:lnTo>
                    <a:pt x="19891" y="9132"/>
                  </a:lnTo>
                  <a:cubicBezTo>
                    <a:pt x="19965" y="9132"/>
                    <a:pt x="20039" y="9095"/>
                    <a:pt x="20113" y="9022"/>
                  </a:cubicBezTo>
                  <a:cubicBezTo>
                    <a:pt x="20149" y="8985"/>
                    <a:pt x="20186" y="8911"/>
                    <a:pt x="20186" y="8837"/>
                  </a:cubicBezTo>
                  <a:lnTo>
                    <a:pt x="20186" y="333"/>
                  </a:lnTo>
                  <a:cubicBezTo>
                    <a:pt x="20186" y="223"/>
                    <a:pt x="20149" y="149"/>
                    <a:pt x="20113" y="112"/>
                  </a:cubicBezTo>
                  <a:cubicBezTo>
                    <a:pt x="20039" y="38"/>
                    <a:pt x="19965" y="1"/>
                    <a:pt x="19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51"/>
            <p:cNvSpPr/>
            <p:nvPr/>
          </p:nvSpPr>
          <p:spPr>
            <a:xfrm>
              <a:off x="3618200" y="3864350"/>
              <a:ext cx="183950" cy="157000"/>
            </a:xfrm>
            <a:custGeom>
              <a:avLst/>
              <a:gdLst/>
              <a:ahLst/>
              <a:cxnLst/>
              <a:rect l="l" t="t" r="r" b="b"/>
              <a:pathLst>
                <a:path w="7358" h="6280" extrusionOk="0">
                  <a:moveTo>
                    <a:pt x="306" y="1"/>
                  </a:moveTo>
                  <a:cubicBezTo>
                    <a:pt x="185" y="1"/>
                    <a:pt x="66" y="93"/>
                    <a:pt x="37" y="209"/>
                  </a:cubicBezTo>
                  <a:cubicBezTo>
                    <a:pt x="0" y="394"/>
                    <a:pt x="74" y="542"/>
                    <a:pt x="259" y="616"/>
                  </a:cubicBezTo>
                  <a:lnTo>
                    <a:pt x="296" y="616"/>
                  </a:lnTo>
                  <a:cubicBezTo>
                    <a:pt x="592" y="690"/>
                    <a:pt x="1997" y="1133"/>
                    <a:pt x="3401" y="2021"/>
                  </a:cubicBezTo>
                  <a:cubicBezTo>
                    <a:pt x="4843" y="2908"/>
                    <a:pt x="6285" y="4239"/>
                    <a:pt x="6729" y="6050"/>
                  </a:cubicBezTo>
                  <a:cubicBezTo>
                    <a:pt x="6761" y="6179"/>
                    <a:pt x="6905" y="6279"/>
                    <a:pt x="7039" y="6279"/>
                  </a:cubicBezTo>
                  <a:cubicBezTo>
                    <a:pt x="7059" y="6279"/>
                    <a:pt x="7079" y="6277"/>
                    <a:pt x="7098" y="6272"/>
                  </a:cubicBezTo>
                  <a:cubicBezTo>
                    <a:pt x="7283" y="6235"/>
                    <a:pt x="7357" y="6050"/>
                    <a:pt x="7320" y="5902"/>
                  </a:cubicBezTo>
                  <a:cubicBezTo>
                    <a:pt x="6766" y="3721"/>
                    <a:pt x="5028" y="2242"/>
                    <a:pt x="3438" y="1318"/>
                  </a:cubicBezTo>
                  <a:cubicBezTo>
                    <a:pt x="1849" y="394"/>
                    <a:pt x="407" y="24"/>
                    <a:pt x="407" y="24"/>
                  </a:cubicBezTo>
                  <a:cubicBezTo>
                    <a:pt x="374" y="8"/>
                    <a:pt x="340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51"/>
            <p:cNvSpPr/>
            <p:nvPr/>
          </p:nvSpPr>
          <p:spPr>
            <a:xfrm>
              <a:off x="3875125" y="3876950"/>
              <a:ext cx="171025" cy="137975"/>
            </a:xfrm>
            <a:custGeom>
              <a:avLst/>
              <a:gdLst/>
              <a:ahLst/>
              <a:cxnLst/>
              <a:rect l="l" t="t" r="r" b="b"/>
              <a:pathLst>
                <a:path w="6841" h="5519" extrusionOk="0">
                  <a:moveTo>
                    <a:pt x="6434" y="1"/>
                  </a:moveTo>
                  <a:cubicBezTo>
                    <a:pt x="6064" y="1"/>
                    <a:pt x="4844" y="75"/>
                    <a:pt x="3513" y="740"/>
                  </a:cubicBezTo>
                  <a:cubicBezTo>
                    <a:pt x="2182" y="1406"/>
                    <a:pt x="777" y="2700"/>
                    <a:pt x="75" y="5140"/>
                  </a:cubicBezTo>
                  <a:cubicBezTo>
                    <a:pt x="1" y="5288"/>
                    <a:pt x="112" y="5472"/>
                    <a:pt x="260" y="5509"/>
                  </a:cubicBezTo>
                  <a:cubicBezTo>
                    <a:pt x="291" y="5516"/>
                    <a:pt x="320" y="5519"/>
                    <a:pt x="349" y="5519"/>
                  </a:cubicBezTo>
                  <a:cubicBezTo>
                    <a:pt x="492" y="5519"/>
                    <a:pt x="605" y="5442"/>
                    <a:pt x="666" y="5288"/>
                  </a:cubicBezTo>
                  <a:cubicBezTo>
                    <a:pt x="1332" y="3032"/>
                    <a:pt x="2589" y="1886"/>
                    <a:pt x="3809" y="1295"/>
                  </a:cubicBezTo>
                  <a:cubicBezTo>
                    <a:pt x="4992" y="666"/>
                    <a:pt x="6101" y="629"/>
                    <a:pt x="6434" y="629"/>
                  </a:cubicBezTo>
                  <a:lnTo>
                    <a:pt x="6508" y="629"/>
                  </a:lnTo>
                  <a:cubicBezTo>
                    <a:pt x="6693" y="629"/>
                    <a:pt x="6840" y="518"/>
                    <a:pt x="6840" y="333"/>
                  </a:cubicBezTo>
                  <a:cubicBezTo>
                    <a:pt x="6840" y="149"/>
                    <a:pt x="6730" y="1"/>
                    <a:pt x="6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51"/>
            <p:cNvSpPr/>
            <p:nvPr/>
          </p:nvSpPr>
          <p:spPr>
            <a:xfrm>
              <a:off x="3388050" y="3841775"/>
              <a:ext cx="297625" cy="1110125"/>
            </a:xfrm>
            <a:custGeom>
              <a:avLst/>
              <a:gdLst/>
              <a:ahLst/>
              <a:cxnLst/>
              <a:rect l="l" t="t" r="r" b="b"/>
              <a:pathLst>
                <a:path w="11905" h="44405" extrusionOk="0">
                  <a:moveTo>
                    <a:pt x="5814" y="0"/>
                  </a:moveTo>
                  <a:cubicBezTo>
                    <a:pt x="5175" y="0"/>
                    <a:pt x="4518" y="122"/>
                    <a:pt x="3845" y="446"/>
                  </a:cubicBezTo>
                  <a:cubicBezTo>
                    <a:pt x="0" y="2221"/>
                    <a:pt x="3771" y="44405"/>
                    <a:pt x="3771" y="44405"/>
                  </a:cubicBezTo>
                  <a:lnTo>
                    <a:pt x="6877" y="44405"/>
                  </a:lnTo>
                  <a:cubicBezTo>
                    <a:pt x="6877" y="44405"/>
                    <a:pt x="10907" y="19486"/>
                    <a:pt x="11720" y="6621"/>
                  </a:cubicBezTo>
                  <a:cubicBezTo>
                    <a:pt x="11905" y="3478"/>
                    <a:pt x="9835" y="594"/>
                    <a:pt x="6729" y="77"/>
                  </a:cubicBezTo>
                  <a:cubicBezTo>
                    <a:pt x="6428" y="29"/>
                    <a:pt x="6123" y="0"/>
                    <a:pt x="58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51"/>
            <p:cNvSpPr/>
            <p:nvPr/>
          </p:nvSpPr>
          <p:spPr>
            <a:xfrm>
              <a:off x="3433325" y="3834450"/>
              <a:ext cx="256050" cy="1124850"/>
            </a:xfrm>
            <a:custGeom>
              <a:avLst/>
              <a:gdLst/>
              <a:ahLst/>
              <a:cxnLst/>
              <a:rect l="l" t="t" r="r" b="b"/>
              <a:pathLst>
                <a:path w="10242" h="44994" extrusionOk="0">
                  <a:moveTo>
                    <a:pt x="4031" y="592"/>
                  </a:moveTo>
                  <a:cubicBezTo>
                    <a:pt x="4327" y="592"/>
                    <a:pt x="4585" y="629"/>
                    <a:pt x="4881" y="666"/>
                  </a:cubicBezTo>
                  <a:cubicBezTo>
                    <a:pt x="7654" y="1146"/>
                    <a:pt x="9613" y="3697"/>
                    <a:pt x="9613" y="6507"/>
                  </a:cubicBezTo>
                  <a:cubicBezTo>
                    <a:pt x="9613" y="6618"/>
                    <a:pt x="9613" y="6766"/>
                    <a:pt x="9613" y="6877"/>
                  </a:cubicBezTo>
                  <a:cubicBezTo>
                    <a:pt x="9207" y="13310"/>
                    <a:pt x="7987" y="22737"/>
                    <a:pt x="6878" y="30575"/>
                  </a:cubicBezTo>
                  <a:cubicBezTo>
                    <a:pt x="6323" y="34494"/>
                    <a:pt x="5768" y="38006"/>
                    <a:pt x="5399" y="40557"/>
                  </a:cubicBezTo>
                  <a:cubicBezTo>
                    <a:pt x="5214" y="41814"/>
                    <a:pt x="5029" y="42849"/>
                    <a:pt x="4918" y="43552"/>
                  </a:cubicBezTo>
                  <a:cubicBezTo>
                    <a:pt x="4859" y="43923"/>
                    <a:pt x="4811" y="44212"/>
                    <a:pt x="4779" y="44402"/>
                  </a:cubicBezTo>
                  <a:lnTo>
                    <a:pt x="2244" y="44402"/>
                  </a:lnTo>
                  <a:cubicBezTo>
                    <a:pt x="2234" y="44266"/>
                    <a:pt x="2215" y="44079"/>
                    <a:pt x="2182" y="43847"/>
                  </a:cubicBezTo>
                  <a:cubicBezTo>
                    <a:pt x="1886" y="40150"/>
                    <a:pt x="629" y="24623"/>
                    <a:pt x="629" y="13236"/>
                  </a:cubicBezTo>
                  <a:cubicBezTo>
                    <a:pt x="629" y="9908"/>
                    <a:pt x="740" y="6951"/>
                    <a:pt x="999" y="4769"/>
                  </a:cubicBezTo>
                  <a:cubicBezTo>
                    <a:pt x="1147" y="3660"/>
                    <a:pt x="1295" y="2736"/>
                    <a:pt x="1517" y="2107"/>
                  </a:cubicBezTo>
                  <a:cubicBezTo>
                    <a:pt x="1628" y="1775"/>
                    <a:pt x="1739" y="1516"/>
                    <a:pt x="1850" y="1331"/>
                  </a:cubicBezTo>
                  <a:cubicBezTo>
                    <a:pt x="1960" y="1146"/>
                    <a:pt x="2108" y="1035"/>
                    <a:pt x="2182" y="998"/>
                  </a:cubicBezTo>
                  <a:cubicBezTo>
                    <a:pt x="2811" y="702"/>
                    <a:pt x="3402" y="592"/>
                    <a:pt x="4031" y="592"/>
                  </a:cubicBezTo>
                  <a:close/>
                  <a:moveTo>
                    <a:pt x="4031" y="0"/>
                  </a:moveTo>
                  <a:cubicBezTo>
                    <a:pt x="3328" y="0"/>
                    <a:pt x="2626" y="111"/>
                    <a:pt x="1923" y="444"/>
                  </a:cubicBezTo>
                  <a:cubicBezTo>
                    <a:pt x="1702" y="555"/>
                    <a:pt x="1517" y="739"/>
                    <a:pt x="1332" y="998"/>
                  </a:cubicBezTo>
                  <a:cubicBezTo>
                    <a:pt x="1073" y="1442"/>
                    <a:pt x="851" y="2033"/>
                    <a:pt x="703" y="2810"/>
                  </a:cubicBezTo>
                  <a:cubicBezTo>
                    <a:pt x="186" y="5102"/>
                    <a:pt x="1" y="8873"/>
                    <a:pt x="1" y="13236"/>
                  </a:cubicBezTo>
                  <a:cubicBezTo>
                    <a:pt x="1" y="26286"/>
                    <a:pt x="1665" y="44735"/>
                    <a:pt x="1665" y="44735"/>
                  </a:cubicBezTo>
                  <a:cubicBezTo>
                    <a:pt x="1665" y="44882"/>
                    <a:pt x="1813" y="44993"/>
                    <a:pt x="1960" y="44993"/>
                  </a:cubicBezTo>
                  <a:lnTo>
                    <a:pt x="5066" y="44993"/>
                  </a:lnTo>
                  <a:cubicBezTo>
                    <a:pt x="5214" y="44993"/>
                    <a:pt x="5325" y="44882"/>
                    <a:pt x="5362" y="44735"/>
                  </a:cubicBezTo>
                  <a:cubicBezTo>
                    <a:pt x="5362" y="44735"/>
                    <a:pt x="9392" y="19816"/>
                    <a:pt x="10205" y="6914"/>
                  </a:cubicBezTo>
                  <a:cubicBezTo>
                    <a:pt x="10242" y="6766"/>
                    <a:pt x="10242" y="6655"/>
                    <a:pt x="10242" y="6507"/>
                  </a:cubicBezTo>
                  <a:cubicBezTo>
                    <a:pt x="10242" y="3401"/>
                    <a:pt x="8098" y="592"/>
                    <a:pt x="4992" y="74"/>
                  </a:cubicBezTo>
                  <a:cubicBezTo>
                    <a:pt x="4659" y="0"/>
                    <a:pt x="4364" y="0"/>
                    <a:pt x="4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51"/>
            <p:cNvSpPr/>
            <p:nvPr/>
          </p:nvSpPr>
          <p:spPr>
            <a:xfrm>
              <a:off x="3374175" y="4889025"/>
              <a:ext cx="198750" cy="146975"/>
            </a:xfrm>
            <a:custGeom>
              <a:avLst/>
              <a:gdLst/>
              <a:ahLst/>
              <a:cxnLst/>
              <a:rect l="l" t="t" r="r" b="b"/>
              <a:pathLst>
                <a:path w="7950" h="5879" extrusionOk="0">
                  <a:moveTo>
                    <a:pt x="3994" y="1"/>
                  </a:moveTo>
                  <a:lnTo>
                    <a:pt x="3069" y="3920"/>
                  </a:lnTo>
                  <a:lnTo>
                    <a:pt x="1" y="5879"/>
                  </a:lnTo>
                  <a:lnTo>
                    <a:pt x="7839" y="5879"/>
                  </a:lnTo>
                  <a:lnTo>
                    <a:pt x="79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51"/>
            <p:cNvSpPr/>
            <p:nvPr/>
          </p:nvSpPr>
          <p:spPr>
            <a:xfrm>
              <a:off x="3365875" y="4881625"/>
              <a:ext cx="215375" cy="161775"/>
            </a:xfrm>
            <a:custGeom>
              <a:avLst/>
              <a:gdLst/>
              <a:ahLst/>
              <a:cxnLst/>
              <a:rect l="l" t="t" r="r" b="b"/>
              <a:pathLst>
                <a:path w="8615" h="6471" extrusionOk="0">
                  <a:moveTo>
                    <a:pt x="7986" y="592"/>
                  </a:moveTo>
                  <a:lnTo>
                    <a:pt x="7875" y="5842"/>
                  </a:lnTo>
                  <a:lnTo>
                    <a:pt x="1405" y="5842"/>
                  </a:lnTo>
                  <a:lnTo>
                    <a:pt x="3586" y="4474"/>
                  </a:lnTo>
                  <a:cubicBezTo>
                    <a:pt x="3623" y="4437"/>
                    <a:pt x="3697" y="4363"/>
                    <a:pt x="3697" y="4289"/>
                  </a:cubicBezTo>
                  <a:lnTo>
                    <a:pt x="4569" y="592"/>
                  </a:lnTo>
                  <a:close/>
                  <a:moveTo>
                    <a:pt x="4326" y="1"/>
                  </a:moveTo>
                  <a:cubicBezTo>
                    <a:pt x="4178" y="1"/>
                    <a:pt x="4067" y="75"/>
                    <a:pt x="4030" y="223"/>
                  </a:cubicBezTo>
                  <a:lnTo>
                    <a:pt x="3143" y="4031"/>
                  </a:lnTo>
                  <a:lnTo>
                    <a:pt x="148" y="5916"/>
                  </a:lnTo>
                  <a:cubicBezTo>
                    <a:pt x="37" y="5990"/>
                    <a:pt x="0" y="6138"/>
                    <a:pt x="37" y="6249"/>
                  </a:cubicBezTo>
                  <a:cubicBezTo>
                    <a:pt x="74" y="6397"/>
                    <a:pt x="185" y="6471"/>
                    <a:pt x="333" y="6471"/>
                  </a:cubicBezTo>
                  <a:lnTo>
                    <a:pt x="8171" y="6471"/>
                  </a:lnTo>
                  <a:cubicBezTo>
                    <a:pt x="8319" y="6471"/>
                    <a:pt x="8466" y="6323"/>
                    <a:pt x="8466" y="6175"/>
                  </a:cubicBezTo>
                  <a:lnTo>
                    <a:pt x="8614" y="297"/>
                  </a:lnTo>
                  <a:cubicBezTo>
                    <a:pt x="8614" y="223"/>
                    <a:pt x="8577" y="149"/>
                    <a:pt x="8503" y="75"/>
                  </a:cubicBezTo>
                  <a:cubicBezTo>
                    <a:pt x="8466" y="38"/>
                    <a:pt x="8355" y="1"/>
                    <a:pt x="8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51"/>
            <p:cNvSpPr/>
            <p:nvPr/>
          </p:nvSpPr>
          <p:spPr>
            <a:xfrm>
              <a:off x="3450900" y="4973025"/>
              <a:ext cx="84125" cy="14000"/>
            </a:xfrm>
            <a:custGeom>
              <a:avLst/>
              <a:gdLst/>
              <a:ahLst/>
              <a:cxnLst/>
              <a:rect l="l" t="t" r="r" b="b"/>
              <a:pathLst>
                <a:path w="3365" h="560" extrusionOk="0">
                  <a:moveTo>
                    <a:pt x="1868" y="1"/>
                  </a:moveTo>
                  <a:cubicBezTo>
                    <a:pt x="871" y="1"/>
                    <a:pt x="0" y="560"/>
                    <a:pt x="0" y="560"/>
                  </a:cubicBezTo>
                  <a:lnTo>
                    <a:pt x="3365" y="560"/>
                  </a:lnTo>
                  <a:cubicBezTo>
                    <a:pt x="2896" y="141"/>
                    <a:pt x="2367" y="1"/>
                    <a:pt x="18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51"/>
            <p:cNvSpPr/>
            <p:nvPr/>
          </p:nvSpPr>
          <p:spPr>
            <a:xfrm>
              <a:off x="3442575" y="4964825"/>
              <a:ext cx="100775" cy="29725"/>
            </a:xfrm>
            <a:custGeom>
              <a:avLst/>
              <a:gdLst/>
              <a:ahLst/>
              <a:cxnLst/>
              <a:rect l="l" t="t" r="r" b="b"/>
              <a:pathLst>
                <a:path w="4031" h="1189" extrusionOk="0">
                  <a:moveTo>
                    <a:pt x="2219" y="0"/>
                  </a:moveTo>
                  <a:cubicBezTo>
                    <a:pt x="1110" y="37"/>
                    <a:pt x="186" y="629"/>
                    <a:pt x="186" y="629"/>
                  </a:cubicBezTo>
                  <a:cubicBezTo>
                    <a:pt x="38" y="703"/>
                    <a:pt x="1" y="888"/>
                    <a:pt x="75" y="1035"/>
                  </a:cubicBezTo>
                  <a:cubicBezTo>
                    <a:pt x="149" y="1134"/>
                    <a:pt x="255" y="1183"/>
                    <a:pt x="362" y="1183"/>
                  </a:cubicBezTo>
                  <a:cubicBezTo>
                    <a:pt x="416" y="1183"/>
                    <a:pt x="469" y="1171"/>
                    <a:pt x="518" y="1146"/>
                  </a:cubicBezTo>
                  <a:cubicBezTo>
                    <a:pt x="592" y="1072"/>
                    <a:pt x="1369" y="629"/>
                    <a:pt x="2219" y="629"/>
                  </a:cubicBezTo>
                  <a:cubicBezTo>
                    <a:pt x="2626" y="629"/>
                    <a:pt x="3069" y="740"/>
                    <a:pt x="3476" y="1109"/>
                  </a:cubicBezTo>
                  <a:cubicBezTo>
                    <a:pt x="3545" y="1161"/>
                    <a:pt x="3621" y="1188"/>
                    <a:pt x="3695" y="1188"/>
                  </a:cubicBezTo>
                  <a:cubicBezTo>
                    <a:pt x="3779" y="1188"/>
                    <a:pt x="3860" y="1152"/>
                    <a:pt x="3920" y="1072"/>
                  </a:cubicBezTo>
                  <a:cubicBezTo>
                    <a:pt x="4030" y="961"/>
                    <a:pt x="4030" y="777"/>
                    <a:pt x="3883" y="666"/>
                  </a:cubicBezTo>
                  <a:cubicBezTo>
                    <a:pt x="3365" y="185"/>
                    <a:pt x="2737" y="0"/>
                    <a:pt x="2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51"/>
            <p:cNvSpPr/>
            <p:nvPr/>
          </p:nvSpPr>
          <p:spPr>
            <a:xfrm>
              <a:off x="3998975" y="3841775"/>
              <a:ext cx="297650" cy="1110125"/>
            </a:xfrm>
            <a:custGeom>
              <a:avLst/>
              <a:gdLst/>
              <a:ahLst/>
              <a:cxnLst/>
              <a:rect l="l" t="t" r="r" b="b"/>
              <a:pathLst>
                <a:path w="11906" h="44405" extrusionOk="0">
                  <a:moveTo>
                    <a:pt x="6079" y="0"/>
                  </a:moveTo>
                  <a:cubicBezTo>
                    <a:pt x="5766" y="0"/>
                    <a:pt x="5453" y="29"/>
                    <a:pt x="5140" y="77"/>
                  </a:cubicBezTo>
                  <a:cubicBezTo>
                    <a:pt x="2071" y="594"/>
                    <a:pt x="1" y="3478"/>
                    <a:pt x="186" y="6621"/>
                  </a:cubicBezTo>
                  <a:cubicBezTo>
                    <a:pt x="999" y="19486"/>
                    <a:pt x="5029" y="44405"/>
                    <a:pt x="5029" y="44405"/>
                  </a:cubicBezTo>
                  <a:lnTo>
                    <a:pt x="8135" y="44405"/>
                  </a:lnTo>
                  <a:cubicBezTo>
                    <a:pt x="8135" y="44405"/>
                    <a:pt x="11906" y="2221"/>
                    <a:pt x="8024" y="446"/>
                  </a:cubicBezTo>
                  <a:cubicBezTo>
                    <a:pt x="7375" y="122"/>
                    <a:pt x="6727" y="0"/>
                    <a:pt x="6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51"/>
            <p:cNvSpPr/>
            <p:nvPr/>
          </p:nvSpPr>
          <p:spPr>
            <a:xfrm>
              <a:off x="3995300" y="3834450"/>
              <a:ext cx="256025" cy="1124850"/>
            </a:xfrm>
            <a:custGeom>
              <a:avLst/>
              <a:gdLst/>
              <a:ahLst/>
              <a:cxnLst/>
              <a:rect l="l" t="t" r="r" b="b"/>
              <a:pathLst>
                <a:path w="10241" h="44994" extrusionOk="0">
                  <a:moveTo>
                    <a:pt x="6211" y="592"/>
                  </a:moveTo>
                  <a:cubicBezTo>
                    <a:pt x="6803" y="592"/>
                    <a:pt x="7431" y="702"/>
                    <a:pt x="8060" y="998"/>
                  </a:cubicBezTo>
                  <a:cubicBezTo>
                    <a:pt x="8134" y="1035"/>
                    <a:pt x="8245" y="1146"/>
                    <a:pt x="8355" y="1331"/>
                  </a:cubicBezTo>
                  <a:cubicBezTo>
                    <a:pt x="8577" y="1664"/>
                    <a:pt x="8762" y="2218"/>
                    <a:pt x="8947" y="2921"/>
                  </a:cubicBezTo>
                  <a:cubicBezTo>
                    <a:pt x="9428" y="5139"/>
                    <a:pt x="9612" y="8873"/>
                    <a:pt x="9612" y="13236"/>
                  </a:cubicBezTo>
                  <a:cubicBezTo>
                    <a:pt x="9612" y="19742"/>
                    <a:pt x="9206" y="27580"/>
                    <a:pt x="8799" y="33828"/>
                  </a:cubicBezTo>
                  <a:cubicBezTo>
                    <a:pt x="8577" y="36934"/>
                    <a:pt x="8392" y="39670"/>
                    <a:pt x="8208" y="41592"/>
                  </a:cubicBezTo>
                  <a:cubicBezTo>
                    <a:pt x="8134" y="42553"/>
                    <a:pt x="8097" y="43330"/>
                    <a:pt x="8023" y="43847"/>
                  </a:cubicBezTo>
                  <a:cubicBezTo>
                    <a:pt x="8006" y="44079"/>
                    <a:pt x="7990" y="44266"/>
                    <a:pt x="7976" y="44402"/>
                  </a:cubicBezTo>
                  <a:lnTo>
                    <a:pt x="5443" y="44402"/>
                  </a:lnTo>
                  <a:cubicBezTo>
                    <a:pt x="5421" y="44212"/>
                    <a:pt x="5383" y="43923"/>
                    <a:pt x="5324" y="43552"/>
                  </a:cubicBezTo>
                  <a:cubicBezTo>
                    <a:pt x="4511" y="38597"/>
                    <a:pt x="1331" y="18116"/>
                    <a:pt x="629" y="6877"/>
                  </a:cubicBezTo>
                  <a:cubicBezTo>
                    <a:pt x="629" y="6766"/>
                    <a:pt x="629" y="6618"/>
                    <a:pt x="629" y="6507"/>
                  </a:cubicBezTo>
                  <a:cubicBezTo>
                    <a:pt x="629" y="3697"/>
                    <a:pt x="2588" y="1146"/>
                    <a:pt x="5361" y="666"/>
                  </a:cubicBezTo>
                  <a:cubicBezTo>
                    <a:pt x="5620" y="629"/>
                    <a:pt x="5915" y="592"/>
                    <a:pt x="6211" y="592"/>
                  </a:cubicBezTo>
                  <a:close/>
                  <a:moveTo>
                    <a:pt x="6211" y="0"/>
                  </a:moveTo>
                  <a:cubicBezTo>
                    <a:pt x="5878" y="0"/>
                    <a:pt x="5546" y="0"/>
                    <a:pt x="5250" y="74"/>
                  </a:cubicBezTo>
                  <a:cubicBezTo>
                    <a:pt x="2144" y="592"/>
                    <a:pt x="0" y="3401"/>
                    <a:pt x="0" y="6507"/>
                  </a:cubicBezTo>
                  <a:cubicBezTo>
                    <a:pt x="0" y="6655"/>
                    <a:pt x="0" y="6766"/>
                    <a:pt x="37" y="6914"/>
                  </a:cubicBezTo>
                  <a:cubicBezTo>
                    <a:pt x="813" y="19816"/>
                    <a:pt x="4880" y="44735"/>
                    <a:pt x="4880" y="44735"/>
                  </a:cubicBezTo>
                  <a:cubicBezTo>
                    <a:pt x="4917" y="44882"/>
                    <a:pt x="5028" y="44993"/>
                    <a:pt x="5176" y="44993"/>
                  </a:cubicBezTo>
                  <a:lnTo>
                    <a:pt x="8282" y="44993"/>
                  </a:lnTo>
                  <a:cubicBezTo>
                    <a:pt x="8429" y="44993"/>
                    <a:pt x="8577" y="44882"/>
                    <a:pt x="8577" y="44735"/>
                  </a:cubicBezTo>
                  <a:cubicBezTo>
                    <a:pt x="8577" y="44735"/>
                    <a:pt x="10241" y="26286"/>
                    <a:pt x="10241" y="13236"/>
                  </a:cubicBezTo>
                  <a:cubicBezTo>
                    <a:pt x="10241" y="9908"/>
                    <a:pt x="10130" y="6914"/>
                    <a:pt x="9834" y="4695"/>
                  </a:cubicBezTo>
                  <a:cubicBezTo>
                    <a:pt x="9723" y="3549"/>
                    <a:pt x="9539" y="2625"/>
                    <a:pt x="9317" y="1923"/>
                  </a:cubicBezTo>
                  <a:cubicBezTo>
                    <a:pt x="9169" y="1553"/>
                    <a:pt x="9058" y="1257"/>
                    <a:pt x="8910" y="998"/>
                  </a:cubicBezTo>
                  <a:cubicBezTo>
                    <a:pt x="8725" y="739"/>
                    <a:pt x="8540" y="555"/>
                    <a:pt x="8318" y="444"/>
                  </a:cubicBezTo>
                  <a:cubicBezTo>
                    <a:pt x="7616" y="111"/>
                    <a:pt x="6877" y="0"/>
                    <a:pt x="6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51"/>
            <p:cNvSpPr/>
            <p:nvPr/>
          </p:nvSpPr>
          <p:spPr>
            <a:xfrm>
              <a:off x="4111750" y="4889025"/>
              <a:ext cx="198750" cy="146975"/>
            </a:xfrm>
            <a:custGeom>
              <a:avLst/>
              <a:gdLst/>
              <a:ahLst/>
              <a:cxnLst/>
              <a:rect l="l" t="t" r="r" b="b"/>
              <a:pathLst>
                <a:path w="7950" h="5879" extrusionOk="0">
                  <a:moveTo>
                    <a:pt x="0" y="1"/>
                  </a:moveTo>
                  <a:lnTo>
                    <a:pt x="111" y="5879"/>
                  </a:lnTo>
                  <a:lnTo>
                    <a:pt x="7949" y="5879"/>
                  </a:lnTo>
                  <a:lnTo>
                    <a:pt x="4881" y="3920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51"/>
            <p:cNvSpPr/>
            <p:nvPr/>
          </p:nvSpPr>
          <p:spPr>
            <a:xfrm>
              <a:off x="4103425" y="4881625"/>
              <a:ext cx="215375" cy="161775"/>
            </a:xfrm>
            <a:custGeom>
              <a:avLst/>
              <a:gdLst/>
              <a:ahLst/>
              <a:cxnLst/>
              <a:rect l="l" t="t" r="r" b="b"/>
              <a:pathLst>
                <a:path w="8615" h="6471" extrusionOk="0">
                  <a:moveTo>
                    <a:pt x="4046" y="592"/>
                  </a:moveTo>
                  <a:lnTo>
                    <a:pt x="4918" y="4289"/>
                  </a:lnTo>
                  <a:cubicBezTo>
                    <a:pt x="4918" y="4363"/>
                    <a:pt x="4955" y="4437"/>
                    <a:pt x="5029" y="4474"/>
                  </a:cubicBezTo>
                  <a:lnTo>
                    <a:pt x="7210" y="5842"/>
                  </a:lnTo>
                  <a:lnTo>
                    <a:pt x="740" y="5842"/>
                  </a:lnTo>
                  <a:lnTo>
                    <a:pt x="629" y="592"/>
                  </a:lnTo>
                  <a:close/>
                  <a:moveTo>
                    <a:pt x="333" y="1"/>
                  </a:moveTo>
                  <a:cubicBezTo>
                    <a:pt x="222" y="1"/>
                    <a:pt x="149" y="38"/>
                    <a:pt x="112" y="75"/>
                  </a:cubicBezTo>
                  <a:cubicBezTo>
                    <a:pt x="38" y="149"/>
                    <a:pt x="1" y="223"/>
                    <a:pt x="1" y="297"/>
                  </a:cubicBezTo>
                  <a:lnTo>
                    <a:pt x="149" y="6175"/>
                  </a:lnTo>
                  <a:cubicBezTo>
                    <a:pt x="149" y="6323"/>
                    <a:pt x="296" y="6471"/>
                    <a:pt x="444" y="6471"/>
                  </a:cubicBezTo>
                  <a:lnTo>
                    <a:pt x="8282" y="6471"/>
                  </a:lnTo>
                  <a:cubicBezTo>
                    <a:pt x="8430" y="6471"/>
                    <a:pt x="8541" y="6397"/>
                    <a:pt x="8578" y="6249"/>
                  </a:cubicBezTo>
                  <a:cubicBezTo>
                    <a:pt x="8615" y="6138"/>
                    <a:pt x="8541" y="5990"/>
                    <a:pt x="8430" y="5916"/>
                  </a:cubicBezTo>
                  <a:lnTo>
                    <a:pt x="5472" y="4031"/>
                  </a:lnTo>
                  <a:lnTo>
                    <a:pt x="4585" y="223"/>
                  </a:lnTo>
                  <a:cubicBezTo>
                    <a:pt x="4548" y="75"/>
                    <a:pt x="4437" y="1"/>
                    <a:pt x="4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51"/>
            <p:cNvSpPr/>
            <p:nvPr/>
          </p:nvSpPr>
          <p:spPr>
            <a:xfrm>
              <a:off x="4149650" y="4973025"/>
              <a:ext cx="84125" cy="14000"/>
            </a:xfrm>
            <a:custGeom>
              <a:avLst/>
              <a:gdLst/>
              <a:ahLst/>
              <a:cxnLst/>
              <a:rect l="l" t="t" r="r" b="b"/>
              <a:pathLst>
                <a:path w="3365" h="560" extrusionOk="0">
                  <a:moveTo>
                    <a:pt x="1497" y="1"/>
                  </a:moveTo>
                  <a:cubicBezTo>
                    <a:pt x="998" y="1"/>
                    <a:pt x="468" y="141"/>
                    <a:pt x="0" y="560"/>
                  </a:cubicBezTo>
                  <a:lnTo>
                    <a:pt x="3365" y="560"/>
                  </a:lnTo>
                  <a:cubicBezTo>
                    <a:pt x="3365" y="560"/>
                    <a:pt x="2494" y="1"/>
                    <a:pt x="14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51"/>
            <p:cNvSpPr/>
            <p:nvPr/>
          </p:nvSpPr>
          <p:spPr>
            <a:xfrm>
              <a:off x="4141325" y="4964825"/>
              <a:ext cx="100775" cy="29725"/>
            </a:xfrm>
            <a:custGeom>
              <a:avLst/>
              <a:gdLst/>
              <a:ahLst/>
              <a:cxnLst/>
              <a:rect l="l" t="t" r="r" b="b"/>
              <a:pathLst>
                <a:path w="4031" h="1189" extrusionOk="0">
                  <a:moveTo>
                    <a:pt x="1812" y="0"/>
                  </a:moveTo>
                  <a:cubicBezTo>
                    <a:pt x="1257" y="0"/>
                    <a:pt x="666" y="185"/>
                    <a:pt x="111" y="666"/>
                  </a:cubicBezTo>
                  <a:cubicBezTo>
                    <a:pt x="0" y="777"/>
                    <a:pt x="0" y="961"/>
                    <a:pt x="111" y="1072"/>
                  </a:cubicBezTo>
                  <a:cubicBezTo>
                    <a:pt x="171" y="1152"/>
                    <a:pt x="251" y="1188"/>
                    <a:pt x="331" y="1188"/>
                  </a:cubicBezTo>
                  <a:cubicBezTo>
                    <a:pt x="399" y="1188"/>
                    <a:pt x="467" y="1161"/>
                    <a:pt x="518" y="1109"/>
                  </a:cubicBezTo>
                  <a:cubicBezTo>
                    <a:pt x="925" y="740"/>
                    <a:pt x="1368" y="629"/>
                    <a:pt x="1812" y="629"/>
                  </a:cubicBezTo>
                  <a:cubicBezTo>
                    <a:pt x="2256" y="629"/>
                    <a:pt x="2699" y="740"/>
                    <a:pt x="2995" y="888"/>
                  </a:cubicBezTo>
                  <a:cubicBezTo>
                    <a:pt x="3180" y="961"/>
                    <a:pt x="3291" y="998"/>
                    <a:pt x="3402" y="1072"/>
                  </a:cubicBezTo>
                  <a:lnTo>
                    <a:pt x="3476" y="1109"/>
                  </a:lnTo>
                  <a:lnTo>
                    <a:pt x="3513" y="1146"/>
                  </a:lnTo>
                  <a:cubicBezTo>
                    <a:pt x="3562" y="1171"/>
                    <a:pt x="3615" y="1183"/>
                    <a:pt x="3669" y="1183"/>
                  </a:cubicBezTo>
                  <a:cubicBezTo>
                    <a:pt x="3776" y="1183"/>
                    <a:pt x="3882" y="1134"/>
                    <a:pt x="3956" y="1035"/>
                  </a:cubicBezTo>
                  <a:cubicBezTo>
                    <a:pt x="4030" y="888"/>
                    <a:pt x="3993" y="703"/>
                    <a:pt x="3845" y="629"/>
                  </a:cubicBezTo>
                  <a:cubicBezTo>
                    <a:pt x="3808" y="629"/>
                    <a:pt x="2921" y="37"/>
                    <a:pt x="1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51"/>
            <p:cNvSpPr/>
            <p:nvPr/>
          </p:nvSpPr>
          <p:spPr>
            <a:xfrm>
              <a:off x="4605300" y="3247525"/>
              <a:ext cx="720950" cy="365125"/>
            </a:xfrm>
            <a:custGeom>
              <a:avLst/>
              <a:gdLst/>
              <a:ahLst/>
              <a:cxnLst/>
              <a:rect l="l" t="t" r="r" b="b"/>
              <a:pathLst>
                <a:path w="28838" h="14605" extrusionOk="0">
                  <a:moveTo>
                    <a:pt x="518" y="1"/>
                  </a:moveTo>
                  <a:cubicBezTo>
                    <a:pt x="223" y="1"/>
                    <a:pt x="1" y="333"/>
                    <a:pt x="149" y="592"/>
                  </a:cubicBezTo>
                  <a:lnTo>
                    <a:pt x="6175" y="14345"/>
                  </a:lnTo>
                  <a:cubicBezTo>
                    <a:pt x="6249" y="14493"/>
                    <a:pt x="6397" y="14604"/>
                    <a:pt x="6544" y="14604"/>
                  </a:cubicBezTo>
                  <a:lnTo>
                    <a:pt x="28320" y="14604"/>
                  </a:lnTo>
                  <a:cubicBezTo>
                    <a:pt x="28653" y="14604"/>
                    <a:pt x="28838" y="14271"/>
                    <a:pt x="28727" y="14013"/>
                  </a:cubicBezTo>
                  <a:lnTo>
                    <a:pt x="22701" y="259"/>
                  </a:lnTo>
                  <a:cubicBezTo>
                    <a:pt x="22627" y="112"/>
                    <a:pt x="22479" y="1"/>
                    <a:pt x="22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51"/>
            <p:cNvSpPr/>
            <p:nvPr/>
          </p:nvSpPr>
          <p:spPr>
            <a:xfrm>
              <a:off x="4599750" y="3240125"/>
              <a:ext cx="732050" cy="379900"/>
            </a:xfrm>
            <a:custGeom>
              <a:avLst/>
              <a:gdLst/>
              <a:ahLst/>
              <a:cxnLst/>
              <a:rect l="l" t="t" r="r" b="b"/>
              <a:pathLst>
                <a:path w="29282" h="15196" extrusionOk="0">
                  <a:moveTo>
                    <a:pt x="22516" y="592"/>
                  </a:moveTo>
                  <a:lnTo>
                    <a:pt x="22627" y="666"/>
                  </a:lnTo>
                  <a:lnTo>
                    <a:pt x="28653" y="14419"/>
                  </a:lnTo>
                  <a:lnTo>
                    <a:pt x="28653" y="14456"/>
                  </a:lnTo>
                  <a:lnTo>
                    <a:pt x="28653" y="14567"/>
                  </a:lnTo>
                  <a:lnTo>
                    <a:pt x="28542" y="14604"/>
                  </a:lnTo>
                  <a:lnTo>
                    <a:pt x="6766" y="14604"/>
                  </a:lnTo>
                  <a:lnTo>
                    <a:pt x="6656" y="14530"/>
                  </a:lnTo>
                  <a:lnTo>
                    <a:pt x="629" y="777"/>
                  </a:lnTo>
                  <a:lnTo>
                    <a:pt x="629" y="740"/>
                  </a:lnTo>
                  <a:lnTo>
                    <a:pt x="666" y="629"/>
                  </a:lnTo>
                  <a:lnTo>
                    <a:pt x="740" y="592"/>
                  </a:lnTo>
                  <a:close/>
                  <a:moveTo>
                    <a:pt x="740" y="1"/>
                  </a:moveTo>
                  <a:cubicBezTo>
                    <a:pt x="334" y="1"/>
                    <a:pt x="1" y="334"/>
                    <a:pt x="1" y="740"/>
                  </a:cubicBezTo>
                  <a:cubicBezTo>
                    <a:pt x="1" y="814"/>
                    <a:pt x="38" y="925"/>
                    <a:pt x="75" y="999"/>
                  </a:cubicBezTo>
                  <a:lnTo>
                    <a:pt x="6101" y="14752"/>
                  </a:lnTo>
                  <a:cubicBezTo>
                    <a:pt x="6212" y="15048"/>
                    <a:pt x="6471" y="15196"/>
                    <a:pt x="6766" y="15196"/>
                  </a:cubicBezTo>
                  <a:lnTo>
                    <a:pt x="28542" y="15196"/>
                  </a:lnTo>
                  <a:cubicBezTo>
                    <a:pt x="28986" y="15196"/>
                    <a:pt x="29282" y="14863"/>
                    <a:pt x="29282" y="14456"/>
                  </a:cubicBezTo>
                  <a:cubicBezTo>
                    <a:pt x="29282" y="14382"/>
                    <a:pt x="29282" y="14272"/>
                    <a:pt x="29245" y="14198"/>
                  </a:cubicBezTo>
                  <a:lnTo>
                    <a:pt x="23181" y="445"/>
                  </a:lnTo>
                  <a:cubicBezTo>
                    <a:pt x="23071" y="149"/>
                    <a:pt x="22812" y="1"/>
                    <a:pt x="22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51"/>
            <p:cNvSpPr/>
            <p:nvPr/>
          </p:nvSpPr>
          <p:spPr>
            <a:xfrm>
              <a:off x="4658900" y="3274325"/>
              <a:ext cx="614675" cy="311500"/>
            </a:xfrm>
            <a:custGeom>
              <a:avLst/>
              <a:gdLst/>
              <a:ahLst/>
              <a:cxnLst/>
              <a:rect l="l" t="t" r="r" b="b"/>
              <a:pathLst>
                <a:path w="24587" h="12460" extrusionOk="0">
                  <a:moveTo>
                    <a:pt x="408" y="1"/>
                  </a:moveTo>
                  <a:cubicBezTo>
                    <a:pt x="149" y="1"/>
                    <a:pt x="1" y="260"/>
                    <a:pt x="75" y="518"/>
                  </a:cubicBezTo>
                  <a:lnTo>
                    <a:pt x="5251" y="12238"/>
                  </a:lnTo>
                  <a:cubicBezTo>
                    <a:pt x="5288" y="12386"/>
                    <a:pt x="5436" y="12460"/>
                    <a:pt x="5547" y="12460"/>
                  </a:cubicBezTo>
                  <a:lnTo>
                    <a:pt x="24143" y="12460"/>
                  </a:lnTo>
                  <a:cubicBezTo>
                    <a:pt x="24402" y="12460"/>
                    <a:pt x="24586" y="12201"/>
                    <a:pt x="24476" y="11942"/>
                  </a:cubicBezTo>
                  <a:lnTo>
                    <a:pt x="19337" y="223"/>
                  </a:lnTo>
                  <a:cubicBezTo>
                    <a:pt x="19263" y="75"/>
                    <a:pt x="19152" y="1"/>
                    <a:pt x="190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51"/>
            <p:cNvSpPr/>
            <p:nvPr/>
          </p:nvSpPr>
          <p:spPr>
            <a:xfrm>
              <a:off x="4652450" y="3266950"/>
              <a:ext cx="626675" cy="326275"/>
            </a:xfrm>
            <a:custGeom>
              <a:avLst/>
              <a:gdLst/>
              <a:ahLst/>
              <a:cxnLst/>
              <a:rect l="l" t="t" r="r" b="b"/>
              <a:pathLst>
                <a:path w="25067" h="13051" extrusionOk="0">
                  <a:moveTo>
                    <a:pt x="19262" y="592"/>
                  </a:moveTo>
                  <a:lnTo>
                    <a:pt x="19299" y="629"/>
                  </a:lnTo>
                  <a:lnTo>
                    <a:pt x="24438" y="12385"/>
                  </a:lnTo>
                  <a:lnTo>
                    <a:pt x="24475" y="12385"/>
                  </a:lnTo>
                  <a:lnTo>
                    <a:pt x="24438" y="12422"/>
                  </a:lnTo>
                  <a:lnTo>
                    <a:pt x="24401" y="12459"/>
                  </a:lnTo>
                  <a:lnTo>
                    <a:pt x="5805" y="12459"/>
                  </a:lnTo>
                  <a:lnTo>
                    <a:pt x="5768" y="12422"/>
                  </a:lnTo>
                  <a:lnTo>
                    <a:pt x="629" y="666"/>
                  </a:lnTo>
                  <a:lnTo>
                    <a:pt x="666" y="592"/>
                  </a:lnTo>
                  <a:close/>
                  <a:moveTo>
                    <a:pt x="666" y="0"/>
                  </a:moveTo>
                  <a:cubicBezTo>
                    <a:pt x="296" y="0"/>
                    <a:pt x="0" y="296"/>
                    <a:pt x="0" y="666"/>
                  </a:cubicBezTo>
                  <a:cubicBezTo>
                    <a:pt x="0" y="739"/>
                    <a:pt x="37" y="850"/>
                    <a:pt x="74" y="924"/>
                  </a:cubicBezTo>
                  <a:lnTo>
                    <a:pt x="5213" y="12644"/>
                  </a:lnTo>
                  <a:cubicBezTo>
                    <a:pt x="5324" y="12903"/>
                    <a:pt x="5546" y="13051"/>
                    <a:pt x="5805" y="13051"/>
                  </a:cubicBezTo>
                  <a:lnTo>
                    <a:pt x="24401" y="13051"/>
                  </a:lnTo>
                  <a:cubicBezTo>
                    <a:pt x="24807" y="13051"/>
                    <a:pt x="25066" y="12755"/>
                    <a:pt x="25066" y="12385"/>
                  </a:cubicBezTo>
                  <a:cubicBezTo>
                    <a:pt x="25066" y="12311"/>
                    <a:pt x="25066" y="12200"/>
                    <a:pt x="25029" y="12126"/>
                  </a:cubicBezTo>
                  <a:lnTo>
                    <a:pt x="19890" y="407"/>
                  </a:lnTo>
                  <a:cubicBezTo>
                    <a:pt x="19779" y="148"/>
                    <a:pt x="19521" y="0"/>
                    <a:pt x="19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51"/>
            <p:cNvSpPr/>
            <p:nvPr/>
          </p:nvSpPr>
          <p:spPr>
            <a:xfrm>
              <a:off x="4761500" y="3589500"/>
              <a:ext cx="818000" cy="26825"/>
            </a:xfrm>
            <a:custGeom>
              <a:avLst/>
              <a:gdLst/>
              <a:ahLst/>
              <a:cxnLst/>
              <a:rect l="l" t="t" r="r" b="b"/>
              <a:pathLst>
                <a:path w="32720" h="1073" extrusionOk="0">
                  <a:moveTo>
                    <a:pt x="1" y="1"/>
                  </a:moveTo>
                  <a:lnTo>
                    <a:pt x="1" y="1073"/>
                  </a:lnTo>
                  <a:lnTo>
                    <a:pt x="32720" y="1073"/>
                  </a:lnTo>
                  <a:lnTo>
                    <a:pt x="327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51"/>
            <p:cNvSpPr/>
            <p:nvPr/>
          </p:nvSpPr>
          <p:spPr>
            <a:xfrm>
              <a:off x="4754100" y="3582125"/>
              <a:ext cx="832800" cy="42525"/>
            </a:xfrm>
            <a:custGeom>
              <a:avLst/>
              <a:gdLst/>
              <a:ahLst/>
              <a:cxnLst/>
              <a:rect l="l" t="t" r="r" b="b"/>
              <a:pathLst>
                <a:path w="33312" h="1701" extrusionOk="0">
                  <a:moveTo>
                    <a:pt x="32720" y="629"/>
                  </a:moveTo>
                  <a:lnTo>
                    <a:pt x="32720" y="1072"/>
                  </a:lnTo>
                  <a:lnTo>
                    <a:pt x="592" y="1072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1368"/>
                  </a:lnTo>
                  <a:cubicBezTo>
                    <a:pt x="1" y="1442"/>
                    <a:pt x="38" y="1553"/>
                    <a:pt x="75" y="1590"/>
                  </a:cubicBezTo>
                  <a:cubicBezTo>
                    <a:pt x="149" y="1664"/>
                    <a:pt x="223" y="1701"/>
                    <a:pt x="297" y="1701"/>
                  </a:cubicBezTo>
                  <a:lnTo>
                    <a:pt x="33016" y="1701"/>
                  </a:lnTo>
                  <a:cubicBezTo>
                    <a:pt x="33090" y="1701"/>
                    <a:pt x="33164" y="1664"/>
                    <a:pt x="33238" y="1590"/>
                  </a:cubicBezTo>
                  <a:cubicBezTo>
                    <a:pt x="33311" y="1553"/>
                    <a:pt x="33311" y="1442"/>
                    <a:pt x="33311" y="1368"/>
                  </a:cubicBezTo>
                  <a:lnTo>
                    <a:pt x="33311" y="296"/>
                  </a:lnTo>
                  <a:cubicBezTo>
                    <a:pt x="33311" y="222"/>
                    <a:pt x="33311" y="148"/>
                    <a:pt x="33238" y="74"/>
                  </a:cubicBezTo>
                  <a:cubicBezTo>
                    <a:pt x="33164" y="37"/>
                    <a:pt x="33090" y="0"/>
                    <a:pt x="330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51"/>
            <p:cNvSpPr/>
            <p:nvPr/>
          </p:nvSpPr>
          <p:spPr>
            <a:xfrm>
              <a:off x="4761500" y="3589500"/>
              <a:ext cx="396550" cy="26825"/>
            </a:xfrm>
            <a:custGeom>
              <a:avLst/>
              <a:gdLst/>
              <a:ahLst/>
              <a:cxnLst/>
              <a:rect l="l" t="t" r="r" b="b"/>
              <a:pathLst>
                <a:path w="15862" h="1073" extrusionOk="0">
                  <a:moveTo>
                    <a:pt x="1" y="1"/>
                  </a:moveTo>
                  <a:lnTo>
                    <a:pt x="1" y="1073"/>
                  </a:lnTo>
                  <a:lnTo>
                    <a:pt x="15861" y="1073"/>
                  </a:lnTo>
                  <a:lnTo>
                    <a:pt x="15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51"/>
            <p:cNvSpPr/>
            <p:nvPr/>
          </p:nvSpPr>
          <p:spPr>
            <a:xfrm>
              <a:off x="4754100" y="3582125"/>
              <a:ext cx="411325" cy="42525"/>
            </a:xfrm>
            <a:custGeom>
              <a:avLst/>
              <a:gdLst/>
              <a:ahLst/>
              <a:cxnLst/>
              <a:rect l="l" t="t" r="r" b="b"/>
              <a:pathLst>
                <a:path w="16453" h="1701" extrusionOk="0">
                  <a:moveTo>
                    <a:pt x="15861" y="629"/>
                  </a:moveTo>
                  <a:lnTo>
                    <a:pt x="15861" y="1072"/>
                  </a:lnTo>
                  <a:lnTo>
                    <a:pt x="592" y="1072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1368"/>
                  </a:lnTo>
                  <a:cubicBezTo>
                    <a:pt x="1" y="1442"/>
                    <a:pt x="38" y="1553"/>
                    <a:pt x="75" y="1590"/>
                  </a:cubicBezTo>
                  <a:cubicBezTo>
                    <a:pt x="149" y="1664"/>
                    <a:pt x="223" y="1701"/>
                    <a:pt x="297" y="1701"/>
                  </a:cubicBezTo>
                  <a:lnTo>
                    <a:pt x="16157" y="1701"/>
                  </a:lnTo>
                  <a:cubicBezTo>
                    <a:pt x="16231" y="1701"/>
                    <a:pt x="16305" y="1664"/>
                    <a:pt x="16379" y="1590"/>
                  </a:cubicBezTo>
                  <a:cubicBezTo>
                    <a:pt x="16453" y="1553"/>
                    <a:pt x="16453" y="1442"/>
                    <a:pt x="16453" y="1368"/>
                  </a:cubicBezTo>
                  <a:lnTo>
                    <a:pt x="16453" y="296"/>
                  </a:lnTo>
                  <a:cubicBezTo>
                    <a:pt x="16453" y="222"/>
                    <a:pt x="16453" y="148"/>
                    <a:pt x="16379" y="74"/>
                  </a:cubicBezTo>
                  <a:cubicBezTo>
                    <a:pt x="16305" y="37"/>
                    <a:pt x="16231" y="0"/>
                    <a:pt x="16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51"/>
            <p:cNvSpPr/>
            <p:nvPr/>
          </p:nvSpPr>
          <p:spPr>
            <a:xfrm>
              <a:off x="4818800" y="2599625"/>
              <a:ext cx="476025" cy="476025"/>
            </a:xfrm>
            <a:custGeom>
              <a:avLst/>
              <a:gdLst/>
              <a:ahLst/>
              <a:cxnLst/>
              <a:rect l="l" t="t" r="r" b="b"/>
              <a:pathLst>
                <a:path w="19041" h="19041" extrusionOk="0">
                  <a:moveTo>
                    <a:pt x="9539" y="0"/>
                  </a:moveTo>
                  <a:cubicBezTo>
                    <a:pt x="4253" y="0"/>
                    <a:pt x="1" y="4252"/>
                    <a:pt x="1" y="9502"/>
                  </a:cubicBezTo>
                  <a:cubicBezTo>
                    <a:pt x="1" y="14788"/>
                    <a:pt x="4253" y="19040"/>
                    <a:pt x="9539" y="19040"/>
                  </a:cubicBezTo>
                  <a:cubicBezTo>
                    <a:pt x="14789" y="19040"/>
                    <a:pt x="19041" y="14788"/>
                    <a:pt x="19041" y="9502"/>
                  </a:cubicBezTo>
                  <a:cubicBezTo>
                    <a:pt x="19041" y="4252"/>
                    <a:pt x="14789" y="0"/>
                    <a:pt x="9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51"/>
            <p:cNvSpPr/>
            <p:nvPr/>
          </p:nvSpPr>
          <p:spPr>
            <a:xfrm>
              <a:off x="4811425" y="2592225"/>
              <a:ext cx="490800" cy="490800"/>
            </a:xfrm>
            <a:custGeom>
              <a:avLst/>
              <a:gdLst/>
              <a:ahLst/>
              <a:cxnLst/>
              <a:rect l="l" t="t" r="r" b="b"/>
              <a:pathLst>
                <a:path w="19632" h="19632" extrusionOk="0">
                  <a:moveTo>
                    <a:pt x="9834" y="592"/>
                  </a:moveTo>
                  <a:cubicBezTo>
                    <a:pt x="12348" y="592"/>
                    <a:pt x="14677" y="1627"/>
                    <a:pt x="16341" y="3291"/>
                  </a:cubicBezTo>
                  <a:cubicBezTo>
                    <a:pt x="18005" y="4954"/>
                    <a:pt x="19040" y="7284"/>
                    <a:pt x="19040" y="9798"/>
                  </a:cubicBezTo>
                  <a:cubicBezTo>
                    <a:pt x="19040" y="12349"/>
                    <a:pt x="18005" y="14641"/>
                    <a:pt x="16341" y="16304"/>
                  </a:cubicBezTo>
                  <a:cubicBezTo>
                    <a:pt x="14677" y="18005"/>
                    <a:pt x="12348" y="19003"/>
                    <a:pt x="9834" y="19003"/>
                  </a:cubicBezTo>
                  <a:cubicBezTo>
                    <a:pt x="7283" y="19003"/>
                    <a:pt x="4991" y="18005"/>
                    <a:pt x="3291" y="16304"/>
                  </a:cubicBezTo>
                  <a:cubicBezTo>
                    <a:pt x="1627" y="14641"/>
                    <a:pt x="629" y="12349"/>
                    <a:pt x="629" y="9798"/>
                  </a:cubicBezTo>
                  <a:cubicBezTo>
                    <a:pt x="629" y="7284"/>
                    <a:pt x="1627" y="4954"/>
                    <a:pt x="3291" y="3291"/>
                  </a:cubicBezTo>
                  <a:cubicBezTo>
                    <a:pt x="4991" y="1627"/>
                    <a:pt x="7283" y="592"/>
                    <a:pt x="9834" y="592"/>
                  </a:cubicBezTo>
                  <a:close/>
                  <a:moveTo>
                    <a:pt x="9834" y="0"/>
                  </a:moveTo>
                  <a:cubicBezTo>
                    <a:pt x="4400" y="0"/>
                    <a:pt x="0" y="4400"/>
                    <a:pt x="0" y="9798"/>
                  </a:cubicBezTo>
                  <a:cubicBezTo>
                    <a:pt x="0" y="15232"/>
                    <a:pt x="4400" y="19632"/>
                    <a:pt x="9834" y="19632"/>
                  </a:cubicBezTo>
                  <a:cubicBezTo>
                    <a:pt x="15232" y="19632"/>
                    <a:pt x="19632" y="15232"/>
                    <a:pt x="19632" y="9798"/>
                  </a:cubicBezTo>
                  <a:cubicBezTo>
                    <a:pt x="19632" y="4400"/>
                    <a:pt x="15232" y="0"/>
                    <a:pt x="9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51"/>
            <p:cNvSpPr/>
            <p:nvPr/>
          </p:nvSpPr>
          <p:spPr>
            <a:xfrm>
              <a:off x="5000900" y="3058050"/>
              <a:ext cx="93375" cy="306875"/>
            </a:xfrm>
            <a:custGeom>
              <a:avLst/>
              <a:gdLst/>
              <a:ahLst/>
              <a:cxnLst/>
              <a:rect l="l" t="t" r="r" b="b"/>
              <a:pathLst>
                <a:path w="3735" h="12275" extrusionOk="0">
                  <a:moveTo>
                    <a:pt x="3734" y="1"/>
                  </a:moveTo>
                  <a:lnTo>
                    <a:pt x="0" y="481"/>
                  </a:lnTo>
                  <a:lnTo>
                    <a:pt x="1738" y="12275"/>
                  </a:lnTo>
                  <a:lnTo>
                    <a:pt x="37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51"/>
            <p:cNvSpPr/>
            <p:nvPr/>
          </p:nvSpPr>
          <p:spPr>
            <a:xfrm>
              <a:off x="4992575" y="3050475"/>
              <a:ext cx="110000" cy="321850"/>
            </a:xfrm>
            <a:custGeom>
              <a:avLst/>
              <a:gdLst/>
              <a:ahLst/>
              <a:cxnLst/>
              <a:rect l="l" t="t" r="r" b="b"/>
              <a:pathLst>
                <a:path w="4400" h="12874" extrusionOk="0">
                  <a:moveTo>
                    <a:pt x="4071" y="1"/>
                  </a:moveTo>
                  <a:cubicBezTo>
                    <a:pt x="3920" y="1"/>
                    <a:pt x="3804" y="106"/>
                    <a:pt x="3771" y="267"/>
                  </a:cubicBezTo>
                  <a:lnTo>
                    <a:pt x="2108" y="10582"/>
                  </a:lnTo>
                  <a:lnTo>
                    <a:pt x="629" y="747"/>
                  </a:lnTo>
                  <a:cubicBezTo>
                    <a:pt x="592" y="599"/>
                    <a:pt x="444" y="489"/>
                    <a:pt x="296" y="489"/>
                  </a:cubicBezTo>
                  <a:cubicBezTo>
                    <a:pt x="111" y="525"/>
                    <a:pt x="0" y="673"/>
                    <a:pt x="37" y="858"/>
                  </a:cubicBezTo>
                  <a:lnTo>
                    <a:pt x="1775" y="12615"/>
                  </a:lnTo>
                  <a:cubicBezTo>
                    <a:pt x="1812" y="12763"/>
                    <a:pt x="1923" y="12874"/>
                    <a:pt x="2071" y="12874"/>
                  </a:cubicBezTo>
                  <a:cubicBezTo>
                    <a:pt x="2219" y="12874"/>
                    <a:pt x="2366" y="12763"/>
                    <a:pt x="2366" y="12615"/>
                  </a:cubicBezTo>
                  <a:lnTo>
                    <a:pt x="4400" y="341"/>
                  </a:lnTo>
                  <a:cubicBezTo>
                    <a:pt x="4400" y="193"/>
                    <a:pt x="4289" y="8"/>
                    <a:pt x="4141" y="8"/>
                  </a:cubicBezTo>
                  <a:cubicBezTo>
                    <a:pt x="4117" y="3"/>
                    <a:pt x="4094" y="1"/>
                    <a:pt x="4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51"/>
            <p:cNvSpPr/>
            <p:nvPr/>
          </p:nvSpPr>
          <p:spPr>
            <a:xfrm>
              <a:off x="3524850" y="3248450"/>
              <a:ext cx="631275" cy="374350"/>
            </a:xfrm>
            <a:custGeom>
              <a:avLst/>
              <a:gdLst/>
              <a:ahLst/>
              <a:cxnLst/>
              <a:rect l="l" t="t" r="r" b="b"/>
              <a:pathLst>
                <a:path w="25251" h="14974" extrusionOk="0">
                  <a:moveTo>
                    <a:pt x="1553" y="1"/>
                  </a:moveTo>
                  <a:cubicBezTo>
                    <a:pt x="703" y="1"/>
                    <a:pt x="0" y="666"/>
                    <a:pt x="0" y="1516"/>
                  </a:cubicBezTo>
                  <a:lnTo>
                    <a:pt x="0" y="14974"/>
                  </a:lnTo>
                  <a:lnTo>
                    <a:pt x="25251" y="14974"/>
                  </a:lnTo>
                  <a:lnTo>
                    <a:pt x="25251" y="1516"/>
                  </a:lnTo>
                  <a:cubicBezTo>
                    <a:pt x="25251" y="666"/>
                    <a:pt x="24586" y="1"/>
                    <a:pt x="237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51"/>
            <p:cNvSpPr/>
            <p:nvPr/>
          </p:nvSpPr>
          <p:spPr>
            <a:xfrm>
              <a:off x="3517450" y="3240125"/>
              <a:ext cx="647000" cy="391000"/>
            </a:xfrm>
            <a:custGeom>
              <a:avLst/>
              <a:gdLst/>
              <a:ahLst/>
              <a:cxnLst/>
              <a:rect l="l" t="t" r="r" b="b"/>
              <a:pathLst>
                <a:path w="25880" h="15640" extrusionOk="0">
                  <a:moveTo>
                    <a:pt x="24031" y="629"/>
                  </a:moveTo>
                  <a:cubicBezTo>
                    <a:pt x="24697" y="629"/>
                    <a:pt x="25251" y="1184"/>
                    <a:pt x="25251" y="1849"/>
                  </a:cubicBezTo>
                  <a:lnTo>
                    <a:pt x="25251" y="15011"/>
                  </a:lnTo>
                  <a:lnTo>
                    <a:pt x="592" y="15011"/>
                  </a:lnTo>
                  <a:lnTo>
                    <a:pt x="592" y="1849"/>
                  </a:lnTo>
                  <a:cubicBezTo>
                    <a:pt x="629" y="1184"/>
                    <a:pt x="1146" y="629"/>
                    <a:pt x="1849" y="629"/>
                  </a:cubicBezTo>
                  <a:close/>
                  <a:moveTo>
                    <a:pt x="1849" y="1"/>
                  </a:moveTo>
                  <a:cubicBezTo>
                    <a:pt x="814" y="1"/>
                    <a:pt x="0" y="851"/>
                    <a:pt x="0" y="1849"/>
                  </a:cubicBezTo>
                  <a:lnTo>
                    <a:pt x="0" y="15307"/>
                  </a:lnTo>
                  <a:cubicBezTo>
                    <a:pt x="0" y="15418"/>
                    <a:pt x="37" y="15492"/>
                    <a:pt x="74" y="15529"/>
                  </a:cubicBezTo>
                  <a:cubicBezTo>
                    <a:pt x="148" y="15603"/>
                    <a:pt x="222" y="15639"/>
                    <a:pt x="296" y="15639"/>
                  </a:cubicBezTo>
                  <a:lnTo>
                    <a:pt x="25547" y="15639"/>
                  </a:lnTo>
                  <a:cubicBezTo>
                    <a:pt x="25658" y="15639"/>
                    <a:pt x="25732" y="15603"/>
                    <a:pt x="25769" y="15529"/>
                  </a:cubicBezTo>
                  <a:cubicBezTo>
                    <a:pt x="25843" y="15492"/>
                    <a:pt x="25880" y="15418"/>
                    <a:pt x="25880" y="15307"/>
                  </a:cubicBezTo>
                  <a:lnTo>
                    <a:pt x="25880" y="1849"/>
                  </a:lnTo>
                  <a:cubicBezTo>
                    <a:pt x="25880" y="851"/>
                    <a:pt x="25029" y="1"/>
                    <a:pt x="24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51"/>
            <p:cNvSpPr/>
            <p:nvPr/>
          </p:nvSpPr>
          <p:spPr>
            <a:xfrm>
              <a:off x="4051675" y="2338050"/>
              <a:ext cx="475100" cy="475100"/>
            </a:xfrm>
            <a:custGeom>
              <a:avLst/>
              <a:gdLst/>
              <a:ahLst/>
              <a:cxnLst/>
              <a:rect l="l" t="t" r="r" b="b"/>
              <a:pathLst>
                <a:path w="19004" h="19004" extrusionOk="0">
                  <a:moveTo>
                    <a:pt x="9502" y="0"/>
                  </a:moveTo>
                  <a:cubicBezTo>
                    <a:pt x="4252" y="0"/>
                    <a:pt x="0" y="4252"/>
                    <a:pt x="0" y="9502"/>
                  </a:cubicBezTo>
                  <a:cubicBezTo>
                    <a:pt x="0" y="14752"/>
                    <a:pt x="4252" y="19003"/>
                    <a:pt x="9502" y="19003"/>
                  </a:cubicBezTo>
                  <a:cubicBezTo>
                    <a:pt x="14752" y="19003"/>
                    <a:pt x="19003" y="14752"/>
                    <a:pt x="19003" y="9502"/>
                  </a:cubicBezTo>
                  <a:cubicBezTo>
                    <a:pt x="19003" y="4252"/>
                    <a:pt x="14752" y="0"/>
                    <a:pt x="9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51"/>
            <p:cNvSpPr/>
            <p:nvPr/>
          </p:nvSpPr>
          <p:spPr>
            <a:xfrm>
              <a:off x="4043350" y="2329725"/>
              <a:ext cx="491725" cy="491750"/>
            </a:xfrm>
            <a:custGeom>
              <a:avLst/>
              <a:gdLst/>
              <a:ahLst/>
              <a:cxnLst/>
              <a:rect l="l" t="t" r="r" b="b"/>
              <a:pathLst>
                <a:path w="19669" h="19670" extrusionOk="0">
                  <a:moveTo>
                    <a:pt x="9835" y="629"/>
                  </a:moveTo>
                  <a:cubicBezTo>
                    <a:pt x="12386" y="629"/>
                    <a:pt x="14678" y="1664"/>
                    <a:pt x="16342" y="3328"/>
                  </a:cubicBezTo>
                  <a:cubicBezTo>
                    <a:pt x="18005" y="4992"/>
                    <a:pt x="19040" y="7284"/>
                    <a:pt x="19040" y="9835"/>
                  </a:cubicBezTo>
                  <a:cubicBezTo>
                    <a:pt x="19040" y="12386"/>
                    <a:pt x="18005" y="14678"/>
                    <a:pt x="16342" y="16342"/>
                  </a:cubicBezTo>
                  <a:cubicBezTo>
                    <a:pt x="14678" y="18005"/>
                    <a:pt x="12386" y="19041"/>
                    <a:pt x="9835" y="19041"/>
                  </a:cubicBezTo>
                  <a:cubicBezTo>
                    <a:pt x="7284" y="19041"/>
                    <a:pt x="4992" y="18005"/>
                    <a:pt x="3328" y="16342"/>
                  </a:cubicBezTo>
                  <a:cubicBezTo>
                    <a:pt x="1664" y="14678"/>
                    <a:pt x="629" y="12386"/>
                    <a:pt x="629" y="9835"/>
                  </a:cubicBezTo>
                  <a:cubicBezTo>
                    <a:pt x="629" y="7284"/>
                    <a:pt x="1664" y="4992"/>
                    <a:pt x="3328" y="3328"/>
                  </a:cubicBezTo>
                  <a:cubicBezTo>
                    <a:pt x="4992" y="1664"/>
                    <a:pt x="7284" y="629"/>
                    <a:pt x="9835" y="629"/>
                  </a:cubicBezTo>
                  <a:close/>
                  <a:moveTo>
                    <a:pt x="9835" y="1"/>
                  </a:moveTo>
                  <a:cubicBezTo>
                    <a:pt x="4400" y="1"/>
                    <a:pt x="1" y="4400"/>
                    <a:pt x="1" y="9835"/>
                  </a:cubicBezTo>
                  <a:cubicBezTo>
                    <a:pt x="1" y="15270"/>
                    <a:pt x="4400" y="19669"/>
                    <a:pt x="9835" y="19669"/>
                  </a:cubicBezTo>
                  <a:cubicBezTo>
                    <a:pt x="15269" y="19669"/>
                    <a:pt x="19669" y="15270"/>
                    <a:pt x="19669" y="9835"/>
                  </a:cubicBezTo>
                  <a:cubicBezTo>
                    <a:pt x="19669" y="4400"/>
                    <a:pt x="15269" y="1"/>
                    <a:pt x="9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51"/>
            <p:cNvSpPr/>
            <p:nvPr/>
          </p:nvSpPr>
          <p:spPr>
            <a:xfrm>
              <a:off x="4112675" y="2789100"/>
              <a:ext cx="193200" cy="368800"/>
            </a:xfrm>
            <a:custGeom>
              <a:avLst/>
              <a:gdLst/>
              <a:ahLst/>
              <a:cxnLst/>
              <a:rect l="l" t="t" r="r" b="b"/>
              <a:pathLst>
                <a:path w="7728" h="14752" extrusionOk="0">
                  <a:moveTo>
                    <a:pt x="7727" y="0"/>
                  </a:moveTo>
                  <a:lnTo>
                    <a:pt x="4511" y="481"/>
                  </a:lnTo>
                  <a:lnTo>
                    <a:pt x="0" y="14751"/>
                  </a:lnTo>
                  <a:lnTo>
                    <a:pt x="7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51"/>
            <p:cNvSpPr/>
            <p:nvPr/>
          </p:nvSpPr>
          <p:spPr>
            <a:xfrm>
              <a:off x="4103425" y="2780975"/>
              <a:ext cx="211675" cy="385050"/>
            </a:xfrm>
            <a:custGeom>
              <a:avLst/>
              <a:gdLst/>
              <a:ahLst/>
              <a:cxnLst/>
              <a:rect l="l" t="t" r="r" b="b"/>
              <a:pathLst>
                <a:path w="8467" h="15402" extrusionOk="0">
                  <a:moveTo>
                    <a:pt x="8121" y="0"/>
                  </a:moveTo>
                  <a:cubicBezTo>
                    <a:pt x="8006" y="0"/>
                    <a:pt x="7893" y="69"/>
                    <a:pt x="7838" y="177"/>
                  </a:cubicBezTo>
                  <a:lnTo>
                    <a:pt x="1701" y="11897"/>
                  </a:lnTo>
                  <a:lnTo>
                    <a:pt x="5140" y="917"/>
                  </a:lnTo>
                  <a:cubicBezTo>
                    <a:pt x="5214" y="769"/>
                    <a:pt x="5103" y="584"/>
                    <a:pt x="4955" y="510"/>
                  </a:cubicBezTo>
                  <a:cubicBezTo>
                    <a:pt x="4935" y="505"/>
                    <a:pt x="4915" y="503"/>
                    <a:pt x="4895" y="503"/>
                  </a:cubicBezTo>
                  <a:cubicBezTo>
                    <a:pt x="4761" y="503"/>
                    <a:pt x="4617" y="603"/>
                    <a:pt x="4585" y="732"/>
                  </a:cubicBezTo>
                  <a:lnTo>
                    <a:pt x="75" y="15003"/>
                  </a:lnTo>
                  <a:cubicBezTo>
                    <a:pt x="1" y="15150"/>
                    <a:pt x="75" y="15298"/>
                    <a:pt x="222" y="15372"/>
                  </a:cubicBezTo>
                  <a:cubicBezTo>
                    <a:pt x="262" y="15392"/>
                    <a:pt x="304" y="15401"/>
                    <a:pt x="346" y="15401"/>
                  </a:cubicBezTo>
                  <a:cubicBezTo>
                    <a:pt x="461" y="15401"/>
                    <a:pt x="575" y="15333"/>
                    <a:pt x="629" y="15224"/>
                  </a:cubicBezTo>
                  <a:lnTo>
                    <a:pt x="8393" y="473"/>
                  </a:lnTo>
                  <a:cubicBezTo>
                    <a:pt x="8467" y="325"/>
                    <a:pt x="8393" y="140"/>
                    <a:pt x="8245" y="29"/>
                  </a:cubicBezTo>
                  <a:cubicBezTo>
                    <a:pt x="8205" y="10"/>
                    <a:pt x="8163" y="0"/>
                    <a:pt x="8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51"/>
            <p:cNvSpPr/>
            <p:nvPr/>
          </p:nvSpPr>
          <p:spPr>
            <a:xfrm>
              <a:off x="2612600" y="3247525"/>
              <a:ext cx="720950" cy="365125"/>
            </a:xfrm>
            <a:custGeom>
              <a:avLst/>
              <a:gdLst/>
              <a:ahLst/>
              <a:cxnLst/>
              <a:rect l="l" t="t" r="r" b="b"/>
              <a:pathLst>
                <a:path w="28838" h="14605" extrusionOk="0">
                  <a:moveTo>
                    <a:pt x="6544" y="1"/>
                  </a:moveTo>
                  <a:cubicBezTo>
                    <a:pt x="6359" y="1"/>
                    <a:pt x="6211" y="112"/>
                    <a:pt x="6137" y="259"/>
                  </a:cubicBezTo>
                  <a:lnTo>
                    <a:pt x="111" y="14013"/>
                  </a:lnTo>
                  <a:cubicBezTo>
                    <a:pt x="0" y="14271"/>
                    <a:pt x="222" y="14604"/>
                    <a:pt x="518" y="14604"/>
                  </a:cubicBezTo>
                  <a:lnTo>
                    <a:pt x="22293" y="14604"/>
                  </a:lnTo>
                  <a:cubicBezTo>
                    <a:pt x="22478" y="14604"/>
                    <a:pt x="22626" y="14493"/>
                    <a:pt x="22663" y="14345"/>
                  </a:cubicBezTo>
                  <a:lnTo>
                    <a:pt x="28726" y="592"/>
                  </a:lnTo>
                  <a:cubicBezTo>
                    <a:pt x="28837" y="333"/>
                    <a:pt x="28615" y="1"/>
                    <a:pt x="283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51"/>
            <p:cNvSpPr/>
            <p:nvPr/>
          </p:nvSpPr>
          <p:spPr>
            <a:xfrm>
              <a:off x="2607050" y="3240125"/>
              <a:ext cx="732025" cy="379900"/>
            </a:xfrm>
            <a:custGeom>
              <a:avLst/>
              <a:gdLst/>
              <a:ahLst/>
              <a:cxnLst/>
              <a:rect l="l" t="t" r="r" b="b"/>
              <a:pathLst>
                <a:path w="29281" h="15196" extrusionOk="0">
                  <a:moveTo>
                    <a:pt x="28542" y="592"/>
                  </a:moveTo>
                  <a:lnTo>
                    <a:pt x="28616" y="629"/>
                  </a:lnTo>
                  <a:lnTo>
                    <a:pt x="28652" y="740"/>
                  </a:lnTo>
                  <a:lnTo>
                    <a:pt x="28652" y="777"/>
                  </a:lnTo>
                  <a:lnTo>
                    <a:pt x="22626" y="14530"/>
                  </a:lnTo>
                  <a:lnTo>
                    <a:pt x="22515" y="14604"/>
                  </a:lnTo>
                  <a:lnTo>
                    <a:pt x="740" y="14604"/>
                  </a:lnTo>
                  <a:lnTo>
                    <a:pt x="666" y="14567"/>
                  </a:lnTo>
                  <a:lnTo>
                    <a:pt x="629" y="14456"/>
                  </a:lnTo>
                  <a:lnTo>
                    <a:pt x="629" y="14419"/>
                  </a:lnTo>
                  <a:lnTo>
                    <a:pt x="6655" y="666"/>
                  </a:lnTo>
                  <a:lnTo>
                    <a:pt x="6766" y="592"/>
                  </a:lnTo>
                  <a:close/>
                  <a:moveTo>
                    <a:pt x="6766" y="1"/>
                  </a:moveTo>
                  <a:cubicBezTo>
                    <a:pt x="6470" y="1"/>
                    <a:pt x="6211" y="149"/>
                    <a:pt x="6100" y="445"/>
                  </a:cubicBezTo>
                  <a:lnTo>
                    <a:pt x="74" y="14198"/>
                  </a:lnTo>
                  <a:lnTo>
                    <a:pt x="74" y="14161"/>
                  </a:lnTo>
                  <a:cubicBezTo>
                    <a:pt x="37" y="14272"/>
                    <a:pt x="0" y="14382"/>
                    <a:pt x="0" y="14456"/>
                  </a:cubicBezTo>
                  <a:cubicBezTo>
                    <a:pt x="0" y="14863"/>
                    <a:pt x="296" y="15196"/>
                    <a:pt x="740" y="15196"/>
                  </a:cubicBezTo>
                  <a:lnTo>
                    <a:pt x="22515" y="15196"/>
                  </a:lnTo>
                  <a:cubicBezTo>
                    <a:pt x="22811" y="15196"/>
                    <a:pt x="23070" y="15048"/>
                    <a:pt x="23181" y="14752"/>
                  </a:cubicBezTo>
                  <a:lnTo>
                    <a:pt x="29207" y="999"/>
                  </a:lnTo>
                  <a:cubicBezTo>
                    <a:pt x="29244" y="925"/>
                    <a:pt x="29281" y="814"/>
                    <a:pt x="29281" y="740"/>
                  </a:cubicBezTo>
                  <a:cubicBezTo>
                    <a:pt x="29281" y="334"/>
                    <a:pt x="28948" y="1"/>
                    <a:pt x="28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51"/>
            <p:cNvSpPr/>
            <p:nvPr/>
          </p:nvSpPr>
          <p:spPr>
            <a:xfrm>
              <a:off x="2665275" y="3274325"/>
              <a:ext cx="615575" cy="311500"/>
            </a:xfrm>
            <a:custGeom>
              <a:avLst/>
              <a:gdLst/>
              <a:ahLst/>
              <a:cxnLst/>
              <a:rect l="l" t="t" r="r" b="b"/>
              <a:pathLst>
                <a:path w="24623" h="12460" extrusionOk="0">
                  <a:moveTo>
                    <a:pt x="5583" y="1"/>
                  </a:moveTo>
                  <a:cubicBezTo>
                    <a:pt x="5435" y="1"/>
                    <a:pt x="5324" y="75"/>
                    <a:pt x="5250" y="223"/>
                  </a:cubicBezTo>
                  <a:lnTo>
                    <a:pt x="111" y="11942"/>
                  </a:lnTo>
                  <a:cubicBezTo>
                    <a:pt x="0" y="12201"/>
                    <a:pt x="185" y="12460"/>
                    <a:pt x="444" y="12460"/>
                  </a:cubicBezTo>
                  <a:lnTo>
                    <a:pt x="19040" y="12460"/>
                  </a:lnTo>
                  <a:cubicBezTo>
                    <a:pt x="19188" y="12460"/>
                    <a:pt x="19299" y="12386"/>
                    <a:pt x="19373" y="12238"/>
                  </a:cubicBezTo>
                  <a:lnTo>
                    <a:pt x="24512" y="518"/>
                  </a:lnTo>
                  <a:cubicBezTo>
                    <a:pt x="24623" y="260"/>
                    <a:pt x="24438" y="1"/>
                    <a:pt x="24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51"/>
            <p:cNvSpPr/>
            <p:nvPr/>
          </p:nvSpPr>
          <p:spPr>
            <a:xfrm>
              <a:off x="2659725" y="3266950"/>
              <a:ext cx="626675" cy="326275"/>
            </a:xfrm>
            <a:custGeom>
              <a:avLst/>
              <a:gdLst/>
              <a:ahLst/>
              <a:cxnLst/>
              <a:rect l="l" t="t" r="r" b="b"/>
              <a:pathLst>
                <a:path w="25067" h="13051" extrusionOk="0">
                  <a:moveTo>
                    <a:pt x="24401" y="592"/>
                  </a:moveTo>
                  <a:lnTo>
                    <a:pt x="24438" y="629"/>
                  </a:lnTo>
                  <a:lnTo>
                    <a:pt x="24438" y="666"/>
                  </a:lnTo>
                  <a:lnTo>
                    <a:pt x="19299" y="12422"/>
                  </a:lnTo>
                  <a:lnTo>
                    <a:pt x="19262" y="12459"/>
                  </a:lnTo>
                  <a:lnTo>
                    <a:pt x="666" y="12459"/>
                  </a:lnTo>
                  <a:lnTo>
                    <a:pt x="629" y="12422"/>
                  </a:lnTo>
                  <a:lnTo>
                    <a:pt x="629" y="12385"/>
                  </a:lnTo>
                  <a:lnTo>
                    <a:pt x="5768" y="629"/>
                  </a:lnTo>
                  <a:lnTo>
                    <a:pt x="5805" y="592"/>
                  </a:lnTo>
                  <a:close/>
                  <a:moveTo>
                    <a:pt x="5805" y="0"/>
                  </a:moveTo>
                  <a:cubicBezTo>
                    <a:pt x="5546" y="0"/>
                    <a:pt x="5324" y="148"/>
                    <a:pt x="5213" y="407"/>
                  </a:cubicBezTo>
                  <a:lnTo>
                    <a:pt x="38" y="12126"/>
                  </a:lnTo>
                  <a:cubicBezTo>
                    <a:pt x="1" y="12200"/>
                    <a:pt x="1" y="12311"/>
                    <a:pt x="1" y="12385"/>
                  </a:cubicBezTo>
                  <a:cubicBezTo>
                    <a:pt x="1" y="12755"/>
                    <a:pt x="296" y="13051"/>
                    <a:pt x="666" y="13051"/>
                  </a:cubicBezTo>
                  <a:lnTo>
                    <a:pt x="19262" y="13051"/>
                  </a:lnTo>
                  <a:cubicBezTo>
                    <a:pt x="19521" y="13051"/>
                    <a:pt x="19743" y="12903"/>
                    <a:pt x="19854" y="12644"/>
                  </a:cubicBezTo>
                  <a:lnTo>
                    <a:pt x="24993" y="924"/>
                  </a:lnTo>
                  <a:cubicBezTo>
                    <a:pt x="25067" y="850"/>
                    <a:pt x="25067" y="739"/>
                    <a:pt x="25067" y="666"/>
                  </a:cubicBezTo>
                  <a:cubicBezTo>
                    <a:pt x="25067" y="296"/>
                    <a:pt x="24771" y="0"/>
                    <a:pt x="24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1"/>
            <p:cNvSpPr/>
            <p:nvPr/>
          </p:nvSpPr>
          <p:spPr>
            <a:xfrm>
              <a:off x="2359350" y="3589500"/>
              <a:ext cx="818000" cy="26825"/>
            </a:xfrm>
            <a:custGeom>
              <a:avLst/>
              <a:gdLst/>
              <a:ahLst/>
              <a:cxnLst/>
              <a:rect l="l" t="t" r="r" b="b"/>
              <a:pathLst>
                <a:path w="32720" h="1073" extrusionOk="0">
                  <a:moveTo>
                    <a:pt x="0" y="1"/>
                  </a:moveTo>
                  <a:lnTo>
                    <a:pt x="0" y="1073"/>
                  </a:lnTo>
                  <a:lnTo>
                    <a:pt x="32719" y="1073"/>
                  </a:lnTo>
                  <a:lnTo>
                    <a:pt x="327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1"/>
            <p:cNvSpPr/>
            <p:nvPr/>
          </p:nvSpPr>
          <p:spPr>
            <a:xfrm>
              <a:off x="2351950" y="3582125"/>
              <a:ext cx="833700" cy="42525"/>
            </a:xfrm>
            <a:custGeom>
              <a:avLst/>
              <a:gdLst/>
              <a:ahLst/>
              <a:cxnLst/>
              <a:rect l="l" t="t" r="r" b="b"/>
              <a:pathLst>
                <a:path w="33348" h="1701" extrusionOk="0">
                  <a:moveTo>
                    <a:pt x="32719" y="629"/>
                  </a:moveTo>
                  <a:lnTo>
                    <a:pt x="32719" y="1072"/>
                  </a:lnTo>
                  <a:lnTo>
                    <a:pt x="592" y="1072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368"/>
                  </a:lnTo>
                  <a:cubicBezTo>
                    <a:pt x="0" y="1442"/>
                    <a:pt x="37" y="1553"/>
                    <a:pt x="74" y="1590"/>
                  </a:cubicBezTo>
                  <a:cubicBezTo>
                    <a:pt x="148" y="1664"/>
                    <a:pt x="222" y="1701"/>
                    <a:pt x="296" y="1701"/>
                  </a:cubicBezTo>
                  <a:lnTo>
                    <a:pt x="33015" y="1701"/>
                  </a:lnTo>
                  <a:cubicBezTo>
                    <a:pt x="33089" y="1701"/>
                    <a:pt x="33200" y="1664"/>
                    <a:pt x="33237" y="1590"/>
                  </a:cubicBezTo>
                  <a:cubicBezTo>
                    <a:pt x="33311" y="1553"/>
                    <a:pt x="33348" y="1442"/>
                    <a:pt x="33348" y="1368"/>
                  </a:cubicBezTo>
                  <a:lnTo>
                    <a:pt x="33348" y="296"/>
                  </a:lnTo>
                  <a:cubicBezTo>
                    <a:pt x="33348" y="222"/>
                    <a:pt x="33311" y="148"/>
                    <a:pt x="33237" y="74"/>
                  </a:cubicBezTo>
                  <a:cubicBezTo>
                    <a:pt x="33200" y="37"/>
                    <a:pt x="33089" y="0"/>
                    <a:pt x="33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1"/>
            <p:cNvSpPr/>
            <p:nvPr/>
          </p:nvSpPr>
          <p:spPr>
            <a:xfrm>
              <a:off x="2780800" y="3589500"/>
              <a:ext cx="396550" cy="26825"/>
            </a:xfrm>
            <a:custGeom>
              <a:avLst/>
              <a:gdLst/>
              <a:ahLst/>
              <a:cxnLst/>
              <a:rect l="l" t="t" r="r" b="b"/>
              <a:pathLst>
                <a:path w="15862" h="1073" extrusionOk="0">
                  <a:moveTo>
                    <a:pt x="1" y="1"/>
                  </a:moveTo>
                  <a:lnTo>
                    <a:pt x="1" y="1073"/>
                  </a:lnTo>
                  <a:lnTo>
                    <a:pt x="15861" y="1073"/>
                  </a:lnTo>
                  <a:lnTo>
                    <a:pt x="15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1"/>
            <p:cNvSpPr/>
            <p:nvPr/>
          </p:nvSpPr>
          <p:spPr>
            <a:xfrm>
              <a:off x="2773400" y="3582125"/>
              <a:ext cx="412250" cy="42525"/>
            </a:xfrm>
            <a:custGeom>
              <a:avLst/>
              <a:gdLst/>
              <a:ahLst/>
              <a:cxnLst/>
              <a:rect l="l" t="t" r="r" b="b"/>
              <a:pathLst>
                <a:path w="16490" h="1701" extrusionOk="0">
                  <a:moveTo>
                    <a:pt x="15861" y="629"/>
                  </a:moveTo>
                  <a:lnTo>
                    <a:pt x="15861" y="1072"/>
                  </a:lnTo>
                  <a:lnTo>
                    <a:pt x="593" y="1072"/>
                  </a:lnTo>
                  <a:lnTo>
                    <a:pt x="593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1368"/>
                  </a:lnTo>
                  <a:cubicBezTo>
                    <a:pt x="1" y="1442"/>
                    <a:pt x="38" y="1553"/>
                    <a:pt x="75" y="1590"/>
                  </a:cubicBezTo>
                  <a:cubicBezTo>
                    <a:pt x="149" y="1664"/>
                    <a:pt x="223" y="1701"/>
                    <a:pt x="297" y="1701"/>
                  </a:cubicBezTo>
                  <a:lnTo>
                    <a:pt x="16157" y="1701"/>
                  </a:lnTo>
                  <a:cubicBezTo>
                    <a:pt x="16231" y="1701"/>
                    <a:pt x="16342" y="1664"/>
                    <a:pt x="16379" y="1590"/>
                  </a:cubicBezTo>
                  <a:cubicBezTo>
                    <a:pt x="16453" y="1553"/>
                    <a:pt x="16490" y="1442"/>
                    <a:pt x="16490" y="1368"/>
                  </a:cubicBezTo>
                  <a:lnTo>
                    <a:pt x="16490" y="296"/>
                  </a:lnTo>
                  <a:cubicBezTo>
                    <a:pt x="16490" y="222"/>
                    <a:pt x="16453" y="148"/>
                    <a:pt x="16379" y="74"/>
                  </a:cubicBezTo>
                  <a:cubicBezTo>
                    <a:pt x="16342" y="37"/>
                    <a:pt x="16231" y="0"/>
                    <a:pt x="16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51"/>
            <p:cNvSpPr/>
            <p:nvPr/>
          </p:nvSpPr>
          <p:spPr>
            <a:xfrm>
              <a:off x="2617200" y="2599625"/>
              <a:ext cx="476025" cy="476025"/>
            </a:xfrm>
            <a:custGeom>
              <a:avLst/>
              <a:gdLst/>
              <a:ahLst/>
              <a:cxnLst/>
              <a:rect l="l" t="t" r="r" b="b"/>
              <a:pathLst>
                <a:path w="19041" h="19041" extrusionOk="0">
                  <a:moveTo>
                    <a:pt x="9539" y="0"/>
                  </a:moveTo>
                  <a:cubicBezTo>
                    <a:pt x="4290" y="0"/>
                    <a:pt x="1" y="4252"/>
                    <a:pt x="1" y="9502"/>
                  </a:cubicBezTo>
                  <a:cubicBezTo>
                    <a:pt x="1" y="14788"/>
                    <a:pt x="4290" y="19040"/>
                    <a:pt x="9539" y="19040"/>
                  </a:cubicBezTo>
                  <a:cubicBezTo>
                    <a:pt x="14789" y="19040"/>
                    <a:pt x="19041" y="14788"/>
                    <a:pt x="19041" y="9502"/>
                  </a:cubicBezTo>
                  <a:cubicBezTo>
                    <a:pt x="19041" y="4252"/>
                    <a:pt x="14789" y="0"/>
                    <a:pt x="9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51"/>
            <p:cNvSpPr/>
            <p:nvPr/>
          </p:nvSpPr>
          <p:spPr>
            <a:xfrm>
              <a:off x="2609825" y="2592225"/>
              <a:ext cx="490800" cy="490800"/>
            </a:xfrm>
            <a:custGeom>
              <a:avLst/>
              <a:gdLst/>
              <a:ahLst/>
              <a:cxnLst/>
              <a:rect l="l" t="t" r="r" b="b"/>
              <a:pathLst>
                <a:path w="19632" h="19632" extrusionOk="0">
                  <a:moveTo>
                    <a:pt x="9834" y="592"/>
                  </a:moveTo>
                  <a:cubicBezTo>
                    <a:pt x="12385" y="592"/>
                    <a:pt x="14678" y="1627"/>
                    <a:pt x="16341" y="3291"/>
                  </a:cubicBezTo>
                  <a:cubicBezTo>
                    <a:pt x="18005" y="4954"/>
                    <a:pt x="19040" y="7284"/>
                    <a:pt x="19040" y="9798"/>
                  </a:cubicBezTo>
                  <a:cubicBezTo>
                    <a:pt x="19040" y="12349"/>
                    <a:pt x="18005" y="14641"/>
                    <a:pt x="16341" y="16304"/>
                  </a:cubicBezTo>
                  <a:cubicBezTo>
                    <a:pt x="14678" y="18005"/>
                    <a:pt x="12385" y="19003"/>
                    <a:pt x="9834" y="19003"/>
                  </a:cubicBezTo>
                  <a:cubicBezTo>
                    <a:pt x="7283" y="19003"/>
                    <a:pt x="4991" y="18005"/>
                    <a:pt x="3328" y="16304"/>
                  </a:cubicBezTo>
                  <a:cubicBezTo>
                    <a:pt x="1664" y="14641"/>
                    <a:pt x="629" y="12349"/>
                    <a:pt x="629" y="9798"/>
                  </a:cubicBezTo>
                  <a:cubicBezTo>
                    <a:pt x="629" y="7284"/>
                    <a:pt x="1664" y="4954"/>
                    <a:pt x="3328" y="3291"/>
                  </a:cubicBezTo>
                  <a:cubicBezTo>
                    <a:pt x="4991" y="1627"/>
                    <a:pt x="7283" y="592"/>
                    <a:pt x="9834" y="592"/>
                  </a:cubicBezTo>
                  <a:close/>
                  <a:moveTo>
                    <a:pt x="9834" y="0"/>
                  </a:moveTo>
                  <a:cubicBezTo>
                    <a:pt x="4400" y="0"/>
                    <a:pt x="0" y="4400"/>
                    <a:pt x="0" y="9798"/>
                  </a:cubicBezTo>
                  <a:cubicBezTo>
                    <a:pt x="0" y="15232"/>
                    <a:pt x="4400" y="19632"/>
                    <a:pt x="9834" y="19632"/>
                  </a:cubicBezTo>
                  <a:cubicBezTo>
                    <a:pt x="15232" y="19632"/>
                    <a:pt x="19632" y="15232"/>
                    <a:pt x="19632" y="9798"/>
                  </a:cubicBezTo>
                  <a:cubicBezTo>
                    <a:pt x="19632" y="4400"/>
                    <a:pt x="15232" y="0"/>
                    <a:pt x="9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51"/>
            <p:cNvSpPr/>
            <p:nvPr/>
          </p:nvSpPr>
          <p:spPr>
            <a:xfrm>
              <a:off x="2855675" y="3045125"/>
              <a:ext cx="68425" cy="300400"/>
            </a:xfrm>
            <a:custGeom>
              <a:avLst/>
              <a:gdLst/>
              <a:ahLst/>
              <a:cxnLst/>
              <a:rect l="l" t="t" r="r" b="b"/>
              <a:pathLst>
                <a:path w="2737" h="12016" extrusionOk="0">
                  <a:moveTo>
                    <a:pt x="2736" y="0"/>
                  </a:moveTo>
                  <a:lnTo>
                    <a:pt x="0" y="1220"/>
                  </a:lnTo>
                  <a:lnTo>
                    <a:pt x="2219" y="12016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51"/>
            <p:cNvSpPr/>
            <p:nvPr/>
          </p:nvSpPr>
          <p:spPr>
            <a:xfrm>
              <a:off x="2847350" y="3037950"/>
              <a:ext cx="84125" cy="315900"/>
            </a:xfrm>
            <a:custGeom>
              <a:avLst/>
              <a:gdLst/>
              <a:ahLst/>
              <a:cxnLst/>
              <a:rect l="l" t="t" r="r" b="b"/>
              <a:pathLst>
                <a:path w="3365" h="12636" extrusionOk="0">
                  <a:moveTo>
                    <a:pt x="2736" y="768"/>
                  </a:moveTo>
                  <a:lnTo>
                    <a:pt x="2367" y="9789"/>
                  </a:lnTo>
                  <a:lnTo>
                    <a:pt x="677" y="1664"/>
                  </a:lnTo>
                  <a:lnTo>
                    <a:pt x="677" y="1664"/>
                  </a:lnTo>
                  <a:lnTo>
                    <a:pt x="2736" y="768"/>
                  </a:lnTo>
                  <a:close/>
                  <a:moveTo>
                    <a:pt x="3083" y="1"/>
                  </a:moveTo>
                  <a:cubicBezTo>
                    <a:pt x="3032" y="1"/>
                    <a:pt x="2977" y="10"/>
                    <a:pt x="2921" y="28"/>
                  </a:cubicBezTo>
                  <a:lnTo>
                    <a:pt x="185" y="1211"/>
                  </a:lnTo>
                  <a:cubicBezTo>
                    <a:pt x="75" y="1285"/>
                    <a:pt x="1" y="1433"/>
                    <a:pt x="38" y="1544"/>
                  </a:cubicBezTo>
                  <a:lnTo>
                    <a:pt x="2256" y="12376"/>
                  </a:lnTo>
                  <a:cubicBezTo>
                    <a:pt x="2293" y="12524"/>
                    <a:pt x="2441" y="12635"/>
                    <a:pt x="2589" y="12635"/>
                  </a:cubicBezTo>
                  <a:cubicBezTo>
                    <a:pt x="2736" y="12598"/>
                    <a:pt x="2847" y="12487"/>
                    <a:pt x="2847" y="12340"/>
                  </a:cubicBezTo>
                  <a:lnTo>
                    <a:pt x="3365" y="324"/>
                  </a:lnTo>
                  <a:cubicBezTo>
                    <a:pt x="3365" y="213"/>
                    <a:pt x="3328" y="102"/>
                    <a:pt x="3217" y="28"/>
                  </a:cubicBezTo>
                  <a:cubicBezTo>
                    <a:pt x="3180" y="10"/>
                    <a:pt x="3134" y="1"/>
                    <a:pt x="30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51"/>
            <p:cNvSpPr/>
            <p:nvPr/>
          </p:nvSpPr>
          <p:spPr>
            <a:xfrm>
              <a:off x="4462975" y="3403725"/>
              <a:ext cx="145125" cy="213525"/>
            </a:xfrm>
            <a:custGeom>
              <a:avLst/>
              <a:gdLst/>
              <a:ahLst/>
              <a:cxnLst/>
              <a:rect l="l" t="t" r="r" b="b"/>
              <a:pathLst>
                <a:path w="5805" h="8541" extrusionOk="0">
                  <a:moveTo>
                    <a:pt x="0" y="1"/>
                  </a:moveTo>
                  <a:lnTo>
                    <a:pt x="0" y="8541"/>
                  </a:lnTo>
                  <a:lnTo>
                    <a:pt x="5805" y="8541"/>
                  </a:lnTo>
                  <a:lnTo>
                    <a:pt x="58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51"/>
            <p:cNvSpPr/>
            <p:nvPr/>
          </p:nvSpPr>
          <p:spPr>
            <a:xfrm>
              <a:off x="4455575" y="3396325"/>
              <a:ext cx="159925" cy="228325"/>
            </a:xfrm>
            <a:custGeom>
              <a:avLst/>
              <a:gdLst/>
              <a:ahLst/>
              <a:cxnLst/>
              <a:rect l="l" t="t" r="r" b="b"/>
              <a:pathLst>
                <a:path w="6397" h="9133" extrusionOk="0">
                  <a:moveTo>
                    <a:pt x="5768" y="592"/>
                  </a:moveTo>
                  <a:lnTo>
                    <a:pt x="5768" y="8504"/>
                  </a:lnTo>
                  <a:lnTo>
                    <a:pt x="629" y="8504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75"/>
                  </a:cubicBezTo>
                  <a:cubicBezTo>
                    <a:pt x="37" y="149"/>
                    <a:pt x="0" y="223"/>
                    <a:pt x="0" y="297"/>
                  </a:cubicBezTo>
                  <a:lnTo>
                    <a:pt x="0" y="8837"/>
                  </a:lnTo>
                  <a:cubicBezTo>
                    <a:pt x="0" y="8911"/>
                    <a:pt x="37" y="8985"/>
                    <a:pt x="74" y="9059"/>
                  </a:cubicBezTo>
                  <a:cubicBezTo>
                    <a:pt x="148" y="9096"/>
                    <a:pt x="222" y="9133"/>
                    <a:pt x="296" y="9133"/>
                  </a:cubicBezTo>
                  <a:lnTo>
                    <a:pt x="6101" y="9133"/>
                  </a:lnTo>
                  <a:cubicBezTo>
                    <a:pt x="6175" y="9133"/>
                    <a:pt x="6248" y="9096"/>
                    <a:pt x="6285" y="9059"/>
                  </a:cubicBezTo>
                  <a:cubicBezTo>
                    <a:pt x="6359" y="8985"/>
                    <a:pt x="6396" y="8911"/>
                    <a:pt x="6396" y="8837"/>
                  </a:cubicBezTo>
                  <a:lnTo>
                    <a:pt x="6396" y="297"/>
                  </a:lnTo>
                  <a:cubicBezTo>
                    <a:pt x="6396" y="223"/>
                    <a:pt x="6359" y="149"/>
                    <a:pt x="6285" y="75"/>
                  </a:cubicBezTo>
                  <a:cubicBezTo>
                    <a:pt x="6248" y="38"/>
                    <a:pt x="6175" y="1"/>
                    <a:pt x="6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51"/>
            <p:cNvSpPr/>
            <p:nvPr/>
          </p:nvSpPr>
          <p:spPr>
            <a:xfrm>
              <a:off x="4570175" y="3443475"/>
              <a:ext cx="77675" cy="144200"/>
            </a:xfrm>
            <a:custGeom>
              <a:avLst/>
              <a:gdLst/>
              <a:ahLst/>
              <a:cxnLst/>
              <a:rect l="l" t="t" r="r" b="b"/>
              <a:pathLst>
                <a:path w="3107" h="5768" extrusionOk="0">
                  <a:moveTo>
                    <a:pt x="481" y="0"/>
                  </a:moveTo>
                  <a:cubicBezTo>
                    <a:pt x="186" y="0"/>
                    <a:pt x="1" y="222"/>
                    <a:pt x="1" y="481"/>
                  </a:cubicBezTo>
                  <a:cubicBezTo>
                    <a:pt x="1" y="740"/>
                    <a:pt x="186" y="962"/>
                    <a:pt x="481" y="962"/>
                  </a:cubicBezTo>
                  <a:lnTo>
                    <a:pt x="1258" y="962"/>
                  </a:lnTo>
                  <a:cubicBezTo>
                    <a:pt x="1738" y="962"/>
                    <a:pt x="2145" y="1368"/>
                    <a:pt x="2145" y="1849"/>
                  </a:cubicBezTo>
                  <a:lnTo>
                    <a:pt x="2145" y="3919"/>
                  </a:lnTo>
                  <a:cubicBezTo>
                    <a:pt x="2145" y="4437"/>
                    <a:pt x="1738" y="4844"/>
                    <a:pt x="1258" y="4844"/>
                  </a:cubicBezTo>
                  <a:lnTo>
                    <a:pt x="629" y="4844"/>
                  </a:lnTo>
                  <a:cubicBezTo>
                    <a:pt x="371" y="4844"/>
                    <a:pt x="149" y="5028"/>
                    <a:pt x="149" y="5287"/>
                  </a:cubicBezTo>
                  <a:cubicBezTo>
                    <a:pt x="149" y="5583"/>
                    <a:pt x="371" y="5768"/>
                    <a:pt x="629" y="5768"/>
                  </a:cubicBezTo>
                  <a:lnTo>
                    <a:pt x="1258" y="5768"/>
                  </a:lnTo>
                  <a:cubicBezTo>
                    <a:pt x="2256" y="5768"/>
                    <a:pt x="3106" y="4955"/>
                    <a:pt x="3106" y="3919"/>
                  </a:cubicBezTo>
                  <a:lnTo>
                    <a:pt x="3106" y="1849"/>
                  </a:lnTo>
                  <a:cubicBezTo>
                    <a:pt x="3106" y="851"/>
                    <a:pt x="2256" y="0"/>
                    <a:pt x="1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51"/>
            <p:cNvSpPr/>
            <p:nvPr/>
          </p:nvSpPr>
          <p:spPr>
            <a:xfrm>
              <a:off x="4561875" y="3436075"/>
              <a:ext cx="93375" cy="159925"/>
            </a:xfrm>
            <a:custGeom>
              <a:avLst/>
              <a:gdLst/>
              <a:ahLst/>
              <a:cxnLst/>
              <a:rect l="l" t="t" r="r" b="b"/>
              <a:pathLst>
                <a:path w="3735" h="6397" extrusionOk="0">
                  <a:moveTo>
                    <a:pt x="1590" y="592"/>
                  </a:moveTo>
                  <a:cubicBezTo>
                    <a:pt x="2440" y="629"/>
                    <a:pt x="3106" y="1295"/>
                    <a:pt x="3106" y="2145"/>
                  </a:cubicBezTo>
                  <a:lnTo>
                    <a:pt x="3106" y="4215"/>
                  </a:lnTo>
                  <a:cubicBezTo>
                    <a:pt x="3106" y="5066"/>
                    <a:pt x="2440" y="5768"/>
                    <a:pt x="1590" y="5768"/>
                  </a:cubicBezTo>
                  <a:lnTo>
                    <a:pt x="961" y="5768"/>
                  </a:lnTo>
                  <a:cubicBezTo>
                    <a:pt x="887" y="5768"/>
                    <a:pt x="813" y="5694"/>
                    <a:pt x="813" y="5583"/>
                  </a:cubicBezTo>
                  <a:cubicBezTo>
                    <a:pt x="813" y="5509"/>
                    <a:pt x="887" y="5435"/>
                    <a:pt x="961" y="5435"/>
                  </a:cubicBezTo>
                  <a:lnTo>
                    <a:pt x="1590" y="5435"/>
                  </a:lnTo>
                  <a:cubicBezTo>
                    <a:pt x="2255" y="5435"/>
                    <a:pt x="2773" y="4881"/>
                    <a:pt x="2773" y="4215"/>
                  </a:cubicBezTo>
                  <a:lnTo>
                    <a:pt x="2773" y="2145"/>
                  </a:lnTo>
                  <a:cubicBezTo>
                    <a:pt x="2773" y="1480"/>
                    <a:pt x="2255" y="962"/>
                    <a:pt x="1590" y="962"/>
                  </a:cubicBezTo>
                  <a:lnTo>
                    <a:pt x="813" y="962"/>
                  </a:lnTo>
                  <a:cubicBezTo>
                    <a:pt x="703" y="962"/>
                    <a:pt x="629" y="888"/>
                    <a:pt x="629" y="777"/>
                  </a:cubicBezTo>
                  <a:cubicBezTo>
                    <a:pt x="629" y="703"/>
                    <a:pt x="703" y="592"/>
                    <a:pt x="813" y="592"/>
                  </a:cubicBezTo>
                  <a:close/>
                  <a:moveTo>
                    <a:pt x="813" y="1"/>
                  </a:moveTo>
                  <a:cubicBezTo>
                    <a:pt x="370" y="1"/>
                    <a:pt x="0" y="333"/>
                    <a:pt x="0" y="777"/>
                  </a:cubicBezTo>
                  <a:cubicBezTo>
                    <a:pt x="0" y="1221"/>
                    <a:pt x="370" y="1553"/>
                    <a:pt x="813" y="1553"/>
                  </a:cubicBezTo>
                  <a:lnTo>
                    <a:pt x="1590" y="1553"/>
                  </a:lnTo>
                  <a:cubicBezTo>
                    <a:pt x="1886" y="1553"/>
                    <a:pt x="2181" y="1812"/>
                    <a:pt x="2181" y="2145"/>
                  </a:cubicBezTo>
                  <a:lnTo>
                    <a:pt x="2181" y="4215"/>
                  </a:lnTo>
                  <a:cubicBezTo>
                    <a:pt x="2181" y="4548"/>
                    <a:pt x="1886" y="4807"/>
                    <a:pt x="1590" y="4807"/>
                  </a:cubicBezTo>
                  <a:lnTo>
                    <a:pt x="961" y="4807"/>
                  </a:lnTo>
                  <a:cubicBezTo>
                    <a:pt x="518" y="4807"/>
                    <a:pt x="185" y="5177"/>
                    <a:pt x="185" y="5583"/>
                  </a:cubicBezTo>
                  <a:cubicBezTo>
                    <a:pt x="185" y="6027"/>
                    <a:pt x="518" y="6397"/>
                    <a:pt x="961" y="6397"/>
                  </a:cubicBezTo>
                  <a:lnTo>
                    <a:pt x="1590" y="6397"/>
                  </a:lnTo>
                  <a:cubicBezTo>
                    <a:pt x="2773" y="6397"/>
                    <a:pt x="3734" y="5398"/>
                    <a:pt x="3734" y="4215"/>
                  </a:cubicBezTo>
                  <a:lnTo>
                    <a:pt x="3734" y="2145"/>
                  </a:lnTo>
                  <a:cubicBezTo>
                    <a:pt x="3734" y="962"/>
                    <a:pt x="2773" y="1"/>
                    <a:pt x="1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51"/>
            <p:cNvSpPr/>
            <p:nvPr/>
          </p:nvSpPr>
          <p:spPr>
            <a:xfrm>
              <a:off x="4999975" y="3728150"/>
              <a:ext cx="140500" cy="1346100"/>
            </a:xfrm>
            <a:custGeom>
              <a:avLst/>
              <a:gdLst/>
              <a:ahLst/>
              <a:cxnLst/>
              <a:rect l="l" t="t" r="r" b="b"/>
              <a:pathLst>
                <a:path w="5620" h="53844" extrusionOk="0">
                  <a:moveTo>
                    <a:pt x="0" y="0"/>
                  </a:moveTo>
                  <a:lnTo>
                    <a:pt x="4474" y="53312"/>
                  </a:lnTo>
                  <a:cubicBezTo>
                    <a:pt x="4506" y="53634"/>
                    <a:pt x="4762" y="53844"/>
                    <a:pt x="5048" y="53844"/>
                  </a:cubicBezTo>
                  <a:cubicBezTo>
                    <a:pt x="5090" y="53844"/>
                    <a:pt x="5133" y="53839"/>
                    <a:pt x="5176" y="53830"/>
                  </a:cubicBezTo>
                  <a:cubicBezTo>
                    <a:pt x="5435" y="53756"/>
                    <a:pt x="5620" y="53497"/>
                    <a:pt x="5620" y="53201"/>
                  </a:cubicBezTo>
                  <a:lnTo>
                    <a:pt x="2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51"/>
            <p:cNvSpPr/>
            <p:nvPr/>
          </p:nvSpPr>
          <p:spPr>
            <a:xfrm>
              <a:off x="4991650" y="3720750"/>
              <a:ext cx="156225" cy="1360550"/>
            </a:xfrm>
            <a:custGeom>
              <a:avLst/>
              <a:gdLst/>
              <a:ahLst/>
              <a:cxnLst/>
              <a:rect l="l" t="t" r="r" b="b"/>
              <a:pathLst>
                <a:path w="6249" h="54422" extrusionOk="0">
                  <a:moveTo>
                    <a:pt x="2588" y="629"/>
                  </a:moveTo>
                  <a:lnTo>
                    <a:pt x="5620" y="53497"/>
                  </a:lnTo>
                  <a:lnTo>
                    <a:pt x="5620" y="53534"/>
                  </a:lnTo>
                  <a:lnTo>
                    <a:pt x="5620" y="53571"/>
                  </a:lnTo>
                  <a:cubicBezTo>
                    <a:pt x="5620" y="53682"/>
                    <a:pt x="5546" y="53793"/>
                    <a:pt x="5435" y="53793"/>
                  </a:cubicBezTo>
                  <a:lnTo>
                    <a:pt x="5361" y="53830"/>
                  </a:lnTo>
                  <a:cubicBezTo>
                    <a:pt x="5250" y="53830"/>
                    <a:pt x="5139" y="53719"/>
                    <a:pt x="5102" y="53571"/>
                  </a:cubicBezTo>
                  <a:lnTo>
                    <a:pt x="5099" y="53572"/>
                  </a:lnTo>
                  <a:lnTo>
                    <a:pt x="5099" y="53572"/>
                  </a:lnTo>
                  <a:lnTo>
                    <a:pt x="657" y="629"/>
                  </a:lnTo>
                  <a:close/>
                  <a:moveTo>
                    <a:pt x="333" y="1"/>
                  </a:moveTo>
                  <a:cubicBezTo>
                    <a:pt x="222" y="1"/>
                    <a:pt x="148" y="38"/>
                    <a:pt x="111" y="112"/>
                  </a:cubicBezTo>
                  <a:cubicBezTo>
                    <a:pt x="37" y="149"/>
                    <a:pt x="0" y="259"/>
                    <a:pt x="0" y="333"/>
                  </a:cubicBezTo>
                  <a:lnTo>
                    <a:pt x="4511" y="53645"/>
                  </a:lnTo>
                  <a:lnTo>
                    <a:pt x="4511" y="53682"/>
                  </a:lnTo>
                  <a:cubicBezTo>
                    <a:pt x="4548" y="54126"/>
                    <a:pt x="4954" y="54422"/>
                    <a:pt x="5361" y="54422"/>
                  </a:cubicBezTo>
                  <a:lnTo>
                    <a:pt x="5583" y="54422"/>
                  </a:lnTo>
                  <a:cubicBezTo>
                    <a:pt x="5990" y="54311"/>
                    <a:pt x="6248" y="53941"/>
                    <a:pt x="6248" y="53571"/>
                  </a:cubicBezTo>
                  <a:lnTo>
                    <a:pt x="6248" y="53460"/>
                  </a:lnTo>
                  <a:lnTo>
                    <a:pt x="3180" y="296"/>
                  </a:lnTo>
                  <a:cubicBezTo>
                    <a:pt x="3180" y="112"/>
                    <a:pt x="3069" y="1"/>
                    <a:pt x="2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51"/>
            <p:cNvSpPr/>
            <p:nvPr/>
          </p:nvSpPr>
          <p:spPr>
            <a:xfrm>
              <a:off x="5752325" y="3728150"/>
              <a:ext cx="141425" cy="1349800"/>
            </a:xfrm>
            <a:custGeom>
              <a:avLst/>
              <a:gdLst/>
              <a:ahLst/>
              <a:cxnLst/>
              <a:rect l="l" t="t" r="r" b="b"/>
              <a:pathLst>
                <a:path w="5657" h="53992" extrusionOk="0">
                  <a:moveTo>
                    <a:pt x="0" y="0"/>
                  </a:moveTo>
                  <a:lnTo>
                    <a:pt x="4474" y="53497"/>
                  </a:lnTo>
                  <a:cubicBezTo>
                    <a:pt x="4538" y="53786"/>
                    <a:pt x="4770" y="53992"/>
                    <a:pt x="5048" y="53992"/>
                  </a:cubicBezTo>
                  <a:cubicBezTo>
                    <a:pt x="5090" y="53992"/>
                    <a:pt x="5133" y="53987"/>
                    <a:pt x="5176" y="53978"/>
                  </a:cubicBezTo>
                  <a:cubicBezTo>
                    <a:pt x="5472" y="53941"/>
                    <a:pt x="5657" y="53645"/>
                    <a:pt x="5620" y="53386"/>
                  </a:cubicBezTo>
                  <a:lnTo>
                    <a:pt x="2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51"/>
            <p:cNvSpPr/>
            <p:nvPr/>
          </p:nvSpPr>
          <p:spPr>
            <a:xfrm>
              <a:off x="5744000" y="3720750"/>
              <a:ext cx="156225" cy="1365175"/>
            </a:xfrm>
            <a:custGeom>
              <a:avLst/>
              <a:gdLst/>
              <a:ahLst/>
              <a:cxnLst/>
              <a:rect l="l" t="t" r="r" b="b"/>
              <a:pathLst>
                <a:path w="6249" h="54607" extrusionOk="0">
                  <a:moveTo>
                    <a:pt x="2588" y="629"/>
                  </a:moveTo>
                  <a:lnTo>
                    <a:pt x="5657" y="53682"/>
                  </a:lnTo>
                  <a:lnTo>
                    <a:pt x="5657" y="53719"/>
                  </a:lnTo>
                  <a:cubicBezTo>
                    <a:pt x="5657" y="53867"/>
                    <a:pt x="5583" y="53978"/>
                    <a:pt x="5435" y="53978"/>
                  </a:cubicBezTo>
                  <a:lnTo>
                    <a:pt x="5398" y="53978"/>
                  </a:lnTo>
                  <a:cubicBezTo>
                    <a:pt x="5250" y="53978"/>
                    <a:pt x="5139" y="53904"/>
                    <a:pt x="5139" y="53756"/>
                  </a:cubicBezTo>
                  <a:lnTo>
                    <a:pt x="657" y="629"/>
                  </a:lnTo>
                  <a:close/>
                  <a:moveTo>
                    <a:pt x="333" y="1"/>
                  </a:moveTo>
                  <a:cubicBezTo>
                    <a:pt x="222" y="1"/>
                    <a:pt x="148" y="38"/>
                    <a:pt x="111" y="112"/>
                  </a:cubicBezTo>
                  <a:cubicBezTo>
                    <a:pt x="37" y="149"/>
                    <a:pt x="0" y="259"/>
                    <a:pt x="0" y="333"/>
                  </a:cubicBezTo>
                  <a:lnTo>
                    <a:pt x="4511" y="53830"/>
                  </a:lnTo>
                  <a:cubicBezTo>
                    <a:pt x="4585" y="54274"/>
                    <a:pt x="4955" y="54606"/>
                    <a:pt x="5398" y="54606"/>
                  </a:cubicBezTo>
                  <a:cubicBezTo>
                    <a:pt x="5472" y="54606"/>
                    <a:pt x="5509" y="54606"/>
                    <a:pt x="5583" y="54569"/>
                  </a:cubicBezTo>
                  <a:cubicBezTo>
                    <a:pt x="5990" y="54495"/>
                    <a:pt x="6248" y="54126"/>
                    <a:pt x="6248" y="53719"/>
                  </a:cubicBezTo>
                  <a:lnTo>
                    <a:pt x="6248" y="53645"/>
                  </a:lnTo>
                  <a:lnTo>
                    <a:pt x="3217" y="296"/>
                  </a:lnTo>
                  <a:cubicBezTo>
                    <a:pt x="3180" y="112"/>
                    <a:pt x="3069" y="1"/>
                    <a:pt x="2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51"/>
            <p:cNvSpPr/>
            <p:nvPr/>
          </p:nvSpPr>
          <p:spPr>
            <a:xfrm>
              <a:off x="2587625" y="3728150"/>
              <a:ext cx="123875" cy="1337800"/>
            </a:xfrm>
            <a:custGeom>
              <a:avLst/>
              <a:gdLst/>
              <a:ahLst/>
              <a:cxnLst/>
              <a:rect l="l" t="t" r="r" b="b"/>
              <a:pathLst>
                <a:path w="4955" h="53512" extrusionOk="0">
                  <a:moveTo>
                    <a:pt x="2404" y="0"/>
                  </a:moveTo>
                  <a:lnTo>
                    <a:pt x="38" y="52869"/>
                  </a:lnTo>
                  <a:cubicBezTo>
                    <a:pt x="1" y="53164"/>
                    <a:pt x="186" y="53423"/>
                    <a:pt x="482" y="53497"/>
                  </a:cubicBezTo>
                  <a:cubicBezTo>
                    <a:pt x="520" y="53507"/>
                    <a:pt x="559" y="53511"/>
                    <a:pt x="598" y="53511"/>
                  </a:cubicBezTo>
                  <a:cubicBezTo>
                    <a:pt x="859" y="53511"/>
                    <a:pt x="1115" y="53306"/>
                    <a:pt x="1147" y="53016"/>
                  </a:cubicBezTo>
                  <a:lnTo>
                    <a:pt x="49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51"/>
            <p:cNvSpPr/>
            <p:nvPr/>
          </p:nvSpPr>
          <p:spPr>
            <a:xfrm>
              <a:off x="2580250" y="3720750"/>
              <a:ext cx="138650" cy="1352225"/>
            </a:xfrm>
            <a:custGeom>
              <a:avLst/>
              <a:gdLst/>
              <a:ahLst/>
              <a:cxnLst/>
              <a:rect l="l" t="t" r="r" b="b"/>
              <a:pathLst>
                <a:path w="5546" h="54089" extrusionOk="0">
                  <a:moveTo>
                    <a:pt x="4917" y="629"/>
                  </a:moveTo>
                  <a:lnTo>
                    <a:pt x="1149" y="53239"/>
                  </a:lnTo>
                  <a:lnTo>
                    <a:pt x="1149" y="53239"/>
                  </a:lnTo>
                  <a:lnTo>
                    <a:pt x="1146" y="53238"/>
                  </a:lnTo>
                  <a:cubicBezTo>
                    <a:pt x="1146" y="53386"/>
                    <a:pt x="998" y="53497"/>
                    <a:pt x="887" y="53497"/>
                  </a:cubicBezTo>
                  <a:lnTo>
                    <a:pt x="850" y="53460"/>
                  </a:lnTo>
                  <a:cubicBezTo>
                    <a:pt x="703" y="53460"/>
                    <a:pt x="629" y="53349"/>
                    <a:pt x="629" y="53202"/>
                  </a:cubicBezTo>
                  <a:lnTo>
                    <a:pt x="629" y="53165"/>
                  </a:lnTo>
                  <a:lnTo>
                    <a:pt x="2982" y="629"/>
                  </a:lnTo>
                  <a:close/>
                  <a:moveTo>
                    <a:pt x="2699" y="1"/>
                  </a:moveTo>
                  <a:cubicBezTo>
                    <a:pt x="2514" y="1"/>
                    <a:pt x="2366" y="112"/>
                    <a:pt x="2366" y="296"/>
                  </a:cubicBezTo>
                  <a:lnTo>
                    <a:pt x="0" y="53128"/>
                  </a:lnTo>
                  <a:lnTo>
                    <a:pt x="0" y="53202"/>
                  </a:lnTo>
                  <a:cubicBezTo>
                    <a:pt x="0" y="53608"/>
                    <a:pt x="296" y="53978"/>
                    <a:pt x="703" y="54089"/>
                  </a:cubicBezTo>
                  <a:lnTo>
                    <a:pt x="887" y="54089"/>
                  </a:lnTo>
                  <a:cubicBezTo>
                    <a:pt x="1331" y="54089"/>
                    <a:pt x="1701" y="53793"/>
                    <a:pt x="1775" y="53349"/>
                  </a:cubicBezTo>
                  <a:lnTo>
                    <a:pt x="1775" y="53312"/>
                  </a:lnTo>
                  <a:lnTo>
                    <a:pt x="5546" y="333"/>
                  </a:lnTo>
                  <a:cubicBezTo>
                    <a:pt x="5546" y="259"/>
                    <a:pt x="5509" y="149"/>
                    <a:pt x="5472" y="112"/>
                  </a:cubicBezTo>
                  <a:cubicBezTo>
                    <a:pt x="5398" y="38"/>
                    <a:pt x="5324" y="1"/>
                    <a:pt x="5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51"/>
            <p:cNvSpPr/>
            <p:nvPr/>
          </p:nvSpPr>
          <p:spPr>
            <a:xfrm>
              <a:off x="1894425" y="3728150"/>
              <a:ext cx="122975" cy="1333175"/>
            </a:xfrm>
            <a:custGeom>
              <a:avLst/>
              <a:gdLst/>
              <a:ahLst/>
              <a:cxnLst/>
              <a:rect l="l" t="t" r="r" b="b"/>
              <a:pathLst>
                <a:path w="4919" h="53327" extrusionOk="0">
                  <a:moveTo>
                    <a:pt x="2367" y="0"/>
                  </a:moveTo>
                  <a:lnTo>
                    <a:pt x="38" y="52684"/>
                  </a:lnTo>
                  <a:cubicBezTo>
                    <a:pt x="1" y="52979"/>
                    <a:pt x="186" y="53238"/>
                    <a:pt x="445" y="53312"/>
                  </a:cubicBezTo>
                  <a:cubicBezTo>
                    <a:pt x="488" y="53322"/>
                    <a:pt x="531" y="53326"/>
                    <a:pt x="574" y="53326"/>
                  </a:cubicBezTo>
                  <a:cubicBezTo>
                    <a:pt x="859" y="53326"/>
                    <a:pt x="1115" y="53121"/>
                    <a:pt x="1147" y="52832"/>
                  </a:cubicBezTo>
                  <a:lnTo>
                    <a:pt x="49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51"/>
            <p:cNvSpPr/>
            <p:nvPr/>
          </p:nvSpPr>
          <p:spPr>
            <a:xfrm>
              <a:off x="1887050" y="3720750"/>
              <a:ext cx="138650" cy="1348525"/>
            </a:xfrm>
            <a:custGeom>
              <a:avLst/>
              <a:gdLst/>
              <a:ahLst/>
              <a:cxnLst/>
              <a:rect l="l" t="t" r="r" b="b"/>
              <a:pathLst>
                <a:path w="5546" h="53941" extrusionOk="0">
                  <a:moveTo>
                    <a:pt x="4880" y="629"/>
                  </a:moveTo>
                  <a:lnTo>
                    <a:pt x="1146" y="53091"/>
                  </a:lnTo>
                  <a:cubicBezTo>
                    <a:pt x="1109" y="53202"/>
                    <a:pt x="998" y="53312"/>
                    <a:pt x="887" y="53312"/>
                  </a:cubicBezTo>
                  <a:lnTo>
                    <a:pt x="814" y="53312"/>
                  </a:lnTo>
                  <a:cubicBezTo>
                    <a:pt x="703" y="53275"/>
                    <a:pt x="629" y="53165"/>
                    <a:pt x="629" y="53017"/>
                  </a:cubicBezTo>
                  <a:lnTo>
                    <a:pt x="629" y="52980"/>
                  </a:lnTo>
                  <a:lnTo>
                    <a:pt x="2982" y="629"/>
                  </a:lnTo>
                  <a:close/>
                  <a:moveTo>
                    <a:pt x="2662" y="1"/>
                  </a:moveTo>
                  <a:cubicBezTo>
                    <a:pt x="2514" y="1"/>
                    <a:pt x="2366" y="112"/>
                    <a:pt x="2366" y="296"/>
                  </a:cubicBezTo>
                  <a:lnTo>
                    <a:pt x="2" y="52943"/>
                  </a:lnTo>
                  <a:lnTo>
                    <a:pt x="2" y="52943"/>
                  </a:lnTo>
                  <a:lnTo>
                    <a:pt x="0" y="52943"/>
                  </a:lnTo>
                  <a:lnTo>
                    <a:pt x="0" y="53017"/>
                  </a:lnTo>
                  <a:cubicBezTo>
                    <a:pt x="0" y="53423"/>
                    <a:pt x="296" y="53793"/>
                    <a:pt x="666" y="53904"/>
                  </a:cubicBezTo>
                  <a:cubicBezTo>
                    <a:pt x="740" y="53904"/>
                    <a:pt x="814" y="53941"/>
                    <a:pt x="887" y="53941"/>
                  </a:cubicBezTo>
                  <a:cubicBezTo>
                    <a:pt x="1331" y="53941"/>
                    <a:pt x="1701" y="53608"/>
                    <a:pt x="1775" y="53165"/>
                  </a:cubicBezTo>
                  <a:lnTo>
                    <a:pt x="1775" y="53128"/>
                  </a:lnTo>
                  <a:lnTo>
                    <a:pt x="5546" y="333"/>
                  </a:lnTo>
                  <a:cubicBezTo>
                    <a:pt x="5546" y="259"/>
                    <a:pt x="5509" y="149"/>
                    <a:pt x="5435" y="112"/>
                  </a:cubicBezTo>
                  <a:cubicBezTo>
                    <a:pt x="5398" y="38"/>
                    <a:pt x="5324" y="1"/>
                    <a:pt x="5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51"/>
            <p:cNvSpPr/>
            <p:nvPr/>
          </p:nvSpPr>
          <p:spPr>
            <a:xfrm>
              <a:off x="1912000" y="3654200"/>
              <a:ext cx="3986375" cy="114650"/>
            </a:xfrm>
            <a:custGeom>
              <a:avLst/>
              <a:gdLst/>
              <a:ahLst/>
              <a:cxnLst/>
              <a:rect l="l" t="t" r="r" b="b"/>
              <a:pathLst>
                <a:path w="159455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159455" y="4585"/>
                  </a:lnTo>
                  <a:lnTo>
                    <a:pt x="1594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51"/>
            <p:cNvSpPr/>
            <p:nvPr/>
          </p:nvSpPr>
          <p:spPr>
            <a:xfrm>
              <a:off x="1904600" y="3646800"/>
              <a:ext cx="4001175" cy="130350"/>
            </a:xfrm>
            <a:custGeom>
              <a:avLst/>
              <a:gdLst/>
              <a:ahLst/>
              <a:cxnLst/>
              <a:rect l="l" t="t" r="r" b="b"/>
              <a:pathLst>
                <a:path w="160047" h="5214" extrusionOk="0">
                  <a:moveTo>
                    <a:pt x="159455" y="629"/>
                  </a:moveTo>
                  <a:lnTo>
                    <a:pt x="159455" y="4585"/>
                  </a:lnTo>
                  <a:lnTo>
                    <a:pt x="592" y="4585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9" y="38"/>
                    <a:pt x="75" y="112"/>
                  </a:cubicBezTo>
                  <a:cubicBezTo>
                    <a:pt x="38" y="149"/>
                    <a:pt x="1" y="223"/>
                    <a:pt x="1" y="297"/>
                  </a:cubicBezTo>
                  <a:lnTo>
                    <a:pt x="1" y="4881"/>
                  </a:lnTo>
                  <a:cubicBezTo>
                    <a:pt x="1" y="4955"/>
                    <a:pt x="38" y="5066"/>
                    <a:pt x="75" y="5103"/>
                  </a:cubicBezTo>
                  <a:cubicBezTo>
                    <a:pt x="149" y="5177"/>
                    <a:pt x="222" y="5214"/>
                    <a:pt x="296" y="5214"/>
                  </a:cubicBezTo>
                  <a:lnTo>
                    <a:pt x="159751" y="5214"/>
                  </a:lnTo>
                  <a:cubicBezTo>
                    <a:pt x="159824" y="5214"/>
                    <a:pt x="159898" y="5177"/>
                    <a:pt x="159972" y="5103"/>
                  </a:cubicBezTo>
                  <a:cubicBezTo>
                    <a:pt x="160046" y="5066"/>
                    <a:pt x="160046" y="4955"/>
                    <a:pt x="160046" y="4881"/>
                  </a:cubicBezTo>
                  <a:lnTo>
                    <a:pt x="160046" y="297"/>
                  </a:lnTo>
                  <a:cubicBezTo>
                    <a:pt x="160046" y="223"/>
                    <a:pt x="160046" y="149"/>
                    <a:pt x="159972" y="112"/>
                  </a:cubicBezTo>
                  <a:cubicBezTo>
                    <a:pt x="159898" y="38"/>
                    <a:pt x="159824" y="1"/>
                    <a:pt x="159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51"/>
            <p:cNvSpPr/>
            <p:nvPr/>
          </p:nvSpPr>
          <p:spPr>
            <a:xfrm>
              <a:off x="1912000" y="3654200"/>
              <a:ext cx="3986375" cy="39775"/>
            </a:xfrm>
            <a:custGeom>
              <a:avLst/>
              <a:gdLst/>
              <a:ahLst/>
              <a:cxnLst/>
              <a:rect l="l" t="t" r="r" b="b"/>
              <a:pathLst>
                <a:path w="159455" h="1591" extrusionOk="0">
                  <a:moveTo>
                    <a:pt x="0" y="1"/>
                  </a:moveTo>
                  <a:lnTo>
                    <a:pt x="0" y="1591"/>
                  </a:lnTo>
                  <a:lnTo>
                    <a:pt x="159455" y="1591"/>
                  </a:lnTo>
                  <a:lnTo>
                    <a:pt x="159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51"/>
            <p:cNvSpPr/>
            <p:nvPr/>
          </p:nvSpPr>
          <p:spPr>
            <a:xfrm>
              <a:off x="1904600" y="3646800"/>
              <a:ext cx="4001175" cy="54575"/>
            </a:xfrm>
            <a:custGeom>
              <a:avLst/>
              <a:gdLst/>
              <a:ahLst/>
              <a:cxnLst/>
              <a:rect l="l" t="t" r="r" b="b"/>
              <a:pathLst>
                <a:path w="160047" h="2183" extrusionOk="0">
                  <a:moveTo>
                    <a:pt x="159455" y="629"/>
                  </a:moveTo>
                  <a:lnTo>
                    <a:pt x="159455" y="1591"/>
                  </a:lnTo>
                  <a:lnTo>
                    <a:pt x="592" y="1591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9" y="38"/>
                    <a:pt x="75" y="112"/>
                  </a:cubicBezTo>
                  <a:cubicBezTo>
                    <a:pt x="38" y="149"/>
                    <a:pt x="1" y="223"/>
                    <a:pt x="1" y="297"/>
                  </a:cubicBezTo>
                  <a:lnTo>
                    <a:pt x="1" y="1887"/>
                  </a:lnTo>
                  <a:cubicBezTo>
                    <a:pt x="1" y="1960"/>
                    <a:pt x="38" y="2034"/>
                    <a:pt x="75" y="2108"/>
                  </a:cubicBezTo>
                  <a:cubicBezTo>
                    <a:pt x="149" y="2145"/>
                    <a:pt x="222" y="2182"/>
                    <a:pt x="296" y="2182"/>
                  </a:cubicBezTo>
                  <a:lnTo>
                    <a:pt x="159751" y="2182"/>
                  </a:lnTo>
                  <a:cubicBezTo>
                    <a:pt x="159824" y="2182"/>
                    <a:pt x="159898" y="2145"/>
                    <a:pt x="159972" y="2108"/>
                  </a:cubicBezTo>
                  <a:cubicBezTo>
                    <a:pt x="160046" y="2034"/>
                    <a:pt x="160046" y="1960"/>
                    <a:pt x="160046" y="1887"/>
                  </a:cubicBezTo>
                  <a:lnTo>
                    <a:pt x="160046" y="297"/>
                  </a:lnTo>
                  <a:cubicBezTo>
                    <a:pt x="160046" y="223"/>
                    <a:pt x="160046" y="149"/>
                    <a:pt x="159972" y="112"/>
                  </a:cubicBezTo>
                  <a:cubicBezTo>
                    <a:pt x="159898" y="38"/>
                    <a:pt x="159824" y="1"/>
                    <a:pt x="159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51"/>
            <p:cNvSpPr/>
            <p:nvPr/>
          </p:nvSpPr>
          <p:spPr>
            <a:xfrm>
              <a:off x="4901075" y="3654200"/>
              <a:ext cx="997300" cy="114650"/>
            </a:xfrm>
            <a:custGeom>
              <a:avLst/>
              <a:gdLst/>
              <a:ahLst/>
              <a:cxnLst/>
              <a:rect l="l" t="t" r="r" b="b"/>
              <a:pathLst>
                <a:path w="39892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39892" y="4585"/>
                  </a:lnTo>
                  <a:lnTo>
                    <a:pt x="39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51"/>
            <p:cNvSpPr/>
            <p:nvPr/>
          </p:nvSpPr>
          <p:spPr>
            <a:xfrm>
              <a:off x="4893675" y="3646800"/>
              <a:ext cx="1012100" cy="130350"/>
            </a:xfrm>
            <a:custGeom>
              <a:avLst/>
              <a:gdLst/>
              <a:ahLst/>
              <a:cxnLst/>
              <a:rect l="l" t="t" r="r" b="b"/>
              <a:pathLst>
                <a:path w="40484" h="5214" extrusionOk="0">
                  <a:moveTo>
                    <a:pt x="39892" y="629"/>
                  </a:moveTo>
                  <a:lnTo>
                    <a:pt x="39892" y="4585"/>
                  </a:lnTo>
                  <a:lnTo>
                    <a:pt x="592" y="4585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2"/>
                  </a:cubicBezTo>
                  <a:cubicBezTo>
                    <a:pt x="1" y="149"/>
                    <a:pt x="1" y="223"/>
                    <a:pt x="1" y="297"/>
                  </a:cubicBezTo>
                  <a:lnTo>
                    <a:pt x="1" y="4881"/>
                  </a:lnTo>
                  <a:cubicBezTo>
                    <a:pt x="1" y="4955"/>
                    <a:pt x="1" y="5066"/>
                    <a:pt x="74" y="5103"/>
                  </a:cubicBezTo>
                  <a:cubicBezTo>
                    <a:pt x="148" y="5177"/>
                    <a:pt x="222" y="5214"/>
                    <a:pt x="296" y="5214"/>
                  </a:cubicBezTo>
                  <a:lnTo>
                    <a:pt x="40188" y="5214"/>
                  </a:lnTo>
                  <a:cubicBezTo>
                    <a:pt x="40261" y="5214"/>
                    <a:pt x="40335" y="5177"/>
                    <a:pt x="40409" y="5103"/>
                  </a:cubicBezTo>
                  <a:cubicBezTo>
                    <a:pt x="40483" y="5066"/>
                    <a:pt x="40483" y="4955"/>
                    <a:pt x="40483" y="4881"/>
                  </a:cubicBezTo>
                  <a:lnTo>
                    <a:pt x="40483" y="297"/>
                  </a:lnTo>
                  <a:cubicBezTo>
                    <a:pt x="40483" y="223"/>
                    <a:pt x="40483" y="149"/>
                    <a:pt x="40409" y="112"/>
                  </a:cubicBezTo>
                  <a:cubicBezTo>
                    <a:pt x="40335" y="38"/>
                    <a:pt x="40261" y="1"/>
                    <a:pt x="40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51"/>
            <p:cNvSpPr/>
            <p:nvPr/>
          </p:nvSpPr>
          <p:spPr>
            <a:xfrm>
              <a:off x="1876875" y="3616300"/>
              <a:ext cx="4057550" cy="43475"/>
            </a:xfrm>
            <a:custGeom>
              <a:avLst/>
              <a:gdLst/>
              <a:ahLst/>
              <a:cxnLst/>
              <a:rect l="l" t="t" r="r" b="b"/>
              <a:pathLst>
                <a:path w="162302" h="1739" extrusionOk="0">
                  <a:moveTo>
                    <a:pt x="1" y="1"/>
                  </a:moveTo>
                  <a:lnTo>
                    <a:pt x="1" y="1739"/>
                  </a:lnTo>
                  <a:lnTo>
                    <a:pt x="162301" y="1739"/>
                  </a:lnTo>
                  <a:lnTo>
                    <a:pt x="1623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51"/>
            <p:cNvSpPr/>
            <p:nvPr/>
          </p:nvSpPr>
          <p:spPr>
            <a:xfrm>
              <a:off x="1868550" y="3608925"/>
              <a:ext cx="4073275" cy="59175"/>
            </a:xfrm>
            <a:custGeom>
              <a:avLst/>
              <a:gdLst/>
              <a:ahLst/>
              <a:cxnLst/>
              <a:rect l="l" t="t" r="r" b="b"/>
              <a:pathLst>
                <a:path w="162931" h="2367" extrusionOk="0">
                  <a:moveTo>
                    <a:pt x="162302" y="629"/>
                  </a:moveTo>
                  <a:lnTo>
                    <a:pt x="162302" y="1738"/>
                  </a:lnTo>
                  <a:lnTo>
                    <a:pt x="629" y="1738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2034"/>
                  </a:lnTo>
                  <a:cubicBezTo>
                    <a:pt x="1" y="2144"/>
                    <a:pt x="38" y="2218"/>
                    <a:pt x="112" y="2255"/>
                  </a:cubicBezTo>
                  <a:cubicBezTo>
                    <a:pt x="149" y="2329"/>
                    <a:pt x="223" y="2366"/>
                    <a:pt x="334" y="2366"/>
                  </a:cubicBezTo>
                  <a:lnTo>
                    <a:pt x="162634" y="2366"/>
                  </a:lnTo>
                  <a:cubicBezTo>
                    <a:pt x="162708" y="2366"/>
                    <a:pt x="162782" y="2329"/>
                    <a:pt x="162819" y="2255"/>
                  </a:cubicBezTo>
                  <a:cubicBezTo>
                    <a:pt x="162893" y="2218"/>
                    <a:pt x="162930" y="2144"/>
                    <a:pt x="162930" y="2034"/>
                  </a:cubicBezTo>
                  <a:lnTo>
                    <a:pt x="162930" y="296"/>
                  </a:lnTo>
                  <a:cubicBezTo>
                    <a:pt x="162930" y="222"/>
                    <a:pt x="162893" y="148"/>
                    <a:pt x="162819" y="74"/>
                  </a:cubicBezTo>
                  <a:cubicBezTo>
                    <a:pt x="162782" y="37"/>
                    <a:pt x="162708" y="0"/>
                    <a:pt x="162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51"/>
            <p:cNvSpPr/>
            <p:nvPr/>
          </p:nvSpPr>
          <p:spPr>
            <a:xfrm>
              <a:off x="4942650" y="3616300"/>
              <a:ext cx="991775" cy="43475"/>
            </a:xfrm>
            <a:custGeom>
              <a:avLst/>
              <a:gdLst/>
              <a:ahLst/>
              <a:cxnLst/>
              <a:rect l="l" t="t" r="r" b="b"/>
              <a:pathLst>
                <a:path w="39671" h="1739" extrusionOk="0">
                  <a:moveTo>
                    <a:pt x="1" y="1"/>
                  </a:moveTo>
                  <a:lnTo>
                    <a:pt x="1" y="1739"/>
                  </a:lnTo>
                  <a:lnTo>
                    <a:pt x="39670" y="1739"/>
                  </a:lnTo>
                  <a:lnTo>
                    <a:pt x="396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51"/>
            <p:cNvSpPr/>
            <p:nvPr/>
          </p:nvSpPr>
          <p:spPr>
            <a:xfrm>
              <a:off x="4935275" y="3608925"/>
              <a:ext cx="1006550" cy="59175"/>
            </a:xfrm>
            <a:custGeom>
              <a:avLst/>
              <a:gdLst/>
              <a:ahLst/>
              <a:cxnLst/>
              <a:rect l="l" t="t" r="r" b="b"/>
              <a:pathLst>
                <a:path w="40262" h="2367" extrusionOk="0">
                  <a:moveTo>
                    <a:pt x="39633" y="629"/>
                  </a:moveTo>
                  <a:lnTo>
                    <a:pt x="39633" y="1738"/>
                  </a:lnTo>
                  <a:lnTo>
                    <a:pt x="592" y="1738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0" y="148"/>
                    <a:pt x="0" y="222"/>
                    <a:pt x="0" y="296"/>
                  </a:cubicBezTo>
                  <a:lnTo>
                    <a:pt x="0" y="2034"/>
                  </a:lnTo>
                  <a:cubicBezTo>
                    <a:pt x="0" y="2144"/>
                    <a:pt x="0" y="2218"/>
                    <a:pt x="74" y="2255"/>
                  </a:cubicBezTo>
                  <a:cubicBezTo>
                    <a:pt x="148" y="2329"/>
                    <a:pt x="222" y="2366"/>
                    <a:pt x="296" y="2366"/>
                  </a:cubicBezTo>
                  <a:lnTo>
                    <a:pt x="39965" y="2366"/>
                  </a:lnTo>
                  <a:cubicBezTo>
                    <a:pt x="40039" y="2366"/>
                    <a:pt x="40113" y="2329"/>
                    <a:pt x="40150" y="2255"/>
                  </a:cubicBezTo>
                  <a:cubicBezTo>
                    <a:pt x="40224" y="2218"/>
                    <a:pt x="40261" y="2144"/>
                    <a:pt x="40261" y="2034"/>
                  </a:cubicBezTo>
                  <a:lnTo>
                    <a:pt x="40261" y="296"/>
                  </a:lnTo>
                  <a:cubicBezTo>
                    <a:pt x="40261" y="222"/>
                    <a:pt x="40224" y="148"/>
                    <a:pt x="40150" y="74"/>
                  </a:cubicBezTo>
                  <a:cubicBezTo>
                    <a:pt x="40113" y="37"/>
                    <a:pt x="40039" y="0"/>
                    <a:pt x="39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51"/>
            <p:cNvSpPr/>
            <p:nvPr/>
          </p:nvSpPr>
          <p:spPr>
            <a:xfrm>
              <a:off x="5555450" y="2786125"/>
              <a:ext cx="416875" cy="365650"/>
            </a:xfrm>
            <a:custGeom>
              <a:avLst/>
              <a:gdLst/>
              <a:ahLst/>
              <a:cxnLst/>
              <a:rect l="l" t="t" r="r" b="b"/>
              <a:pathLst>
                <a:path w="16675" h="14626" extrusionOk="0">
                  <a:moveTo>
                    <a:pt x="6176" y="1"/>
                  </a:moveTo>
                  <a:cubicBezTo>
                    <a:pt x="5854" y="1"/>
                    <a:pt x="5521" y="27"/>
                    <a:pt x="5176" y="82"/>
                  </a:cubicBezTo>
                  <a:cubicBezTo>
                    <a:pt x="555" y="785"/>
                    <a:pt x="0" y="2966"/>
                    <a:pt x="296" y="4260"/>
                  </a:cubicBezTo>
                  <a:cubicBezTo>
                    <a:pt x="296" y="4260"/>
                    <a:pt x="2736" y="9842"/>
                    <a:pt x="4289" y="12320"/>
                  </a:cubicBezTo>
                  <a:cubicBezTo>
                    <a:pt x="5353" y="13953"/>
                    <a:pt x="6550" y="14625"/>
                    <a:pt x="7480" y="14625"/>
                  </a:cubicBezTo>
                  <a:cubicBezTo>
                    <a:pt x="7939" y="14625"/>
                    <a:pt x="8333" y="14461"/>
                    <a:pt x="8615" y="14168"/>
                  </a:cubicBezTo>
                  <a:lnTo>
                    <a:pt x="11055" y="11728"/>
                  </a:lnTo>
                  <a:lnTo>
                    <a:pt x="14086" y="14464"/>
                  </a:lnTo>
                  <a:lnTo>
                    <a:pt x="16674" y="10582"/>
                  </a:lnTo>
                  <a:cubicBezTo>
                    <a:pt x="16674" y="10582"/>
                    <a:pt x="14382" y="7550"/>
                    <a:pt x="13384" y="5702"/>
                  </a:cubicBezTo>
                  <a:cubicBezTo>
                    <a:pt x="12426" y="3958"/>
                    <a:pt x="10141" y="1"/>
                    <a:pt x="61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51"/>
            <p:cNvSpPr/>
            <p:nvPr/>
          </p:nvSpPr>
          <p:spPr>
            <a:xfrm>
              <a:off x="5552675" y="2778000"/>
              <a:ext cx="427950" cy="381750"/>
            </a:xfrm>
            <a:custGeom>
              <a:avLst/>
              <a:gdLst/>
              <a:ahLst/>
              <a:cxnLst/>
              <a:rect l="l" t="t" r="r" b="b"/>
              <a:pathLst>
                <a:path w="17118" h="15270" extrusionOk="0">
                  <a:moveTo>
                    <a:pt x="6249" y="629"/>
                  </a:moveTo>
                  <a:cubicBezTo>
                    <a:pt x="8134" y="629"/>
                    <a:pt x="9650" y="1553"/>
                    <a:pt x="10796" y="2736"/>
                  </a:cubicBezTo>
                  <a:cubicBezTo>
                    <a:pt x="11942" y="3919"/>
                    <a:pt x="12755" y="5287"/>
                    <a:pt x="13199" y="6175"/>
                  </a:cubicBezTo>
                  <a:cubicBezTo>
                    <a:pt x="14086" y="7790"/>
                    <a:pt x="15895" y="10246"/>
                    <a:pt x="16396" y="10917"/>
                  </a:cubicBezTo>
                  <a:lnTo>
                    <a:pt x="16396" y="10917"/>
                  </a:lnTo>
                  <a:lnTo>
                    <a:pt x="14123" y="14308"/>
                  </a:lnTo>
                  <a:lnTo>
                    <a:pt x="11387" y="11831"/>
                  </a:lnTo>
                  <a:cubicBezTo>
                    <a:pt x="11332" y="11776"/>
                    <a:pt x="11258" y="11748"/>
                    <a:pt x="11180" y="11748"/>
                  </a:cubicBezTo>
                  <a:cubicBezTo>
                    <a:pt x="11101" y="11748"/>
                    <a:pt x="11018" y="11776"/>
                    <a:pt x="10944" y="11831"/>
                  </a:cubicBezTo>
                  <a:cubicBezTo>
                    <a:pt x="10944" y="11831"/>
                    <a:pt x="9391" y="13421"/>
                    <a:pt x="8504" y="14271"/>
                  </a:cubicBezTo>
                  <a:cubicBezTo>
                    <a:pt x="8282" y="14493"/>
                    <a:pt x="7986" y="14641"/>
                    <a:pt x="7616" y="14641"/>
                  </a:cubicBezTo>
                  <a:cubicBezTo>
                    <a:pt x="6840" y="14641"/>
                    <a:pt x="5694" y="14049"/>
                    <a:pt x="4659" y="12460"/>
                  </a:cubicBezTo>
                  <a:cubicBezTo>
                    <a:pt x="3919" y="11277"/>
                    <a:pt x="2884" y="9243"/>
                    <a:pt x="2108" y="7543"/>
                  </a:cubicBezTo>
                  <a:cubicBezTo>
                    <a:pt x="1701" y="6692"/>
                    <a:pt x="1331" y="5916"/>
                    <a:pt x="1073" y="5361"/>
                  </a:cubicBezTo>
                  <a:cubicBezTo>
                    <a:pt x="883" y="4955"/>
                    <a:pt x="753" y="4647"/>
                    <a:pt x="697" y="4512"/>
                  </a:cubicBezTo>
                  <a:lnTo>
                    <a:pt x="697" y="4512"/>
                  </a:lnTo>
                  <a:lnTo>
                    <a:pt x="703" y="4511"/>
                  </a:lnTo>
                  <a:cubicBezTo>
                    <a:pt x="666" y="4363"/>
                    <a:pt x="629" y="4178"/>
                    <a:pt x="629" y="4030"/>
                  </a:cubicBezTo>
                  <a:cubicBezTo>
                    <a:pt x="629" y="3439"/>
                    <a:pt x="851" y="2810"/>
                    <a:pt x="1516" y="2182"/>
                  </a:cubicBezTo>
                  <a:cubicBezTo>
                    <a:pt x="2182" y="1590"/>
                    <a:pt x="3365" y="999"/>
                    <a:pt x="5324" y="703"/>
                  </a:cubicBezTo>
                  <a:cubicBezTo>
                    <a:pt x="5657" y="666"/>
                    <a:pt x="5953" y="629"/>
                    <a:pt x="6249" y="629"/>
                  </a:cubicBezTo>
                  <a:close/>
                  <a:moveTo>
                    <a:pt x="6249" y="1"/>
                  </a:moveTo>
                  <a:cubicBezTo>
                    <a:pt x="5916" y="1"/>
                    <a:pt x="5583" y="37"/>
                    <a:pt x="5250" y="111"/>
                  </a:cubicBezTo>
                  <a:cubicBezTo>
                    <a:pt x="3217" y="407"/>
                    <a:pt x="1923" y="999"/>
                    <a:pt x="1110" y="1738"/>
                  </a:cubicBezTo>
                  <a:cubicBezTo>
                    <a:pt x="296" y="2441"/>
                    <a:pt x="1" y="3291"/>
                    <a:pt x="38" y="4030"/>
                  </a:cubicBezTo>
                  <a:cubicBezTo>
                    <a:pt x="38" y="4252"/>
                    <a:pt x="38" y="4437"/>
                    <a:pt x="74" y="4659"/>
                  </a:cubicBezTo>
                  <a:lnTo>
                    <a:pt x="111" y="4696"/>
                  </a:lnTo>
                  <a:cubicBezTo>
                    <a:pt x="111" y="4696"/>
                    <a:pt x="740" y="6101"/>
                    <a:pt x="1516" y="7801"/>
                  </a:cubicBezTo>
                  <a:cubicBezTo>
                    <a:pt x="2330" y="9539"/>
                    <a:pt x="3365" y="11535"/>
                    <a:pt x="4141" y="12792"/>
                  </a:cubicBezTo>
                  <a:cubicBezTo>
                    <a:pt x="5250" y="14493"/>
                    <a:pt x="6507" y="15232"/>
                    <a:pt x="7616" y="15269"/>
                  </a:cubicBezTo>
                  <a:cubicBezTo>
                    <a:pt x="8134" y="15269"/>
                    <a:pt x="8615" y="15048"/>
                    <a:pt x="8947" y="14715"/>
                  </a:cubicBezTo>
                  <a:lnTo>
                    <a:pt x="10500" y="13162"/>
                  </a:lnTo>
                  <a:lnTo>
                    <a:pt x="11193" y="12469"/>
                  </a:lnTo>
                  <a:lnTo>
                    <a:pt x="13975" y="15011"/>
                  </a:lnTo>
                  <a:cubicBezTo>
                    <a:pt x="14030" y="15065"/>
                    <a:pt x="14103" y="15099"/>
                    <a:pt x="14168" y="15099"/>
                  </a:cubicBezTo>
                  <a:cubicBezTo>
                    <a:pt x="14192" y="15099"/>
                    <a:pt x="14214" y="15094"/>
                    <a:pt x="14234" y="15085"/>
                  </a:cubicBezTo>
                  <a:cubicBezTo>
                    <a:pt x="14308" y="15085"/>
                    <a:pt x="14419" y="15048"/>
                    <a:pt x="14456" y="14974"/>
                  </a:cubicBezTo>
                  <a:lnTo>
                    <a:pt x="17044" y="11092"/>
                  </a:lnTo>
                  <a:cubicBezTo>
                    <a:pt x="17118" y="10981"/>
                    <a:pt x="17118" y="10833"/>
                    <a:pt x="17044" y="10722"/>
                  </a:cubicBezTo>
                  <a:cubicBezTo>
                    <a:pt x="17044" y="10722"/>
                    <a:pt x="16896" y="10537"/>
                    <a:pt x="16674" y="10204"/>
                  </a:cubicBezTo>
                  <a:cubicBezTo>
                    <a:pt x="15972" y="9280"/>
                    <a:pt x="14493" y="7247"/>
                    <a:pt x="13754" y="5879"/>
                  </a:cubicBezTo>
                  <a:cubicBezTo>
                    <a:pt x="13273" y="4992"/>
                    <a:pt x="12460" y="3550"/>
                    <a:pt x="11240" y="2293"/>
                  </a:cubicBezTo>
                  <a:cubicBezTo>
                    <a:pt x="10020" y="1073"/>
                    <a:pt x="8356" y="1"/>
                    <a:pt x="6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51"/>
            <p:cNvSpPr/>
            <p:nvPr/>
          </p:nvSpPr>
          <p:spPr>
            <a:xfrm>
              <a:off x="5414950" y="2624850"/>
              <a:ext cx="546275" cy="391175"/>
            </a:xfrm>
            <a:custGeom>
              <a:avLst/>
              <a:gdLst/>
              <a:ahLst/>
              <a:cxnLst/>
              <a:rect l="l" t="t" r="r" b="b"/>
              <a:pathLst>
                <a:path w="21851" h="15647" extrusionOk="0">
                  <a:moveTo>
                    <a:pt x="13545" y="0"/>
                  </a:moveTo>
                  <a:cubicBezTo>
                    <a:pt x="11427" y="0"/>
                    <a:pt x="9026" y="650"/>
                    <a:pt x="6619" y="2060"/>
                  </a:cubicBezTo>
                  <a:cubicBezTo>
                    <a:pt x="999" y="5387"/>
                    <a:pt x="1" y="11265"/>
                    <a:pt x="3033" y="12153"/>
                  </a:cubicBezTo>
                  <a:cubicBezTo>
                    <a:pt x="3273" y="12221"/>
                    <a:pt x="3520" y="12252"/>
                    <a:pt x="3773" y="12252"/>
                  </a:cubicBezTo>
                  <a:cubicBezTo>
                    <a:pt x="6670" y="12252"/>
                    <a:pt x="10204" y="8124"/>
                    <a:pt x="10205" y="8123"/>
                  </a:cubicBezTo>
                  <a:lnTo>
                    <a:pt x="10205" y="8123"/>
                  </a:lnTo>
                  <a:cubicBezTo>
                    <a:pt x="8763" y="10711"/>
                    <a:pt x="11351" y="10711"/>
                    <a:pt x="11351" y="10711"/>
                  </a:cubicBezTo>
                  <a:cubicBezTo>
                    <a:pt x="11351" y="10711"/>
                    <a:pt x="11499" y="12412"/>
                    <a:pt x="12238" y="13595"/>
                  </a:cubicBezTo>
                  <a:cubicBezTo>
                    <a:pt x="12355" y="13785"/>
                    <a:pt x="12456" y="13864"/>
                    <a:pt x="12544" y="13864"/>
                  </a:cubicBezTo>
                  <a:cubicBezTo>
                    <a:pt x="12986" y="13864"/>
                    <a:pt x="13089" y="11857"/>
                    <a:pt x="13089" y="11857"/>
                  </a:cubicBezTo>
                  <a:cubicBezTo>
                    <a:pt x="13089" y="11857"/>
                    <a:pt x="15529" y="14297"/>
                    <a:pt x="17414" y="15295"/>
                  </a:cubicBezTo>
                  <a:cubicBezTo>
                    <a:pt x="17865" y="15539"/>
                    <a:pt x="18268" y="15646"/>
                    <a:pt x="18625" y="15646"/>
                  </a:cubicBezTo>
                  <a:cubicBezTo>
                    <a:pt x="19731" y="15646"/>
                    <a:pt x="20397" y="14620"/>
                    <a:pt x="20704" y="13447"/>
                  </a:cubicBezTo>
                  <a:cubicBezTo>
                    <a:pt x="21148" y="11857"/>
                    <a:pt x="21851" y="6829"/>
                    <a:pt x="19854" y="3206"/>
                  </a:cubicBezTo>
                  <a:cubicBezTo>
                    <a:pt x="18692" y="1156"/>
                    <a:pt x="16370" y="0"/>
                    <a:pt x="13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51"/>
            <p:cNvSpPr/>
            <p:nvPr/>
          </p:nvSpPr>
          <p:spPr>
            <a:xfrm>
              <a:off x="5440850" y="2617175"/>
              <a:ext cx="512050" cy="406700"/>
            </a:xfrm>
            <a:custGeom>
              <a:avLst/>
              <a:gdLst/>
              <a:ahLst/>
              <a:cxnLst/>
              <a:rect l="l" t="t" r="r" b="b"/>
              <a:pathLst>
                <a:path w="20482" h="16268" extrusionOk="0">
                  <a:moveTo>
                    <a:pt x="12496" y="629"/>
                  </a:moveTo>
                  <a:cubicBezTo>
                    <a:pt x="15269" y="629"/>
                    <a:pt x="17450" y="1738"/>
                    <a:pt x="18559" y="3698"/>
                  </a:cubicBezTo>
                  <a:cubicBezTo>
                    <a:pt x="19558" y="5472"/>
                    <a:pt x="19853" y="7654"/>
                    <a:pt x="19853" y="9576"/>
                  </a:cubicBezTo>
                  <a:cubicBezTo>
                    <a:pt x="19853" y="11351"/>
                    <a:pt x="19595" y="12940"/>
                    <a:pt x="19373" y="13680"/>
                  </a:cubicBezTo>
                  <a:cubicBezTo>
                    <a:pt x="19225" y="14234"/>
                    <a:pt x="19003" y="14752"/>
                    <a:pt x="18707" y="15122"/>
                  </a:cubicBezTo>
                  <a:cubicBezTo>
                    <a:pt x="18374" y="15454"/>
                    <a:pt x="18042" y="15639"/>
                    <a:pt x="17598" y="15676"/>
                  </a:cubicBezTo>
                  <a:cubicBezTo>
                    <a:pt x="17302" y="15676"/>
                    <a:pt x="16933" y="15565"/>
                    <a:pt x="16526" y="15343"/>
                  </a:cubicBezTo>
                  <a:cubicBezTo>
                    <a:pt x="15639" y="14863"/>
                    <a:pt x="14567" y="14013"/>
                    <a:pt x="13716" y="13273"/>
                  </a:cubicBezTo>
                  <a:cubicBezTo>
                    <a:pt x="13310" y="12903"/>
                    <a:pt x="12940" y="12571"/>
                    <a:pt x="12681" y="12349"/>
                  </a:cubicBezTo>
                  <a:cubicBezTo>
                    <a:pt x="12533" y="12201"/>
                    <a:pt x="12459" y="12127"/>
                    <a:pt x="12385" y="12053"/>
                  </a:cubicBezTo>
                  <a:cubicBezTo>
                    <a:pt x="12311" y="11979"/>
                    <a:pt x="12274" y="11942"/>
                    <a:pt x="12274" y="11942"/>
                  </a:cubicBezTo>
                  <a:cubicBezTo>
                    <a:pt x="12220" y="11888"/>
                    <a:pt x="12126" y="11854"/>
                    <a:pt x="12037" y="11854"/>
                  </a:cubicBezTo>
                  <a:cubicBezTo>
                    <a:pt x="12004" y="11854"/>
                    <a:pt x="11971" y="11858"/>
                    <a:pt x="11942" y="11868"/>
                  </a:cubicBezTo>
                  <a:cubicBezTo>
                    <a:pt x="11831" y="11905"/>
                    <a:pt x="11757" y="12016"/>
                    <a:pt x="11757" y="12127"/>
                  </a:cubicBezTo>
                  <a:cubicBezTo>
                    <a:pt x="11757" y="12127"/>
                    <a:pt x="11757" y="12275"/>
                    <a:pt x="11720" y="12460"/>
                  </a:cubicBezTo>
                  <a:cubicBezTo>
                    <a:pt x="11720" y="12719"/>
                    <a:pt x="11646" y="13125"/>
                    <a:pt x="11572" y="13458"/>
                  </a:cubicBezTo>
                  <a:cubicBezTo>
                    <a:pt x="11544" y="13571"/>
                    <a:pt x="11515" y="13684"/>
                    <a:pt x="11487" y="13764"/>
                  </a:cubicBezTo>
                  <a:lnTo>
                    <a:pt x="11487" y="13764"/>
                  </a:lnTo>
                  <a:cubicBezTo>
                    <a:pt x="11479" y="13750"/>
                    <a:pt x="11470" y="13734"/>
                    <a:pt x="11461" y="13717"/>
                  </a:cubicBezTo>
                  <a:cubicBezTo>
                    <a:pt x="11128" y="13199"/>
                    <a:pt x="10906" y="12497"/>
                    <a:pt x="10796" y="11942"/>
                  </a:cubicBezTo>
                  <a:cubicBezTo>
                    <a:pt x="10722" y="11683"/>
                    <a:pt x="10685" y="11425"/>
                    <a:pt x="10685" y="11240"/>
                  </a:cubicBezTo>
                  <a:cubicBezTo>
                    <a:pt x="10648" y="11166"/>
                    <a:pt x="10648" y="11092"/>
                    <a:pt x="10648" y="11055"/>
                  </a:cubicBezTo>
                  <a:lnTo>
                    <a:pt x="10648" y="10981"/>
                  </a:lnTo>
                  <a:cubicBezTo>
                    <a:pt x="10611" y="10833"/>
                    <a:pt x="10500" y="10685"/>
                    <a:pt x="10315" y="10685"/>
                  </a:cubicBezTo>
                  <a:cubicBezTo>
                    <a:pt x="10241" y="10685"/>
                    <a:pt x="9908" y="10685"/>
                    <a:pt x="9575" y="10537"/>
                  </a:cubicBezTo>
                  <a:cubicBezTo>
                    <a:pt x="9428" y="10463"/>
                    <a:pt x="9317" y="10389"/>
                    <a:pt x="9206" y="10278"/>
                  </a:cubicBezTo>
                  <a:cubicBezTo>
                    <a:pt x="9132" y="10131"/>
                    <a:pt x="9058" y="9983"/>
                    <a:pt x="9058" y="9761"/>
                  </a:cubicBezTo>
                  <a:cubicBezTo>
                    <a:pt x="9058" y="9502"/>
                    <a:pt x="9169" y="9095"/>
                    <a:pt x="9465" y="8578"/>
                  </a:cubicBezTo>
                  <a:cubicBezTo>
                    <a:pt x="9539" y="8430"/>
                    <a:pt x="9502" y="8245"/>
                    <a:pt x="9354" y="8171"/>
                  </a:cubicBezTo>
                  <a:cubicBezTo>
                    <a:pt x="9307" y="8125"/>
                    <a:pt x="9248" y="8104"/>
                    <a:pt x="9186" y="8104"/>
                  </a:cubicBezTo>
                  <a:cubicBezTo>
                    <a:pt x="9101" y="8104"/>
                    <a:pt x="9011" y="8144"/>
                    <a:pt x="8947" y="8208"/>
                  </a:cubicBezTo>
                  <a:lnTo>
                    <a:pt x="8910" y="8245"/>
                  </a:lnTo>
                  <a:cubicBezTo>
                    <a:pt x="8725" y="8467"/>
                    <a:pt x="7801" y="9502"/>
                    <a:pt x="6618" y="10426"/>
                  </a:cubicBezTo>
                  <a:cubicBezTo>
                    <a:pt x="5435" y="11388"/>
                    <a:pt x="3956" y="12238"/>
                    <a:pt x="2736" y="12238"/>
                  </a:cubicBezTo>
                  <a:cubicBezTo>
                    <a:pt x="2514" y="12238"/>
                    <a:pt x="2292" y="12201"/>
                    <a:pt x="2070" y="12164"/>
                  </a:cubicBezTo>
                  <a:cubicBezTo>
                    <a:pt x="1590" y="12016"/>
                    <a:pt x="1257" y="11757"/>
                    <a:pt x="998" y="11351"/>
                  </a:cubicBezTo>
                  <a:cubicBezTo>
                    <a:pt x="740" y="10981"/>
                    <a:pt x="629" y="10463"/>
                    <a:pt x="629" y="9872"/>
                  </a:cubicBezTo>
                  <a:cubicBezTo>
                    <a:pt x="629" y="8800"/>
                    <a:pt x="1035" y="7506"/>
                    <a:pt x="1886" y="6249"/>
                  </a:cubicBezTo>
                  <a:cubicBezTo>
                    <a:pt x="2699" y="4955"/>
                    <a:pt x="3993" y="3661"/>
                    <a:pt x="5731" y="2626"/>
                  </a:cubicBezTo>
                  <a:cubicBezTo>
                    <a:pt x="8097" y="1258"/>
                    <a:pt x="10463" y="629"/>
                    <a:pt x="12496" y="629"/>
                  </a:cubicBezTo>
                  <a:close/>
                  <a:moveTo>
                    <a:pt x="12496" y="1"/>
                  </a:moveTo>
                  <a:cubicBezTo>
                    <a:pt x="10315" y="1"/>
                    <a:pt x="7875" y="666"/>
                    <a:pt x="5435" y="2108"/>
                  </a:cubicBezTo>
                  <a:cubicBezTo>
                    <a:pt x="3623" y="3180"/>
                    <a:pt x="2255" y="4511"/>
                    <a:pt x="1368" y="5879"/>
                  </a:cubicBezTo>
                  <a:cubicBezTo>
                    <a:pt x="444" y="7284"/>
                    <a:pt x="0" y="8652"/>
                    <a:pt x="0" y="9872"/>
                  </a:cubicBezTo>
                  <a:cubicBezTo>
                    <a:pt x="0" y="10537"/>
                    <a:pt x="148" y="11166"/>
                    <a:pt x="481" y="11683"/>
                  </a:cubicBezTo>
                  <a:cubicBezTo>
                    <a:pt x="776" y="12201"/>
                    <a:pt x="1294" y="12571"/>
                    <a:pt x="1886" y="12756"/>
                  </a:cubicBezTo>
                  <a:cubicBezTo>
                    <a:pt x="2181" y="12829"/>
                    <a:pt x="2440" y="12866"/>
                    <a:pt x="2736" y="12866"/>
                  </a:cubicBezTo>
                  <a:cubicBezTo>
                    <a:pt x="4363" y="12829"/>
                    <a:pt x="5989" y="11757"/>
                    <a:pt x="7246" y="10722"/>
                  </a:cubicBezTo>
                  <a:cubicBezTo>
                    <a:pt x="7697" y="10351"/>
                    <a:pt x="8100" y="9975"/>
                    <a:pt x="8433" y="9646"/>
                  </a:cubicBezTo>
                  <a:lnTo>
                    <a:pt x="8433" y="9646"/>
                  </a:lnTo>
                  <a:cubicBezTo>
                    <a:pt x="8431" y="9685"/>
                    <a:pt x="8429" y="9723"/>
                    <a:pt x="8429" y="9761"/>
                  </a:cubicBezTo>
                  <a:cubicBezTo>
                    <a:pt x="8429" y="10131"/>
                    <a:pt x="8577" y="10463"/>
                    <a:pt x="8762" y="10685"/>
                  </a:cubicBezTo>
                  <a:cubicBezTo>
                    <a:pt x="9058" y="11018"/>
                    <a:pt x="9428" y="11166"/>
                    <a:pt x="9760" y="11240"/>
                  </a:cubicBezTo>
                  <a:cubicBezTo>
                    <a:pt x="9864" y="11266"/>
                    <a:pt x="9963" y="11283"/>
                    <a:pt x="10049" y="11293"/>
                  </a:cubicBezTo>
                  <a:lnTo>
                    <a:pt x="10049" y="11293"/>
                  </a:lnTo>
                  <a:cubicBezTo>
                    <a:pt x="10075" y="11486"/>
                    <a:pt x="10123" y="11766"/>
                    <a:pt x="10204" y="12090"/>
                  </a:cubicBezTo>
                  <a:cubicBezTo>
                    <a:pt x="10315" y="12682"/>
                    <a:pt x="10537" y="13421"/>
                    <a:pt x="10943" y="14049"/>
                  </a:cubicBezTo>
                  <a:cubicBezTo>
                    <a:pt x="11017" y="14160"/>
                    <a:pt x="11091" y="14271"/>
                    <a:pt x="11165" y="14345"/>
                  </a:cubicBezTo>
                  <a:cubicBezTo>
                    <a:pt x="11239" y="14419"/>
                    <a:pt x="11350" y="14456"/>
                    <a:pt x="11498" y="14456"/>
                  </a:cubicBezTo>
                  <a:cubicBezTo>
                    <a:pt x="11683" y="14456"/>
                    <a:pt x="11831" y="14345"/>
                    <a:pt x="11905" y="14271"/>
                  </a:cubicBezTo>
                  <a:cubicBezTo>
                    <a:pt x="12016" y="14086"/>
                    <a:pt x="12089" y="13902"/>
                    <a:pt x="12163" y="13680"/>
                  </a:cubicBezTo>
                  <a:cubicBezTo>
                    <a:pt x="12226" y="13412"/>
                    <a:pt x="12269" y="13104"/>
                    <a:pt x="12298" y="12836"/>
                  </a:cubicBezTo>
                  <a:lnTo>
                    <a:pt x="12298" y="12836"/>
                  </a:lnTo>
                  <a:cubicBezTo>
                    <a:pt x="12557" y="13081"/>
                    <a:pt x="12909" y="13405"/>
                    <a:pt x="13310" y="13754"/>
                  </a:cubicBezTo>
                  <a:cubicBezTo>
                    <a:pt x="14160" y="14493"/>
                    <a:pt x="15269" y="15343"/>
                    <a:pt x="16230" y="15898"/>
                  </a:cubicBezTo>
                  <a:cubicBezTo>
                    <a:pt x="16711" y="16157"/>
                    <a:pt x="17154" y="16268"/>
                    <a:pt x="17598" y="16268"/>
                  </a:cubicBezTo>
                  <a:cubicBezTo>
                    <a:pt x="18264" y="16268"/>
                    <a:pt x="18781" y="15972"/>
                    <a:pt x="19151" y="15491"/>
                  </a:cubicBezTo>
                  <a:cubicBezTo>
                    <a:pt x="19558" y="15048"/>
                    <a:pt x="19816" y="14456"/>
                    <a:pt x="19964" y="13828"/>
                  </a:cubicBezTo>
                  <a:cubicBezTo>
                    <a:pt x="20186" y="13014"/>
                    <a:pt x="20482" y="11425"/>
                    <a:pt x="20482" y="9576"/>
                  </a:cubicBezTo>
                  <a:cubicBezTo>
                    <a:pt x="20482" y="7580"/>
                    <a:pt x="20149" y="5287"/>
                    <a:pt x="19077" y="3365"/>
                  </a:cubicBezTo>
                  <a:cubicBezTo>
                    <a:pt x="17857" y="1221"/>
                    <a:pt x="15417" y="1"/>
                    <a:pt x="12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51"/>
            <p:cNvSpPr/>
            <p:nvPr/>
          </p:nvSpPr>
          <p:spPr>
            <a:xfrm>
              <a:off x="5732875" y="2898975"/>
              <a:ext cx="70300" cy="90700"/>
            </a:xfrm>
            <a:custGeom>
              <a:avLst/>
              <a:gdLst/>
              <a:ahLst/>
              <a:cxnLst/>
              <a:rect l="l" t="t" r="r" b="b"/>
              <a:pathLst>
                <a:path w="2812" h="3628" extrusionOk="0">
                  <a:moveTo>
                    <a:pt x="1120" y="1"/>
                  </a:moveTo>
                  <a:cubicBezTo>
                    <a:pt x="0" y="1"/>
                    <a:pt x="519" y="2888"/>
                    <a:pt x="519" y="2888"/>
                  </a:cubicBezTo>
                  <a:lnTo>
                    <a:pt x="1961" y="3628"/>
                  </a:lnTo>
                  <a:cubicBezTo>
                    <a:pt x="2664" y="2334"/>
                    <a:pt x="2812" y="448"/>
                    <a:pt x="1370" y="42"/>
                  </a:cubicBezTo>
                  <a:cubicBezTo>
                    <a:pt x="1279" y="14"/>
                    <a:pt x="1196" y="1"/>
                    <a:pt x="1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51"/>
            <p:cNvSpPr/>
            <p:nvPr/>
          </p:nvSpPr>
          <p:spPr>
            <a:xfrm>
              <a:off x="5735675" y="2890750"/>
              <a:ext cx="67500" cy="106325"/>
            </a:xfrm>
            <a:custGeom>
              <a:avLst/>
              <a:gdLst/>
              <a:ahLst/>
              <a:cxnLst/>
              <a:rect l="l" t="t" r="r" b="b"/>
              <a:pathLst>
                <a:path w="2700" h="4253" extrusionOk="0">
                  <a:moveTo>
                    <a:pt x="1036" y="1"/>
                  </a:moveTo>
                  <a:cubicBezTo>
                    <a:pt x="814" y="1"/>
                    <a:pt x="592" y="75"/>
                    <a:pt x="444" y="223"/>
                  </a:cubicBezTo>
                  <a:cubicBezTo>
                    <a:pt x="223" y="445"/>
                    <a:pt x="149" y="703"/>
                    <a:pt x="75" y="999"/>
                  </a:cubicBezTo>
                  <a:cubicBezTo>
                    <a:pt x="1" y="1258"/>
                    <a:pt x="1" y="1591"/>
                    <a:pt x="1" y="1886"/>
                  </a:cubicBezTo>
                  <a:cubicBezTo>
                    <a:pt x="1" y="2626"/>
                    <a:pt x="112" y="3291"/>
                    <a:pt x="112" y="3291"/>
                  </a:cubicBezTo>
                  <a:cubicBezTo>
                    <a:pt x="149" y="3439"/>
                    <a:pt x="296" y="3550"/>
                    <a:pt x="444" y="3550"/>
                  </a:cubicBezTo>
                  <a:cubicBezTo>
                    <a:pt x="629" y="3513"/>
                    <a:pt x="740" y="3328"/>
                    <a:pt x="703" y="3180"/>
                  </a:cubicBezTo>
                  <a:cubicBezTo>
                    <a:pt x="703" y="3180"/>
                    <a:pt x="703" y="3143"/>
                    <a:pt x="703" y="3070"/>
                  </a:cubicBezTo>
                  <a:cubicBezTo>
                    <a:pt x="666" y="2848"/>
                    <a:pt x="592" y="2367"/>
                    <a:pt x="592" y="1886"/>
                  </a:cubicBezTo>
                  <a:cubicBezTo>
                    <a:pt x="592" y="1517"/>
                    <a:pt x="629" y="1147"/>
                    <a:pt x="740" y="925"/>
                  </a:cubicBezTo>
                  <a:cubicBezTo>
                    <a:pt x="777" y="814"/>
                    <a:pt x="814" y="740"/>
                    <a:pt x="851" y="666"/>
                  </a:cubicBezTo>
                  <a:cubicBezTo>
                    <a:pt x="925" y="629"/>
                    <a:pt x="962" y="629"/>
                    <a:pt x="1036" y="629"/>
                  </a:cubicBezTo>
                  <a:cubicBezTo>
                    <a:pt x="1073" y="629"/>
                    <a:pt x="1110" y="629"/>
                    <a:pt x="1184" y="666"/>
                  </a:cubicBezTo>
                  <a:cubicBezTo>
                    <a:pt x="1517" y="740"/>
                    <a:pt x="1701" y="925"/>
                    <a:pt x="1849" y="1147"/>
                  </a:cubicBezTo>
                  <a:cubicBezTo>
                    <a:pt x="1997" y="1406"/>
                    <a:pt x="2071" y="1702"/>
                    <a:pt x="2071" y="2034"/>
                  </a:cubicBezTo>
                  <a:cubicBezTo>
                    <a:pt x="2071" y="2589"/>
                    <a:pt x="1886" y="3254"/>
                    <a:pt x="1590" y="3809"/>
                  </a:cubicBezTo>
                  <a:cubicBezTo>
                    <a:pt x="1480" y="3957"/>
                    <a:pt x="1553" y="4142"/>
                    <a:pt x="1701" y="4216"/>
                  </a:cubicBezTo>
                  <a:cubicBezTo>
                    <a:pt x="1751" y="4240"/>
                    <a:pt x="1804" y="4253"/>
                    <a:pt x="1856" y="4253"/>
                  </a:cubicBezTo>
                  <a:cubicBezTo>
                    <a:pt x="1960" y="4253"/>
                    <a:pt x="2059" y="4203"/>
                    <a:pt x="2108" y="4105"/>
                  </a:cubicBezTo>
                  <a:cubicBezTo>
                    <a:pt x="2441" y="3476"/>
                    <a:pt x="2700" y="2737"/>
                    <a:pt x="2700" y="2034"/>
                  </a:cubicBezTo>
                  <a:cubicBezTo>
                    <a:pt x="2700" y="1628"/>
                    <a:pt x="2589" y="1184"/>
                    <a:pt x="2367" y="851"/>
                  </a:cubicBezTo>
                  <a:cubicBezTo>
                    <a:pt x="2182" y="482"/>
                    <a:pt x="1812" y="186"/>
                    <a:pt x="1369" y="75"/>
                  </a:cubicBezTo>
                  <a:cubicBezTo>
                    <a:pt x="1258" y="38"/>
                    <a:pt x="1147" y="1"/>
                    <a:pt x="1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51"/>
            <p:cNvSpPr/>
            <p:nvPr/>
          </p:nvSpPr>
          <p:spPr>
            <a:xfrm>
              <a:off x="5487050" y="4141300"/>
              <a:ext cx="251425" cy="785650"/>
            </a:xfrm>
            <a:custGeom>
              <a:avLst/>
              <a:gdLst/>
              <a:ahLst/>
              <a:cxnLst/>
              <a:rect l="l" t="t" r="r" b="b"/>
              <a:pathLst>
                <a:path w="10057" h="31426" extrusionOk="0">
                  <a:moveTo>
                    <a:pt x="7395" y="0"/>
                  </a:moveTo>
                  <a:lnTo>
                    <a:pt x="1" y="407"/>
                  </a:lnTo>
                  <a:lnTo>
                    <a:pt x="6581" y="31241"/>
                  </a:lnTo>
                  <a:lnTo>
                    <a:pt x="10057" y="31425"/>
                  </a:lnTo>
                  <a:lnTo>
                    <a:pt x="7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51"/>
            <p:cNvSpPr/>
            <p:nvPr/>
          </p:nvSpPr>
          <p:spPr>
            <a:xfrm>
              <a:off x="5478725" y="4133900"/>
              <a:ext cx="268075" cy="801375"/>
            </a:xfrm>
            <a:custGeom>
              <a:avLst/>
              <a:gdLst/>
              <a:ahLst/>
              <a:cxnLst/>
              <a:rect l="l" t="t" r="r" b="b"/>
              <a:pathLst>
                <a:path w="10723" h="32055" extrusionOk="0">
                  <a:moveTo>
                    <a:pt x="7432" y="629"/>
                  </a:moveTo>
                  <a:lnTo>
                    <a:pt x="10057" y="31389"/>
                  </a:lnTo>
                  <a:lnTo>
                    <a:pt x="7173" y="31241"/>
                  </a:lnTo>
                  <a:lnTo>
                    <a:pt x="704" y="1017"/>
                  </a:lnTo>
                  <a:lnTo>
                    <a:pt x="704" y="1017"/>
                  </a:lnTo>
                  <a:lnTo>
                    <a:pt x="7432" y="629"/>
                  </a:lnTo>
                  <a:close/>
                  <a:moveTo>
                    <a:pt x="7728" y="1"/>
                  </a:moveTo>
                  <a:lnTo>
                    <a:pt x="334" y="407"/>
                  </a:lnTo>
                  <a:cubicBezTo>
                    <a:pt x="223" y="407"/>
                    <a:pt x="149" y="444"/>
                    <a:pt x="75" y="518"/>
                  </a:cubicBezTo>
                  <a:cubicBezTo>
                    <a:pt x="38" y="592"/>
                    <a:pt x="1" y="703"/>
                    <a:pt x="38" y="777"/>
                  </a:cubicBezTo>
                  <a:lnTo>
                    <a:pt x="6619" y="31574"/>
                  </a:lnTo>
                  <a:cubicBezTo>
                    <a:pt x="6619" y="31721"/>
                    <a:pt x="6767" y="31832"/>
                    <a:pt x="6877" y="31832"/>
                  </a:cubicBezTo>
                  <a:lnTo>
                    <a:pt x="10390" y="32054"/>
                  </a:lnTo>
                  <a:cubicBezTo>
                    <a:pt x="10464" y="32054"/>
                    <a:pt x="10574" y="32017"/>
                    <a:pt x="10611" y="31943"/>
                  </a:cubicBezTo>
                  <a:cubicBezTo>
                    <a:pt x="10685" y="31869"/>
                    <a:pt x="10722" y="31795"/>
                    <a:pt x="10722" y="31721"/>
                  </a:cubicBezTo>
                  <a:lnTo>
                    <a:pt x="8024" y="296"/>
                  </a:lnTo>
                  <a:cubicBezTo>
                    <a:pt x="8024" y="111"/>
                    <a:pt x="7876" y="1"/>
                    <a:pt x="7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51"/>
            <p:cNvSpPr/>
            <p:nvPr/>
          </p:nvSpPr>
          <p:spPr>
            <a:xfrm>
              <a:off x="5471350" y="4922300"/>
              <a:ext cx="282850" cy="117400"/>
            </a:xfrm>
            <a:custGeom>
              <a:avLst/>
              <a:gdLst/>
              <a:ahLst/>
              <a:cxnLst/>
              <a:rect l="l" t="t" r="r" b="b"/>
              <a:pathLst>
                <a:path w="11314" h="4696" extrusionOk="0">
                  <a:moveTo>
                    <a:pt x="7209" y="1"/>
                  </a:moveTo>
                  <a:lnTo>
                    <a:pt x="0" y="4696"/>
                  </a:lnTo>
                  <a:lnTo>
                    <a:pt x="11313" y="4696"/>
                  </a:lnTo>
                  <a:lnTo>
                    <a:pt x="10685" y="185"/>
                  </a:lnTo>
                  <a:lnTo>
                    <a:pt x="72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51"/>
            <p:cNvSpPr/>
            <p:nvPr/>
          </p:nvSpPr>
          <p:spPr>
            <a:xfrm>
              <a:off x="5463025" y="4913975"/>
              <a:ext cx="299475" cy="134050"/>
            </a:xfrm>
            <a:custGeom>
              <a:avLst/>
              <a:gdLst/>
              <a:ahLst/>
              <a:cxnLst/>
              <a:rect l="l" t="t" r="r" b="b"/>
              <a:pathLst>
                <a:path w="11979" h="5362" extrusionOk="0">
                  <a:moveTo>
                    <a:pt x="7624" y="636"/>
                  </a:moveTo>
                  <a:lnTo>
                    <a:pt x="10759" y="814"/>
                  </a:lnTo>
                  <a:lnTo>
                    <a:pt x="11276" y="4733"/>
                  </a:lnTo>
                  <a:lnTo>
                    <a:pt x="1368" y="4733"/>
                  </a:lnTo>
                  <a:lnTo>
                    <a:pt x="7624" y="636"/>
                  </a:lnTo>
                  <a:close/>
                  <a:moveTo>
                    <a:pt x="7542" y="1"/>
                  </a:moveTo>
                  <a:cubicBezTo>
                    <a:pt x="7505" y="1"/>
                    <a:pt x="7431" y="38"/>
                    <a:pt x="7358" y="75"/>
                  </a:cubicBezTo>
                  <a:lnTo>
                    <a:pt x="185" y="4807"/>
                  </a:lnTo>
                  <a:cubicBezTo>
                    <a:pt x="74" y="4881"/>
                    <a:pt x="0" y="4992"/>
                    <a:pt x="37" y="5140"/>
                  </a:cubicBezTo>
                  <a:cubicBezTo>
                    <a:pt x="74" y="5251"/>
                    <a:pt x="222" y="5362"/>
                    <a:pt x="333" y="5362"/>
                  </a:cubicBezTo>
                  <a:lnTo>
                    <a:pt x="11646" y="5362"/>
                  </a:lnTo>
                  <a:cubicBezTo>
                    <a:pt x="11720" y="5362"/>
                    <a:pt x="11831" y="5325"/>
                    <a:pt x="11868" y="5251"/>
                  </a:cubicBezTo>
                  <a:cubicBezTo>
                    <a:pt x="11942" y="5177"/>
                    <a:pt x="11979" y="5103"/>
                    <a:pt x="11942" y="4992"/>
                  </a:cubicBezTo>
                  <a:lnTo>
                    <a:pt x="11350" y="481"/>
                  </a:lnTo>
                  <a:cubicBezTo>
                    <a:pt x="11313" y="334"/>
                    <a:pt x="11202" y="223"/>
                    <a:pt x="11055" y="223"/>
                  </a:cubicBezTo>
                  <a:lnTo>
                    <a:pt x="75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51"/>
            <p:cNvSpPr/>
            <p:nvPr/>
          </p:nvSpPr>
          <p:spPr>
            <a:xfrm>
              <a:off x="5231950" y="3802100"/>
              <a:ext cx="1096200" cy="1127625"/>
            </a:xfrm>
            <a:custGeom>
              <a:avLst/>
              <a:gdLst/>
              <a:ahLst/>
              <a:cxnLst/>
              <a:rect l="l" t="t" r="r" b="b"/>
              <a:pathLst>
                <a:path w="43848" h="45105" extrusionOk="0">
                  <a:moveTo>
                    <a:pt x="41704" y="0"/>
                  </a:moveTo>
                  <a:lnTo>
                    <a:pt x="28024" y="148"/>
                  </a:lnTo>
                  <a:lnTo>
                    <a:pt x="26730" y="3180"/>
                  </a:lnTo>
                  <a:cubicBezTo>
                    <a:pt x="26730" y="3180"/>
                    <a:pt x="16674" y="5028"/>
                    <a:pt x="11351" y="6174"/>
                  </a:cubicBezTo>
                  <a:cubicBezTo>
                    <a:pt x="6027" y="7357"/>
                    <a:pt x="1" y="9502"/>
                    <a:pt x="1" y="10796"/>
                  </a:cubicBezTo>
                  <a:cubicBezTo>
                    <a:pt x="1" y="12089"/>
                    <a:pt x="4474" y="44956"/>
                    <a:pt x="4474" y="44956"/>
                  </a:cubicBezTo>
                  <a:lnTo>
                    <a:pt x="7210" y="45104"/>
                  </a:lnTo>
                  <a:lnTo>
                    <a:pt x="7765" y="15269"/>
                  </a:lnTo>
                  <a:cubicBezTo>
                    <a:pt x="7765" y="15269"/>
                    <a:pt x="24290" y="14086"/>
                    <a:pt x="28912" y="13938"/>
                  </a:cubicBezTo>
                  <a:cubicBezTo>
                    <a:pt x="29406" y="13926"/>
                    <a:pt x="29890" y="13924"/>
                    <a:pt x="30365" y="13924"/>
                  </a:cubicBezTo>
                  <a:cubicBezTo>
                    <a:pt x="30708" y="13924"/>
                    <a:pt x="31045" y="13925"/>
                    <a:pt x="31379" y="13925"/>
                  </a:cubicBezTo>
                  <a:cubicBezTo>
                    <a:pt x="34868" y="13925"/>
                    <a:pt x="37847" y="13782"/>
                    <a:pt x="40557" y="10500"/>
                  </a:cubicBezTo>
                  <a:cubicBezTo>
                    <a:pt x="43848" y="6470"/>
                    <a:pt x="41704" y="0"/>
                    <a:pt x="41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51"/>
            <p:cNvSpPr/>
            <p:nvPr/>
          </p:nvSpPr>
          <p:spPr>
            <a:xfrm>
              <a:off x="5223650" y="3794700"/>
              <a:ext cx="1075850" cy="1142425"/>
            </a:xfrm>
            <a:custGeom>
              <a:avLst/>
              <a:gdLst/>
              <a:ahLst/>
              <a:cxnLst/>
              <a:rect l="l" t="t" r="r" b="b"/>
              <a:pathLst>
                <a:path w="43034" h="45697" extrusionOk="0">
                  <a:moveTo>
                    <a:pt x="41808" y="594"/>
                  </a:moveTo>
                  <a:cubicBezTo>
                    <a:pt x="41961" y="1163"/>
                    <a:pt x="42405" y="2897"/>
                    <a:pt x="42405" y="4917"/>
                  </a:cubicBezTo>
                  <a:cubicBezTo>
                    <a:pt x="42405" y="6803"/>
                    <a:pt x="41999" y="8947"/>
                    <a:pt x="40631" y="10611"/>
                  </a:cubicBezTo>
                  <a:cubicBezTo>
                    <a:pt x="39041" y="12570"/>
                    <a:pt x="37377" y="13347"/>
                    <a:pt x="35492" y="13679"/>
                  </a:cubicBezTo>
                  <a:cubicBezTo>
                    <a:pt x="33606" y="14012"/>
                    <a:pt x="31536" y="13864"/>
                    <a:pt x="29207" y="13938"/>
                  </a:cubicBezTo>
                  <a:cubicBezTo>
                    <a:pt x="24585" y="14086"/>
                    <a:pt x="8060" y="15232"/>
                    <a:pt x="8060" y="15232"/>
                  </a:cubicBezTo>
                  <a:cubicBezTo>
                    <a:pt x="7912" y="15269"/>
                    <a:pt x="7764" y="15380"/>
                    <a:pt x="7764" y="15528"/>
                  </a:cubicBezTo>
                  <a:lnTo>
                    <a:pt x="7246" y="45068"/>
                  </a:lnTo>
                  <a:lnTo>
                    <a:pt x="5102" y="44969"/>
                  </a:lnTo>
                  <a:lnTo>
                    <a:pt x="5102" y="44969"/>
                  </a:lnTo>
                  <a:cubicBezTo>
                    <a:pt x="5067" y="44733"/>
                    <a:pt x="5005" y="44337"/>
                    <a:pt x="4917" y="43811"/>
                  </a:cubicBezTo>
                  <a:cubicBezTo>
                    <a:pt x="4510" y="40631"/>
                    <a:pt x="3438" y="32756"/>
                    <a:pt x="2440" y="25473"/>
                  </a:cubicBezTo>
                  <a:cubicBezTo>
                    <a:pt x="1959" y="21850"/>
                    <a:pt x="1516" y="18375"/>
                    <a:pt x="1183" y="15750"/>
                  </a:cubicBezTo>
                  <a:cubicBezTo>
                    <a:pt x="998" y="14456"/>
                    <a:pt x="887" y="13347"/>
                    <a:pt x="776" y="12533"/>
                  </a:cubicBezTo>
                  <a:cubicBezTo>
                    <a:pt x="739" y="12127"/>
                    <a:pt x="702" y="11794"/>
                    <a:pt x="665" y="11535"/>
                  </a:cubicBezTo>
                  <a:cubicBezTo>
                    <a:pt x="629" y="11313"/>
                    <a:pt x="629" y="11128"/>
                    <a:pt x="629" y="11092"/>
                  </a:cubicBezTo>
                  <a:cubicBezTo>
                    <a:pt x="629" y="11055"/>
                    <a:pt x="665" y="10944"/>
                    <a:pt x="813" y="10759"/>
                  </a:cubicBezTo>
                  <a:cubicBezTo>
                    <a:pt x="1072" y="10500"/>
                    <a:pt x="1590" y="10167"/>
                    <a:pt x="2329" y="9798"/>
                  </a:cubicBezTo>
                  <a:cubicBezTo>
                    <a:pt x="4473" y="8725"/>
                    <a:pt x="8281" y="7542"/>
                    <a:pt x="11757" y="6803"/>
                  </a:cubicBezTo>
                  <a:cubicBezTo>
                    <a:pt x="14419" y="6211"/>
                    <a:pt x="18263" y="5472"/>
                    <a:pt x="21443" y="4843"/>
                  </a:cubicBezTo>
                  <a:cubicBezTo>
                    <a:pt x="23033" y="4548"/>
                    <a:pt x="24438" y="4289"/>
                    <a:pt x="25473" y="4067"/>
                  </a:cubicBezTo>
                  <a:cubicBezTo>
                    <a:pt x="26508" y="3882"/>
                    <a:pt x="27136" y="3771"/>
                    <a:pt x="27136" y="3771"/>
                  </a:cubicBezTo>
                  <a:cubicBezTo>
                    <a:pt x="27247" y="3734"/>
                    <a:pt x="27321" y="3697"/>
                    <a:pt x="27358" y="3586"/>
                  </a:cubicBezTo>
                  <a:lnTo>
                    <a:pt x="28574" y="737"/>
                  </a:lnTo>
                  <a:lnTo>
                    <a:pt x="28574" y="737"/>
                  </a:lnTo>
                  <a:lnTo>
                    <a:pt x="41808" y="594"/>
                  </a:lnTo>
                  <a:close/>
                  <a:moveTo>
                    <a:pt x="42036" y="0"/>
                  </a:moveTo>
                  <a:lnTo>
                    <a:pt x="28356" y="148"/>
                  </a:lnTo>
                  <a:cubicBezTo>
                    <a:pt x="28246" y="148"/>
                    <a:pt x="28135" y="222"/>
                    <a:pt x="28098" y="333"/>
                  </a:cubicBezTo>
                  <a:lnTo>
                    <a:pt x="26854" y="3211"/>
                  </a:lnTo>
                  <a:lnTo>
                    <a:pt x="26854" y="3211"/>
                  </a:lnTo>
                  <a:cubicBezTo>
                    <a:pt x="25505" y="3459"/>
                    <a:pt x="16524" y="5116"/>
                    <a:pt x="11609" y="6174"/>
                  </a:cubicBezTo>
                  <a:cubicBezTo>
                    <a:pt x="8947" y="6766"/>
                    <a:pt x="6100" y="7579"/>
                    <a:pt x="3882" y="8430"/>
                  </a:cubicBezTo>
                  <a:cubicBezTo>
                    <a:pt x="2810" y="8873"/>
                    <a:pt x="1849" y="9317"/>
                    <a:pt x="1183" y="9724"/>
                  </a:cubicBezTo>
                  <a:cubicBezTo>
                    <a:pt x="850" y="9945"/>
                    <a:pt x="555" y="10130"/>
                    <a:pt x="370" y="10352"/>
                  </a:cubicBezTo>
                  <a:cubicBezTo>
                    <a:pt x="148" y="10574"/>
                    <a:pt x="0" y="10796"/>
                    <a:pt x="0" y="11092"/>
                  </a:cubicBezTo>
                  <a:cubicBezTo>
                    <a:pt x="0" y="11202"/>
                    <a:pt x="37" y="11387"/>
                    <a:pt x="74" y="11720"/>
                  </a:cubicBezTo>
                  <a:cubicBezTo>
                    <a:pt x="555" y="16415"/>
                    <a:pt x="4510" y="45289"/>
                    <a:pt x="4510" y="45289"/>
                  </a:cubicBezTo>
                  <a:cubicBezTo>
                    <a:pt x="4547" y="45437"/>
                    <a:pt x="4658" y="45548"/>
                    <a:pt x="4806" y="45548"/>
                  </a:cubicBezTo>
                  <a:lnTo>
                    <a:pt x="7542" y="45696"/>
                  </a:lnTo>
                  <a:cubicBezTo>
                    <a:pt x="7616" y="45696"/>
                    <a:pt x="7690" y="45696"/>
                    <a:pt x="7764" y="45622"/>
                  </a:cubicBezTo>
                  <a:cubicBezTo>
                    <a:pt x="7838" y="45585"/>
                    <a:pt x="7875" y="45474"/>
                    <a:pt x="7875" y="45400"/>
                  </a:cubicBezTo>
                  <a:lnTo>
                    <a:pt x="8388" y="15840"/>
                  </a:lnTo>
                  <a:lnTo>
                    <a:pt x="8388" y="15840"/>
                  </a:lnTo>
                  <a:cubicBezTo>
                    <a:pt x="8803" y="15811"/>
                    <a:pt x="9641" y="15752"/>
                    <a:pt x="10758" y="15676"/>
                  </a:cubicBezTo>
                  <a:cubicBezTo>
                    <a:pt x="15639" y="15343"/>
                    <a:pt x="25805" y="14678"/>
                    <a:pt x="29244" y="14567"/>
                  </a:cubicBezTo>
                  <a:cubicBezTo>
                    <a:pt x="31536" y="14493"/>
                    <a:pt x="33606" y="14641"/>
                    <a:pt x="35603" y="14271"/>
                  </a:cubicBezTo>
                  <a:cubicBezTo>
                    <a:pt x="37562" y="13938"/>
                    <a:pt x="39411" y="13051"/>
                    <a:pt x="41111" y="10981"/>
                  </a:cubicBezTo>
                  <a:cubicBezTo>
                    <a:pt x="42627" y="9169"/>
                    <a:pt x="43034" y="6877"/>
                    <a:pt x="43034" y="4917"/>
                  </a:cubicBezTo>
                  <a:cubicBezTo>
                    <a:pt x="43034" y="2329"/>
                    <a:pt x="42331" y="222"/>
                    <a:pt x="42331" y="185"/>
                  </a:cubicBezTo>
                  <a:cubicBezTo>
                    <a:pt x="42294" y="74"/>
                    <a:pt x="42146" y="0"/>
                    <a:pt x="420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51"/>
            <p:cNvSpPr/>
            <p:nvPr/>
          </p:nvSpPr>
          <p:spPr>
            <a:xfrm>
              <a:off x="5111800" y="4926000"/>
              <a:ext cx="308725" cy="134975"/>
            </a:xfrm>
            <a:custGeom>
              <a:avLst/>
              <a:gdLst/>
              <a:ahLst/>
              <a:cxnLst/>
              <a:rect l="l" t="t" r="r" b="b"/>
              <a:pathLst>
                <a:path w="12349" h="5399" extrusionOk="0">
                  <a:moveTo>
                    <a:pt x="9280" y="0"/>
                  </a:moveTo>
                  <a:lnTo>
                    <a:pt x="8837" y="259"/>
                  </a:lnTo>
                  <a:lnTo>
                    <a:pt x="1" y="5398"/>
                  </a:lnTo>
                  <a:lnTo>
                    <a:pt x="12349" y="5398"/>
                  </a:lnTo>
                  <a:lnTo>
                    <a:pt x="12016" y="148"/>
                  </a:lnTo>
                  <a:lnTo>
                    <a:pt x="9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51"/>
            <p:cNvSpPr/>
            <p:nvPr/>
          </p:nvSpPr>
          <p:spPr>
            <a:xfrm>
              <a:off x="5103475" y="4918600"/>
              <a:ext cx="324450" cy="150675"/>
            </a:xfrm>
            <a:custGeom>
              <a:avLst/>
              <a:gdLst/>
              <a:ahLst/>
              <a:cxnLst/>
              <a:rect l="l" t="t" r="r" b="b"/>
              <a:pathLst>
                <a:path w="12978" h="6027" extrusionOk="0">
                  <a:moveTo>
                    <a:pt x="9698" y="597"/>
                  </a:moveTo>
                  <a:lnTo>
                    <a:pt x="12053" y="740"/>
                  </a:lnTo>
                  <a:lnTo>
                    <a:pt x="12349" y="5398"/>
                  </a:lnTo>
                  <a:lnTo>
                    <a:pt x="1480" y="5398"/>
                  </a:lnTo>
                  <a:lnTo>
                    <a:pt x="9317" y="851"/>
                  </a:lnTo>
                  <a:lnTo>
                    <a:pt x="9698" y="597"/>
                  </a:lnTo>
                  <a:close/>
                  <a:moveTo>
                    <a:pt x="9650" y="1"/>
                  </a:moveTo>
                  <a:cubicBezTo>
                    <a:pt x="9576" y="1"/>
                    <a:pt x="9539" y="1"/>
                    <a:pt x="9465" y="38"/>
                  </a:cubicBezTo>
                  <a:lnTo>
                    <a:pt x="9022" y="296"/>
                  </a:lnTo>
                  <a:lnTo>
                    <a:pt x="186" y="5435"/>
                  </a:lnTo>
                  <a:cubicBezTo>
                    <a:pt x="38" y="5509"/>
                    <a:pt x="1" y="5657"/>
                    <a:pt x="38" y="5805"/>
                  </a:cubicBezTo>
                  <a:cubicBezTo>
                    <a:pt x="75" y="5916"/>
                    <a:pt x="186" y="6027"/>
                    <a:pt x="334" y="6027"/>
                  </a:cubicBezTo>
                  <a:lnTo>
                    <a:pt x="12682" y="6027"/>
                  </a:lnTo>
                  <a:cubicBezTo>
                    <a:pt x="12756" y="6027"/>
                    <a:pt x="12830" y="5990"/>
                    <a:pt x="12904" y="5916"/>
                  </a:cubicBezTo>
                  <a:cubicBezTo>
                    <a:pt x="12941" y="5842"/>
                    <a:pt x="12978" y="5768"/>
                    <a:pt x="12978" y="5694"/>
                  </a:cubicBezTo>
                  <a:lnTo>
                    <a:pt x="12682" y="407"/>
                  </a:lnTo>
                  <a:cubicBezTo>
                    <a:pt x="12645" y="259"/>
                    <a:pt x="12534" y="149"/>
                    <a:pt x="12386" y="149"/>
                  </a:cubicBezTo>
                  <a:lnTo>
                    <a:pt x="96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51"/>
            <p:cNvSpPr/>
            <p:nvPr/>
          </p:nvSpPr>
          <p:spPr>
            <a:xfrm>
              <a:off x="5408500" y="3494300"/>
              <a:ext cx="201500" cy="90600"/>
            </a:xfrm>
            <a:custGeom>
              <a:avLst/>
              <a:gdLst/>
              <a:ahLst/>
              <a:cxnLst/>
              <a:rect l="l" t="t" r="r" b="b"/>
              <a:pathLst>
                <a:path w="8060" h="3624" extrusionOk="0">
                  <a:moveTo>
                    <a:pt x="2884" y="1"/>
                  </a:moveTo>
                  <a:cubicBezTo>
                    <a:pt x="1960" y="1"/>
                    <a:pt x="0" y="2367"/>
                    <a:pt x="0" y="2700"/>
                  </a:cubicBezTo>
                  <a:cubicBezTo>
                    <a:pt x="0" y="2933"/>
                    <a:pt x="46" y="3306"/>
                    <a:pt x="321" y="3306"/>
                  </a:cubicBezTo>
                  <a:cubicBezTo>
                    <a:pt x="394" y="3306"/>
                    <a:pt x="483" y="3279"/>
                    <a:pt x="592" y="3217"/>
                  </a:cubicBezTo>
                  <a:cubicBezTo>
                    <a:pt x="1109" y="2885"/>
                    <a:pt x="2366" y="2071"/>
                    <a:pt x="2366" y="2071"/>
                  </a:cubicBezTo>
                  <a:lnTo>
                    <a:pt x="7542" y="3624"/>
                  </a:lnTo>
                  <a:lnTo>
                    <a:pt x="8060" y="1443"/>
                  </a:lnTo>
                  <a:lnTo>
                    <a:pt x="5287" y="297"/>
                  </a:lnTo>
                  <a:cubicBezTo>
                    <a:pt x="5287" y="297"/>
                    <a:pt x="3808" y="1"/>
                    <a:pt x="28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51"/>
            <p:cNvSpPr/>
            <p:nvPr/>
          </p:nvSpPr>
          <p:spPr>
            <a:xfrm>
              <a:off x="5400175" y="3486925"/>
              <a:ext cx="218150" cy="105775"/>
            </a:xfrm>
            <a:custGeom>
              <a:avLst/>
              <a:gdLst/>
              <a:ahLst/>
              <a:cxnLst/>
              <a:rect l="l" t="t" r="r" b="b"/>
              <a:pathLst>
                <a:path w="8726" h="4231" extrusionOk="0">
                  <a:moveTo>
                    <a:pt x="3217" y="592"/>
                  </a:moveTo>
                  <a:cubicBezTo>
                    <a:pt x="3660" y="592"/>
                    <a:pt x="4252" y="666"/>
                    <a:pt x="4696" y="739"/>
                  </a:cubicBezTo>
                  <a:cubicBezTo>
                    <a:pt x="4954" y="776"/>
                    <a:pt x="5139" y="813"/>
                    <a:pt x="5287" y="850"/>
                  </a:cubicBezTo>
                  <a:cubicBezTo>
                    <a:pt x="5362" y="869"/>
                    <a:pt x="5428" y="878"/>
                    <a:pt x="5474" y="883"/>
                  </a:cubicBezTo>
                  <a:lnTo>
                    <a:pt x="5474" y="883"/>
                  </a:lnTo>
                  <a:lnTo>
                    <a:pt x="5472" y="887"/>
                  </a:lnTo>
                  <a:lnTo>
                    <a:pt x="8023" y="1923"/>
                  </a:lnTo>
                  <a:lnTo>
                    <a:pt x="7653" y="3512"/>
                  </a:lnTo>
                  <a:lnTo>
                    <a:pt x="2773" y="2070"/>
                  </a:lnTo>
                  <a:cubicBezTo>
                    <a:pt x="2752" y="2060"/>
                    <a:pt x="2730" y="2055"/>
                    <a:pt x="2707" y="2055"/>
                  </a:cubicBezTo>
                  <a:cubicBezTo>
                    <a:pt x="2653" y="2055"/>
                    <a:pt x="2593" y="2081"/>
                    <a:pt x="2514" y="2107"/>
                  </a:cubicBezTo>
                  <a:cubicBezTo>
                    <a:pt x="2514" y="2107"/>
                    <a:pt x="2219" y="2329"/>
                    <a:pt x="1849" y="2551"/>
                  </a:cubicBezTo>
                  <a:cubicBezTo>
                    <a:pt x="1479" y="2810"/>
                    <a:pt x="1036" y="3106"/>
                    <a:pt x="777" y="3253"/>
                  </a:cubicBezTo>
                  <a:cubicBezTo>
                    <a:pt x="743" y="3271"/>
                    <a:pt x="716" y="3280"/>
                    <a:pt x="698" y="3285"/>
                  </a:cubicBezTo>
                  <a:lnTo>
                    <a:pt x="698" y="3285"/>
                  </a:lnTo>
                  <a:cubicBezTo>
                    <a:pt x="688" y="3272"/>
                    <a:pt x="666" y="3237"/>
                    <a:pt x="666" y="3180"/>
                  </a:cubicBezTo>
                  <a:cubicBezTo>
                    <a:pt x="635" y="3149"/>
                    <a:pt x="630" y="3092"/>
                    <a:pt x="629" y="3031"/>
                  </a:cubicBezTo>
                  <a:lnTo>
                    <a:pt x="629" y="3031"/>
                  </a:lnTo>
                  <a:cubicBezTo>
                    <a:pt x="632" y="3026"/>
                    <a:pt x="669" y="2953"/>
                    <a:pt x="740" y="2847"/>
                  </a:cubicBezTo>
                  <a:cubicBezTo>
                    <a:pt x="962" y="2514"/>
                    <a:pt x="1442" y="1923"/>
                    <a:pt x="1960" y="1442"/>
                  </a:cubicBezTo>
                  <a:cubicBezTo>
                    <a:pt x="2182" y="1183"/>
                    <a:pt x="2477" y="961"/>
                    <a:pt x="2699" y="813"/>
                  </a:cubicBezTo>
                  <a:cubicBezTo>
                    <a:pt x="2921" y="666"/>
                    <a:pt x="3143" y="592"/>
                    <a:pt x="3217" y="592"/>
                  </a:cubicBezTo>
                  <a:close/>
                  <a:moveTo>
                    <a:pt x="3217" y="0"/>
                  </a:moveTo>
                  <a:cubicBezTo>
                    <a:pt x="2847" y="0"/>
                    <a:pt x="2551" y="185"/>
                    <a:pt x="2182" y="407"/>
                  </a:cubicBezTo>
                  <a:cubicBezTo>
                    <a:pt x="1701" y="776"/>
                    <a:pt x="1183" y="1331"/>
                    <a:pt x="740" y="1812"/>
                  </a:cubicBezTo>
                  <a:cubicBezTo>
                    <a:pt x="555" y="2033"/>
                    <a:pt x="370" y="2255"/>
                    <a:pt x="259" y="2440"/>
                  </a:cubicBezTo>
                  <a:cubicBezTo>
                    <a:pt x="185" y="2551"/>
                    <a:pt x="148" y="2625"/>
                    <a:pt x="111" y="2699"/>
                  </a:cubicBezTo>
                  <a:lnTo>
                    <a:pt x="37" y="2810"/>
                  </a:lnTo>
                  <a:cubicBezTo>
                    <a:pt x="37" y="2884"/>
                    <a:pt x="0" y="2921"/>
                    <a:pt x="0" y="2995"/>
                  </a:cubicBezTo>
                  <a:cubicBezTo>
                    <a:pt x="0" y="3143"/>
                    <a:pt x="37" y="3327"/>
                    <a:pt x="111" y="3512"/>
                  </a:cubicBezTo>
                  <a:cubicBezTo>
                    <a:pt x="148" y="3586"/>
                    <a:pt x="185" y="3697"/>
                    <a:pt x="296" y="3771"/>
                  </a:cubicBezTo>
                  <a:cubicBezTo>
                    <a:pt x="370" y="3845"/>
                    <a:pt x="518" y="3919"/>
                    <a:pt x="666" y="3919"/>
                  </a:cubicBezTo>
                  <a:cubicBezTo>
                    <a:pt x="814" y="3919"/>
                    <a:pt x="962" y="3845"/>
                    <a:pt x="1110" y="3771"/>
                  </a:cubicBezTo>
                  <a:cubicBezTo>
                    <a:pt x="1529" y="3501"/>
                    <a:pt x="2436" y="2915"/>
                    <a:pt x="2763" y="2703"/>
                  </a:cubicBezTo>
                  <a:lnTo>
                    <a:pt x="2763" y="2703"/>
                  </a:lnTo>
                  <a:lnTo>
                    <a:pt x="7801" y="4215"/>
                  </a:lnTo>
                  <a:cubicBezTo>
                    <a:pt x="7823" y="4226"/>
                    <a:pt x="7845" y="4230"/>
                    <a:pt x="7866" y="4230"/>
                  </a:cubicBezTo>
                  <a:cubicBezTo>
                    <a:pt x="7918" y="4230"/>
                    <a:pt x="7971" y="4204"/>
                    <a:pt x="8023" y="4178"/>
                  </a:cubicBezTo>
                  <a:cubicBezTo>
                    <a:pt x="8097" y="4141"/>
                    <a:pt x="8171" y="4067"/>
                    <a:pt x="8171" y="3993"/>
                  </a:cubicBezTo>
                  <a:lnTo>
                    <a:pt x="8688" y="1812"/>
                  </a:lnTo>
                  <a:cubicBezTo>
                    <a:pt x="8725" y="1664"/>
                    <a:pt x="8652" y="1516"/>
                    <a:pt x="8504" y="1442"/>
                  </a:cubicBezTo>
                  <a:lnTo>
                    <a:pt x="5731" y="333"/>
                  </a:lnTo>
                  <a:lnTo>
                    <a:pt x="5657" y="296"/>
                  </a:lnTo>
                  <a:cubicBezTo>
                    <a:pt x="5657" y="296"/>
                    <a:pt x="4215" y="0"/>
                    <a:pt x="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51"/>
            <p:cNvSpPr/>
            <p:nvPr/>
          </p:nvSpPr>
          <p:spPr>
            <a:xfrm>
              <a:off x="5410350" y="3530350"/>
              <a:ext cx="171000" cy="49025"/>
            </a:xfrm>
            <a:custGeom>
              <a:avLst/>
              <a:gdLst/>
              <a:ahLst/>
              <a:cxnLst/>
              <a:rect l="l" t="t" r="r" b="b"/>
              <a:pathLst>
                <a:path w="6840" h="1961" extrusionOk="0">
                  <a:moveTo>
                    <a:pt x="5213" y="1"/>
                  </a:moveTo>
                  <a:cubicBezTo>
                    <a:pt x="5213" y="1"/>
                    <a:pt x="1775" y="223"/>
                    <a:pt x="1035" y="333"/>
                  </a:cubicBezTo>
                  <a:cubicBezTo>
                    <a:pt x="333" y="407"/>
                    <a:pt x="0" y="1258"/>
                    <a:pt x="961" y="1258"/>
                  </a:cubicBezTo>
                  <a:cubicBezTo>
                    <a:pt x="1886" y="1258"/>
                    <a:pt x="3106" y="1147"/>
                    <a:pt x="3106" y="1147"/>
                  </a:cubicBezTo>
                  <a:cubicBezTo>
                    <a:pt x="3106" y="1147"/>
                    <a:pt x="3845" y="1775"/>
                    <a:pt x="5213" y="1886"/>
                  </a:cubicBezTo>
                  <a:cubicBezTo>
                    <a:pt x="6544" y="1960"/>
                    <a:pt x="6840" y="1960"/>
                    <a:pt x="6840" y="1960"/>
                  </a:cubicBezTo>
                  <a:lnTo>
                    <a:pt x="5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51"/>
            <p:cNvSpPr/>
            <p:nvPr/>
          </p:nvSpPr>
          <p:spPr>
            <a:xfrm>
              <a:off x="5412200" y="3522950"/>
              <a:ext cx="177475" cy="64725"/>
            </a:xfrm>
            <a:custGeom>
              <a:avLst/>
              <a:gdLst/>
              <a:ahLst/>
              <a:cxnLst/>
              <a:rect l="l" t="t" r="r" b="b"/>
              <a:pathLst>
                <a:path w="7099" h="2589" extrusionOk="0">
                  <a:moveTo>
                    <a:pt x="5102" y="1"/>
                  </a:moveTo>
                  <a:cubicBezTo>
                    <a:pt x="5102" y="1"/>
                    <a:pt x="4252" y="38"/>
                    <a:pt x="3290" y="112"/>
                  </a:cubicBezTo>
                  <a:cubicBezTo>
                    <a:pt x="2366" y="186"/>
                    <a:pt x="1331" y="260"/>
                    <a:pt x="924" y="297"/>
                  </a:cubicBezTo>
                  <a:cubicBezTo>
                    <a:pt x="665" y="334"/>
                    <a:pt x="444" y="445"/>
                    <a:pt x="296" y="592"/>
                  </a:cubicBezTo>
                  <a:cubicBezTo>
                    <a:pt x="111" y="777"/>
                    <a:pt x="0" y="962"/>
                    <a:pt x="0" y="1184"/>
                  </a:cubicBezTo>
                  <a:cubicBezTo>
                    <a:pt x="0" y="1369"/>
                    <a:pt x="74" y="1591"/>
                    <a:pt x="259" y="1702"/>
                  </a:cubicBezTo>
                  <a:cubicBezTo>
                    <a:pt x="444" y="1812"/>
                    <a:pt x="629" y="1849"/>
                    <a:pt x="887" y="1849"/>
                  </a:cubicBezTo>
                  <a:cubicBezTo>
                    <a:pt x="1642" y="1849"/>
                    <a:pt x="2618" y="1776"/>
                    <a:pt x="2951" y="1748"/>
                  </a:cubicBezTo>
                  <a:lnTo>
                    <a:pt x="2951" y="1748"/>
                  </a:lnTo>
                  <a:cubicBezTo>
                    <a:pt x="3210" y="1939"/>
                    <a:pt x="3940" y="2389"/>
                    <a:pt x="5102" y="2478"/>
                  </a:cubicBezTo>
                  <a:cubicBezTo>
                    <a:pt x="6433" y="2589"/>
                    <a:pt x="6766" y="2589"/>
                    <a:pt x="6766" y="2589"/>
                  </a:cubicBezTo>
                  <a:cubicBezTo>
                    <a:pt x="6950" y="2589"/>
                    <a:pt x="7098" y="2441"/>
                    <a:pt x="7098" y="2256"/>
                  </a:cubicBezTo>
                  <a:cubicBezTo>
                    <a:pt x="7098" y="2108"/>
                    <a:pt x="6950" y="1960"/>
                    <a:pt x="6766" y="1960"/>
                  </a:cubicBezTo>
                  <a:cubicBezTo>
                    <a:pt x="6692" y="1960"/>
                    <a:pt x="6322" y="1960"/>
                    <a:pt x="5139" y="1849"/>
                  </a:cubicBezTo>
                  <a:cubicBezTo>
                    <a:pt x="4510" y="1812"/>
                    <a:pt x="4030" y="1628"/>
                    <a:pt x="3697" y="1480"/>
                  </a:cubicBezTo>
                  <a:cubicBezTo>
                    <a:pt x="3549" y="1406"/>
                    <a:pt x="3438" y="1332"/>
                    <a:pt x="3364" y="1295"/>
                  </a:cubicBezTo>
                  <a:lnTo>
                    <a:pt x="3253" y="1221"/>
                  </a:lnTo>
                  <a:cubicBezTo>
                    <a:pt x="3199" y="1167"/>
                    <a:pt x="3145" y="1133"/>
                    <a:pt x="3091" y="1133"/>
                  </a:cubicBezTo>
                  <a:cubicBezTo>
                    <a:pt x="3071" y="1133"/>
                    <a:pt x="3051" y="1137"/>
                    <a:pt x="3032" y="1147"/>
                  </a:cubicBezTo>
                  <a:cubicBezTo>
                    <a:pt x="3032" y="1147"/>
                    <a:pt x="2699" y="1147"/>
                    <a:pt x="2292" y="1184"/>
                  </a:cubicBezTo>
                  <a:cubicBezTo>
                    <a:pt x="1886" y="1221"/>
                    <a:pt x="1331" y="1221"/>
                    <a:pt x="887" y="1221"/>
                  </a:cubicBezTo>
                  <a:cubicBezTo>
                    <a:pt x="702" y="1221"/>
                    <a:pt x="629" y="1184"/>
                    <a:pt x="592" y="1184"/>
                  </a:cubicBezTo>
                  <a:lnTo>
                    <a:pt x="629" y="1147"/>
                  </a:lnTo>
                  <a:cubicBezTo>
                    <a:pt x="665" y="1073"/>
                    <a:pt x="813" y="962"/>
                    <a:pt x="1035" y="925"/>
                  </a:cubicBezTo>
                  <a:cubicBezTo>
                    <a:pt x="1368" y="851"/>
                    <a:pt x="2403" y="777"/>
                    <a:pt x="3327" y="740"/>
                  </a:cubicBezTo>
                  <a:cubicBezTo>
                    <a:pt x="4289" y="666"/>
                    <a:pt x="5139" y="592"/>
                    <a:pt x="5139" y="592"/>
                  </a:cubicBezTo>
                  <a:cubicBezTo>
                    <a:pt x="5324" y="592"/>
                    <a:pt x="5435" y="445"/>
                    <a:pt x="5435" y="297"/>
                  </a:cubicBezTo>
                  <a:cubicBezTo>
                    <a:pt x="5435" y="112"/>
                    <a:pt x="5287" y="1"/>
                    <a:pt x="5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51"/>
            <p:cNvSpPr/>
            <p:nvPr/>
          </p:nvSpPr>
          <p:spPr>
            <a:xfrm>
              <a:off x="5597050" y="3530350"/>
              <a:ext cx="448275" cy="196900"/>
            </a:xfrm>
            <a:custGeom>
              <a:avLst/>
              <a:gdLst/>
              <a:ahLst/>
              <a:cxnLst/>
              <a:rect l="l" t="t" r="r" b="b"/>
              <a:pathLst>
                <a:path w="17931" h="7876" extrusionOk="0">
                  <a:moveTo>
                    <a:pt x="518" y="1"/>
                  </a:moveTo>
                  <a:lnTo>
                    <a:pt x="0" y="2182"/>
                  </a:lnTo>
                  <a:lnTo>
                    <a:pt x="17487" y="7875"/>
                  </a:lnTo>
                  <a:lnTo>
                    <a:pt x="17931" y="2810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51"/>
            <p:cNvSpPr/>
            <p:nvPr/>
          </p:nvSpPr>
          <p:spPr>
            <a:xfrm>
              <a:off x="5588725" y="3522775"/>
              <a:ext cx="464000" cy="212250"/>
            </a:xfrm>
            <a:custGeom>
              <a:avLst/>
              <a:gdLst/>
              <a:ahLst/>
              <a:cxnLst/>
              <a:rect l="l" t="t" r="r" b="b"/>
              <a:pathLst>
                <a:path w="18560" h="8490" extrusionOk="0">
                  <a:moveTo>
                    <a:pt x="1084" y="643"/>
                  </a:moveTo>
                  <a:lnTo>
                    <a:pt x="17931" y="3372"/>
                  </a:lnTo>
                  <a:lnTo>
                    <a:pt x="17561" y="7772"/>
                  </a:lnTo>
                  <a:lnTo>
                    <a:pt x="703" y="2263"/>
                  </a:lnTo>
                  <a:lnTo>
                    <a:pt x="1084" y="643"/>
                  </a:lnTo>
                  <a:close/>
                  <a:moveTo>
                    <a:pt x="830" y="1"/>
                  </a:moveTo>
                  <a:cubicBezTo>
                    <a:pt x="703" y="1"/>
                    <a:pt x="587" y="101"/>
                    <a:pt x="555" y="230"/>
                  </a:cubicBezTo>
                  <a:lnTo>
                    <a:pt x="37" y="2411"/>
                  </a:lnTo>
                  <a:cubicBezTo>
                    <a:pt x="0" y="2559"/>
                    <a:pt x="74" y="2744"/>
                    <a:pt x="259" y="2781"/>
                  </a:cubicBezTo>
                  <a:lnTo>
                    <a:pt x="17746" y="8474"/>
                  </a:lnTo>
                  <a:cubicBezTo>
                    <a:pt x="17768" y="8485"/>
                    <a:pt x="17793" y="8490"/>
                    <a:pt x="17819" y="8490"/>
                  </a:cubicBezTo>
                  <a:cubicBezTo>
                    <a:pt x="17882" y="8490"/>
                    <a:pt x="17953" y="8463"/>
                    <a:pt x="18005" y="8437"/>
                  </a:cubicBezTo>
                  <a:cubicBezTo>
                    <a:pt x="18079" y="8400"/>
                    <a:pt x="18153" y="8289"/>
                    <a:pt x="18153" y="8215"/>
                  </a:cubicBezTo>
                  <a:lnTo>
                    <a:pt x="18560" y="3113"/>
                  </a:lnTo>
                  <a:cubicBezTo>
                    <a:pt x="18560" y="2966"/>
                    <a:pt x="18449" y="2818"/>
                    <a:pt x="18301" y="2818"/>
                  </a:cubicBezTo>
                  <a:lnTo>
                    <a:pt x="888" y="8"/>
                  </a:lnTo>
                  <a:cubicBezTo>
                    <a:pt x="868" y="3"/>
                    <a:pt x="849" y="1"/>
                    <a:pt x="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51"/>
            <p:cNvSpPr/>
            <p:nvPr/>
          </p:nvSpPr>
          <p:spPr>
            <a:xfrm>
              <a:off x="5831800" y="3033350"/>
              <a:ext cx="475100" cy="853075"/>
            </a:xfrm>
            <a:custGeom>
              <a:avLst/>
              <a:gdLst/>
              <a:ahLst/>
              <a:cxnLst/>
              <a:rect l="l" t="t" r="r" b="b"/>
              <a:pathLst>
                <a:path w="19004" h="34123" extrusionOk="0">
                  <a:moveTo>
                    <a:pt x="9555" y="1"/>
                  </a:moveTo>
                  <a:cubicBezTo>
                    <a:pt x="8899" y="1"/>
                    <a:pt x="8262" y="269"/>
                    <a:pt x="7654" y="841"/>
                  </a:cubicBezTo>
                  <a:cubicBezTo>
                    <a:pt x="7654" y="841"/>
                    <a:pt x="2330" y="6571"/>
                    <a:pt x="1147" y="8605"/>
                  </a:cubicBezTo>
                  <a:cubicBezTo>
                    <a:pt x="1" y="10601"/>
                    <a:pt x="3476" y="19955"/>
                    <a:pt x="3772" y="22690"/>
                  </a:cubicBezTo>
                  <a:cubicBezTo>
                    <a:pt x="4030" y="25426"/>
                    <a:pt x="4918" y="27164"/>
                    <a:pt x="3624" y="28606"/>
                  </a:cubicBezTo>
                  <a:cubicBezTo>
                    <a:pt x="2330" y="30048"/>
                    <a:pt x="3476" y="30898"/>
                    <a:pt x="4178" y="31489"/>
                  </a:cubicBezTo>
                  <a:cubicBezTo>
                    <a:pt x="4861" y="32002"/>
                    <a:pt x="10182" y="34123"/>
                    <a:pt x="13583" y="34123"/>
                  </a:cubicBezTo>
                  <a:cubicBezTo>
                    <a:pt x="13864" y="34123"/>
                    <a:pt x="14131" y="34108"/>
                    <a:pt x="14382" y="34077"/>
                  </a:cubicBezTo>
                  <a:cubicBezTo>
                    <a:pt x="17710" y="33634"/>
                    <a:pt x="18412" y="31342"/>
                    <a:pt x="18708" y="27718"/>
                  </a:cubicBezTo>
                  <a:cubicBezTo>
                    <a:pt x="19004" y="24132"/>
                    <a:pt x="18708" y="11488"/>
                    <a:pt x="15824" y="6312"/>
                  </a:cubicBezTo>
                  <a:cubicBezTo>
                    <a:pt x="13687" y="2428"/>
                    <a:pt x="11530" y="1"/>
                    <a:pt x="9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51"/>
            <p:cNvSpPr/>
            <p:nvPr/>
          </p:nvSpPr>
          <p:spPr>
            <a:xfrm>
              <a:off x="5847525" y="3025700"/>
              <a:ext cx="462150" cy="867925"/>
            </a:xfrm>
            <a:custGeom>
              <a:avLst/>
              <a:gdLst/>
              <a:ahLst/>
              <a:cxnLst/>
              <a:rect l="l" t="t" r="r" b="b"/>
              <a:pathLst>
                <a:path w="18486" h="34717" extrusionOk="0">
                  <a:moveTo>
                    <a:pt x="8910" y="592"/>
                  </a:moveTo>
                  <a:cubicBezTo>
                    <a:pt x="9760" y="592"/>
                    <a:pt x="10759" y="1147"/>
                    <a:pt x="11757" y="2219"/>
                  </a:cubicBezTo>
                  <a:cubicBezTo>
                    <a:pt x="12792" y="3254"/>
                    <a:pt x="13864" y="4844"/>
                    <a:pt x="14936" y="6766"/>
                  </a:cubicBezTo>
                  <a:cubicBezTo>
                    <a:pt x="16082" y="8800"/>
                    <a:pt x="16822" y="12090"/>
                    <a:pt x="17265" y="15528"/>
                  </a:cubicBezTo>
                  <a:cubicBezTo>
                    <a:pt x="17709" y="19004"/>
                    <a:pt x="17857" y="22553"/>
                    <a:pt x="17857" y="25141"/>
                  </a:cubicBezTo>
                  <a:cubicBezTo>
                    <a:pt x="17857" y="26361"/>
                    <a:pt x="17820" y="27359"/>
                    <a:pt x="17783" y="28024"/>
                  </a:cubicBezTo>
                  <a:cubicBezTo>
                    <a:pt x="17635" y="29799"/>
                    <a:pt x="17376" y="31241"/>
                    <a:pt x="16785" y="32239"/>
                  </a:cubicBezTo>
                  <a:cubicBezTo>
                    <a:pt x="16193" y="33237"/>
                    <a:pt x="15306" y="33866"/>
                    <a:pt x="13716" y="34051"/>
                  </a:cubicBezTo>
                  <a:cubicBezTo>
                    <a:pt x="13494" y="34088"/>
                    <a:pt x="13199" y="34125"/>
                    <a:pt x="12903" y="34125"/>
                  </a:cubicBezTo>
                  <a:cubicBezTo>
                    <a:pt x="11276" y="34125"/>
                    <a:pt x="9095" y="33607"/>
                    <a:pt x="7283" y="33016"/>
                  </a:cubicBezTo>
                  <a:cubicBezTo>
                    <a:pt x="6396" y="32720"/>
                    <a:pt x="5583" y="32387"/>
                    <a:pt x="4954" y="32128"/>
                  </a:cubicBezTo>
                  <a:cubicBezTo>
                    <a:pt x="4621" y="31980"/>
                    <a:pt x="4363" y="31869"/>
                    <a:pt x="4141" y="31759"/>
                  </a:cubicBezTo>
                  <a:cubicBezTo>
                    <a:pt x="3956" y="31685"/>
                    <a:pt x="3808" y="31574"/>
                    <a:pt x="3734" y="31537"/>
                  </a:cubicBezTo>
                  <a:cubicBezTo>
                    <a:pt x="3512" y="31352"/>
                    <a:pt x="3217" y="31130"/>
                    <a:pt x="3032" y="30908"/>
                  </a:cubicBezTo>
                  <a:cubicBezTo>
                    <a:pt x="2810" y="30649"/>
                    <a:pt x="2699" y="30428"/>
                    <a:pt x="2699" y="30132"/>
                  </a:cubicBezTo>
                  <a:cubicBezTo>
                    <a:pt x="2699" y="29873"/>
                    <a:pt x="2810" y="29540"/>
                    <a:pt x="3217" y="29097"/>
                  </a:cubicBezTo>
                  <a:cubicBezTo>
                    <a:pt x="3771" y="28468"/>
                    <a:pt x="3993" y="27729"/>
                    <a:pt x="3993" y="26989"/>
                  </a:cubicBezTo>
                  <a:cubicBezTo>
                    <a:pt x="3993" y="25843"/>
                    <a:pt x="3586" y="24586"/>
                    <a:pt x="3438" y="22959"/>
                  </a:cubicBezTo>
                  <a:cubicBezTo>
                    <a:pt x="3291" y="21739"/>
                    <a:pt x="2588" y="19373"/>
                    <a:pt x="1923" y="16859"/>
                  </a:cubicBezTo>
                  <a:cubicBezTo>
                    <a:pt x="1257" y="14345"/>
                    <a:pt x="592" y="11720"/>
                    <a:pt x="592" y="10168"/>
                  </a:cubicBezTo>
                  <a:cubicBezTo>
                    <a:pt x="592" y="9650"/>
                    <a:pt x="703" y="9280"/>
                    <a:pt x="814" y="9058"/>
                  </a:cubicBezTo>
                  <a:cubicBezTo>
                    <a:pt x="1072" y="8578"/>
                    <a:pt x="1627" y="7838"/>
                    <a:pt x="2255" y="7025"/>
                  </a:cubicBezTo>
                  <a:cubicBezTo>
                    <a:pt x="3254" y="5805"/>
                    <a:pt x="4511" y="4400"/>
                    <a:pt x="5509" y="3291"/>
                  </a:cubicBezTo>
                  <a:cubicBezTo>
                    <a:pt x="5989" y="2700"/>
                    <a:pt x="6433" y="2219"/>
                    <a:pt x="6729" y="1886"/>
                  </a:cubicBezTo>
                  <a:cubicBezTo>
                    <a:pt x="7062" y="1553"/>
                    <a:pt x="7246" y="1369"/>
                    <a:pt x="7246" y="1369"/>
                  </a:cubicBezTo>
                  <a:lnTo>
                    <a:pt x="7229" y="1351"/>
                  </a:lnTo>
                  <a:lnTo>
                    <a:pt x="7229" y="1351"/>
                  </a:lnTo>
                  <a:cubicBezTo>
                    <a:pt x="7813" y="809"/>
                    <a:pt x="8361" y="592"/>
                    <a:pt x="8910" y="592"/>
                  </a:cubicBezTo>
                  <a:close/>
                  <a:moveTo>
                    <a:pt x="8910" y="1"/>
                  </a:moveTo>
                  <a:cubicBezTo>
                    <a:pt x="8171" y="1"/>
                    <a:pt x="7431" y="296"/>
                    <a:pt x="6803" y="925"/>
                  </a:cubicBezTo>
                  <a:lnTo>
                    <a:pt x="6766" y="925"/>
                  </a:lnTo>
                  <a:cubicBezTo>
                    <a:pt x="6766" y="925"/>
                    <a:pt x="5435" y="2367"/>
                    <a:pt x="3956" y="4067"/>
                  </a:cubicBezTo>
                  <a:cubicBezTo>
                    <a:pt x="3217" y="4918"/>
                    <a:pt x="2440" y="5842"/>
                    <a:pt x="1775" y="6655"/>
                  </a:cubicBezTo>
                  <a:cubicBezTo>
                    <a:pt x="1109" y="7469"/>
                    <a:pt x="592" y="8208"/>
                    <a:pt x="259" y="8763"/>
                  </a:cubicBezTo>
                  <a:cubicBezTo>
                    <a:pt x="74" y="9132"/>
                    <a:pt x="0" y="9613"/>
                    <a:pt x="0" y="10168"/>
                  </a:cubicBezTo>
                  <a:cubicBezTo>
                    <a:pt x="0" y="11868"/>
                    <a:pt x="666" y="14493"/>
                    <a:pt x="1331" y="17007"/>
                  </a:cubicBezTo>
                  <a:cubicBezTo>
                    <a:pt x="1997" y="19521"/>
                    <a:pt x="2699" y="21924"/>
                    <a:pt x="2810" y="23033"/>
                  </a:cubicBezTo>
                  <a:cubicBezTo>
                    <a:pt x="2995" y="24697"/>
                    <a:pt x="3364" y="25991"/>
                    <a:pt x="3364" y="26989"/>
                  </a:cubicBezTo>
                  <a:cubicBezTo>
                    <a:pt x="3364" y="27655"/>
                    <a:pt x="3217" y="28172"/>
                    <a:pt x="2736" y="28690"/>
                  </a:cubicBezTo>
                  <a:cubicBezTo>
                    <a:pt x="2292" y="29208"/>
                    <a:pt x="2071" y="29688"/>
                    <a:pt x="2071" y="30132"/>
                  </a:cubicBezTo>
                  <a:cubicBezTo>
                    <a:pt x="2071" y="30612"/>
                    <a:pt x="2292" y="30982"/>
                    <a:pt x="2551" y="31278"/>
                  </a:cubicBezTo>
                  <a:cubicBezTo>
                    <a:pt x="2810" y="31574"/>
                    <a:pt x="3143" y="31832"/>
                    <a:pt x="3364" y="32017"/>
                  </a:cubicBezTo>
                  <a:cubicBezTo>
                    <a:pt x="3475" y="32128"/>
                    <a:pt x="3660" y="32202"/>
                    <a:pt x="3882" y="32313"/>
                  </a:cubicBezTo>
                  <a:cubicBezTo>
                    <a:pt x="4658" y="32720"/>
                    <a:pt x="6137" y="33311"/>
                    <a:pt x="7801" y="33829"/>
                  </a:cubicBezTo>
                  <a:cubicBezTo>
                    <a:pt x="9502" y="34309"/>
                    <a:pt x="11387" y="34716"/>
                    <a:pt x="12903" y="34716"/>
                  </a:cubicBezTo>
                  <a:cubicBezTo>
                    <a:pt x="13236" y="34716"/>
                    <a:pt x="13531" y="34716"/>
                    <a:pt x="13827" y="34679"/>
                  </a:cubicBezTo>
                  <a:cubicBezTo>
                    <a:pt x="15528" y="34457"/>
                    <a:pt x="16674" y="33718"/>
                    <a:pt x="17339" y="32535"/>
                  </a:cubicBezTo>
                  <a:cubicBezTo>
                    <a:pt x="18005" y="31389"/>
                    <a:pt x="18227" y="29873"/>
                    <a:pt x="18375" y="28061"/>
                  </a:cubicBezTo>
                  <a:cubicBezTo>
                    <a:pt x="18448" y="27359"/>
                    <a:pt x="18485" y="26361"/>
                    <a:pt x="18485" y="25141"/>
                  </a:cubicBezTo>
                  <a:cubicBezTo>
                    <a:pt x="18485" y="22553"/>
                    <a:pt x="18338" y="18930"/>
                    <a:pt x="17857" y="15454"/>
                  </a:cubicBezTo>
                  <a:cubicBezTo>
                    <a:pt x="17413" y="11979"/>
                    <a:pt x="16674" y="8615"/>
                    <a:pt x="15491" y="6471"/>
                  </a:cubicBezTo>
                  <a:cubicBezTo>
                    <a:pt x="14382" y="4511"/>
                    <a:pt x="13310" y="2921"/>
                    <a:pt x="12200" y="1775"/>
                  </a:cubicBezTo>
                  <a:cubicBezTo>
                    <a:pt x="11128" y="666"/>
                    <a:pt x="10019" y="1"/>
                    <a:pt x="8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51"/>
            <p:cNvSpPr/>
            <p:nvPr/>
          </p:nvSpPr>
          <p:spPr>
            <a:xfrm>
              <a:off x="5828100" y="2996750"/>
              <a:ext cx="275450" cy="262825"/>
            </a:xfrm>
            <a:custGeom>
              <a:avLst/>
              <a:gdLst/>
              <a:ahLst/>
              <a:cxnLst/>
              <a:rect l="l" t="t" r="r" b="b"/>
              <a:pathLst>
                <a:path w="11018" h="10513" extrusionOk="0">
                  <a:moveTo>
                    <a:pt x="7766" y="0"/>
                  </a:moveTo>
                  <a:cubicBezTo>
                    <a:pt x="7188" y="0"/>
                    <a:pt x="6562" y="157"/>
                    <a:pt x="5916" y="567"/>
                  </a:cubicBezTo>
                  <a:lnTo>
                    <a:pt x="1" y="8331"/>
                  </a:lnTo>
                  <a:lnTo>
                    <a:pt x="740" y="10512"/>
                  </a:lnTo>
                  <a:cubicBezTo>
                    <a:pt x="740" y="10512"/>
                    <a:pt x="4215" y="6815"/>
                    <a:pt x="5657" y="5928"/>
                  </a:cubicBezTo>
                  <a:cubicBezTo>
                    <a:pt x="7099" y="5078"/>
                    <a:pt x="11018" y="1639"/>
                    <a:pt x="11018" y="1639"/>
                  </a:cubicBezTo>
                  <a:cubicBezTo>
                    <a:pt x="11018" y="1639"/>
                    <a:pt x="9638" y="0"/>
                    <a:pt x="77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51"/>
            <p:cNvSpPr/>
            <p:nvPr/>
          </p:nvSpPr>
          <p:spPr>
            <a:xfrm>
              <a:off x="5820725" y="2989650"/>
              <a:ext cx="291150" cy="277325"/>
            </a:xfrm>
            <a:custGeom>
              <a:avLst/>
              <a:gdLst/>
              <a:ahLst/>
              <a:cxnLst/>
              <a:rect l="l" t="t" r="r" b="b"/>
              <a:pathLst>
                <a:path w="11646" h="11093" extrusionOk="0">
                  <a:moveTo>
                    <a:pt x="8060" y="592"/>
                  </a:moveTo>
                  <a:cubicBezTo>
                    <a:pt x="8910" y="592"/>
                    <a:pt x="9649" y="962"/>
                    <a:pt x="10204" y="1369"/>
                  </a:cubicBezTo>
                  <a:cubicBezTo>
                    <a:pt x="10463" y="1554"/>
                    <a:pt x="10685" y="1738"/>
                    <a:pt x="10832" y="1886"/>
                  </a:cubicBezTo>
                  <a:cubicBezTo>
                    <a:pt x="10838" y="1892"/>
                    <a:pt x="10843" y="1897"/>
                    <a:pt x="10848" y="1902"/>
                  </a:cubicBezTo>
                  <a:lnTo>
                    <a:pt x="10848" y="1902"/>
                  </a:lnTo>
                  <a:cubicBezTo>
                    <a:pt x="10749" y="1985"/>
                    <a:pt x="10619" y="2091"/>
                    <a:pt x="10463" y="2219"/>
                  </a:cubicBezTo>
                  <a:cubicBezTo>
                    <a:pt x="9871" y="2737"/>
                    <a:pt x="8984" y="3513"/>
                    <a:pt x="8097" y="4252"/>
                  </a:cubicBezTo>
                  <a:cubicBezTo>
                    <a:pt x="7209" y="4992"/>
                    <a:pt x="6322" y="5657"/>
                    <a:pt x="5804" y="5953"/>
                  </a:cubicBezTo>
                  <a:cubicBezTo>
                    <a:pt x="5398" y="6212"/>
                    <a:pt x="4917" y="6619"/>
                    <a:pt x="4400" y="7062"/>
                  </a:cubicBezTo>
                  <a:cubicBezTo>
                    <a:pt x="3195" y="8129"/>
                    <a:pt x="1809" y="9541"/>
                    <a:pt x="1170" y="10202"/>
                  </a:cubicBezTo>
                  <a:lnTo>
                    <a:pt x="1170" y="10202"/>
                  </a:lnTo>
                  <a:lnTo>
                    <a:pt x="665" y="8689"/>
                  </a:lnTo>
                  <a:lnTo>
                    <a:pt x="6456" y="1054"/>
                  </a:lnTo>
                  <a:lnTo>
                    <a:pt x="6456" y="1054"/>
                  </a:lnTo>
                  <a:cubicBezTo>
                    <a:pt x="7045" y="725"/>
                    <a:pt x="7569" y="592"/>
                    <a:pt x="8060" y="592"/>
                  </a:cubicBezTo>
                  <a:close/>
                  <a:moveTo>
                    <a:pt x="8060" y="1"/>
                  </a:moveTo>
                  <a:cubicBezTo>
                    <a:pt x="7431" y="1"/>
                    <a:pt x="6729" y="149"/>
                    <a:pt x="6063" y="592"/>
                  </a:cubicBezTo>
                  <a:lnTo>
                    <a:pt x="5952" y="666"/>
                  </a:lnTo>
                  <a:lnTo>
                    <a:pt x="74" y="8430"/>
                  </a:lnTo>
                  <a:cubicBezTo>
                    <a:pt x="0" y="8504"/>
                    <a:pt x="0" y="8615"/>
                    <a:pt x="37" y="8726"/>
                  </a:cubicBezTo>
                  <a:lnTo>
                    <a:pt x="739" y="10870"/>
                  </a:lnTo>
                  <a:cubicBezTo>
                    <a:pt x="776" y="10981"/>
                    <a:pt x="850" y="11055"/>
                    <a:pt x="961" y="11092"/>
                  </a:cubicBezTo>
                  <a:cubicBezTo>
                    <a:pt x="1072" y="11092"/>
                    <a:pt x="1183" y="11055"/>
                    <a:pt x="1257" y="10981"/>
                  </a:cubicBezTo>
                  <a:cubicBezTo>
                    <a:pt x="1257" y="10981"/>
                    <a:pt x="1479" y="10759"/>
                    <a:pt x="1812" y="10390"/>
                  </a:cubicBezTo>
                  <a:cubicBezTo>
                    <a:pt x="2329" y="9872"/>
                    <a:pt x="3179" y="9059"/>
                    <a:pt x="3993" y="8282"/>
                  </a:cubicBezTo>
                  <a:cubicBezTo>
                    <a:pt x="4806" y="7506"/>
                    <a:pt x="5620" y="6803"/>
                    <a:pt x="6137" y="6508"/>
                  </a:cubicBezTo>
                  <a:cubicBezTo>
                    <a:pt x="6877" y="6027"/>
                    <a:pt x="8207" y="4955"/>
                    <a:pt x="9354" y="3994"/>
                  </a:cubicBezTo>
                  <a:cubicBezTo>
                    <a:pt x="10537" y="2995"/>
                    <a:pt x="11498" y="2145"/>
                    <a:pt x="11498" y="2145"/>
                  </a:cubicBezTo>
                  <a:cubicBezTo>
                    <a:pt x="11646" y="2034"/>
                    <a:pt x="11646" y="1849"/>
                    <a:pt x="11535" y="1701"/>
                  </a:cubicBezTo>
                  <a:cubicBezTo>
                    <a:pt x="11535" y="1701"/>
                    <a:pt x="11165" y="1295"/>
                    <a:pt x="10574" y="851"/>
                  </a:cubicBezTo>
                  <a:cubicBezTo>
                    <a:pt x="9945" y="444"/>
                    <a:pt x="9095" y="1"/>
                    <a:pt x="80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51"/>
            <p:cNvSpPr/>
            <p:nvPr/>
          </p:nvSpPr>
          <p:spPr>
            <a:xfrm>
              <a:off x="5256900" y="3187450"/>
              <a:ext cx="816150" cy="609925"/>
            </a:xfrm>
            <a:custGeom>
              <a:avLst/>
              <a:gdLst/>
              <a:ahLst/>
              <a:cxnLst/>
              <a:rect l="l" t="t" r="r" b="b"/>
              <a:pathLst>
                <a:path w="32646" h="24397" extrusionOk="0">
                  <a:moveTo>
                    <a:pt x="29060" y="1"/>
                  </a:moveTo>
                  <a:cubicBezTo>
                    <a:pt x="29060" y="1"/>
                    <a:pt x="25732" y="1590"/>
                    <a:pt x="24032" y="3882"/>
                  </a:cubicBezTo>
                  <a:cubicBezTo>
                    <a:pt x="22294" y="6175"/>
                    <a:pt x="15381" y="17820"/>
                    <a:pt x="15381" y="17820"/>
                  </a:cubicBezTo>
                  <a:lnTo>
                    <a:pt x="149" y="15085"/>
                  </a:lnTo>
                  <a:lnTo>
                    <a:pt x="1" y="17118"/>
                  </a:lnTo>
                  <a:cubicBezTo>
                    <a:pt x="1" y="17118"/>
                    <a:pt x="8911" y="21702"/>
                    <a:pt x="13089" y="22738"/>
                  </a:cubicBezTo>
                  <a:cubicBezTo>
                    <a:pt x="16084" y="23453"/>
                    <a:pt x="18338" y="24397"/>
                    <a:pt x="19633" y="24397"/>
                  </a:cubicBezTo>
                  <a:cubicBezTo>
                    <a:pt x="20144" y="24397"/>
                    <a:pt x="20506" y="24250"/>
                    <a:pt x="20704" y="23884"/>
                  </a:cubicBezTo>
                  <a:cubicBezTo>
                    <a:pt x="21444" y="22590"/>
                    <a:pt x="27914" y="11794"/>
                    <a:pt x="27914" y="11794"/>
                  </a:cubicBezTo>
                  <a:lnTo>
                    <a:pt x="32646" y="8208"/>
                  </a:lnTo>
                  <a:lnTo>
                    <a:pt x="290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51"/>
            <p:cNvSpPr/>
            <p:nvPr/>
          </p:nvSpPr>
          <p:spPr>
            <a:xfrm>
              <a:off x="5248600" y="3179325"/>
              <a:ext cx="832775" cy="625550"/>
            </a:xfrm>
            <a:custGeom>
              <a:avLst/>
              <a:gdLst/>
              <a:ahLst/>
              <a:cxnLst/>
              <a:rect l="l" t="t" r="r" b="b"/>
              <a:pathLst>
                <a:path w="33311" h="25022" extrusionOk="0">
                  <a:moveTo>
                    <a:pt x="29368" y="1"/>
                  </a:moveTo>
                  <a:cubicBezTo>
                    <a:pt x="29326" y="1"/>
                    <a:pt x="29284" y="10"/>
                    <a:pt x="29244" y="30"/>
                  </a:cubicBezTo>
                  <a:cubicBezTo>
                    <a:pt x="29244" y="67"/>
                    <a:pt x="25917" y="1620"/>
                    <a:pt x="24105" y="4023"/>
                  </a:cubicBezTo>
                  <a:cubicBezTo>
                    <a:pt x="23661" y="4614"/>
                    <a:pt x="22922" y="5760"/>
                    <a:pt x="21998" y="7202"/>
                  </a:cubicBezTo>
                  <a:cubicBezTo>
                    <a:pt x="19602" y="11029"/>
                    <a:pt x="16218" y="16711"/>
                    <a:pt x="15565" y="17810"/>
                  </a:cubicBezTo>
                  <a:lnTo>
                    <a:pt x="15565" y="17810"/>
                  </a:lnTo>
                  <a:lnTo>
                    <a:pt x="518" y="15114"/>
                  </a:lnTo>
                  <a:cubicBezTo>
                    <a:pt x="444" y="15114"/>
                    <a:pt x="333" y="15114"/>
                    <a:pt x="296" y="15188"/>
                  </a:cubicBezTo>
                  <a:cubicBezTo>
                    <a:pt x="222" y="15225"/>
                    <a:pt x="185" y="15299"/>
                    <a:pt x="148" y="15410"/>
                  </a:cubicBezTo>
                  <a:lnTo>
                    <a:pt x="37" y="17406"/>
                  </a:lnTo>
                  <a:cubicBezTo>
                    <a:pt x="0" y="17554"/>
                    <a:pt x="74" y="17665"/>
                    <a:pt x="185" y="17702"/>
                  </a:cubicBezTo>
                  <a:cubicBezTo>
                    <a:pt x="185" y="17702"/>
                    <a:pt x="2403" y="18848"/>
                    <a:pt x="5176" y="20142"/>
                  </a:cubicBezTo>
                  <a:cubicBezTo>
                    <a:pt x="7949" y="21436"/>
                    <a:pt x="11202" y="22841"/>
                    <a:pt x="13347" y="23358"/>
                  </a:cubicBezTo>
                  <a:cubicBezTo>
                    <a:pt x="14825" y="23691"/>
                    <a:pt x="16119" y="24098"/>
                    <a:pt x="17229" y="24430"/>
                  </a:cubicBezTo>
                  <a:cubicBezTo>
                    <a:pt x="18338" y="24763"/>
                    <a:pt x="19225" y="25022"/>
                    <a:pt x="19964" y="25022"/>
                  </a:cubicBezTo>
                  <a:cubicBezTo>
                    <a:pt x="20260" y="25022"/>
                    <a:pt x="20519" y="24985"/>
                    <a:pt x="20741" y="24874"/>
                  </a:cubicBezTo>
                  <a:cubicBezTo>
                    <a:pt x="20963" y="24763"/>
                    <a:pt x="21184" y="24578"/>
                    <a:pt x="21295" y="24357"/>
                  </a:cubicBezTo>
                  <a:cubicBezTo>
                    <a:pt x="21665" y="23728"/>
                    <a:pt x="23477" y="20696"/>
                    <a:pt x="25177" y="17813"/>
                  </a:cubicBezTo>
                  <a:cubicBezTo>
                    <a:pt x="26028" y="16408"/>
                    <a:pt x="26841" y="15003"/>
                    <a:pt x="27469" y="13968"/>
                  </a:cubicBezTo>
                  <a:cubicBezTo>
                    <a:pt x="28016" y="13068"/>
                    <a:pt x="28395" y="12447"/>
                    <a:pt x="28484" y="12300"/>
                  </a:cubicBezTo>
                  <a:lnTo>
                    <a:pt x="28484" y="12300"/>
                  </a:lnTo>
                  <a:lnTo>
                    <a:pt x="33163" y="8755"/>
                  </a:lnTo>
                  <a:cubicBezTo>
                    <a:pt x="33311" y="8644"/>
                    <a:pt x="33311" y="8459"/>
                    <a:pt x="33237" y="8348"/>
                  </a:cubicBezTo>
                  <a:cubicBezTo>
                    <a:pt x="33170" y="8259"/>
                    <a:pt x="33075" y="8210"/>
                    <a:pt x="32979" y="8210"/>
                  </a:cubicBezTo>
                  <a:cubicBezTo>
                    <a:pt x="32916" y="8210"/>
                    <a:pt x="32851" y="8231"/>
                    <a:pt x="32793" y="8274"/>
                  </a:cubicBezTo>
                  <a:lnTo>
                    <a:pt x="28061" y="11860"/>
                  </a:lnTo>
                  <a:lnTo>
                    <a:pt x="27950" y="11971"/>
                  </a:lnTo>
                  <a:cubicBezTo>
                    <a:pt x="27950" y="11971"/>
                    <a:pt x="26360" y="14633"/>
                    <a:pt x="24660" y="17517"/>
                  </a:cubicBezTo>
                  <a:cubicBezTo>
                    <a:pt x="22922" y="20364"/>
                    <a:pt x="21147" y="23395"/>
                    <a:pt x="20778" y="24061"/>
                  </a:cubicBezTo>
                  <a:cubicBezTo>
                    <a:pt x="20704" y="24172"/>
                    <a:pt x="20630" y="24246"/>
                    <a:pt x="20482" y="24320"/>
                  </a:cubicBezTo>
                  <a:cubicBezTo>
                    <a:pt x="20371" y="24357"/>
                    <a:pt x="20186" y="24393"/>
                    <a:pt x="19964" y="24393"/>
                  </a:cubicBezTo>
                  <a:cubicBezTo>
                    <a:pt x="19373" y="24393"/>
                    <a:pt x="18486" y="24172"/>
                    <a:pt x="17413" y="23839"/>
                  </a:cubicBezTo>
                  <a:cubicBezTo>
                    <a:pt x="16304" y="23543"/>
                    <a:pt x="15010" y="23100"/>
                    <a:pt x="13494" y="22730"/>
                  </a:cubicBezTo>
                  <a:cubicBezTo>
                    <a:pt x="11461" y="22249"/>
                    <a:pt x="8171" y="20844"/>
                    <a:pt x="5435" y="19587"/>
                  </a:cubicBezTo>
                  <a:cubicBezTo>
                    <a:pt x="4067" y="18959"/>
                    <a:pt x="2810" y="18330"/>
                    <a:pt x="1923" y="17887"/>
                  </a:cubicBezTo>
                  <a:cubicBezTo>
                    <a:pt x="1318" y="17584"/>
                    <a:pt x="868" y="17351"/>
                    <a:pt x="643" y="17233"/>
                  </a:cubicBezTo>
                  <a:lnTo>
                    <a:pt x="643" y="17233"/>
                  </a:lnTo>
                  <a:lnTo>
                    <a:pt x="740" y="15779"/>
                  </a:lnTo>
                  <a:lnTo>
                    <a:pt x="15676" y="18441"/>
                  </a:lnTo>
                  <a:cubicBezTo>
                    <a:pt x="15695" y="18448"/>
                    <a:pt x="15716" y="18451"/>
                    <a:pt x="15737" y="18451"/>
                  </a:cubicBezTo>
                  <a:cubicBezTo>
                    <a:pt x="15836" y="18451"/>
                    <a:pt x="15941" y="18385"/>
                    <a:pt x="15972" y="18293"/>
                  </a:cubicBezTo>
                  <a:cubicBezTo>
                    <a:pt x="15972" y="18293"/>
                    <a:pt x="16415" y="17591"/>
                    <a:pt x="17081" y="16445"/>
                  </a:cubicBezTo>
                  <a:cubicBezTo>
                    <a:pt x="18116" y="14781"/>
                    <a:pt x="19669" y="12156"/>
                    <a:pt x="21110" y="9790"/>
                  </a:cubicBezTo>
                  <a:cubicBezTo>
                    <a:pt x="22589" y="7424"/>
                    <a:pt x="23957" y="5243"/>
                    <a:pt x="24586" y="4392"/>
                  </a:cubicBezTo>
                  <a:cubicBezTo>
                    <a:pt x="25436" y="3283"/>
                    <a:pt x="26656" y="2322"/>
                    <a:pt x="27691" y="1656"/>
                  </a:cubicBezTo>
                  <a:cubicBezTo>
                    <a:pt x="28209" y="1324"/>
                    <a:pt x="28652" y="1065"/>
                    <a:pt x="28985" y="880"/>
                  </a:cubicBezTo>
                  <a:cubicBezTo>
                    <a:pt x="29170" y="769"/>
                    <a:pt x="29281" y="695"/>
                    <a:pt x="29392" y="658"/>
                  </a:cubicBezTo>
                  <a:cubicBezTo>
                    <a:pt x="29466" y="621"/>
                    <a:pt x="29503" y="584"/>
                    <a:pt x="29503" y="584"/>
                  </a:cubicBezTo>
                  <a:cubicBezTo>
                    <a:pt x="29688" y="510"/>
                    <a:pt x="29725" y="326"/>
                    <a:pt x="29651" y="178"/>
                  </a:cubicBezTo>
                  <a:cubicBezTo>
                    <a:pt x="29597" y="69"/>
                    <a:pt x="29483" y="1"/>
                    <a:pt x="29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51"/>
            <p:cNvSpPr/>
            <p:nvPr/>
          </p:nvSpPr>
          <p:spPr>
            <a:xfrm>
              <a:off x="5945500" y="3431225"/>
              <a:ext cx="158050" cy="58725"/>
            </a:xfrm>
            <a:custGeom>
              <a:avLst/>
              <a:gdLst/>
              <a:ahLst/>
              <a:cxnLst/>
              <a:rect l="l" t="t" r="r" b="b"/>
              <a:pathLst>
                <a:path w="6322" h="2349" extrusionOk="0">
                  <a:moveTo>
                    <a:pt x="5955" y="1"/>
                  </a:moveTo>
                  <a:cubicBezTo>
                    <a:pt x="5929" y="1"/>
                    <a:pt x="5903" y="4"/>
                    <a:pt x="5878" y="10"/>
                  </a:cubicBezTo>
                  <a:lnTo>
                    <a:pt x="259" y="1747"/>
                  </a:lnTo>
                  <a:cubicBezTo>
                    <a:pt x="111" y="1784"/>
                    <a:pt x="0" y="1969"/>
                    <a:pt x="74" y="2117"/>
                  </a:cubicBezTo>
                  <a:cubicBezTo>
                    <a:pt x="105" y="2271"/>
                    <a:pt x="238" y="2348"/>
                    <a:pt x="368" y="2348"/>
                  </a:cubicBezTo>
                  <a:cubicBezTo>
                    <a:pt x="393" y="2348"/>
                    <a:pt x="419" y="2345"/>
                    <a:pt x="444" y="2339"/>
                  </a:cubicBezTo>
                  <a:lnTo>
                    <a:pt x="6063" y="601"/>
                  </a:lnTo>
                  <a:cubicBezTo>
                    <a:pt x="6211" y="564"/>
                    <a:pt x="6322" y="380"/>
                    <a:pt x="6248" y="232"/>
                  </a:cubicBezTo>
                  <a:cubicBezTo>
                    <a:pt x="6217" y="78"/>
                    <a:pt x="6084" y="1"/>
                    <a:pt x="5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51"/>
            <p:cNvSpPr/>
            <p:nvPr/>
          </p:nvSpPr>
          <p:spPr>
            <a:xfrm>
              <a:off x="5066625" y="3521850"/>
              <a:ext cx="194000" cy="95400"/>
            </a:xfrm>
            <a:custGeom>
              <a:avLst/>
              <a:gdLst/>
              <a:ahLst/>
              <a:cxnLst/>
              <a:rect l="l" t="t" r="r" b="b"/>
              <a:pathLst>
                <a:path w="7760" h="3816" extrusionOk="0">
                  <a:moveTo>
                    <a:pt x="3169" y="1"/>
                  </a:moveTo>
                  <a:cubicBezTo>
                    <a:pt x="2001" y="1"/>
                    <a:pt x="1" y="2029"/>
                    <a:pt x="144" y="2744"/>
                  </a:cubicBezTo>
                  <a:cubicBezTo>
                    <a:pt x="168" y="2894"/>
                    <a:pt x="286" y="2953"/>
                    <a:pt x="457" y="2953"/>
                  </a:cubicBezTo>
                  <a:cubicBezTo>
                    <a:pt x="1087" y="2953"/>
                    <a:pt x="2436" y="2152"/>
                    <a:pt x="2436" y="2152"/>
                  </a:cubicBezTo>
                  <a:cubicBezTo>
                    <a:pt x="2436" y="2152"/>
                    <a:pt x="2843" y="2855"/>
                    <a:pt x="4580" y="3446"/>
                  </a:cubicBezTo>
                  <a:cubicBezTo>
                    <a:pt x="5449" y="3742"/>
                    <a:pt x="6207" y="3816"/>
                    <a:pt x="6748" y="3816"/>
                  </a:cubicBezTo>
                  <a:cubicBezTo>
                    <a:pt x="7288" y="3816"/>
                    <a:pt x="7612" y="3742"/>
                    <a:pt x="7612" y="3742"/>
                  </a:cubicBezTo>
                  <a:lnTo>
                    <a:pt x="7760" y="1709"/>
                  </a:lnTo>
                  <a:cubicBezTo>
                    <a:pt x="7760" y="1709"/>
                    <a:pt x="4432" y="156"/>
                    <a:pt x="3286" y="8"/>
                  </a:cubicBezTo>
                  <a:cubicBezTo>
                    <a:pt x="3248" y="3"/>
                    <a:pt x="3209" y="1"/>
                    <a:pt x="3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51"/>
            <p:cNvSpPr/>
            <p:nvPr/>
          </p:nvSpPr>
          <p:spPr>
            <a:xfrm>
              <a:off x="5061900" y="3513725"/>
              <a:ext cx="206125" cy="110925"/>
            </a:xfrm>
            <a:custGeom>
              <a:avLst/>
              <a:gdLst/>
              <a:ahLst/>
              <a:cxnLst/>
              <a:rect l="l" t="t" r="r" b="b"/>
              <a:pathLst>
                <a:path w="8245" h="4437" extrusionOk="0">
                  <a:moveTo>
                    <a:pt x="3438" y="629"/>
                  </a:moveTo>
                  <a:cubicBezTo>
                    <a:pt x="3697" y="666"/>
                    <a:pt x="4104" y="777"/>
                    <a:pt x="4548" y="924"/>
                  </a:cubicBezTo>
                  <a:cubicBezTo>
                    <a:pt x="5250" y="1183"/>
                    <a:pt x="6063" y="1553"/>
                    <a:pt x="6692" y="1812"/>
                  </a:cubicBezTo>
                  <a:cubicBezTo>
                    <a:pt x="7025" y="1960"/>
                    <a:pt x="7283" y="2071"/>
                    <a:pt x="7505" y="2181"/>
                  </a:cubicBezTo>
                  <a:cubicBezTo>
                    <a:pt x="7542" y="2196"/>
                    <a:pt x="7575" y="2211"/>
                    <a:pt x="7605" y="2225"/>
                  </a:cubicBezTo>
                  <a:lnTo>
                    <a:pt x="7605" y="2225"/>
                  </a:lnTo>
                  <a:lnTo>
                    <a:pt x="7519" y="3787"/>
                  </a:lnTo>
                  <a:lnTo>
                    <a:pt x="7519" y="3787"/>
                  </a:lnTo>
                  <a:cubicBezTo>
                    <a:pt x="7386" y="3797"/>
                    <a:pt x="7197" y="3808"/>
                    <a:pt x="6951" y="3808"/>
                  </a:cubicBezTo>
                  <a:cubicBezTo>
                    <a:pt x="6433" y="3808"/>
                    <a:pt x="5694" y="3771"/>
                    <a:pt x="4880" y="3475"/>
                  </a:cubicBezTo>
                  <a:cubicBezTo>
                    <a:pt x="4030" y="3217"/>
                    <a:pt x="3549" y="2884"/>
                    <a:pt x="3254" y="2662"/>
                  </a:cubicBezTo>
                  <a:cubicBezTo>
                    <a:pt x="3106" y="2551"/>
                    <a:pt x="2995" y="2440"/>
                    <a:pt x="2958" y="2403"/>
                  </a:cubicBezTo>
                  <a:lnTo>
                    <a:pt x="2884" y="2329"/>
                  </a:lnTo>
                  <a:cubicBezTo>
                    <a:pt x="2835" y="2231"/>
                    <a:pt x="2720" y="2165"/>
                    <a:pt x="2615" y="2165"/>
                  </a:cubicBezTo>
                  <a:cubicBezTo>
                    <a:pt x="2563" y="2165"/>
                    <a:pt x="2514" y="2181"/>
                    <a:pt x="2477" y="2218"/>
                  </a:cubicBezTo>
                  <a:lnTo>
                    <a:pt x="2403" y="2255"/>
                  </a:lnTo>
                  <a:cubicBezTo>
                    <a:pt x="2292" y="2329"/>
                    <a:pt x="1960" y="2514"/>
                    <a:pt x="1590" y="2662"/>
                  </a:cubicBezTo>
                  <a:cubicBezTo>
                    <a:pt x="1405" y="2736"/>
                    <a:pt x="1220" y="2810"/>
                    <a:pt x="1072" y="2884"/>
                  </a:cubicBezTo>
                  <a:cubicBezTo>
                    <a:pt x="887" y="2921"/>
                    <a:pt x="740" y="2958"/>
                    <a:pt x="666" y="2958"/>
                  </a:cubicBezTo>
                  <a:lnTo>
                    <a:pt x="622" y="2958"/>
                  </a:lnTo>
                  <a:cubicBezTo>
                    <a:pt x="621" y="2855"/>
                    <a:pt x="726" y="2629"/>
                    <a:pt x="887" y="2403"/>
                  </a:cubicBezTo>
                  <a:cubicBezTo>
                    <a:pt x="1146" y="2034"/>
                    <a:pt x="1590" y="1553"/>
                    <a:pt x="2071" y="1220"/>
                  </a:cubicBezTo>
                  <a:cubicBezTo>
                    <a:pt x="2551" y="851"/>
                    <a:pt x="3069" y="629"/>
                    <a:pt x="3364" y="629"/>
                  </a:cubicBezTo>
                  <a:close/>
                  <a:moveTo>
                    <a:pt x="3364" y="0"/>
                  </a:moveTo>
                  <a:cubicBezTo>
                    <a:pt x="2995" y="0"/>
                    <a:pt x="2625" y="148"/>
                    <a:pt x="2255" y="370"/>
                  </a:cubicBezTo>
                  <a:cubicBezTo>
                    <a:pt x="1701" y="666"/>
                    <a:pt x="1183" y="1109"/>
                    <a:pt x="740" y="1590"/>
                  </a:cubicBezTo>
                  <a:cubicBezTo>
                    <a:pt x="555" y="1849"/>
                    <a:pt x="370" y="2071"/>
                    <a:pt x="222" y="2292"/>
                  </a:cubicBezTo>
                  <a:cubicBezTo>
                    <a:pt x="111" y="2514"/>
                    <a:pt x="0" y="2736"/>
                    <a:pt x="0" y="2995"/>
                  </a:cubicBezTo>
                  <a:lnTo>
                    <a:pt x="0" y="3106"/>
                  </a:lnTo>
                  <a:cubicBezTo>
                    <a:pt x="37" y="3254"/>
                    <a:pt x="148" y="3402"/>
                    <a:pt x="259" y="3475"/>
                  </a:cubicBezTo>
                  <a:cubicBezTo>
                    <a:pt x="407" y="3549"/>
                    <a:pt x="518" y="3586"/>
                    <a:pt x="666" y="3586"/>
                  </a:cubicBezTo>
                  <a:cubicBezTo>
                    <a:pt x="887" y="3586"/>
                    <a:pt x="1109" y="3512"/>
                    <a:pt x="1331" y="3438"/>
                  </a:cubicBezTo>
                  <a:cubicBezTo>
                    <a:pt x="1796" y="3267"/>
                    <a:pt x="2277" y="3015"/>
                    <a:pt x="2549" y="2864"/>
                  </a:cubicBezTo>
                  <a:lnTo>
                    <a:pt x="2549" y="2864"/>
                  </a:lnTo>
                  <a:cubicBezTo>
                    <a:pt x="2821" y="3156"/>
                    <a:pt x="3437" y="3656"/>
                    <a:pt x="4695" y="4067"/>
                  </a:cubicBezTo>
                  <a:cubicBezTo>
                    <a:pt x="5583" y="4363"/>
                    <a:pt x="6359" y="4437"/>
                    <a:pt x="6951" y="4437"/>
                  </a:cubicBezTo>
                  <a:cubicBezTo>
                    <a:pt x="7505" y="4437"/>
                    <a:pt x="7838" y="4363"/>
                    <a:pt x="7875" y="4363"/>
                  </a:cubicBezTo>
                  <a:cubicBezTo>
                    <a:pt x="7986" y="4326"/>
                    <a:pt x="8097" y="4215"/>
                    <a:pt x="8097" y="4067"/>
                  </a:cubicBezTo>
                  <a:lnTo>
                    <a:pt x="8245" y="2071"/>
                  </a:lnTo>
                  <a:cubicBezTo>
                    <a:pt x="8245" y="1923"/>
                    <a:pt x="8171" y="1812"/>
                    <a:pt x="8060" y="1775"/>
                  </a:cubicBezTo>
                  <a:cubicBezTo>
                    <a:pt x="8060" y="1775"/>
                    <a:pt x="7246" y="1368"/>
                    <a:pt x="6248" y="961"/>
                  </a:cubicBezTo>
                  <a:cubicBezTo>
                    <a:pt x="5768" y="740"/>
                    <a:pt x="5250" y="518"/>
                    <a:pt x="4769" y="370"/>
                  </a:cubicBezTo>
                  <a:cubicBezTo>
                    <a:pt x="4289" y="185"/>
                    <a:pt x="3845" y="74"/>
                    <a:pt x="3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51"/>
            <p:cNvSpPr/>
            <p:nvPr/>
          </p:nvSpPr>
          <p:spPr>
            <a:xfrm>
              <a:off x="5958425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3402" y="0"/>
                  </a:moveTo>
                  <a:lnTo>
                    <a:pt x="38" y="34235"/>
                  </a:lnTo>
                  <a:cubicBezTo>
                    <a:pt x="1" y="34531"/>
                    <a:pt x="185" y="34790"/>
                    <a:pt x="481" y="34827"/>
                  </a:cubicBezTo>
                  <a:cubicBezTo>
                    <a:pt x="525" y="34836"/>
                    <a:pt x="567" y="34841"/>
                    <a:pt x="609" y="34841"/>
                  </a:cubicBezTo>
                  <a:cubicBezTo>
                    <a:pt x="887" y="34841"/>
                    <a:pt x="1119" y="34635"/>
                    <a:pt x="1184" y="34346"/>
                  </a:cubicBezTo>
                  <a:lnTo>
                    <a:pt x="5916" y="555"/>
                  </a:lnTo>
                  <a:lnTo>
                    <a:pt x="34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51"/>
            <p:cNvSpPr/>
            <p:nvPr/>
          </p:nvSpPr>
          <p:spPr>
            <a:xfrm>
              <a:off x="5951950" y="4199525"/>
              <a:ext cx="162700" cy="886400"/>
            </a:xfrm>
            <a:custGeom>
              <a:avLst/>
              <a:gdLst/>
              <a:ahLst/>
              <a:cxnLst/>
              <a:rect l="l" t="t" r="r" b="b"/>
              <a:pathLst>
                <a:path w="6508" h="35456" extrusionOk="0">
                  <a:moveTo>
                    <a:pt x="3920" y="703"/>
                  </a:moveTo>
                  <a:lnTo>
                    <a:pt x="5835" y="1125"/>
                  </a:lnTo>
                  <a:lnTo>
                    <a:pt x="5835" y="1125"/>
                  </a:lnTo>
                  <a:lnTo>
                    <a:pt x="1110" y="34605"/>
                  </a:lnTo>
                  <a:cubicBezTo>
                    <a:pt x="1110" y="34753"/>
                    <a:pt x="999" y="34827"/>
                    <a:pt x="851" y="34827"/>
                  </a:cubicBezTo>
                  <a:lnTo>
                    <a:pt x="814" y="34827"/>
                  </a:lnTo>
                  <a:cubicBezTo>
                    <a:pt x="666" y="34790"/>
                    <a:pt x="592" y="34716"/>
                    <a:pt x="592" y="34568"/>
                  </a:cubicBezTo>
                  <a:lnTo>
                    <a:pt x="3920" y="703"/>
                  </a:lnTo>
                  <a:close/>
                  <a:moveTo>
                    <a:pt x="3698" y="0"/>
                  </a:moveTo>
                  <a:cubicBezTo>
                    <a:pt x="3624" y="0"/>
                    <a:pt x="3550" y="0"/>
                    <a:pt x="3476" y="74"/>
                  </a:cubicBezTo>
                  <a:cubicBezTo>
                    <a:pt x="3402" y="111"/>
                    <a:pt x="3328" y="185"/>
                    <a:pt x="3328" y="296"/>
                  </a:cubicBezTo>
                  <a:lnTo>
                    <a:pt x="1" y="34494"/>
                  </a:lnTo>
                  <a:lnTo>
                    <a:pt x="1" y="34568"/>
                  </a:lnTo>
                  <a:cubicBezTo>
                    <a:pt x="1" y="34975"/>
                    <a:pt x="260" y="35344"/>
                    <a:pt x="666" y="35418"/>
                  </a:cubicBezTo>
                  <a:cubicBezTo>
                    <a:pt x="740" y="35455"/>
                    <a:pt x="777" y="35455"/>
                    <a:pt x="851" y="35455"/>
                  </a:cubicBezTo>
                  <a:cubicBezTo>
                    <a:pt x="1295" y="35455"/>
                    <a:pt x="1665" y="35160"/>
                    <a:pt x="1738" y="34716"/>
                  </a:cubicBezTo>
                  <a:lnTo>
                    <a:pt x="6471" y="925"/>
                  </a:lnTo>
                  <a:cubicBezTo>
                    <a:pt x="6508" y="740"/>
                    <a:pt x="6397" y="592"/>
                    <a:pt x="6249" y="555"/>
                  </a:cubicBezTo>
                  <a:lnTo>
                    <a:pt x="36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51"/>
            <p:cNvSpPr/>
            <p:nvPr/>
          </p:nvSpPr>
          <p:spPr>
            <a:xfrm>
              <a:off x="6388200" y="4228175"/>
              <a:ext cx="260675" cy="847075"/>
            </a:xfrm>
            <a:custGeom>
              <a:avLst/>
              <a:gdLst/>
              <a:ahLst/>
              <a:cxnLst/>
              <a:rect l="l" t="t" r="r" b="b"/>
              <a:pathLst>
                <a:path w="10427" h="33883" extrusionOk="0">
                  <a:moveTo>
                    <a:pt x="2367" y="1"/>
                  </a:moveTo>
                  <a:lnTo>
                    <a:pt x="1" y="1258"/>
                  </a:lnTo>
                  <a:lnTo>
                    <a:pt x="9244" y="33459"/>
                  </a:lnTo>
                  <a:cubicBezTo>
                    <a:pt x="9307" y="33711"/>
                    <a:pt x="9503" y="33882"/>
                    <a:pt x="9743" y="33882"/>
                  </a:cubicBezTo>
                  <a:cubicBezTo>
                    <a:pt x="9785" y="33882"/>
                    <a:pt x="9828" y="33877"/>
                    <a:pt x="9872" y="33866"/>
                  </a:cubicBezTo>
                  <a:cubicBezTo>
                    <a:pt x="10205" y="33829"/>
                    <a:pt x="10427" y="33496"/>
                    <a:pt x="10316" y="33200"/>
                  </a:cubicBez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51"/>
            <p:cNvSpPr/>
            <p:nvPr/>
          </p:nvSpPr>
          <p:spPr>
            <a:xfrm>
              <a:off x="6379900" y="4220175"/>
              <a:ext cx="274525" cy="862975"/>
            </a:xfrm>
            <a:custGeom>
              <a:avLst/>
              <a:gdLst/>
              <a:ahLst/>
              <a:cxnLst/>
              <a:rect l="l" t="t" r="r" b="b"/>
              <a:pathLst>
                <a:path w="10981" h="34519" extrusionOk="0">
                  <a:moveTo>
                    <a:pt x="2493" y="769"/>
                  </a:moveTo>
                  <a:lnTo>
                    <a:pt x="10352" y="33594"/>
                  </a:lnTo>
                  <a:lnTo>
                    <a:pt x="10352" y="33631"/>
                  </a:lnTo>
                  <a:cubicBezTo>
                    <a:pt x="10352" y="33779"/>
                    <a:pt x="10278" y="33890"/>
                    <a:pt x="10130" y="33890"/>
                  </a:cubicBezTo>
                  <a:lnTo>
                    <a:pt x="10093" y="33890"/>
                  </a:lnTo>
                  <a:cubicBezTo>
                    <a:pt x="9982" y="33890"/>
                    <a:pt x="9871" y="33816"/>
                    <a:pt x="9871" y="33705"/>
                  </a:cubicBezTo>
                  <a:lnTo>
                    <a:pt x="703" y="1725"/>
                  </a:lnTo>
                  <a:lnTo>
                    <a:pt x="2493" y="769"/>
                  </a:lnTo>
                  <a:close/>
                  <a:moveTo>
                    <a:pt x="2741" y="1"/>
                  </a:moveTo>
                  <a:cubicBezTo>
                    <a:pt x="2687" y="1"/>
                    <a:pt x="2631" y="18"/>
                    <a:pt x="2588" y="62"/>
                  </a:cubicBezTo>
                  <a:lnTo>
                    <a:pt x="185" y="1319"/>
                  </a:lnTo>
                  <a:cubicBezTo>
                    <a:pt x="74" y="1393"/>
                    <a:pt x="0" y="1541"/>
                    <a:pt x="37" y="1688"/>
                  </a:cubicBezTo>
                  <a:lnTo>
                    <a:pt x="9280" y="33890"/>
                  </a:lnTo>
                  <a:cubicBezTo>
                    <a:pt x="9391" y="34260"/>
                    <a:pt x="9723" y="34518"/>
                    <a:pt x="10093" y="34518"/>
                  </a:cubicBezTo>
                  <a:lnTo>
                    <a:pt x="10241" y="34518"/>
                  </a:lnTo>
                  <a:cubicBezTo>
                    <a:pt x="10685" y="34445"/>
                    <a:pt x="10980" y="34075"/>
                    <a:pt x="10980" y="33631"/>
                  </a:cubicBezTo>
                  <a:cubicBezTo>
                    <a:pt x="10980" y="33557"/>
                    <a:pt x="10980" y="33520"/>
                    <a:pt x="10980" y="33446"/>
                  </a:cubicBezTo>
                  <a:lnTo>
                    <a:pt x="3032" y="247"/>
                  </a:lnTo>
                  <a:cubicBezTo>
                    <a:pt x="2995" y="173"/>
                    <a:pt x="2921" y="62"/>
                    <a:pt x="2847" y="25"/>
                  </a:cubicBezTo>
                  <a:cubicBezTo>
                    <a:pt x="2816" y="9"/>
                    <a:pt x="2779" y="1"/>
                    <a:pt x="2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51"/>
            <p:cNvSpPr/>
            <p:nvPr/>
          </p:nvSpPr>
          <p:spPr>
            <a:xfrm>
              <a:off x="6024975" y="4218000"/>
              <a:ext cx="189500" cy="859700"/>
            </a:xfrm>
            <a:custGeom>
              <a:avLst/>
              <a:gdLst/>
              <a:ahLst/>
              <a:cxnLst/>
              <a:rect l="l" t="t" r="r" b="b"/>
              <a:pathLst>
                <a:path w="7580" h="34388" extrusionOk="0">
                  <a:moveTo>
                    <a:pt x="2478" y="1"/>
                  </a:moveTo>
                  <a:lnTo>
                    <a:pt x="1" y="1073"/>
                  </a:lnTo>
                  <a:lnTo>
                    <a:pt x="6433" y="33940"/>
                  </a:lnTo>
                  <a:cubicBezTo>
                    <a:pt x="6468" y="34180"/>
                    <a:pt x="6692" y="34388"/>
                    <a:pt x="6960" y="34388"/>
                  </a:cubicBezTo>
                  <a:cubicBezTo>
                    <a:pt x="6981" y="34388"/>
                    <a:pt x="7003" y="34386"/>
                    <a:pt x="7025" y="34384"/>
                  </a:cubicBezTo>
                  <a:cubicBezTo>
                    <a:pt x="7358" y="34384"/>
                    <a:pt x="7579" y="34088"/>
                    <a:pt x="7543" y="33755"/>
                  </a:cubicBezTo>
                  <a:lnTo>
                    <a:pt x="24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51"/>
            <p:cNvSpPr/>
            <p:nvPr/>
          </p:nvSpPr>
          <p:spPr>
            <a:xfrm>
              <a:off x="6016650" y="4210000"/>
              <a:ext cx="205225" cy="875925"/>
            </a:xfrm>
            <a:custGeom>
              <a:avLst/>
              <a:gdLst/>
              <a:ahLst/>
              <a:cxnLst/>
              <a:rect l="l" t="t" r="r" b="b"/>
              <a:pathLst>
                <a:path w="8209" h="35037" extrusionOk="0">
                  <a:moveTo>
                    <a:pt x="2576" y="766"/>
                  </a:moveTo>
                  <a:lnTo>
                    <a:pt x="7580" y="34112"/>
                  </a:lnTo>
                  <a:lnTo>
                    <a:pt x="7580" y="34149"/>
                  </a:lnTo>
                  <a:cubicBezTo>
                    <a:pt x="7580" y="34297"/>
                    <a:pt x="7469" y="34408"/>
                    <a:pt x="7321" y="34408"/>
                  </a:cubicBezTo>
                  <a:cubicBezTo>
                    <a:pt x="7173" y="34408"/>
                    <a:pt x="7062" y="34334"/>
                    <a:pt x="7062" y="34186"/>
                  </a:cubicBezTo>
                  <a:lnTo>
                    <a:pt x="703" y="1578"/>
                  </a:lnTo>
                  <a:lnTo>
                    <a:pt x="2576" y="766"/>
                  </a:lnTo>
                  <a:close/>
                  <a:moveTo>
                    <a:pt x="2805" y="1"/>
                  </a:moveTo>
                  <a:cubicBezTo>
                    <a:pt x="2767" y="1"/>
                    <a:pt x="2730" y="10"/>
                    <a:pt x="2700" y="25"/>
                  </a:cubicBezTo>
                  <a:lnTo>
                    <a:pt x="223" y="1097"/>
                  </a:lnTo>
                  <a:cubicBezTo>
                    <a:pt x="75" y="1134"/>
                    <a:pt x="1" y="1282"/>
                    <a:pt x="38" y="1430"/>
                  </a:cubicBezTo>
                  <a:lnTo>
                    <a:pt x="6434" y="34334"/>
                  </a:lnTo>
                  <a:cubicBezTo>
                    <a:pt x="6545" y="34741"/>
                    <a:pt x="6877" y="35036"/>
                    <a:pt x="7321" y="35036"/>
                  </a:cubicBezTo>
                  <a:lnTo>
                    <a:pt x="7358" y="35036"/>
                  </a:lnTo>
                  <a:cubicBezTo>
                    <a:pt x="7839" y="34999"/>
                    <a:pt x="8208" y="34593"/>
                    <a:pt x="8208" y="34149"/>
                  </a:cubicBezTo>
                  <a:lnTo>
                    <a:pt x="8171" y="34001"/>
                  </a:lnTo>
                  <a:lnTo>
                    <a:pt x="3106" y="284"/>
                  </a:lnTo>
                  <a:cubicBezTo>
                    <a:pt x="3106" y="173"/>
                    <a:pt x="3069" y="99"/>
                    <a:pt x="2958" y="62"/>
                  </a:cubicBezTo>
                  <a:cubicBezTo>
                    <a:pt x="2915" y="19"/>
                    <a:pt x="2859" y="1"/>
                    <a:pt x="28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51"/>
            <p:cNvSpPr/>
            <p:nvPr/>
          </p:nvSpPr>
          <p:spPr>
            <a:xfrm>
              <a:off x="5491675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3365" y="0"/>
                  </a:moveTo>
                  <a:lnTo>
                    <a:pt x="37" y="34235"/>
                  </a:lnTo>
                  <a:cubicBezTo>
                    <a:pt x="0" y="34531"/>
                    <a:pt x="185" y="34790"/>
                    <a:pt x="481" y="34827"/>
                  </a:cubicBezTo>
                  <a:cubicBezTo>
                    <a:pt x="520" y="34836"/>
                    <a:pt x="559" y="34841"/>
                    <a:pt x="598" y="34841"/>
                  </a:cubicBezTo>
                  <a:cubicBezTo>
                    <a:pt x="859" y="34841"/>
                    <a:pt x="1114" y="34635"/>
                    <a:pt x="1147" y="34346"/>
                  </a:cubicBezTo>
                  <a:lnTo>
                    <a:pt x="5916" y="555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51"/>
            <p:cNvSpPr/>
            <p:nvPr/>
          </p:nvSpPr>
          <p:spPr>
            <a:xfrm>
              <a:off x="5484275" y="4199525"/>
              <a:ext cx="163625" cy="886400"/>
            </a:xfrm>
            <a:custGeom>
              <a:avLst/>
              <a:gdLst/>
              <a:ahLst/>
              <a:cxnLst/>
              <a:rect l="l" t="t" r="r" b="b"/>
              <a:pathLst>
                <a:path w="6545" h="35456" extrusionOk="0">
                  <a:moveTo>
                    <a:pt x="3957" y="703"/>
                  </a:moveTo>
                  <a:lnTo>
                    <a:pt x="5872" y="1125"/>
                  </a:lnTo>
                  <a:lnTo>
                    <a:pt x="5872" y="1125"/>
                  </a:lnTo>
                  <a:lnTo>
                    <a:pt x="1147" y="34605"/>
                  </a:lnTo>
                  <a:cubicBezTo>
                    <a:pt x="1147" y="34753"/>
                    <a:pt x="1036" y="34827"/>
                    <a:pt x="888" y="34827"/>
                  </a:cubicBezTo>
                  <a:lnTo>
                    <a:pt x="851" y="34827"/>
                  </a:lnTo>
                  <a:cubicBezTo>
                    <a:pt x="703" y="34790"/>
                    <a:pt x="629" y="34716"/>
                    <a:pt x="629" y="34568"/>
                  </a:cubicBezTo>
                  <a:lnTo>
                    <a:pt x="3957" y="703"/>
                  </a:lnTo>
                  <a:close/>
                  <a:moveTo>
                    <a:pt x="3735" y="0"/>
                  </a:moveTo>
                  <a:cubicBezTo>
                    <a:pt x="3661" y="0"/>
                    <a:pt x="3550" y="0"/>
                    <a:pt x="3513" y="74"/>
                  </a:cubicBezTo>
                  <a:cubicBezTo>
                    <a:pt x="3439" y="111"/>
                    <a:pt x="3365" y="185"/>
                    <a:pt x="3365" y="296"/>
                  </a:cubicBezTo>
                  <a:lnTo>
                    <a:pt x="38" y="34494"/>
                  </a:lnTo>
                  <a:lnTo>
                    <a:pt x="1" y="34568"/>
                  </a:lnTo>
                  <a:cubicBezTo>
                    <a:pt x="1" y="34975"/>
                    <a:pt x="296" y="35344"/>
                    <a:pt x="703" y="35418"/>
                  </a:cubicBezTo>
                  <a:cubicBezTo>
                    <a:pt x="777" y="35455"/>
                    <a:pt x="814" y="35455"/>
                    <a:pt x="888" y="35455"/>
                  </a:cubicBezTo>
                  <a:cubicBezTo>
                    <a:pt x="1332" y="35455"/>
                    <a:pt x="1701" y="35160"/>
                    <a:pt x="1775" y="34716"/>
                  </a:cubicBezTo>
                  <a:lnTo>
                    <a:pt x="6508" y="925"/>
                  </a:lnTo>
                  <a:cubicBezTo>
                    <a:pt x="6545" y="740"/>
                    <a:pt x="6434" y="592"/>
                    <a:pt x="6286" y="555"/>
                  </a:cubicBezTo>
                  <a:lnTo>
                    <a:pt x="37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51"/>
            <p:cNvSpPr/>
            <p:nvPr/>
          </p:nvSpPr>
          <p:spPr>
            <a:xfrm>
              <a:off x="5447300" y="3236425"/>
              <a:ext cx="1197875" cy="1049075"/>
            </a:xfrm>
            <a:custGeom>
              <a:avLst/>
              <a:gdLst/>
              <a:ahLst/>
              <a:cxnLst/>
              <a:rect l="l" t="t" r="r" b="b"/>
              <a:pathLst>
                <a:path w="47915" h="41963" extrusionOk="0">
                  <a:moveTo>
                    <a:pt x="29171" y="1"/>
                  </a:moveTo>
                  <a:cubicBezTo>
                    <a:pt x="26879" y="1"/>
                    <a:pt x="25104" y="2034"/>
                    <a:pt x="25437" y="4290"/>
                  </a:cubicBezTo>
                  <a:cubicBezTo>
                    <a:pt x="26546" y="11906"/>
                    <a:pt x="27433" y="31315"/>
                    <a:pt x="26842" y="31463"/>
                  </a:cubicBezTo>
                  <a:cubicBezTo>
                    <a:pt x="26831" y="31466"/>
                    <a:pt x="26816" y="31467"/>
                    <a:pt x="26798" y="31467"/>
                  </a:cubicBezTo>
                  <a:cubicBezTo>
                    <a:pt x="25697" y="31467"/>
                    <a:pt x="11235" y="26262"/>
                    <a:pt x="4776" y="26262"/>
                  </a:cubicBezTo>
                  <a:cubicBezTo>
                    <a:pt x="3239" y="26262"/>
                    <a:pt x="2156" y="26556"/>
                    <a:pt x="1812" y="27285"/>
                  </a:cubicBezTo>
                  <a:cubicBezTo>
                    <a:pt x="1" y="31130"/>
                    <a:pt x="592" y="41963"/>
                    <a:pt x="592" y="41963"/>
                  </a:cubicBezTo>
                  <a:lnTo>
                    <a:pt x="41778" y="41963"/>
                  </a:lnTo>
                  <a:lnTo>
                    <a:pt x="47545" y="4327"/>
                  </a:lnTo>
                  <a:cubicBezTo>
                    <a:pt x="47915" y="2071"/>
                    <a:pt x="46140" y="1"/>
                    <a:pt x="43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51"/>
            <p:cNvSpPr/>
            <p:nvPr/>
          </p:nvSpPr>
          <p:spPr>
            <a:xfrm>
              <a:off x="5451925" y="3229050"/>
              <a:ext cx="1193250" cy="1063850"/>
            </a:xfrm>
            <a:custGeom>
              <a:avLst/>
              <a:gdLst/>
              <a:ahLst/>
              <a:cxnLst/>
              <a:rect l="l" t="t" r="r" b="b"/>
              <a:pathLst>
                <a:path w="47730" h="42554" extrusionOk="0">
                  <a:moveTo>
                    <a:pt x="43626" y="592"/>
                  </a:moveTo>
                  <a:cubicBezTo>
                    <a:pt x="44624" y="592"/>
                    <a:pt x="45475" y="998"/>
                    <a:pt x="46103" y="1627"/>
                  </a:cubicBezTo>
                  <a:cubicBezTo>
                    <a:pt x="46732" y="2255"/>
                    <a:pt x="47101" y="3106"/>
                    <a:pt x="47101" y="4067"/>
                  </a:cubicBezTo>
                  <a:cubicBezTo>
                    <a:pt x="47101" y="4215"/>
                    <a:pt x="47101" y="4400"/>
                    <a:pt x="47064" y="4585"/>
                  </a:cubicBezTo>
                  <a:lnTo>
                    <a:pt x="41297" y="41962"/>
                  </a:lnTo>
                  <a:lnTo>
                    <a:pt x="720" y="41962"/>
                  </a:lnTo>
                  <a:cubicBezTo>
                    <a:pt x="706" y="41768"/>
                    <a:pt x="686" y="41469"/>
                    <a:pt x="666" y="41075"/>
                  </a:cubicBezTo>
                  <a:cubicBezTo>
                    <a:pt x="666" y="40335"/>
                    <a:pt x="629" y="39337"/>
                    <a:pt x="629" y="38154"/>
                  </a:cubicBezTo>
                  <a:cubicBezTo>
                    <a:pt x="629" y="36416"/>
                    <a:pt x="703" y="34346"/>
                    <a:pt x="888" y="32461"/>
                  </a:cubicBezTo>
                  <a:cubicBezTo>
                    <a:pt x="1073" y="30538"/>
                    <a:pt x="1406" y="28800"/>
                    <a:pt x="1923" y="27728"/>
                  </a:cubicBezTo>
                  <a:cubicBezTo>
                    <a:pt x="2034" y="27469"/>
                    <a:pt x="2293" y="27248"/>
                    <a:pt x="2774" y="27100"/>
                  </a:cubicBezTo>
                  <a:cubicBezTo>
                    <a:pt x="3217" y="26952"/>
                    <a:pt x="3846" y="26878"/>
                    <a:pt x="4585" y="26878"/>
                  </a:cubicBezTo>
                  <a:cubicBezTo>
                    <a:pt x="7765" y="26878"/>
                    <a:pt x="12977" y="28172"/>
                    <a:pt x="17525" y="29466"/>
                  </a:cubicBezTo>
                  <a:cubicBezTo>
                    <a:pt x="19817" y="30094"/>
                    <a:pt x="21924" y="30760"/>
                    <a:pt x="23551" y="31240"/>
                  </a:cubicBezTo>
                  <a:cubicBezTo>
                    <a:pt x="24327" y="31499"/>
                    <a:pt x="25030" y="31684"/>
                    <a:pt x="25547" y="31832"/>
                  </a:cubicBezTo>
                  <a:cubicBezTo>
                    <a:pt x="25806" y="31906"/>
                    <a:pt x="26028" y="31980"/>
                    <a:pt x="26176" y="32017"/>
                  </a:cubicBezTo>
                  <a:cubicBezTo>
                    <a:pt x="26361" y="32054"/>
                    <a:pt x="26472" y="32091"/>
                    <a:pt x="26620" y="32091"/>
                  </a:cubicBezTo>
                  <a:lnTo>
                    <a:pt x="26730" y="32054"/>
                  </a:lnTo>
                  <a:cubicBezTo>
                    <a:pt x="26804" y="32054"/>
                    <a:pt x="26878" y="31980"/>
                    <a:pt x="26915" y="31943"/>
                  </a:cubicBezTo>
                  <a:cubicBezTo>
                    <a:pt x="26989" y="31869"/>
                    <a:pt x="26989" y="31795"/>
                    <a:pt x="26989" y="31758"/>
                  </a:cubicBezTo>
                  <a:cubicBezTo>
                    <a:pt x="27063" y="31536"/>
                    <a:pt x="27100" y="31240"/>
                    <a:pt x="27100" y="30797"/>
                  </a:cubicBezTo>
                  <a:cubicBezTo>
                    <a:pt x="27137" y="30353"/>
                    <a:pt x="27137" y="29762"/>
                    <a:pt x="27137" y="29096"/>
                  </a:cubicBezTo>
                  <a:cubicBezTo>
                    <a:pt x="27137" y="23477"/>
                    <a:pt x="26435" y="10463"/>
                    <a:pt x="25584" y="4548"/>
                  </a:cubicBezTo>
                  <a:cubicBezTo>
                    <a:pt x="25547" y="4400"/>
                    <a:pt x="25547" y="4215"/>
                    <a:pt x="25547" y="4067"/>
                  </a:cubicBezTo>
                  <a:cubicBezTo>
                    <a:pt x="25547" y="3106"/>
                    <a:pt x="25917" y="2255"/>
                    <a:pt x="26546" y="1627"/>
                  </a:cubicBezTo>
                  <a:cubicBezTo>
                    <a:pt x="27174" y="998"/>
                    <a:pt x="28024" y="592"/>
                    <a:pt x="28986" y="592"/>
                  </a:cubicBezTo>
                  <a:close/>
                  <a:moveTo>
                    <a:pt x="28986" y="0"/>
                  </a:moveTo>
                  <a:cubicBezTo>
                    <a:pt x="26694" y="0"/>
                    <a:pt x="24919" y="1849"/>
                    <a:pt x="24919" y="4067"/>
                  </a:cubicBezTo>
                  <a:cubicBezTo>
                    <a:pt x="24919" y="4252"/>
                    <a:pt x="24919" y="4437"/>
                    <a:pt x="24956" y="4659"/>
                  </a:cubicBezTo>
                  <a:cubicBezTo>
                    <a:pt x="25806" y="10500"/>
                    <a:pt x="26546" y="23514"/>
                    <a:pt x="26546" y="29096"/>
                  </a:cubicBezTo>
                  <a:cubicBezTo>
                    <a:pt x="26546" y="29910"/>
                    <a:pt x="26509" y="30575"/>
                    <a:pt x="26472" y="31019"/>
                  </a:cubicBezTo>
                  <a:cubicBezTo>
                    <a:pt x="26472" y="31208"/>
                    <a:pt x="26445" y="31344"/>
                    <a:pt x="26437" y="31448"/>
                  </a:cubicBezTo>
                  <a:lnTo>
                    <a:pt x="26437" y="31448"/>
                  </a:lnTo>
                  <a:cubicBezTo>
                    <a:pt x="26402" y="31443"/>
                    <a:pt x="26365" y="31436"/>
                    <a:pt x="26324" y="31425"/>
                  </a:cubicBezTo>
                  <a:cubicBezTo>
                    <a:pt x="25732" y="31277"/>
                    <a:pt x="24438" y="30871"/>
                    <a:pt x="22775" y="30353"/>
                  </a:cubicBezTo>
                  <a:cubicBezTo>
                    <a:pt x="20261" y="29614"/>
                    <a:pt x="16859" y="28579"/>
                    <a:pt x="13532" y="27728"/>
                  </a:cubicBezTo>
                  <a:cubicBezTo>
                    <a:pt x="10205" y="26915"/>
                    <a:pt x="6914" y="26249"/>
                    <a:pt x="4585" y="26249"/>
                  </a:cubicBezTo>
                  <a:cubicBezTo>
                    <a:pt x="3809" y="26249"/>
                    <a:pt x="3106" y="26323"/>
                    <a:pt x="2552" y="26508"/>
                  </a:cubicBezTo>
                  <a:cubicBezTo>
                    <a:pt x="2034" y="26693"/>
                    <a:pt x="1554" y="26989"/>
                    <a:pt x="1332" y="27433"/>
                  </a:cubicBezTo>
                  <a:cubicBezTo>
                    <a:pt x="777" y="28653"/>
                    <a:pt x="444" y="30464"/>
                    <a:pt x="260" y="32387"/>
                  </a:cubicBezTo>
                  <a:cubicBezTo>
                    <a:pt x="75" y="34309"/>
                    <a:pt x="1" y="36416"/>
                    <a:pt x="1" y="38154"/>
                  </a:cubicBezTo>
                  <a:cubicBezTo>
                    <a:pt x="1" y="40520"/>
                    <a:pt x="112" y="42258"/>
                    <a:pt x="112" y="42258"/>
                  </a:cubicBezTo>
                  <a:cubicBezTo>
                    <a:pt x="112" y="42443"/>
                    <a:pt x="260" y="42554"/>
                    <a:pt x="407" y="42554"/>
                  </a:cubicBezTo>
                  <a:lnTo>
                    <a:pt x="41593" y="42554"/>
                  </a:lnTo>
                  <a:cubicBezTo>
                    <a:pt x="41741" y="42554"/>
                    <a:pt x="41851" y="42443"/>
                    <a:pt x="41888" y="42295"/>
                  </a:cubicBezTo>
                  <a:lnTo>
                    <a:pt x="47656" y="4696"/>
                  </a:lnTo>
                  <a:cubicBezTo>
                    <a:pt x="47693" y="4474"/>
                    <a:pt x="47730" y="4252"/>
                    <a:pt x="47730" y="4067"/>
                  </a:cubicBezTo>
                  <a:cubicBezTo>
                    <a:pt x="47730" y="1849"/>
                    <a:pt x="45918" y="0"/>
                    <a:pt x="43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51"/>
            <p:cNvSpPr/>
            <p:nvPr/>
          </p:nvSpPr>
          <p:spPr>
            <a:xfrm>
              <a:off x="5447300" y="3236425"/>
              <a:ext cx="824475" cy="1049075"/>
            </a:xfrm>
            <a:custGeom>
              <a:avLst/>
              <a:gdLst/>
              <a:ahLst/>
              <a:cxnLst/>
              <a:rect l="l" t="t" r="r" b="b"/>
              <a:pathLst>
                <a:path w="32979" h="41963" extrusionOk="0">
                  <a:moveTo>
                    <a:pt x="29023" y="1"/>
                  </a:moveTo>
                  <a:cubicBezTo>
                    <a:pt x="26805" y="75"/>
                    <a:pt x="25141" y="2071"/>
                    <a:pt x="25437" y="4290"/>
                  </a:cubicBezTo>
                  <a:cubicBezTo>
                    <a:pt x="26546" y="11906"/>
                    <a:pt x="27433" y="31315"/>
                    <a:pt x="26842" y="31463"/>
                  </a:cubicBezTo>
                  <a:cubicBezTo>
                    <a:pt x="26831" y="31466"/>
                    <a:pt x="26816" y="31467"/>
                    <a:pt x="26798" y="31467"/>
                  </a:cubicBezTo>
                  <a:cubicBezTo>
                    <a:pt x="25697" y="31467"/>
                    <a:pt x="11235" y="26262"/>
                    <a:pt x="4776" y="26262"/>
                  </a:cubicBezTo>
                  <a:cubicBezTo>
                    <a:pt x="3239" y="26262"/>
                    <a:pt x="2156" y="26556"/>
                    <a:pt x="1812" y="27285"/>
                  </a:cubicBezTo>
                  <a:cubicBezTo>
                    <a:pt x="1" y="31130"/>
                    <a:pt x="592" y="41963"/>
                    <a:pt x="592" y="41963"/>
                  </a:cubicBezTo>
                  <a:lnTo>
                    <a:pt x="26842" y="41963"/>
                  </a:lnTo>
                  <a:lnTo>
                    <a:pt x="32609" y="4327"/>
                  </a:lnTo>
                  <a:cubicBezTo>
                    <a:pt x="32979" y="2108"/>
                    <a:pt x="31278" y="75"/>
                    <a:pt x="290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51"/>
            <p:cNvSpPr/>
            <p:nvPr/>
          </p:nvSpPr>
          <p:spPr>
            <a:xfrm>
              <a:off x="5451925" y="3229050"/>
              <a:ext cx="819850" cy="1063850"/>
            </a:xfrm>
            <a:custGeom>
              <a:avLst/>
              <a:gdLst/>
              <a:ahLst/>
              <a:cxnLst/>
              <a:rect l="l" t="t" r="r" b="b"/>
              <a:pathLst>
                <a:path w="32794" h="42554" extrusionOk="0">
                  <a:moveTo>
                    <a:pt x="28856" y="629"/>
                  </a:moveTo>
                  <a:lnTo>
                    <a:pt x="28856" y="629"/>
                  </a:lnTo>
                  <a:cubicBezTo>
                    <a:pt x="30733" y="676"/>
                    <a:pt x="32165" y="2225"/>
                    <a:pt x="32165" y="4067"/>
                  </a:cubicBezTo>
                  <a:cubicBezTo>
                    <a:pt x="32165" y="4215"/>
                    <a:pt x="32165" y="4400"/>
                    <a:pt x="32128" y="4585"/>
                  </a:cubicBezTo>
                  <a:lnTo>
                    <a:pt x="26398" y="41962"/>
                  </a:lnTo>
                  <a:lnTo>
                    <a:pt x="720" y="41962"/>
                  </a:lnTo>
                  <a:cubicBezTo>
                    <a:pt x="706" y="41768"/>
                    <a:pt x="686" y="41469"/>
                    <a:pt x="666" y="41075"/>
                  </a:cubicBezTo>
                  <a:cubicBezTo>
                    <a:pt x="666" y="40335"/>
                    <a:pt x="629" y="39337"/>
                    <a:pt x="629" y="38154"/>
                  </a:cubicBezTo>
                  <a:cubicBezTo>
                    <a:pt x="629" y="36416"/>
                    <a:pt x="703" y="34346"/>
                    <a:pt x="888" y="32461"/>
                  </a:cubicBezTo>
                  <a:cubicBezTo>
                    <a:pt x="1073" y="30538"/>
                    <a:pt x="1406" y="28800"/>
                    <a:pt x="1923" y="27728"/>
                  </a:cubicBezTo>
                  <a:cubicBezTo>
                    <a:pt x="2034" y="27469"/>
                    <a:pt x="2293" y="27248"/>
                    <a:pt x="2774" y="27100"/>
                  </a:cubicBezTo>
                  <a:cubicBezTo>
                    <a:pt x="3217" y="26952"/>
                    <a:pt x="3846" y="26878"/>
                    <a:pt x="4585" y="26878"/>
                  </a:cubicBezTo>
                  <a:cubicBezTo>
                    <a:pt x="7765" y="26878"/>
                    <a:pt x="12977" y="28172"/>
                    <a:pt x="17525" y="29466"/>
                  </a:cubicBezTo>
                  <a:cubicBezTo>
                    <a:pt x="19817" y="30094"/>
                    <a:pt x="21924" y="30760"/>
                    <a:pt x="23551" y="31240"/>
                  </a:cubicBezTo>
                  <a:cubicBezTo>
                    <a:pt x="24327" y="31499"/>
                    <a:pt x="25030" y="31684"/>
                    <a:pt x="25547" y="31832"/>
                  </a:cubicBezTo>
                  <a:cubicBezTo>
                    <a:pt x="25806" y="31906"/>
                    <a:pt x="26028" y="31980"/>
                    <a:pt x="26176" y="32017"/>
                  </a:cubicBezTo>
                  <a:cubicBezTo>
                    <a:pt x="26361" y="32054"/>
                    <a:pt x="26472" y="32091"/>
                    <a:pt x="26620" y="32091"/>
                  </a:cubicBezTo>
                  <a:lnTo>
                    <a:pt x="26730" y="32054"/>
                  </a:lnTo>
                  <a:cubicBezTo>
                    <a:pt x="26804" y="32054"/>
                    <a:pt x="26878" y="31980"/>
                    <a:pt x="26915" y="31943"/>
                  </a:cubicBezTo>
                  <a:cubicBezTo>
                    <a:pt x="26989" y="31869"/>
                    <a:pt x="26989" y="31795"/>
                    <a:pt x="26989" y="31758"/>
                  </a:cubicBezTo>
                  <a:cubicBezTo>
                    <a:pt x="27063" y="31536"/>
                    <a:pt x="27100" y="31240"/>
                    <a:pt x="27100" y="30797"/>
                  </a:cubicBezTo>
                  <a:cubicBezTo>
                    <a:pt x="27137" y="30353"/>
                    <a:pt x="27137" y="29762"/>
                    <a:pt x="27137" y="29096"/>
                  </a:cubicBezTo>
                  <a:cubicBezTo>
                    <a:pt x="27137" y="23477"/>
                    <a:pt x="26435" y="10463"/>
                    <a:pt x="25584" y="4548"/>
                  </a:cubicBezTo>
                  <a:cubicBezTo>
                    <a:pt x="25547" y="4400"/>
                    <a:pt x="25547" y="4215"/>
                    <a:pt x="25547" y="4067"/>
                  </a:cubicBezTo>
                  <a:cubicBezTo>
                    <a:pt x="25547" y="2225"/>
                    <a:pt x="26980" y="676"/>
                    <a:pt x="28856" y="629"/>
                  </a:cubicBezTo>
                  <a:close/>
                  <a:moveTo>
                    <a:pt x="28838" y="0"/>
                  </a:moveTo>
                  <a:cubicBezTo>
                    <a:pt x="26620" y="74"/>
                    <a:pt x="24919" y="1886"/>
                    <a:pt x="24919" y="4067"/>
                  </a:cubicBezTo>
                  <a:cubicBezTo>
                    <a:pt x="24919" y="4252"/>
                    <a:pt x="24919" y="4437"/>
                    <a:pt x="24956" y="4659"/>
                  </a:cubicBezTo>
                  <a:cubicBezTo>
                    <a:pt x="25806" y="10500"/>
                    <a:pt x="26546" y="23514"/>
                    <a:pt x="26546" y="29096"/>
                  </a:cubicBezTo>
                  <a:cubicBezTo>
                    <a:pt x="26546" y="29910"/>
                    <a:pt x="26509" y="30575"/>
                    <a:pt x="26472" y="31019"/>
                  </a:cubicBezTo>
                  <a:cubicBezTo>
                    <a:pt x="26472" y="31208"/>
                    <a:pt x="26445" y="31344"/>
                    <a:pt x="26437" y="31448"/>
                  </a:cubicBezTo>
                  <a:lnTo>
                    <a:pt x="26437" y="31448"/>
                  </a:lnTo>
                  <a:cubicBezTo>
                    <a:pt x="26402" y="31443"/>
                    <a:pt x="26365" y="31436"/>
                    <a:pt x="26324" y="31425"/>
                  </a:cubicBezTo>
                  <a:cubicBezTo>
                    <a:pt x="25732" y="31277"/>
                    <a:pt x="24438" y="30871"/>
                    <a:pt x="22775" y="30353"/>
                  </a:cubicBezTo>
                  <a:cubicBezTo>
                    <a:pt x="20261" y="29614"/>
                    <a:pt x="16859" y="28579"/>
                    <a:pt x="13532" y="27728"/>
                  </a:cubicBezTo>
                  <a:cubicBezTo>
                    <a:pt x="10205" y="26915"/>
                    <a:pt x="6914" y="26249"/>
                    <a:pt x="4585" y="26249"/>
                  </a:cubicBezTo>
                  <a:cubicBezTo>
                    <a:pt x="3809" y="26249"/>
                    <a:pt x="3106" y="26323"/>
                    <a:pt x="2552" y="26508"/>
                  </a:cubicBezTo>
                  <a:cubicBezTo>
                    <a:pt x="2034" y="26693"/>
                    <a:pt x="1554" y="26989"/>
                    <a:pt x="1332" y="27433"/>
                  </a:cubicBezTo>
                  <a:cubicBezTo>
                    <a:pt x="777" y="28653"/>
                    <a:pt x="444" y="30464"/>
                    <a:pt x="260" y="32387"/>
                  </a:cubicBezTo>
                  <a:cubicBezTo>
                    <a:pt x="75" y="34309"/>
                    <a:pt x="1" y="36416"/>
                    <a:pt x="1" y="38154"/>
                  </a:cubicBezTo>
                  <a:cubicBezTo>
                    <a:pt x="1" y="40520"/>
                    <a:pt x="112" y="42258"/>
                    <a:pt x="112" y="42258"/>
                  </a:cubicBezTo>
                  <a:cubicBezTo>
                    <a:pt x="112" y="42443"/>
                    <a:pt x="260" y="42554"/>
                    <a:pt x="407" y="42554"/>
                  </a:cubicBezTo>
                  <a:lnTo>
                    <a:pt x="26657" y="42554"/>
                  </a:lnTo>
                  <a:cubicBezTo>
                    <a:pt x="26804" y="42554"/>
                    <a:pt x="26915" y="42443"/>
                    <a:pt x="26952" y="42295"/>
                  </a:cubicBezTo>
                  <a:lnTo>
                    <a:pt x="32757" y="4696"/>
                  </a:lnTo>
                  <a:cubicBezTo>
                    <a:pt x="32757" y="4474"/>
                    <a:pt x="32794" y="4252"/>
                    <a:pt x="32794" y="4067"/>
                  </a:cubicBezTo>
                  <a:cubicBezTo>
                    <a:pt x="32794" y="1886"/>
                    <a:pt x="31056" y="74"/>
                    <a:pt x="28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51"/>
            <p:cNvSpPr/>
            <p:nvPr/>
          </p:nvSpPr>
          <p:spPr>
            <a:xfrm>
              <a:off x="1921250" y="3013700"/>
              <a:ext cx="161750" cy="177475"/>
            </a:xfrm>
            <a:custGeom>
              <a:avLst/>
              <a:gdLst/>
              <a:ahLst/>
              <a:cxnLst/>
              <a:rect l="l" t="t" r="r" b="b"/>
              <a:pathLst>
                <a:path w="6470" h="7099" extrusionOk="0">
                  <a:moveTo>
                    <a:pt x="4880" y="0"/>
                  </a:moveTo>
                  <a:lnTo>
                    <a:pt x="0" y="4510"/>
                  </a:lnTo>
                  <a:lnTo>
                    <a:pt x="2921" y="7098"/>
                  </a:lnTo>
                  <a:lnTo>
                    <a:pt x="6470" y="4510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51"/>
            <p:cNvSpPr/>
            <p:nvPr/>
          </p:nvSpPr>
          <p:spPr>
            <a:xfrm>
              <a:off x="1913850" y="3005375"/>
              <a:ext cx="178400" cy="193650"/>
            </a:xfrm>
            <a:custGeom>
              <a:avLst/>
              <a:gdLst/>
              <a:ahLst/>
              <a:cxnLst/>
              <a:rect l="l" t="t" r="r" b="b"/>
              <a:pathLst>
                <a:path w="7136" h="7746" extrusionOk="0">
                  <a:moveTo>
                    <a:pt x="5028" y="851"/>
                  </a:moveTo>
                  <a:lnTo>
                    <a:pt x="6435" y="4754"/>
                  </a:lnTo>
                  <a:lnTo>
                    <a:pt x="3254" y="7062"/>
                  </a:lnTo>
                  <a:lnTo>
                    <a:pt x="777" y="4843"/>
                  </a:lnTo>
                  <a:lnTo>
                    <a:pt x="5028" y="851"/>
                  </a:lnTo>
                  <a:close/>
                  <a:moveTo>
                    <a:pt x="5250" y="0"/>
                  </a:moveTo>
                  <a:cubicBezTo>
                    <a:pt x="5139" y="0"/>
                    <a:pt x="5028" y="37"/>
                    <a:pt x="4954" y="74"/>
                  </a:cubicBezTo>
                  <a:lnTo>
                    <a:pt x="74" y="4622"/>
                  </a:lnTo>
                  <a:cubicBezTo>
                    <a:pt x="37" y="4696"/>
                    <a:pt x="0" y="4770"/>
                    <a:pt x="0" y="4843"/>
                  </a:cubicBezTo>
                  <a:cubicBezTo>
                    <a:pt x="0" y="4954"/>
                    <a:pt x="37" y="5028"/>
                    <a:pt x="111" y="5065"/>
                  </a:cubicBezTo>
                  <a:lnTo>
                    <a:pt x="2995" y="7690"/>
                  </a:lnTo>
                  <a:cubicBezTo>
                    <a:pt x="3050" y="7727"/>
                    <a:pt x="3124" y="7746"/>
                    <a:pt x="3198" y="7746"/>
                  </a:cubicBezTo>
                  <a:cubicBezTo>
                    <a:pt x="3272" y="7746"/>
                    <a:pt x="3346" y="7727"/>
                    <a:pt x="3402" y="7690"/>
                  </a:cubicBezTo>
                  <a:lnTo>
                    <a:pt x="6951" y="5102"/>
                  </a:lnTo>
                  <a:cubicBezTo>
                    <a:pt x="7062" y="5028"/>
                    <a:pt x="7136" y="4880"/>
                    <a:pt x="7062" y="4733"/>
                  </a:cubicBezTo>
                  <a:lnTo>
                    <a:pt x="5435" y="222"/>
                  </a:lnTo>
                  <a:cubicBezTo>
                    <a:pt x="5435" y="111"/>
                    <a:pt x="5324" y="37"/>
                    <a:pt x="5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51"/>
            <p:cNvSpPr/>
            <p:nvPr/>
          </p:nvSpPr>
          <p:spPr>
            <a:xfrm>
              <a:off x="2021050" y="3965400"/>
              <a:ext cx="612825" cy="1046575"/>
            </a:xfrm>
            <a:custGeom>
              <a:avLst/>
              <a:gdLst/>
              <a:ahLst/>
              <a:cxnLst/>
              <a:rect l="l" t="t" r="r" b="b"/>
              <a:pathLst>
                <a:path w="24513" h="41863" extrusionOk="0">
                  <a:moveTo>
                    <a:pt x="19199" y="0"/>
                  </a:moveTo>
                  <a:cubicBezTo>
                    <a:pt x="13895" y="0"/>
                    <a:pt x="1258" y="2156"/>
                    <a:pt x="1258" y="2156"/>
                  </a:cubicBezTo>
                  <a:cubicBezTo>
                    <a:pt x="1258" y="2156"/>
                    <a:pt x="1" y="6879"/>
                    <a:pt x="2405" y="6879"/>
                  </a:cubicBezTo>
                  <a:cubicBezTo>
                    <a:pt x="2508" y="6879"/>
                    <a:pt x="2619" y="6870"/>
                    <a:pt x="2737" y="6851"/>
                  </a:cubicBezTo>
                  <a:cubicBezTo>
                    <a:pt x="4610" y="6556"/>
                    <a:pt x="9622" y="6506"/>
                    <a:pt x="12754" y="6506"/>
                  </a:cubicBezTo>
                  <a:cubicBezTo>
                    <a:pt x="14321" y="6506"/>
                    <a:pt x="15418" y="6519"/>
                    <a:pt x="15418" y="6519"/>
                  </a:cubicBezTo>
                  <a:cubicBezTo>
                    <a:pt x="15418" y="6519"/>
                    <a:pt x="9096" y="21270"/>
                    <a:pt x="7506" y="29182"/>
                  </a:cubicBezTo>
                  <a:cubicBezTo>
                    <a:pt x="6656" y="33470"/>
                    <a:pt x="4253" y="35800"/>
                    <a:pt x="3698" y="37648"/>
                  </a:cubicBezTo>
                  <a:cubicBezTo>
                    <a:pt x="3143" y="39460"/>
                    <a:pt x="4807" y="38757"/>
                    <a:pt x="6471" y="39829"/>
                  </a:cubicBezTo>
                  <a:cubicBezTo>
                    <a:pt x="8097" y="40938"/>
                    <a:pt x="10870" y="41863"/>
                    <a:pt x="12904" y="41863"/>
                  </a:cubicBezTo>
                  <a:cubicBezTo>
                    <a:pt x="14900" y="41863"/>
                    <a:pt x="9391" y="38203"/>
                    <a:pt x="9391" y="35245"/>
                  </a:cubicBezTo>
                  <a:cubicBezTo>
                    <a:pt x="9391" y="32287"/>
                    <a:pt x="16083" y="22527"/>
                    <a:pt x="19374" y="17018"/>
                  </a:cubicBezTo>
                  <a:cubicBezTo>
                    <a:pt x="21967" y="12729"/>
                    <a:pt x="22246" y="12240"/>
                    <a:pt x="22122" y="12240"/>
                  </a:cubicBezTo>
                  <a:cubicBezTo>
                    <a:pt x="22085" y="12240"/>
                    <a:pt x="22013" y="12282"/>
                    <a:pt x="21955" y="12282"/>
                  </a:cubicBezTo>
                  <a:cubicBezTo>
                    <a:pt x="21846" y="12282"/>
                    <a:pt x="21787" y="12130"/>
                    <a:pt x="22109" y="11251"/>
                  </a:cubicBezTo>
                  <a:cubicBezTo>
                    <a:pt x="22516" y="10733"/>
                    <a:pt x="22849" y="10142"/>
                    <a:pt x="23034" y="9513"/>
                  </a:cubicBezTo>
                  <a:cubicBezTo>
                    <a:pt x="24217" y="5668"/>
                    <a:pt x="24512" y="677"/>
                    <a:pt x="20667" y="86"/>
                  </a:cubicBezTo>
                  <a:cubicBezTo>
                    <a:pt x="20287" y="27"/>
                    <a:pt x="19788" y="0"/>
                    <a:pt x="1919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51"/>
            <p:cNvSpPr/>
            <p:nvPr/>
          </p:nvSpPr>
          <p:spPr>
            <a:xfrm>
              <a:off x="2036775" y="3957375"/>
              <a:ext cx="586925" cy="1062000"/>
            </a:xfrm>
            <a:custGeom>
              <a:avLst/>
              <a:gdLst/>
              <a:ahLst/>
              <a:cxnLst/>
              <a:rect l="l" t="t" r="r" b="b"/>
              <a:pathLst>
                <a:path w="23477" h="42480" extrusionOk="0">
                  <a:moveTo>
                    <a:pt x="18560" y="629"/>
                  </a:moveTo>
                  <a:cubicBezTo>
                    <a:pt x="19151" y="629"/>
                    <a:pt x="19632" y="666"/>
                    <a:pt x="20002" y="703"/>
                  </a:cubicBezTo>
                  <a:cubicBezTo>
                    <a:pt x="21074" y="887"/>
                    <a:pt x="21776" y="1405"/>
                    <a:pt x="22220" y="2181"/>
                  </a:cubicBezTo>
                  <a:cubicBezTo>
                    <a:pt x="22663" y="2958"/>
                    <a:pt x="22885" y="3993"/>
                    <a:pt x="22885" y="5139"/>
                  </a:cubicBezTo>
                  <a:cubicBezTo>
                    <a:pt x="22885" y="6618"/>
                    <a:pt x="22552" y="8245"/>
                    <a:pt x="22109" y="9723"/>
                  </a:cubicBezTo>
                  <a:cubicBezTo>
                    <a:pt x="21924" y="10315"/>
                    <a:pt x="21628" y="10870"/>
                    <a:pt x="21259" y="11387"/>
                  </a:cubicBezTo>
                  <a:lnTo>
                    <a:pt x="21222" y="11461"/>
                  </a:lnTo>
                  <a:cubicBezTo>
                    <a:pt x="21037" y="11979"/>
                    <a:pt x="20926" y="12237"/>
                    <a:pt x="20926" y="12459"/>
                  </a:cubicBezTo>
                  <a:cubicBezTo>
                    <a:pt x="20926" y="12570"/>
                    <a:pt x="20963" y="12644"/>
                    <a:pt x="21037" y="12755"/>
                  </a:cubicBezTo>
                  <a:cubicBezTo>
                    <a:pt x="21048" y="12766"/>
                    <a:pt x="21059" y="12781"/>
                    <a:pt x="21072" y="12796"/>
                  </a:cubicBezTo>
                  <a:lnTo>
                    <a:pt x="21072" y="12796"/>
                  </a:lnTo>
                  <a:cubicBezTo>
                    <a:pt x="20811" y="13316"/>
                    <a:pt x="20071" y="14537"/>
                    <a:pt x="18486" y="17192"/>
                  </a:cubicBezTo>
                  <a:cubicBezTo>
                    <a:pt x="16859" y="19927"/>
                    <a:pt x="14345" y="23735"/>
                    <a:pt x="12275" y="27248"/>
                  </a:cubicBezTo>
                  <a:cubicBezTo>
                    <a:pt x="11203" y="29022"/>
                    <a:pt x="10278" y="30686"/>
                    <a:pt x="9576" y="32128"/>
                  </a:cubicBezTo>
                  <a:cubicBezTo>
                    <a:pt x="9243" y="32830"/>
                    <a:pt x="8984" y="33496"/>
                    <a:pt x="8762" y="34050"/>
                  </a:cubicBezTo>
                  <a:cubicBezTo>
                    <a:pt x="8578" y="34642"/>
                    <a:pt x="8467" y="35159"/>
                    <a:pt x="8467" y="35566"/>
                  </a:cubicBezTo>
                  <a:cubicBezTo>
                    <a:pt x="8467" y="36268"/>
                    <a:pt x="8725" y="36971"/>
                    <a:pt x="9132" y="37636"/>
                  </a:cubicBezTo>
                  <a:cubicBezTo>
                    <a:pt x="9687" y="38635"/>
                    <a:pt x="10537" y="39596"/>
                    <a:pt x="11239" y="40409"/>
                  </a:cubicBezTo>
                  <a:cubicBezTo>
                    <a:pt x="11572" y="40779"/>
                    <a:pt x="11868" y="41149"/>
                    <a:pt x="12090" y="41444"/>
                  </a:cubicBezTo>
                  <a:cubicBezTo>
                    <a:pt x="12201" y="41555"/>
                    <a:pt x="12275" y="41703"/>
                    <a:pt x="12349" y="41777"/>
                  </a:cubicBezTo>
                  <a:lnTo>
                    <a:pt x="12386" y="41888"/>
                  </a:lnTo>
                  <a:lnTo>
                    <a:pt x="12275" y="41888"/>
                  </a:lnTo>
                  <a:cubicBezTo>
                    <a:pt x="10315" y="41888"/>
                    <a:pt x="7579" y="40964"/>
                    <a:pt x="5990" y="39892"/>
                  </a:cubicBezTo>
                  <a:cubicBezTo>
                    <a:pt x="5213" y="39411"/>
                    <a:pt x="4437" y="39263"/>
                    <a:pt x="3919" y="39115"/>
                  </a:cubicBezTo>
                  <a:cubicBezTo>
                    <a:pt x="3661" y="39041"/>
                    <a:pt x="3476" y="38967"/>
                    <a:pt x="3402" y="38893"/>
                  </a:cubicBezTo>
                  <a:cubicBezTo>
                    <a:pt x="3328" y="38819"/>
                    <a:pt x="3291" y="38782"/>
                    <a:pt x="3254" y="38561"/>
                  </a:cubicBezTo>
                  <a:cubicBezTo>
                    <a:pt x="3254" y="38450"/>
                    <a:pt x="3291" y="38265"/>
                    <a:pt x="3365" y="38043"/>
                  </a:cubicBezTo>
                  <a:cubicBezTo>
                    <a:pt x="3624" y="37193"/>
                    <a:pt x="4326" y="36158"/>
                    <a:pt x="5139" y="34827"/>
                  </a:cubicBezTo>
                  <a:cubicBezTo>
                    <a:pt x="5916" y="33459"/>
                    <a:pt x="6729" y="31758"/>
                    <a:pt x="7173" y="29577"/>
                  </a:cubicBezTo>
                  <a:cubicBezTo>
                    <a:pt x="7949" y="25658"/>
                    <a:pt x="9946" y="20001"/>
                    <a:pt x="11720" y="15306"/>
                  </a:cubicBezTo>
                  <a:cubicBezTo>
                    <a:pt x="12607" y="12977"/>
                    <a:pt x="13458" y="10907"/>
                    <a:pt x="14049" y="9391"/>
                  </a:cubicBezTo>
                  <a:cubicBezTo>
                    <a:pt x="14382" y="8651"/>
                    <a:pt x="14641" y="8023"/>
                    <a:pt x="14789" y="7616"/>
                  </a:cubicBezTo>
                  <a:cubicBezTo>
                    <a:pt x="14974" y="7172"/>
                    <a:pt x="15084" y="6951"/>
                    <a:pt x="15084" y="6951"/>
                  </a:cubicBezTo>
                  <a:cubicBezTo>
                    <a:pt x="15121" y="6877"/>
                    <a:pt x="15121" y="6766"/>
                    <a:pt x="15047" y="6655"/>
                  </a:cubicBezTo>
                  <a:cubicBezTo>
                    <a:pt x="15010" y="6581"/>
                    <a:pt x="14900" y="6544"/>
                    <a:pt x="14789" y="6544"/>
                  </a:cubicBezTo>
                  <a:cubicBezTo>
                    <a:pt x="14789" y="6544"/>
                    <a:pt x="13790" y="6507"/>
                    <a:pt x="12312" y="6507"/>
                  </a:cubicBezTo>
                  <a:cubicBezTo>
                    <a:pt x="10722" y="6507"/>
                    <a:pt x="8652" y="6544"/>
                    <a:pt x="6729" y="6581"/>
                  </a:cubicBezTo>
                  <a:cubicBezTo>
                    <a:pt x="4807" y="6618"/>
                    <a:pt x="3032" y="6729"/>
                    <a:pt x="2071" y="6877"/>
                  </a:cubicBezTo>
                  <a:lnTo>
                    <a:pt x="1775" y="6877"/>
                  </a:lnTo>
                  <a:cubicBezTo>
                    <a:pt x="1516" y="6877"/>
                    <a:pt x="1368" y="6840"/>
                    <a:pt x="1220" y="6729"/>
                  </a:cubicBezTo>
                  <a:cubicBezTo>
                    <a:pt x="999" y="6618"/>
                    <a:pt x="851" y="6359"/>
                    <a:pt x="740" y="6063"/>
                  </a:cubicBezTo>
                  <a:cubicBezTo>
                    <a:pt x="666" y="5731"/>
                    <a:pt x="629" y="5324"/>
                    <a:pt x="629" y="4917"/>
                  </a:cubicBezTo>
                  <a:cubicBezTo>
                    <a:pt x="629" y="4326"/>
                    <a:pt x="703" y="3734"/>
                    <a:pt x="777" y="3291"/>
                  </a:cubicBezTo>
                  <a:cubicBezTo>
                    <a:pt x="814" y="3069"/>
                    <a:pt x="851" y="2884"/>
                    <a:pt x="888" y="2736"/>
                  </a:cubicBezTo>
                  <a:cubicBezTo>
                    <a:pt x="888" y="2735"/>
                    <a:pt x="888" y="2735"/>
                    <a:pt x="888" y="2734"/>
                  </a:cubicBezTo>
                  <a:lnTo>
                    <a:pt x="888" y="2734"/>
                  </a:lnTo>
                  <a:cubicBezTo>
                    <a:pt x="1212" y="2678"/>
                    <a:pt x="1868" y="2568"/>
                    <a:pt x="2736" y="2440"/>
                  </a:cubicBezTo>
                  <a:cubicBezTo>
                    <a:pt x="6544" y="1812"/>
                    <a:pt x="14641" y="629"/>
                    <a:pt x="18560" y="629"/>
                  </a:cubicBezTo>
                  <a:close/>
                  <a:moveTo>
                    <a:pt x="18560" y="0"/>
                  </a:moveTo>
                  <a:cubicBezTo>
                    <a:pt x="15898" y="0"/>
                    <a:pt x="11387" y="555"/>
                    <a:pt x="7579" y="1072"/>
                  </a:cubicBezTo>
                  <a:cubicBezTo>
                    <a:pt x="3734" y="1627"/>
                    <a:pt x="592" y="2144"/>
                    <a:pt x="592" y="2144"/>
                  </a:cubicBezTo>
                  <a:cubicBezTo>
                    <a:pt x="444" y="2181"/>
                    <a:pt x="370" y="2255"/>
                    <a:pt x="333" y="2366"/>
                  </a:cubicBezTo>
                  <a:cubicBezTo>
                    <a:pt x="333" y="2403"/>
                    <a:pt x="0" y="3623"/>
                    <a:pt x="0" y="4917"/>
                  </a:cubicBezTo>
                  <a:cubicBezTo>
                    <a:pt x="0" y="5509"/>
                    <a:pt x="74" y="6137"/>
                    <a:pt x="333" y="6618"/>
                  </a:cubicBezTo>
                  <a:cubicBezTo>
                    <a:pt x="444" y="6877"/>
                    <a:pt x="629" y="7099"/>
                    <a:pt x="888" y="7246"/>
                  </a:cubicBezTo>
                  <a:cubicBezTo>
                    <a:pt x="1147" y="7431"/>
                    <a:pt x="1442" y="7505"/>
                    <a:pt x="1775" y="7505"/>
                  </a:cubicBezTo>
                  <a:cubicBezTo>
                    <a:pt x="1886" y="7505"/>
                    <a:pt x="2034" y="7505"/>
                    <a:pt x="2145" y="7468"/>
                  </a:cubicBezTo>
                  <a:cubicBezTo>
                    <a:pt x="3069" y="7320"/>
                    <a:pt x="4844" y="7246"/>
                    <a:pt x="6766" y="7209"/>
                  </a:cubicBezTo>
                  <a:cubicBezTo>
                    <a:pt x="8652" y="7136"/>
                    <a:pt x="10722" y="7136"/>
                    <a:pt x="12312" y="7136"/>
                  </a:cubicBezTo>
                  <a:lnTo>
                    <a:pt x="14323" y="7136"/>
                  </a:lnTo>
                  <a:cubicBezTo>
                    <a:pt x="13873" y="8217"/>
                    <a:pt x="12585" y="11340"/>
                    <a:pt x="11129" y="15084"/>
                  </a:cubicBezTo>
                  <a:cubicBezTo>
                    <a:pt x="9354" y="19779"/>
                    <a:pt x="7395" y="25473"/>
                    <a:pt x="6581" y="29466"/>
                  </a:cubicBezTo>
                  <a:cubicBezTo>
                    <a:pt x="6175" y="31573"/>
                    <a:pt x="5361" y="33163"/>
                    <a:pt x="4585" y="34494"/>
                  </a:cubicBezTo>
                  <a:cubicBezTo>
                    <a:pt x="3808" y="35825"/>
                    <a:pt x="3069" y="36860"/>
                    <a:pt x="2773" y="37858"/>
                  </a:cubicBezTo>
                  <a:cubicBezTo>
                    <a:pt x="2699" y="38117"/>
                    <a:pt x="2662" y="38376"/>
                    <a:pt x="2662" y="38561"/>
                  </a:cubicBezTo>
                  <a:cubicBezTo>
                    <a:pt x="2625" y="38893"/>
                    <a:pt x="2773" y="39189"/>
                    <a:pt x="3032" y="39374"/>
                  </a:cubicBezTo>
                  <a:cubicBezTo>
                    <a:pt x="3365" y="39633"/>
                    <a:pt x="3771" y="39707"/>
                    <a:pt x="4215" y="39818"/>
                  </a:cubicBezTo>
                  <a:cubicBezTo>
                    <a:pt x="4659" y="39929"/>
                    <a:pt x="5176" y="40076"/>
                    <a:pt x="5657" y="40409"/>
                  </a:cubicBezTo>
                  <a:cubicBezTo>
                    <a:pt x="7395" y="41555"/>
                    <a:pt x="10167" y="42480"/>
                    <a:pt x="12275" y="42480"/>
                  </a:cubicBezTo>
                  <a:cubicBezTo>
                    <a:pt x="12460" y="42480"/>
                    <a:pt x="12607" y="42480"/>
                    <a:pt x="12755" y="42406"/>
                  </a:cubicBezTo>
                  <a:cubicBezTo>
                    <a:pt x="12829" y="42332"/>
                    <a:pt x="12903" y="42295"/>
                    <a:pt x="12940" y="42184"/>
                  </a:cubicBezTo>
                  <a:cubicBezTo>
                    <a:pt x="13014" y="42110"/>
                    <a:pt x="13014" y="42036"/>
                    <a:pt x="13014" y="41925"/>
                  </a:cubicBezTo>
                  <a:cubicBezTo>
                    <a:pt x="13014" y="41703"/>
                    <a:pt x="12903" y="41555"/>
                    <a:pt x="12792" y="41370"/>
                  </a:cubicBezTo>
                  <a:cubicBezTo>
                    <a:pt x="12607" y="41038"/>
                    <a:pt x="12238" y="40631"/>
                    <a:pt x="11868" y="40187"/>
                  </a:cubicBezTo>
                  <a:cubicBezTo>
                    <a:pt x="11276" y="39522"/>
                    <a:pt x="10574" y="38745"/>
                    <a:pt x="10019" y="37932"/>
                  </a:cubicBezTo>
                  <a:cubicBezTo>
                    <a:pt x="9465" y="37119"/>
                    <a:pt x="9058" y="36268"/>
                    <a:pt x="9095" y="35566"/>
                  </a:cubicBezTo>
                  <a:cubicBezTo>
                    <a:pt x="9058" y="35270"/>
                    <a:pt x="9169" y="34790"/>
                    <a:pt x="9354" y="34272"/>
                  </a:cubicBezTo>
                  <a:cubicBezTo>
                    <a:pt x="9982" y="32350"/>
                    <a:pt x="11683" y="29355"/>
                    <a:pt x="13606" y="26249"/>
                  </a:cubicBezTo>
                  <a:cubicBezTo>
                    <a:pt x="15491" y="23144"/>
                    <a:pt x="17561" y="19927"/>
                    <a:pt x="19040" y="17524"/>
                  </a:cubicBezTo>
                  <a:cubicBezTo>
                    <a:pt x="20149" y="15602"/>
                    <a:pt x="20852" y="14456"/>
                    <a:pt x="21259" y="13753"/>
                  </a:cubicBezTo>
                  <a:cubicBezTo>
                    <a:pt x="21443" y="13384"/>
                    <a:pt x="21591" y="13162"/>
                    <a:pt x="21665" y="12977"/>
                  </a:cubicBezTo>
                  <a:cubicBezTo>
                    <a:pt x="21702" y="12903"/>
                    <a:pt x="21739" y="12829"/>
                    <a:pt x="21776" y="12792"/>
                  </a:cubicBezTo>
                  <a:cubicBezTo>
                    <a:pt x="21813" y="12718"/>
                    <a:pt x="21813" y="12681"/>
                    <a:pt x="21813" y="12570"/>
                  </a:cubicBezTo>
                  <a:cubicBezTo>
                    <a:pt x="21813" y="12533"/>
                    <a:pt x="21813" y="12422"/>
                    <a:pt x="21739" y="12348"/>
                  </a:cubicBezTo>
                  <a:cubicBezTo>
                    <a:pt x="21681" y="12310"/>
                    <a:pt x="21633" y="12281"/>
                    <a:pt x="21590" y="12263"/>
                  </a:cubicBezTo>
                  <a:lnTo>
                    <a:pt x="21590" y="12263"/>
                  </a:lnTo>
                  <a:cubicBezTo>
                    <a:pt x="21619" y="12141"/>
                    <a:pt x="21670" y="11964"/>
                    <a:pt x="21758" y="11732"/>
                  </a:cubicBezTo>
                  <a:lnTo>
                    <a:pt x="21758" y="11732"/>
                  </a:lnTo>
                  <a:cubicBezTo>
                    <a:pt x="22156" y="11184"/>
                    <a:pt x="22482" y="10600"/>
                    <a:pt x="22700" y="9908"/>
                  </a:cubicBezTo>
                  <a:cubicBezTo>
                    <a:pt x="23181" y="8393"/>
                    <a:pt x="23477" y="6692"/>
                    <a:pt x="23477" y="5139"/>
                  </a:cubicBezTo>
                  <a:cubicBezTo>
                    <a:pt x="23477" y="3919"/>
                    <a:pt x="23292" y="2773"/>
                    <a:pt x="22774" y="1849"/>
                  </a:cubicBezTo>
                  <a:cubicBezTo>
                    <a:pt x="22220" y="961"/>
                    <a:pt x="21332" y="296"/>
                    <a:pt x="20112" y="111"/>
                  </a:cubicBezTo>
                  <a:cubicBezTo>
                    <a:pt x="19706" y="37"/>
                    <a:pt x="19188" y="0"/>
                    <a:pt x="18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51"/>
            <p:cNvSpPr/>
            <p:nvPr/>
          </p:nvSpPr>
          <p:spPr>
            <a:xfrm>
              <a:off x="2073750" y="4916750"/>
              <a:ext cx="287200" cy="118325"/>
            </a:xfrm>
            <a:custGeom>
              <a:avLst/>
              <a:gdLst/>
              <a:ahLst/>
              <a:cxnLst/>
              <a:rect l="l" t="t" r="r" b="b"/>
              <a:pathLst>
                <a:path w="11488" h="4733" extrusionOk="0">
                  <a:moveTo>
                    <a:pt x="1072" y="1"/>
                  </a:moveTo>
                  <a:cubicBezTo>
                    <a:pt x="1072" y="1"/>
                    <a:pt x="0" y="1"/>
                    <a:pt x="888" y="888"/>
                  </a:cubicBezTo>
                  <a:cubicBezTo>
                    <a:pt x="1775" y="1775"/>
                    <a:pt x="1775" y="4585"/>
                    <a:pt x="1775" y="4585"/>
                  </a:cubicBezTo>
                  <a:lnTo>
                    <a:pt x="2810" y="4585"/>
                  </a:lnTo>
                  <a:cubicBezTo>
                    <a:pt x="2810" y="4585"/>
                    <a:pt x="2477" y="3180"/>
                    <a:pt x="2995" y="2478"/>
                  </a:cubicBezTo>
                  <a:cubicBezTo>
                    <a:pt x="2995" y="2478"/>
                    <a:pt x="3092" y="2470"/>
                    <a:pt x="3246" y="2470"/>
                  </a:cubicBezTo>
                  <a:cubicBezTo>
                    <a:pt x="3785" y="2470"/>
                    <a:pt x="5028" y="2560"/>
                    <a:pt x="5287" y="3365"/>
                  </a:cubicBezTo>
                  <a:cubicBezTo>
                    <a:pt x="5509" y="4031"/>
                    <a:pt x="6248" y="4733"/>
                    <a:pt x="6248" y="4733"/>
                  </a:cubicBezTo>
                  <a:lnTo>
                    <a:pt x="9650" y="4733"/>
                  </a:lnTo>
                  <a:cubicBezTo>
                    <a:pt x="10574" y="4733"/>
                    <a:pt x="11165" y="4326"/>
                    <a:pt x="11313" y="4031"/>
                  </a:cubicBezTo>
                  <a:cubicBezTo>
                    <a:pt x="11443" y="3804"/>
                    <a:pt x="11487" y="3691"/>
                    <a:pt x="11075" y="3691"/>
                  </a:cubicBezTo>
                  <a:cubicBezTo>
                    <a:pt x="11016" y="3691"/>
                    <a:pt x="10948" y="3693"/>
                    <a:pt x="10870" y="3698"/>
                  </a:cubicBezTo>
                  <a:cubicBezTo>
                    <a:pt x="10782" y="3703"/>
                    <a:pt x="10655" y="3706"/>
                    <a:pt x="10501" y="3706"/>
                  </a:cubicBezTo>
                  <a:cubicBezTo>
                    <a:pt x="9614" y="3706"/>
                    <a:pt x="7819" y="3606"/>
                    <a:pt x="7283" y="3291"/>
                  </a:cubicBezTo>
                  <a:cubicBezTo>
                    <a:pt x="6951" y="3069"/>
                    <a:pt x="6581" y="2626"/>
                    <a:pt x="6322" y="2256"/>
                  </a:cubicBezTo>
                  <a:cubicBezTo>
                    <a:pt x="6063" y="1923"/>
                    <a:pt x="3697" y="814"/>
                    <a:pt x="2403" y="370"/>
                  </a:cubicBezTo>
                  <a:lnTo>
                    <a:pt x="10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51"/>
            <p:cNvSpPr/>
            <p:nvPr/>
          </p:nvSpPr>
          <p:spPr>
            <a:xfrm>
              <a:off x="2079300" y="4909350"/>
              <a:ext cx="287450" cy="134050"/>
            </a:xfrm>
            <a:custGeom>
              <a:avLst/>
              <a:gdLst/>
              <a:ahLst/>
              <a:cxnLst/>
              <a:rect l="l" t="t" r="r" b="b"/>
              <a:pathLst>
                <a:path w="11498" h="5362" extrusionOk="0">
                  <a:moveTo>
                    <a:pt x="850" y="613"/>
                  </a:moveTo>
                  <a:lnTo>
                    <a:pt x="2107" y="962"/>
                  </a:lnTo>
                  <a:lnTo>
                    <a:pt x="2113" y="940"/>
                  </a:lnTo>
                  <a:lnTo>
                    <a:pt x="2113" y="940"/>
                  </a:lnTo>
                  <a:cubicBezTo>
                    <a:pt x="2740" y="1165"/>
                    <a:pt x="3640" y="1562"/>
                    <a:pt x="4400" y="1923"/>
                  </a:cubicBezTo>
                  <a:cubicBezTo>
                    <a:pt x="4769" y="2108"/>
                    <a:pt x="5139" y="2293"/>
                    <a:pt x="5398" y="2441"/>
                  </a:cubicBezTo>
                  <a:cubicBezTo>
                    <a:pt x="5546" y="2515"/>
                    <a:pt x="5657" y="2589"/>
                    <a:pt x="5731" y="2663"/>
                  </a:cubicBezTo>
                  <a:lnTo>
                    <a:pt x="5841" y="2737"/>
                  </a:lnTo>
                  <a:cubicBezTo>
                    <a:pt x="6137" y="3107"/>
                    <a:pt x="6507" y="3550"/>
                    <a:pt x="6914" y="3846"/>
                  </a:cubicBezTo>
                  <a:cubicBezTo>
                    <a:pt x="7098" y="3957"/>
                    <a:pt x="7320" y="4031"/>
                    <a:pt x="7616" y="4068"/>
                  </a:cubicBezTo>
                  <a:cubicBezTo>
                    <a:pt x="8429" y="4253"/>
                    <a:pt x="9575" y="4327"/>
                    <a:pt x="10278" y="4327"/>
                  </a:cubicBezTo>
                  <a:cubicBezTo>
                    <a:pt x="10426" y="4327"/>
                    <a:pt x="10574" y="4327"/>
                    <a:pt x="10685" y="4290"/>
                  </a:cubicBezTo>
                  <a:lnTo>
                    <a:pt x="10742" y="4290"/>
                  </a:lnTo>
                  <a:cubicBezTo>
                    <a:pt x="10666" y="4360"/>
                    <a:pt x="10549" y="4443"/>
                    <a:pt x="10389" y="4511"/>
                  </a:cubicBezTo>
                  <a:cubicBezTo>
                    <a:pt x="10167" y="4622"/>
                    <a:pt x="9834" y="4733"/>
                    <a:pt x="9428" y="4733"/>
                  </a:cubicBezTo>
                  <a:lnTo>
                    <a:pt x="6157" y="4733"/>
                  </a:lnTo>
                  <a:cubicBezTo>
                    <a:pt x="6066" y="4661"/>
                    <a:pt x="5917" y="4506"/>
                    <a:pt x="5767" y="4327"/>
                  </a:cubicBezTo>
                  <a:cubicBezTo>
                    <a:pt x="5620" y="4068"/>
                    <a:pt x="5435" y="3809"/>
                    <a:pt x="5361" y="3550"/>
                  </a:cubicBezTo>
                  <a:cubicBezTo>
                    <a:pt x="5250" y="3291"/>
                    <a:pt x="5102" y="3070"/>
                    <a:pt x="4880" y="2922"/>
                  </a:cubicBezTo>
                  <a:cubicBezTo>
                    <a:pt x="4584" y="2700"/>
                    <a:pt x="4215" y="2589"/>
                    <a:pt x="3882" y="2515"/>
                  </a:cubicBezTo>
                  <a:cubicBezTo>
                    <a:pt x="3549" y="2478"/>
                    <a:pt x="3217" y="2441"/>
                    <a:pt x="2995" y="2441"/>
                  </a:cubicBezTo>
                  <a:cubicBezTo>
                    <a:pt x="2847" y="2441"/>
                    <a:pt x="2773" y="2478"/>
                    <a:pt x="2736" y="2478"/>
                  </a:cubicBezTo>
                  <a:cubicBezTo>
                    <a:pt x="2662" y="2478"/>
                    <a:pt x="2588" y="2515"/>
                    <a:pt x="2514" y="2589"/>
                  </a:cubicBezTo>
                  <a:cubicBezTo>
                    <a:pt x="2218" y="2996"/>
                    <a:pt x="2181" y="3476"/>
                    <a:pt x="2181" y="3883"/>
                  </a:cubicBezTo>
                  <a:cubicBezTo>
                    <a:pt x="2181" y="4158"/>
                    <a:pt x="2205" y="4400"/>
                    <a:pt x="2231" y="4585"/>
                  </a:cubicBezTo>
                  <a:lnTo>
                    <a:pt x="1842" y="4585"/>
                  </a:lnTo>
                  <a:cubicBezTo>
                    <a:pt x="1832" y="4295"/>
                    <a:pt x="1806" y="3826"/>
                    <a:pt x="1738" y="3328"/>
                  </a:cubicBezTo>
                  <a:cubicBezTo>
                    <a:pt x="1664" y="2885"/>
                    <a:pt x="1590" y="2441"/>
                    <a:pt x="1479" y="2034"/>
                  </a:cubicBezTo>
                  <a:cubicBezTo>
                    <a:pt x="1331" y="1628"/>
                    <a:pt x="1146" y="1258"/>
                    <a:pt x="887" y="962"/>
                  </a:cubicBezTo>
                  <a:cubicBezTo>
                    <a:pt x="776" y="851"/>
                    <a:pt x="703" y="777"/>
                    <a:pt x="666" y="703"/>
                  </a:cubicBezTo>
                  <a:lnTo>
                    <a:pt x="642" y="656"/>
                  </a:lnTo>
                  <a:lnTo>
                    <a:pt x="642" y="656"/>
                  </a:lnTo>
                  <a:cubicBezTo>
                    <a:pt x="676" y="645"/>
                    <a:pt x="716" y="629"/>
                    <a:pt x="739" y="629"/>
                  </a:cubicBezTo>
                  <a:lnTo>
                    <a:pt x="850" y="629"/>
                  </a:lnTo>
                  <a:lnTo>
                    <a:pt x="850" y="613"/>
                  </a:lnTo>
                  <a:close/>
                  <a:moveTo>
                    <a:pt x="850" y="1"/>
                  </a:moveTo>
                  <a:cubicBezTo>
                    <a:pt x="813" y="1"/>
                    <a:pt x="666" y="1"/>
                    <a:pt x="481" y="38"/>
                  </a:cubicBezTo>
                  <a:cubicBezTo>
                    <a:pt x="407" y="75"/>
                    <a:pt x="296" y="112"/>
                    <a:pt x="185" y="223"/>
                  </a:cubicBezTo>
                  <a:cubicBezTo>
                    <a:pt x="74" y="297"/>
                    <a:pt x="0" y="445"/>
                    <a:pt x="0" y="629"/>
                  </a:cubicBezTo>
                  <a:cubicBezTo>
                    <a:pt x="0" y="740"/>
                    <a:pt x="37" y="888"/>
                    <a:pt x="111" y="999"/>
                  </a:cubicBezTo>
                  <a:cubicBezTo>
                    <a:pt x="185" y="1147"/>
                    <a:pt x="296" y="1258"/>
                    <a:pt x="444" y="1406"/>
                  </a:cubicBezTo>
                  <a:cubicBezTo>
                    <a:pt x="629" y="1554"/>
                    <a:pt x="776" y="1850"/>
                    <a:pt x="887" y="2219"/>
                  </a:cubicBezTo>
                  <a:cubicBezTo>
                    <a:pt x="1035" y="2774"/>
                    <a:pt x="1146" y="3439"/>
                    <a:pt x="1183" y="3957"/>
                  </a:cubicBezTo>
                  <a:cubicBezTo>
                    <a:pt x="1220" y="4216"/>
                    <a:pt x="1220" y="4474"/>
                    <a:pt x="1220" y="4622"/>
                  </a:cubicBezTo>
                  <a:cubicBezTo>
                    <a:pt x="1220" y="4770"/>
                    <a:pt x="1220" y="4881"/>
                    <a:pt x="1220" y="4881"/>
                  </a:cubicBezTo>
                  <a:cubicBezTo>
                    <a:pt x="1220" y="4955"/>
                    <a:pt x="1257" y="5029"/>
                    <a:pt x="1331" y="5103"/>
                  </a:cubicBezTo>
                  <a:cubicBezTo>
                    <a:pt x="1368" y="5140"/>
                    <a:pt x="1479" y="5177"/>
                    <a:pt x="1553" y="5177"/>
                  </a:cubicBezTo>
                  <a:lnTo>
                    <a:pt x="2588" y="5177"/>
                  </a:lnTo>
                  <a:cubicBezTo>
                    <a:pt x="2699" y="5177"/>
                    <a:pt x="2773" y="5140"/>
                    <a:pt x="2847" y="5066"/>
                  </a:cubicBezTo>
                  <a:cubicBezTo>
                    <a:pt x="2884" y="4992"/>
                    <a:pt x="2921" y="4881"/>
                    <a:pt x="2884" y="4807"/>
                  </a:cubicBezTo>
                  <a:lnTo>
                    <a:pt x="2884" y="4770"/>
                  </a:lnTo>
                  <a:cubicBezTo>
                    <a:pt x="2884" y="4696"/>
                    <a:pt x="2773" y="4327"/>
                    <a:pt x="2773" y="3883"/>
                  </a:cubicBezTo>
                  <a:cubicBezTo>
                    <a:pt x="2773" y="3577"/>
                    <a:pt x="2824" y="3271"/>
                    <a:pt x="2946" y="3070"/>
                  </a:cubicBezTo>
                  <a:lnTo>
                    <a:pt x="2995" y="3070"/>
                  </a:lnTo>
                  <a:cubicBezTo>
                    <a:pt x="3253" y="3070"/>
                    <a:pt x="3697" y="3107"/>
                    <a:pt x="4067" y="3217"/>
                  </a:cubicBezTo>
                  <a:cubicBezTo>
                    <a:pt x="4252" y="3254"/>
                    <a:pt x="4400" y="3328"/>
                    <a:pt x="4510" y="3402"/>
                  </a:cubicBezTo>
                  <a:cubicBezTo>
                    <a:pt x="4658" y="3513"/>
                    <a:pt x="4732" y="3624"/>
                    <a:pt x="4769" y="3735"/>
                  </a:cubicBezTo>
                  <a:cubicBezTo>
                    <a:pt x="4880" y="4142"/>
                    <a:pt x="5139" y="4511"/>
                    <a:pt x="5398" y="4807"/>
                  </a:cubicBezTo>
                  <a:cubicBezTo>
                    <a:pt x="5620" y="5066"/>
                    <a:pt x="5804" y="5251"/>
                    <a:pt x="5841" y="5251"/>
                  </a:cubicBezTo>
                  <a:cubicBezTo>
                    <a:pt x="5878" y="5325"/>
                    <a:pt x="5952" y="5362"/>
                    <a:pt x="6026" y="5362"/>
                  </a:cubicBezTo>
                  <a:lnTo>
                    <a:pt x="9428" y="5362"/>
                  </a:lnTo>
                  <a:cubicBezTo>
                    <a:pt x="9945" y="5362"/>
                    <a:pt x="10352" y="5214"/>
                    <a:pt x="10685" y="5066"/>
                  </a:cubicBezTo>
                  <a:cubicBezTo>
                    <a:pt x="11017" y="4918"/>
                    <a:pt x="11239" y="4696"/>
                    <a:pt x="11350" y="4511"/>
                  </a:cubicBezTo>
                  <a:cubicBezTo>
                    <a:pt x="11387" y="4437"/>
                    <a:pt x="11424" y="4401"/>
                    <a:pt x="11424" y="4327"/>
                  </a:cubicBezTo>
                  <a:cubicBezTo>
                    <a:pt x="11461" y="4290"/>
                    <a:pt x="11498" y="4216"/>
                    <a:pt x="11498" y="4105"/>
                  </a:cubicBezTo>
                  <a:cubicBezTo>
                    <a:pt x="11498" y="4031"/>
                    <a:pt x="11461" y="3957"/>
                    <a:pt x="11424" y="3883"/>
                  </a:cubicBezTo>
                  <a:cubicBezTo>
                    <a:pt x="11313" y="3772"/>
                    <a:pt x="11202" y="3735"/>
                    <a:pt x="11128" y="3698"/>
                  </a:cubicBezTo>
                  <a:lnTo>
                    <a:pt x="10278" y="3698"/>
                  </a:lnTo>
                  <a:cubicBezTo>
                    <a:pt x="9834" y="3698"/>
                    <a:pt x="9169" y="3661"/>
                    <a:pt x="8577" y="3587"/>
                  </a:cubicBezTo>
                  <a:cubicBezTo>
                    <a:pt x="8281" y="3587"/>
                    <a:pt x="7986" y="3513"/>
                    <a:pt x="7727" y="3476"/>
                  </a:cubicBezTo>
                  <a:cubicBezTo>
                    <a:pt x="7505" y="3439"/>
                    <a:pt x="7320" y="3365"/>
                    <a:pt x="7246" y="3328"/>
                  </a:cubicBezTo>
                  <a:cubicBezTo>
                    <a:pt x="6951" y="3144"/>
                    <a:pt x="6581" y="2700"/>
                    <a:pt x="6322" y="2367"/>
                  </a:cubicBezTo>
                  <a:cubicBezTo>
                    <a:pt x="6248" y="2256"/>
                    <a:pt x="6174" y="2219"/>
                    <a:pt x="6100" y="2145"/>
                  </a:cubicBezTo>
                  <a:cubicBezTo>
                    <a:pt x="5731" y="1886"/>
                    <a:pt x="5065" y="1554"/>
                    <a:pt x="4363" y="1221"/>
                  </a:cubicBezTo>
                  <a:cubicBezTo>
                    <a:pt x="3660" y="888"/>
                    <a:pt x="2847" y="556"/>
                    <a:pt x="2292" y="371"/>
                  </a:cubicBezTo>
                  <a:lnTo>
                    <a:pt x="2255" y="334"/>
                  </a:lnTo>
                  <a:lnTo>
                    <a:pt x="9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51"/>
            <p:cNvSpPr/>
            <p:nvPr/>
          </p:nvSpPr>
          <p:spPr>
            <a:xfrm>
              <a:off x="2208675" y="4889025"/>
              <a:ext cx="101700" cy="88750"/>
            </a:xfrm>
            <a:custGeom>
              <a:avLst/>
              <a:gdLst/>
              <a:ahLst/>
              <a:cxnLst/>
              <a:rect l="l" t="t" r="r" b="b"/>
              <a:pathLst>
                <a:path w="4068" h="3550" extrusionOk="0">
                  <a:moveTo>
                    <a:pt x="2404" y="1"/>
                  </a:moveTo>
                  <a:cubicBezTo>
                    <a:pt x="2404" y="1"/>
                    <a:pt x="1" y="2293"/>
                    <a:pt x="1" y="2552"/>
                  </a:cubicBezTo>
                  <a:cubicBezTo>
                    <a:pt x="38" y="3180"/>
                    <a:pt x="1628" y="3550"/>
                    <a:pt x="1628" y="3550"/>
                  </a:cubicBezTo>
                  <a:lnTo>
                    <a:pt x="4068" y="2071"/>
                  </a:lnTo>
                  <a:lnTo>
                    <a:pt x="3994" y="1295"/>
                  </a:lnTo>
                  <a:cubicBezTo>
                    <a:pt x="3587" y="296"/>
                    <a:pt x="2404" y="1"/>
                    <a:pt x="2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51"/>
            <p:cNvSpPr/>
            <p:nvPr/>
          </p:nvSpPr>
          <p:spPr>
            <a:xfrm>
              <a:off x="2201300" y="4881625"/>
              <a:ext cx="117400" cy="103925"/>
            </a:xfrm>
            <a:custGeom>
              <a:avLst/>
              <a:gdLst/>
              <a:ahLst/>
              <a:cxnLst/>
              <a:rect l="l" t="t" r="r" b="b"/>
              <a:pathLst>
                <a:path w="4696" h="4157" extrusionOk="0">
                  <a:moveTo>
                    <a:pt x="2776" y="662"/>
                  </a:moveTo>
                  <a:cubicBezTo>
                    <a:pt x="2896" y="699"/>
                    <a:pt x="3067" y="772"/>
                    <a:pt x="3254" y="888"/>
                  </a:cubicBezTo>
                  <a:cubicBezTo>
                    <a:pt x="3529" y="1026"/>
                    <a:pt x="3805" y="1292"/>
                    <a:pt x="3961" y="1627"/>
                  </a:cubicBezTo>
                  <a:lnTo>
                    <a:pt x="3961" y="1627"/>
                  </a:lnTo>
                  <a:lnTo>
                    <a:pt x="3956" y="1628"/>
                  </a:lnTo>
                  <a:lnTo>
                    <a:pt x="4030" y="2219"/>
                  </a:lnTo>
                  <a:lnTo>
                    <a:pt x="1879" y="3503"/>
                  </a:lnTo>
                  <a:lnTo>
                    <a:pt x="1879" y="3503"/>
                  </a:lnTo>
                  <a:cubicBezTo>
                    <a:pt x="1711" y="3463"/>
                    <a:pt x="1379" y="3389"/>
                    <a:pt x="1109" y="3254"/>
                  </a:cubicBezTo>
                  <a:cubicBezTo>
                    <a:pt x="961" y="3180"/>
                    <a:pt x="814" y="3069"/>
                    <a:pt x="740" y="2995"/>
                  </a:cubicBezTo>
                  <a:cubicBezTo>
                    <a:pt x="680" y="2956"/>
                    <a:pt x="652" y="2916"/>
                    <a:pt x="639" y="2887"/>
                  </a:cubicBezTo>
                  <a:lnTo>
                    <a:pt x="639" y="2887"/>
                  </a:lnTo>
                  <a:cubicBezTo>
                    <a:pt x="665" y="2855"/>
                    <a:pt x="696" y="2802"/>
                    <a:pt x="740" y="2737"/>
                  </a:cubicBezTo>
                  <a:cubicBezTo>
                    <a:pt x="1035" y="2404"/>
                    <a:pt x="1553" y="1849"/>
                    <a:pt x="2034" y="1369"/>
                  </a:cubicBezTo>
                  <a:cubicBezTo>
                    <a:pt x="2340" y="1086"/>
                    <a:pt x="2616" y="819"/>
                    <a:pt x="2776" y="662"/>
                  </a:cubicBezTo>
                  <a:close/>
                  <a:moveTo>
                    <a:pt x="2773" y="1"/>
                  </a:moveTo>
                  <a:cubicBezTo>
                    <a:pt x="2662" y="1"/>
                    <a:pt x="2551" y="1"/>
                    <a:pt x="2477" y="75"/>
                  </a:cubicBezTo>
                  <a:cubicBezTo>
                    <a:pt x="2477" y="75"/>
                    <a:pt x="1886" y="666"/>
                    <a:pt x="1294" y="1258"/>
                  </a:cubicBezTo>
                  <a:cubicBezTo>
                    <a:pt x="998" y="1554"/>
                    <a:pt x="666" y="1886"/>
                    <a:pt x="444" y="2145"/>
                  </a:cubicBezTo>
                  <a:cubicBezTo>
                    <a:pt x="333" y="2256"/>
                    <a:pt x="222" y="2367"/>
                    <a:pt x="148" y="2478"/>
                  </a:cubicBezTo>
                  <a:lnTo>
                    <a:pt x="74" y="2626"/>
                  </a:lnTo>
                  <a:cubicBezTo>
                    <a:pt x="37" y="2700"/>
                    <a:pt x="0" y="2737"/>
                    <a:pt x="0" y="2848"/>
                  </a:cubicBezTo>
                  <a:cubicBezTo>
                    <a:pt x="0" y="2922"/>
                    <a:pt x="0" y="2959"/>
                    <a:pt x="0" y="2959"/>
                  </a:cubicBezTo>
                  <a:lnTo>
                    <a:pt x="6" y="2956"/>
                  </a:lnTo>
                  <a:lnTo>
                    <a:pt x="6" y="2956"/>
                  </a:lnTo>
                  <a:cubicBezTo>
                    <a:pt x="25" y="3070"/>
                    <a:pt x="87" y="3162"/>
                    <a:pt x="148" y="3254"/>
                  </a:cubicBezTo>
                  <a:cubicBezTo>
                    <a:pt x="259" y="3439"/>
                    <a:pt x="407" y="3550"/>
                    <a:pt x="592" y="3661"/>
                  </a:cubicBezTo>
                  <a:cubicBezTo>
                    <a:pt x="1146" y="3994"/>
                    <a:pt x="1812" y="4142"/>
                    <a:pt x="1849" y="4142"/>
                  </a:cubicBezTo>
                  <a:cubicBezTo>
                    <a:pt x="1870" y="4152"/>
                    <a:pt x="1892" y="4157"/>
                    <a:pt x="1914" y="4157"/>
                  </a:cubicBezTo>
                  <a:cubicBezTo>
                    <a:pt x="1966" y="4157"/>
                    <a:pt x="2018" y="4131"/>
                    <a:pt x="2071" y="4105"/>
                  </a:cubicBezTo>
                  <a:lnTo>
                    <a:pt x="4548" y="2663"/>
                  </a:lnTo>
                  <a:cubicBezTo>
                    <a:pt x="4622" y="2589"/>
                    <a:pt x="4695" y="2478"/>
                    <a:pt x="4695" y="2330"/>
                  </a:cubicBezTo>
                  <a:lnTo>
                    <a:pt x="4585" y="1554"/>
                  </a:lnTo>
                  <a:lnTo>
                    <a:pt x="4548" y="1480"/>
                  </a:lnTo>
                  <a:cubicBezTo>
                    <a:pt x="4326" y="888"/>
                    <a:pt x="3882" y="518"/>
                    <a:pt x="3475" y="297"/>
                  </a:cubicBezTo>
                  <a:cubicBezTo>
                    <a:pt x="3106" y="75"/>
                    <a:pt x="2773" y="1"/>
                    <a:pt x="27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51"/>
            <p:cNvSpPr/>
            <p:nvPr/>
          </p:nvSpPr>
          <p:spPr>
            <a:xfrm>
              <a:off x="2129500" y="3838700"/>
              <a:ext cx="832475" cy="1182875"/>
            </a:xfrm>
            <a:custGeom>
              <a:avLst/>
              <a:gdLst/>
              <a:ahLst/>
              <a:cxnLst/>
              <a:rect l="l" t="t" r="r" b="b"/>
              <a:pathLst>
                <a:path w="33299" h="47315" extrusionOk="0">
                  <a:moveTo>
                    <a:pt x="13450" y="1"/>
                  </a:moveTo>
                  <a:cubicBezTo>
                    <a:pt x="9313" y="1"/>
                    <a:pt x="4795" y="348"/>
                    <a:pt x="4795" y="348"/>
                  </a:cubicBezTo>
                  <a:cubicBezTo>
                    <a:pt x="2380" y="1336"/>
                    <a:pt x="1" y="10074"/>
                    <a:pt x="1673" y="10074"/>
                  </a:cubicBezTo>
                  <a:cubicBezTo>
                    <a:pt x="1690" y="10074"/>
                    <a:pt x="1708" y="10073"/>
                    <a:pt x="1726" y="10071"/>
                  </a:cubicBezTo>
                  <a:cubicBezTo>
                    <a:pt x="3501" y="9923"/>
                    <a:pt x="14296" y="8962"/>
                    <a:pt x="14296" y="8962"/>
                  </a:cubicBezTo>
                  <a:lnTo>
                    <a:pt x="14296" y="8962"/>
                  </a:lnTo>
                  <a:cubicBezTo>
                    <a:pt x="13963" y="13990"/>
                    <a:pt x="17217" y="23935"/>
                    <a:pt x="19620" y="27040"/>
                  </a:cubicBezTo>
                  <a:cubicBezTo>
                    <a:pt x="21210" y="29000"/>
                    <a:pt x="23095" y="35285"/>
                    <a:pt x="24056" y="37725"/>
                  </a:cubicBezTo>
                  <a:cubicBezTo>
                    <a:pt x="24574" y="39019"/>
                    <a:pt x="24537" y="40461"/>
                    <a:pt x="23982" y="41718"/>
                  </a:cubicBezTo>
                  <a:cubicBezTo>
                    <a:pt x="23687" y="42346"/>
                    <a:pt x="23502" y="43012"/>
                    <a:pt x="23613" y="43419"/>
                  </a:cubicBezTo>
                  <a:cubicBezTo>
                    <a:pt x="23945" y="44380"/>
                    <a:pt x="25092" y="44047"/>
                    <a:pt x="25720" y="44380"/>
                  </a:cubicBezTo>
                  <a:cubicBezTo>
                    <a:pt x="26385" y="44712"/>
                    <a:pt x="28456" y="46635"/>
                    <a:pt x="29047" y="47042"/>
                  </a:cubicBezTo>
                  <a:cubicBezTo>
                    <a:pt x="29371" y="47232"/>
                    <a:pt x="30214" y="47315"/>
                    <a:pt x="31026" y="47315"/>
                  </a:cubicBezTo>
                  <a:cubicBezTo>
                    <a:pt x="31792" y="47315"/>
                    <a:pt x="32530" y="47241"/>
                    <a:pt x="32781" y="47116"/>
                  </a:cubicBezTo>
                  <a:cubicBezTo>
                    <a:pt x="33299" y="46857"/>
                    <a:pt x="32338" y="46561"/>
                    <a:pt x="31746" y="46043"/>
                  </a:cubicBezTo>
                  <a:cubicBezTo>
                    <a:pt x="31155" y="45489"/>
                    <a:pt x="27679" y="39500"/>
                    <a:pt x="27679" y="39500"/>
                  </a:cubicBezTo>
                  <a:cubicBezTo>
                    <a:pt x="27679" y="39500"/>
                    <a:pt x="21357" y="2529"/>
                    <a:pt x="20064" y="902"/>
                  </a:cubicBezTo>
                  <a:cubicBezTo>
                    <a:pt x="19505" y="200"/>
                    <a:pt x="16587" y="1"/>
                    <a:pt x="13450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51"/>
            <p:cNvSpPr/>
            <p:nvPr/>
          </p:nvSpPr>
          <p:spPr>
            <a:xfrm>
              <a:off x="2149525" y="3831675"/>
              <a:ext cx="811550" cy="1197875"/>
            </a:xfrm>
            <a:custGeom>
              <a:avLst/>
              <a:gdLst/>
              <a:ahLst/>
              <a:cxnLst/>
              <a:rect l="l" t="t" r="r" b="b"/>
              <a:pathLst>
                <a:path w="32462" h="47915" extrusionOk="0">
                  <a:moveTo>
                    <a:pt x="12682" y="592"/>
                  </a:moveTo>
                  <a:cubicBezTo>
                    <a:pt x="14235" y="592"/>
                    <a:pt x="15750" y="666"/>
                    <a:pt x="16896" y="777"/>
                  </a:cubicBezTo>
                  <a:cubicBezTo>
                    <a:pt x="17488" y="850"/>
                    <a:pt x="18006" y="924"/>
                    <a:pt x="18375" y="1035"/>
                  </a:cubicBezTo>
                  <a:cubicBezTo>
                    <a:pt x="18745" y="1146"/>
                    <a:pt x="18967" y="1294"/>
                    <a:pt x="19041" y="1368"/>
                  </a:cubicBezTo>
                  <a:cubicBezTo>
                    <a:pt x="19041" y="1405"/>
                    <a:pt x="19078" y="1442"/>
                    <a:pt x="19115" y="1553"/>
                  </a:cubicBezTo>
                  <a:cubicBezTo>
                    <a:pt x="19299" y="1960"/>
                    <a:pt x="19558" y="2921"/>
                    <a:pt x="19891" y="4215"/>
                  </a:cubicBezTo>
                  <a:cubicBezTo>
                    <a:pt x="20963" y="8725"/>
                    <a:pt x="22627" y="17635"/>
                    <a:pt x="24032" y="25436"/>
                  </a:cubicBezTo>
                  <a:cubicBezTo>
                    <a:pt x="24734" y="29318"/>
                    <a:pt x="25363" y="32904"/>
                    <a:pt x="25843" y="35566"/>
                  </a:cubicBezTo>
                  <a:cubicBezTo>
                    <a:pt x="26065" y="36860"/>
                    <a:pt x="26250" y="37932"/>
                    <a:pt x="26361" y="38672"/>
                  </a:cubicBezTo>
                  <a:cubicBezTo>
                    <a:pt x="26509" y="39448"/>
                    <a:pt x="26583" y="39855"/>
                    <a:pt x="26583" y="39855"/>
                  </a:cubicBezTo>
                  <a:lnTo>
                    <a:pt x="26620" y="39965"/>
                  </a:lnTo>
                  <a:cubicBezTo>
                    <a:pt x="26620" y="39965"/>
                    <a:pt x="27470" y="41444"/>
                    <a:pt x="28431" y="42997"/>
                  </a:cubicBezTo>
                  <a:cubicBezTo>
                    <a:pt x="28912" y="43773"/>
                    <a:pt x="29392" y="44587"/>
                    <a:pt x="29799" y="45215"/>
                  </a:cubicBezTo>
                  <a:cubicBezTo>
                    <a:pt x="30021" y="45548"/>
                    <a:pt x="30206" y="45807"/>
                    <a:pt x="30354" y="46029"/>
                  </a:cubicBezTo>
                  <a:cubicBezTo>
                    <a:pt x="30539" y="46251"/>
                    <a:pt x="30649" y="46435"/>
                    <a:pt x="30760" y="46546"/>
                  </a:cubicBezTo>
                  <a:cubicBezTo>
                    <a:pt x="31019" y="46768"/>
                    <a:pt x="31315" y="46953"/>
                    <a:pt x="31574" y="47101"/>
                  </a:cubicBezTo>
                  <a:cubicBezTo>
                    <a:pt x="31611" y="47126"/>
                    <a:pt x="31644" y="47151"/>
                    <a:pt x="31675" y="47174"/>
                  </a:cubicBezTo>
                  <a:lnTo>
                    <a:pt x="31675" y="47174"/>
                  </a:lnTo>
                  <a:cubicBezTo>
                    <a:pt x="31666" y="47175"/>
                    <a:pt x="31657" y="47175"/>
                    <a:pt x="31648" y="47175"/>
                  </a:cubicBezTo>
                  <a:cubicBezTo>
                    <a:pt x="31315" y="47249"/>
                    <a:pt x="30760" y="47286"/>
                    <a:pt x="30206" y="47286"/>
                  </a:cubicBezTo>
                  <a:cubicBezTo>
                    <a:pt x="29799" y="47286"/>
                    <a:pt x="29392" y="47286"/>
                    <a:pt x="29097" y="47249"/>
                  </a:cubicBezTo>
                  <a:cubicBezTo>
                    <a:pt x="28764" y="47175"/>
                    <a:pt x="28468" y="47101"/>
                    <a:pt x="28394" y="47064"/>
                  </a:cubicBezTo>
                  <a:cubicBezTo>
                    <a:pt x="28283" y="46990"/>
                    <a:pt x="28062" y="46768"/>
                    <a:pt x="27766" y="46546"/>
                  </a:cubicBezTo>
                  <a:cubicBezTo>
                    <a:pt x="27322" y="46177"/>
                    <a:pt x="26805" y="45733"/>
                    <a:pt x="26287" y="45289"/>
                  </a:cubicBezTo>
                  <a:cubicBezTo>
                    <a:pt x="26065" y="45104"/>
                    <a:pt x="25806" y="44920"/>
                    <a:pt x="25621" y="44735"/>
                  </a:cubicBezTo>
                  <a:cubicBezTo>
                    <a:pt x="25400" y="44587"/>
                    <a:pt x="25215" y="44476"/>
                    <a:pt x="25067" y="44365"/>
                  </a:cubicBezTo>
                  <a:cubicBezTo>
                    <a:pt x="24660" y="44180"/>
                    <a:pt x="24180" y="44180"/>
                    <a:pt x="23810" y="44106"/>
                  </a:cubicBezTo>
                  <a:cubicBezTo>
                    <a:pt x="23625" y="44069"/>
                    <a:pt x="23477" y="44032"/>
                    <a:pt x="23366" y="43958"/>
                  </a:cubicBezTo>
                  <a:cubicBezTo>
                    <a:pt x="23255" y="43884"/>
                    <a:pt x="23181" y="43773"/>
                    <a:pt x="23107" y="43589"/>
                  </a:cubicBezTo>
                  <a:cubicBezTo>
                    <a:pt x="23107" y="43552"/>
                    <a:pt x="23107" y="43478"/>
                    <a:pt x="23107" y="43404"/>
                  </a:cubicBezTo>
                  <a:cubicBezTo>
                    <a:pt x="23070" y="43071"/>
                    <a:pt x="23255" y="42590"/>
                    <a:pt x="23440" y="42147"/>
                  </a:cubicBezTo>
                  <a:cubicBezTo>
                    <a:pt x="23773" y="41407"/>
                    <a:pt x="23921" y="40631"/>
                    <a:pt x="23921" y="39892"/>
                  </a:cubicBezTo>
                  <a:cubicBezTo>
                    <a:pt x="23921" y="39189"/>
                    <a:pt x="23810" y="38524"/>
                    <a:pt x="23551" y="37895"/>
                  </a:cubicBezTo>
                  <a:cubicBezTo>
                    <a:pt x="23070" y="36675"/>
                    <a:pt x="22368" y="34494"/>
                    <a:pt x="21555" y="32386"/>
                  </a:cubicBezTo>
                  <a:cubicBezTo>
                    <a:pt x="21185" y="31314"/>
                    <a:pt x="20741" y="30242"/>
                    <a:pt x="20335" y="29355"/>
                  </a:cubicBezTo>
                  <a:cubicBezTo>
                    <a:pt x="19928" y="28431"/>
                    <a:pt x="19484" y="27654"/>
                    <a:pt x="19078" y="27100"/>
                  </a:cubicBezTo>
                  <a:cubicBezTo>
                    <a:pt x="18523" y="26434"/>
                    <a:pt x="17895" y="25325"/>
                    <a:pt x="17303" y="23957"/>
                  </a:cubicBezTo>
                  <a:cubicBezTo>
                    <a:pt x="15455" y="19964"/>
                    <a:pt x="13754" y="13827"/>
                    <a:pt x="13754" y="9982"/>
                  </a:cubicBezTo>
                  <a:cubicBezTo>
                    <a:pt x="13754" y="9723"/>
                    <a:pt x="13791" y="9502"/>
                    <a:pt x="13791" y="9280"/>
                  </a:cubicBezTo>
                  <a:cubicBezTo>
                    <a:pt x="13791" y="9169"/>
                    <a:pt x="13754" y="9095"/>
                    <a:pt x="13680" y="9021"/>
                  </a:cubicBezTo>
                  <a:cubicBezTo>
                    <a:pt x="13643" y="8984"/>
                    <a:pt x="13532" y="8947"/>
                    <a:pt x="13458" y="8947"/>
                  </a:cubicBezTo>
                  <a:cubicBezTo>
                    <a:pt x="13458" y="8947"/>
                    <a:pt x="2663" y="9908"/>
                    <a:pt x="888" y="10056"/>
                  </a:cubicBezTo>
                  <a:lnTo>
                    <a:pt x="814" y="10019"/>
                  </a:lnTo>
                  <a:cubicBezTo>
                    <a:pt x="777" y="10019"/>
                    <a:pt x="703" y="9945"/>
                    <a:pt x="666" y="9760"/>
                  </a:cubicBezTo>
                  <a:cubicBezTo>
                    <a:pt x="629" y="9613"/>
                    <a:pt x="629" y="9391"/>
                    <a:pt x="629" y="9132"/>
                  </a:cubicBezTo>
                  <a:cubicBezTo>
                    <a:pt x="592" y="7986"/>
                    <a:pt x="1073" y="6063"/>
                    <a:pt x="1738" y="4363"/>
                  </a:cubicBezTo>
                  <a:cubicBezTo>
                    <a:pt x="2071" y="3512"/>
                    <a:pt x="2478" y="2736"/>
                    <a:pt x="2885" y="2107"/>
                  </a:cubicBezTo>
                  <a:cubicBezTo>
                    <a:pt x="3299" y="1521"/>
                    <a:pt x="3681" y="1127"/>
                    <a:pt x="4030" y="957"/>
                  </a:cubicBezTo>
                  <a:lnTo>
                    <a:pt x="4030" y="957"/>
                  </a:lnTo>
                  <a:lnTo>
                    <a:pt x="4031" y="961"/>
                  </a:lnTo>
                  <a:cubicBezTo>
                    <a:pt x="4031" y="961"/>
                    <a:pt x="4289" y="924"/>
                    <a:pt x="4807" y="887"/>
                  </a:cubicBezTo>
                  <a:cubicBezTo>
                    <a:pt x="6249" y="813"/>
                    <a:pt x="9576" y="592"/>
                    <a:pt x="12682" y="592"/>
                  </a:cubicBezTo>
                  <a:close/>
                  <a:moveTo>
                    <a:pt x="12682" y="0"/>
                  </a:moveTo>
                  <a:cubicBezTo>
                    <a:pt x="8541" y="0"/>
                    <a:pt x="3994" y="333"/>
                    <a:pt x="3957" y="333"/>
                  </a:cubicBezTo>
                  <a:lnTo>
                    <a:pt x="3883" y="370"/>
                  </a:lnTo>
                  <a:cubicBezTo>
                    <a:pt x="3328" y="592"/>
                    <a:pt x="2848" y="1109"/>
                    <a:pt x="2404" y="1775"/>
                  </a:cubicBezTo>
                  <a:cubicBezTo>
                    <a:pt x="1701" y="2773"/>
                    <a:pt x="1110" y="4141"/>
                    <a:pt x="703" y="5472"/>
                  </a:cubicBezTo>
                  <a:cubicBezTo>
                    <a:pt x="260" y="6840"/>
                    <a:pt x="1" y="8171"/>
                    <a:pt x="1" y="9132"/>
                  </a:cubicBezTo>
                  <a:cubicBezTo>
                    <a:pt x="1" y="9539"/>
                    <a:pt x="38" y="9871"/>
                    <a:pt x="149" y="10167"/>
                  </a:cubicBezTo>
                  <a:cubicBezTo>
                    <a:pt x="223" y="10278"/>
                    <a:pt x="297" y="10426"/>
                    <a:pt x="444" y="10537"/>
                  </a:cubicBezTo>
                  <a:cubicBezTo>
                    <a:pt x="555" y="10611"/>
                    <a:pt x="703" y="10685"/>
                    <a:pt x="888" y="10685"/>
                  </a:cubicBezTo>
                  <a:lnTo>
                    <a:pt x="962" y="10685"/>
                  </a:lnTo>
                  <a:cubicBezTo>
                    <a:pt x="1849" y="10574"/>
                    <a:pt x="4992" y="10315"/>
                    <a:pt x="7913" y="10056"/>
                  </a:cubicBezTo>
                  <a:cubicBezTo>
                    <a:pt x="9354" y="9908"/>
                    <a:pt x="10759" y="9797"/>
                    <a:pt x="11794" y="9723"/>
                  </a:cubicBezTo>
                  <a:cubicBezTo>
                    <a:pt x="12393" y="9659"/>
                    <a:pt x="12868" y="9620"/>
                    <a:pt x="13162" y="9598"/>
                  </a:cubicBezTo>
                  <a:lnTo>
                    <a:pt x="13162" y="9598"/>
                  </a:lnTo>
                  <a:cubicBezTo>
                    <a:pt x="13162" y="9723"/>
                    <a:pt x="13162" y="9853"/>
                    <a:pt x="13162" y="9982"/>
                  </a:cubicBezTo>
                  <a:cubicBezTo>
                    <a:pt x="13162" y="12644"/>
                    <a:pt x="13939" y="16267"/>
                    <a:pt x="14974" y="19595"/>
                  </a:cubicBezTo>
                  <a:cubicBezTo>
                    <a:pt x="15528" y="21258"/>
                    <a:pt x="16120" y="22848"/>
                    <a:pt x="16749" y="24216"/>
                  </a:cubicBezTo>
                  <a:cubicBezTo>
                    <a:pt x="17340" y="25584"/>
                    <a:pt x="17969" y="26730"/>
                    <a:pt x="18597" y="27506"/>
                  </a:cubicBezTo>
                  <a:cubicBezTo>
                    <a:pt x="18967" y="27950"/>
                    <a:pt x="19373" y="28726"/>
                    <a:pt x="19780" y="29614"/>
                  </a:cubicBezTo>
                  <a:cubicBezTo>
                    <a:pt x="21000" y="32276"/>
                    <a:pt x="22257" y="36268"/>
                    <a:pt x="22997" y="38117"/>
                  </a:cubicBezTo>
                  <a:cubicBezTo>
                    <a:pt x="23218" y="38672"/>
                    <a:pt x="23329" y="39263"/>
                    <a:pt x="23329" y="39892"/>
                  </a:cubicBezTo>
                  <a:cubicBezTo>
                    <a:pt x="23329" y="40557"/>
                    <a:pt x="23181" y="41259"/>
                    <a:pt x="22886" y="41888"/>
                  </a:cubicBezTo>
                  <a:cubicBezTo>
                    <a:pt x="22664" y="42406"/>
                    <a:pt x="22479" y="42923"/>
                    <a:pt x="22479" y="43404"/>
                  </a:cubicBezTo>
                  <a:cubicBezTo>
                    <a:pt x="22479" y="43515"/>
                    <a:pt x="22479" y="43663"/>
                    <a:pt x="22553" y="43773"/>
                  </a:cubicBezTo>
                  <a:cubicBezTo>
                    <a:pt x="22627" y="44069"/>
                    <a:pt x="22812" y="44328"/>
                    <a:pt x="23034" y="44439"/>
                  </a:cubicBezTo>
                  <a:cubicBezTo>
                    <a:pt x="23366" y="44661"/>
                    <a:pt x="23699" y="44735"/>
                    <a:pt x="24032" y="44772"/>
                  </a:cubicBezTo>
                  <a:cubicBezTo>
                    <a:pt x="24364" y="44809"/>
                    <a:pt x="24623" y="44846"/>
                    <a:pt x="24808" y="44920"/>
                  </a:cubicBezTo>
                  <a:cubicBezTo>
                    <a:pt x="24919" y="44993"/>
                    <a:pt x="25178" y="45178"/>
                    <a:pt x="25437" y="45400"/>
                  </a:cubicBezTo>
                  <a:cubicBezTo>
                    <a:pt x="25880" y="45733"/>
                    <a:pt x="26398" y="46214"/>
                    <a:pt x="26915" y="46620"/>
                  </a:cubicBezTo>
                  <a:cubicBezTo>
                    <a:pt x="27396" y="47027"/>
                    <a:pt x="27803" y="47397"/>
                    <a:pt x="28062" y="47581"/>
                  </a:cubicBezTo>
                  <a:cubicBezTo>
                    <a:pt x="28320" y="47729"/>
                    <a:pt x="28616" y="47803"/>
                    <a:pt x="28986" y="47840"/>
                  </a:cubicBezTo>
                  <a:cubicBezTo>
                    <a:pt x="29355" y="47877"/>
                    <a:pt x="29799" y="47914"/>
                    <a:pt x="30206" y="47914"/>
                  </a:cubicBezTo>
                  <a:cubicBezTo>
                    <a:pt x="30612" y="47914"/>
                    <a:pt x="30982" y="47877"/>
                    <a:pt x="31315" y="47840"/>
                  </a:cubicBezTo>
                  <a:cubicBezTo>
                    <a:pt x="31500" y="47840"/>
                    <a:pt x="31648" y="47803"/>
                    <a:pt x="31759" y="47766"/>
                  </a:cubicBezTo>
                  <a:cubicBezTo>
                    <a:pt x="31906" y="47766"/>
                    <a:pt x="32017" y="47729"/>
                    <a:pt x="32128" y="47655"/>
                  </a:cubicBezTo>
                  <a:cubicBezTo>
                    <a:pt x="32202" y="47618"/>
                    <a:pt x="32276" y="47581"/>
                    <a:pt x="32313" y="47508"/>
                  </a:cubicBezTo>
                  <a:cubicBezTo>
                    <a:pt x="32387" y="47434"/>
                    <a:pt x="32461" y="47323"/>
                    <a:pt x="32461" y="47212"/>
                  </a:cubicBezTo>
                  <a:cubicBezTo>
                    <a:pt x="32424" y="47101"/>
                    <a:pt x="32387" y="47027"/>
                    <a:pt x="32350" y="46953"/>
                  </a:cubicBezTo>
                  <a:cubicBezTo>
                    <a:pt x="32276" y="46879"/>
                    <a:pt x="32202" y="46805"/>
                    <a:pt x="32091" y="46731"/>
                  </a:cubicBezTo>
                  <a:cubicBezTo>
                    <a:pt x="31833" y="46546"/>
                    <a:pt x="31426" y="46324"/>
                    <a:pt x="31167" y="46066"/>
                  </a:cubicBezTo>
                  <a:cubicBezTo>
                    <a:pt x="31130" y="46066"/>
                    <a:pt x="31019" y="45881"/>
                    <a:pt x="30871" y="45696"/>
                  </a:cubicBezTo>
                  <a:cubicBezTo>
                    <a:pt x="30354" y="44957"/>
                    <a:pt x="29429" y="43441"/>
                    <a:pt x="28616" y="42110"/>
                  </a:cubicBezTo>
                  <a:cubicBezTo>
                    <a:pt x="28209" y="41444"/>
                    <a:pt x="27840" y="40816"/>
                    <a:pt x="27581" y="40372"/>
                  </a:cubicBezTo>
                  <a:cubicBezTo>
                    <a:pt x="27378" y="40025"/>
                    <a:pt x="27221" y="39768"/>
                    <a:pt x="27162" y="39673"/>
                  </a:cubicBezTo>
                  <a:lnTo>
                    <a:pt x="27162" y="39673"/>
                  </a:lnTo>
                  <a:cubicBezTo>
                    <a:pt x="27016" y="38804"/>
                    <a:pt x="25533" y="30020"/>
                    <a:pt x="23884" y="21036"/>
                  </a:cubicBezTo>
                  <a:cubicBezTo>
                    <a:pt x="22997" y="16304"/>
                    <a:pt x="22072" y="11535"/>
                    <a:pt x="21296" y="7838"/>
                  </a:cubicBezTo>
                  <a:cubicBezTo>
                    <a:pt x="20926" y="5989"/>
                    <a:pt x="20556" y="4400"/>
                    <a:pt x="20261" y="3254"/>
                  </a:cubicBezTo>
                  <a:cubicBezTo>
                    <a:pt x="20113" y="2662"/>
                    <a:pt x="20002" y="2144"/>
                    <a:pt x="19854" y="1775"/>
                  </a:cubicBezTo>
                  <a:cubicBezTo>
                    <a:pt x="19817" y="1590"/>
                    <a:pt x="19743" y="1442"/>
                    <a:pt x="19706" y="1331"/>
                  </a:cubicBezTo>
                  <a:cubicBezTo>
                    <a:pt x="19632" y="1183"/>
                    <a:pt x="19595" y="1072"/>
                    <a:pt x="19521" y="998"/>
                  </a:cubicBezTo>
                  <a:cubicBezTo>
                    <a:pt x="19299" y="740"/>
                    <a:pt x="18967" y="592"/>
                    <a:pt x="18523" y="444"/>
                  </a:cubicBezTo>
                  <a:cubicBezTo>
                    <a:pt x="17895" y="259"/>
                    <a:pt x="17044" y="148"/>
                    <a:pt x="16009" y="74"/>
                  </a:cubicBezTo>
                  <a:cubicBezTo>
                    <a:pt x="15011" y="0"/>
                    <a:pt x="13865" y="0"/>
                    <a:pt x="12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51"/>
            <p:cNvSpPr/>
            <p:nvPr/>
          </p:nvSpPr>
          <p:spPr>
            <a:xfrm>
              <a:off x="2676375" y="4926925"/>
              <a:ext cx="287175" cy="118325"/>
            </a:xfrm>
            <a:custGeom>
              <a:avLst/>
              <a:gdLst/>
              <a:ahLst/>
              <a:cxnLst/>
              <a:rect l="l" t="t" r="r" b="b"/>
              <a:pathLst>
                <a:path w="11487" h="4733" extrusionOk="0">
                  <a:moveTo>
                    <a:pt x="1072" y="0"/>
                  </a:moveTo>
                  <a:cubicBezTo>
                    <a:pt x="1072" y="0"/>
                    <a:pt x="0" y="0"/>
                    <a:pt x="887" y="888"/>
                  </a:cubicBezTo>
                  <a:cubicBezTo>
                    <a:pt x="1775" y="1775"/>
                    <a:pt x="1775" y="4585"/>
                    <a:pt x="1775" y="4585"/>
                  </a:cubicBezTo>
                  <a:lnTo>
                    <a:pt x="2810" y="4585"/>
                  </a:lnTo>
                  <a:cubicBezTo>
                    <a:pt x="2810" y="4585"/>
                    <a:pt x="2477" y="3180"/>
                    <a:pt x="2995" y="2477"/>
                  </a:cubicBezTo>
                  <a:cubicBezTo>
                    <a:pt x="2995" y="2477"/>
                    <a:pt x="3097" y="2470"/>
                    <a:pt x="3259" y="2470"/>
                  </a:cubicBezTo>
                  <a:cubicBezTo>
                    <a:pt x="3805" y="2470"/>
                    <a:pt x="5030" y="2558"/>
                    <a:pt x="5287" y="3328"/>
                  </a:cubicBezTo>
                  <a:cubicBezTo>
                    <a:pt x="5509" y="4030"/>
                    <a:pt x="6248" y="4733"/>
                    <a:pt x="6248" y="4733"/>
                  </a:cubicBezTo>
                  <a:lnTo>
                    <a:pt x="9649" y="4733"/>
                  </a:lnTo>
                  <a:cubicBezTo>
                    <a:pt x="10574" y="4733"/>
                    <a:pt x="11165" y="4289"/>
                    <a:pt x="11313" y="4030"/>
                  </a:cubicBezTo>
                  <a:cubicBezTo>
                    <a:pt x="11442" y="3804"/>
                    <a:pt x="11487" y="3691"/>
                    <a:pt x="11075" y="3691"/>
                  </a:cubicBezTo>
                  <a:cubicBezTo>
                    <a:pt x="11016" y="3691"/>
                    <a:pt x="10948" y="3693"/>
                    <a:pt x="10869" y="3698"/>
                  </a:cubicBezTo>
                  <a:cubicBezTo>
                    <a:pt x="10783" y="3703"/>
                    <a:pt x="10660" y="3706"/>
                    <a:pt x="10509" y="3706"/>
                  </a:cubicBezTo>
                  <a:cubicBezTo>
                    <a:pt x="9626" y="3706"/>
                    <a:pt x="7820" y="3601"/>
                    <a:pt x="7283" y="3254"/>
                  </a:cubicBezTo>
                  <a:cubicBezTo>
                    <a:pt x="6951" y="3032"/>
                    <a:pt x="6581" y="2588"/>
                    <a:pt x="6322" y="2256"/>
                  </a:cubicBezTo>
                  <a:cubicBezTo>
                    <a:pt x="6063" y="1923"/>
                    <a:pt x="3697" y="814"/>
                    <a:pt x="2403" y="333"/>
                  </a:cubicBezTo>
                  <a:lnTo>
                    <a:pt x="10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51"/>
            <p:cNvSpPr/>
            <p:nvPr/>
          </p:nvSpPr>
          <p:spPr>
            <a:xfrm>
              <a:off x="2681900" y="4919525"/>
              <a:ext cx="287475" cy="133125"/>
            </a:xfrm>
            <a:custGeom>
              <a:avLst/>
              <a:gdLst/>
              <a:ahLst/>
              <a:cxnLst/>
              <a:rect l="l" t="t" r="r" b="b"/>
              <a:pathLst>
                <a:path w="11499" h="5325" extrusionOk="0">
                  <a:moveTo>
                    <a:pt x="802" y="598"/>
                  </a:moveTo>
                  <a:lnTo>
                    <a:pt x="2074" y="916"/>
                  </a:lnTo>
                  <a:lnTo>
                    <a:pt x="2074" y="916"/>
                  </a:lnTo>
                  <a:lnTo>
                    <a:pt x="2071" y="925"/>
                  </a:lnTo>
                  <a:cubicBezTo>
                    <a:pt x="2700" y="1147"/>
                    <a:pt x="3624" y="1553"/>
                    <a:pt x="4400" y="1923"/>
                  </a:cubicBezTo>
                  <a:cubicBezTo>
                    <a:pt x="4807" y="2108"/>
                    <a:pt x="5140" y="2293"/>
                    <a:pt x="5399" y="2441"/>
                  </a:cubicBezTo>
                  <a:cubicBezTo>
                    <a:pt x="5546" y="2515"/>
                    <a:pt x="5657" y="2589"/>
                    <a:pt x="5731" y="2626"/>
                  </a:cubicBezTo>
                  <a:lnTo>
                    <a:pt x="5842" y="2700"/>
                  </a:lnTo>
                  <a:lnTo>
                    <a:pt x="5842" y="2737"/>
                  </a:lnTo>
                  <a:cubicBezTo>
                    <a:pt x="6138" y="3106"/>
                    <a:pt x="6508" y="3550"/>
                    <a:pt x="6914" y="3809"/>
                  </a:cubicBezTo>
                  <a:cubicBezTo>
                    <a:pt x="7099" y="3957"/>
                    <a:pt x="7321" y="3994"/>
                    <a:pt x="7617" y="4067"/>
                  </a:cubicBezTo>
                  <a:cubicBezTo>
                    <a:pt x="8430" y="4252"/>
                    <a:pt x="9613" y="4289"/>
                    <a:pt x="10279" y="4289"/>
                  </a:cubicBezTo>
                  <a:lnTo>
                    <a:pt x="10744" y="4289"/>
                  </a:lnTo>
                  <a:cubicBezTo>
                    <a:pt x="10673" y="4360"/>
                    <a:pt x="10564" y="4443"/>
                    <a:pt x="10427" y="4511"/>
                  </a:cubicBezTo>
                  <a:cubicBezTo>
                    <a:pt x="10168" y="4622"/>
                    <a:pt x="9835" y="4733"/>
                    <a:pt x="9428" y="4733"/>
                  </a:cubicBezTo>
                  <a:lnTo>
                    <a:pt x="6175" y="4733"/>
                  </a:lnTo>
                  <a:cubicBezTo>
                    <a:pt x="6087" y="4644"/>
                    <a:pt x="5933" y="4480"/>
                    <a:pt x="5805" y="4289"/>
                  </a:cubicBezTo>
                  <a:cubicBezTo>
                    <a:pt x="5620" y="4067"/>
                    <a:pt x="5436" y="3772"/>
                    <a:pt x="5362" y="3550"/>
                  </a:cubicBezTo>
                  <a:cubicBezTo>
                    <a:pt x="5288" y="3291"/>
                    <a:pt x="5103" y="3069"/>
                    <a:pt x="4881" y="2921"/>
                  </a:cubicBezTo>
                  <a:cubicBezTo>
                    <a:pt x="4585" y="2700"/>
                    <a:pt x="4216" y="2589"/>
                    <a:pt x="3883" y="2515"/>
                  </a:cubicBezTo>
                  <a:cubicBezTo>
                    <a:pt x="3550" y="2441"/>
                    <a:pt x="3217" y="2441"/>
                    <a:pt x="3032" y="2441"/>
                  </a:cubicBezTo>
                  <a:lnTo>
                    <a:pt x="2774" y="2441"/>
                  </a:lnTo>
                  <a:cubicBezTo>
                    <a:pt x="2663" y="2441"/>
                    <a:pt x="2589" y="2515"/>
                    <a:pt x="2515" y="2589"/>
                  </a:cubicBezTo>
                  <a:cubicBezTo>
                    <a:pt x="2256" y="2958"/>
                    <a:pt x="2182" y="3439"/>
                    <a:pt x="2182" y="3883"/>
                  </a:cubicBezTo>
                  <a:cubicBezTo>
                    <a:pt x="2182" y="4130"/>
                    <a:pt x="2204" y="4363"/>
                    <a:pt x="2229" y="4548"/>
                  </a:cubicBezTo>
                  <a:lnTo>
                    <a:pt x="1842" y="4548"/>
                  </a:lnTo>
                  <a:cubicBezTo>
                    <a:pt x="1832" y="4256"/>
                    <a:pt x="1805" y="3800"/>
                    <a:pt x="1739" y="3291"/>
                  </a:cubicBezTo>
                  <a:cubicBezTo>
                    <a:pt x="1702" y="2884"/>
                    <a:pt x="1591" y="2441"/>
                    <a:pt x="1480" y="2034"/>
                  </a:cubicBezTo>
                  <a:cubicBezTo>
                    <a:pt x="1332" y="1627"/>
                    <a:pt x="1184" y="1258"/>
                    <a:pt x="888" y="962"/>
                  </a:cubicBezTo>
                  <a:cubicBezTo>
                    <a:pt x="777" y="851"/>
                    <a:pt x="703" y="740"/>
                    <a:pt x="666" y="703"/>
                  </a:cubicBezTo>
                  <a:lnTo>
                    <a:pt x="638" y="647"/>
                  </a:lnTo>
                  <a:lnTo>
                    <a:pt x="638" y="647"/>
                  </a:lnTo>
                  <a:cubicBezTo>
                    <a:pt x="659" y="629"/>
                    <a:pt x="711" y="629"/>
                    <a:pt x="740" y="629"/>
                  </a:cubicBezTo>
                  <a:lnTo>
                    <a:pt x="802" y="598"/>
                  </a:lnTo>
                  <a:close/>
                  <a:moveTo>
                    <a:pt x="851" y="1"/>
                  </a:moveTo>
                  <a:cubicBezTo>
                    <a:pt x="814" y="1"/>
                    <a:pt x="666" y="1"/>
                    <a:pt x="482" y="38"/>
                  </a:cubicBezTo>
                  <a:cubicBezTo>
                    <a:pt x="408" y="75"/>
                    <a:pt x="297" y="112"/>
                    <a:pt x="186" y="186"/>
                  </a:cubicBezTo>
                  <a:cubicBezTo>
                    <a:pt x="112" y="296"/>
                    <a:pt x="1" y="444"/>
                    <a:pt x="1" y="592"/>
                  </a:cubicBezTo>
                  <a:cubicBezTo>
                    <a:pt x="1" y="740"/>
                    <a:pt x="75" y="888"/>
                    <a:pt x="149" y="999"/>
                  </a:cubicBezTo>
                  <a:cubicBezTo>
                    <a:pt x="223" y="1110"/>
                    <a:pt x="297" y="1258"/>
                    <a:pt x="445" y="1406"/>
                  </a:cubicBezTo>
                  <a:cubicBezTo>
                    <a:pt x="629" y="1553"/>
                    <a:pt x="777" y="1849"/>
                    <a:pt x="888" y="2219"/>
                  </a:cubicBezTo>
                  <a:cubicBezTo>
                    <a:pt x="1073" y="2773"/>
                    <a:pt x="1147" y="3439"/>
                    <a:pt x="1184" y="3957"/>
                  </a:cubicBezTo>
                  <a:cubicBezTo>
                    <a:pt x="1221" y="4215"/>
                    <a:pt x="1221" y="4437"/>
                    <a:pt x="1221" y="4622"/>
                  </a:cubicBezTo>
                  <a:cubicBezTo>
                    <a:pt x="1258" y="4770"/>
                    <a:pt x="1258" y="4881"/>
                    <a:pt x="1258" y="4881"/>
                  </a:cubicBezTo>
                  <a:cubicBezTo>
                    <a:pt x="1258" y="4955"/>
                    <a:pt x="1258" y="5029"/>
                    <a:pt x="1332" y="5066"/>
                  </a:cubicBezTo>
                  <a:cubicBezTo>
                    <a:pt x="1406" y="5140"/>
                    <a:pt x="1480" y="5177"/>
                    <a:pt x="1554" y="5177"/>
                  </a:cubicBezTo>
                  <a:lnTo>
                    <a:pt x="2589" y="5177"/>
                  </a:lnTo>
                  <a:cubicBezTo>
                    <a:pt x="2700" y="5177"/>
                    <a:pt x="2774" y="5140"/>
                    <a:pt x="2848" y="5066"/>
                  </a:cubicBezTo>
                  <a:cubicBezTo>
                    <a:pt x="2922" y="4992"/>
                    <a:pt x="2922" y="4881"/>
                    <a:pt x="2885" y="4807"/>
                  </a:cubicBezTo>
                  <a:lnTo>
                    <a:pt x="2885" y="4770"/>
                  </a:lnTo>
                  <a:cubicBezTo>
                    <a:pt x="2885" y="4696"/>
                    <a:pt x="2811" y="4289"/>
                    <a:pt x="2811" y="3883"/>
                  </a:cubicBezTo>
                  <a:cubicBezTo>
                    <a:pt x="2811" y="3577"/>
                    <a:pt x="2836" y="3270"/>
                    <a:pt x="2950" y="3069"/>
                  </a:cubicBezTo>
                  <a:lnTo>
                    <a:pt x="3032" y="3069"/>
                  </a:lnTo>
                  <a:cubicBezTo>
                    <a:pt x="3254" y="3069"/>
                    <a:pt x="3698" y="3069"/>
                    <a:pt x="4068" y="3180"/>
                  </a:cubicBezTo>
                  <a:cubicBezTo>
                    <a:pt x="4253" y="3254"/>
                    <a:pt x="4400" y="3328"/>
                    <a:pt x="4511" y="3402"/>
                  </a:cubicBezTo>
                  <a:cubicBezTo>
                    <a:pt x="4659" y="3513"/>
                    <a:pt x="4733" y="3587"/>
                    <a:pt x="4770" y="3735"/>
                  </a:cubicBezTo>
                  <a:cubicBezTo>
                    <a:pt x="4881" y="4141"/>
                    <a:pt x="5177" y="4511"/>
                    <a:pt x="5399" y="4770"/>
                  </a:cubicBezTo>
                  <a:cubicBezTo>
                    <a:pt x="5620" y="5066"/>
                    <a:pt x="5842" y="5251"/>
                    <a:pt x="5842" y="5251"/>
                  </a:cubicBezTo>
                  <a:cubicBezTo>
                    <a:pt x="5879" y="5287"/>
                    <a:pt x="5953" y="5324"/>
                    <a:pt x="6027" y="5324"/>
                  </a:cubicBezTo>
                  <a:lnTo>
                    <a:pt x="9428" y="5324"/>
                  </a:lnTo>
                  <a:cubicBezTo>
                    <a:pt x="9946" y="5324"/>
                    <a:pt x="10353" y="5214"/>
                    <a:pt x="10685" y="5066"/>
                  </a:cubicBezTo>
                  <a:cubicBezTo>
                    <a:pt x="11018" y="4881"/>
                    <a:pt x="11240" y="4696"/>
                    <a:pt x="11351" y="4474"/>
                  </a:cubicBezTo>
                  <a:cubicBezTo>
                    <a:pt x="11388" y="4437"/>
                    <a:pt x="11425" y="4400"/>
                    <a:pt x="11425" y="4326"/>
                  </a:cubicBezTo>
                  <a:cubicBezTo>
                    <a:pt x="11462" y="4252"/>
                    <a:pt x="11499" y="4215"/>
                    <a:pt x="11499" y="4104"/>
                  </a:cubicBezTo>
                  <a:cubicBezTo>
                    <a:pt x="11499" y="4030"/>
                    <a:pt x="11462" y="3920"/>
                    <a:pt x="11425" y="3846"/>
                  </a:cubicBezTo>
                  <a:cubicBezTo>
                    <a:pt x="11314" y="3735"/>
                    <a:pt x="11240" y="3698"/>
                    <a:pt x="11129" y="3698"/>
                  </a:cubicBezTo>
                  <a:cubicBezTo>
                    <a:pt x="11055" y="3661"/>
                    <a:pt x="10981" y="3661"/>
                    <a:pt x="10870" y="3661"/>
                  </a:cubicBezTo>
                  <a:lnTo>
                    <a:pt x="10648" y="3661"/>
                  </a:lnTo>
                  <a:cubicBezTo>
                    <a:pt x="10574" y="3698"/>
                    <a:pt x="10427" y="3698"/>
                    <a:pt x="10279" y="3698"/>
                  </a:cubicBezTo>
                  <a:cubicBezTo>
                    <a:pt x="9835" y="3698"/>
                    <a:pt x="9170" y="3661"/>
                    <a:pt x="8578" y="3587"/>
                  </a:cubicBezTo>
                  <a:cubicBezTo>
                    <a:pt x="8282" y="3550"/>
                    <a:pt x="7987" y="3513"/>
                    <a:pt x="7728" y="3476"/>
                  </a:cubicBezTo>
                  <a:cubicBezTo>
                    <a:pt x="7506" y="3402"/>
                    <a:pt x="7321" y="3365"/>
                    <a:pt x="7247" y="3291"/>
                  </a:cubicBezTo>
                  <a:cubicBezTo>
                    <a:pt x="6951" y="3143"/>
                    <a:pt x="6582" y="2700"/>
                    <a:pt x="6360" y="2367"/>
                  </a:cubicBezTo>
                  <a:cubicBezTo>
                    <a:pt x="6286" y="2256"/>
                    <a:pt x="6212" y="2219"/>
                    <a:pt x="6101" y="2145"/>
                  </a:cubicBezTo>
                  <a:cubicBezTo>
                    <a:pt x="5731" y="1886"/>
                    <a:pt x="5103" y="1553"/>
                    <a:pt x="4363" y="1221"/>
                  </a:cubicBezTo>
                  <a:cubicBezTo>
                    <a:pt x="3661" y="888"/>
                    <a:pt x="2885" y="555"/>
                    <a:pt x="2293" y="333"/>
                  </a:cubicBezTo>
                  <a:lnTo>
                    <a:pt x="2256" y="333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51"/>
            <p:cNvSpPr/>
            <p:nvPr/>
          </p:nvSpPr>
          <p:spPr>
            <a:xfrm>
              <a:off x="2816850" y="4909350"/>
              <a:ext cx="98000" cy="95225"/>
            </a:xfrm>
            <a:custGeom>
              <a:avLst/>
              <a:gdLst/>
              <a:ahLst/>
              <a:cxnLst/>
              <a:rect l="l" t="t" r="r" b="b"/>
              <a:pathLst>
                <a:path w="3920" h="3809" extrusionOk="0">
                  <a:moveTo>
                    <a:pt x="2404" y="1"/>
                  </a:moveTo>
                  <a:cubicBezTo>
                    <a:pt x="2404" y="1"/>
                    <a:pt x="1" y="2293"/>
                    <a:pt x="38" y="2552"/>
                  </a:cubicBezTo>
                  <a:cubicBezTo>
                    <a:pt x="75" y="3144"/>
                    <a:pt x="1442" y="3809"/>
                    <a:pt x="1442" y="3809"/>
                  </a:cubicBezTo>
                  <a:lnTo>
                    <a:pt x="3919" y="2367"/>
                  </a:lnTo>
                  <a:lnTo>
                    <a:pt x="3624" y="1258"/>
                  </a:lnTo>
                  <a:cubicBezTo>
                    <a:pt x="3217" y="260"/>
                    <a:pt x="2404" y="1"/>
                    <a:pt x="2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51"/>
            <p:cNvSpPr/>
            <p:nvPr/>
          </p:nvSpPr>
          <p:spPr>
            <a:xfrm>
              <a:off x="2809450" y="4901600"/>
              <a:ext cx="113725" cy="111000"/>
            </a:xfrm>
            <a:custGeom>
              <a:avLst/>
              <a:gdLst/>
              <a:ahLst/>
              <a:cxnLst/>
              <a:rect l="l" t="t" r="r" b="b"/>
              <a:pathLst>
                <a:path w="4549" h="4440" extrusionOk="0">
                  <a:moveTo>
                    <a:pt x="629" y="2751"/>
                  </a:moveTo>
                  <a:lnTo>
                    <a:pt x="614" y="2757"/>
                  </a:lnTo>
                  <a:lnTo>
                    <a:pt x="614" y="2757"/>
                  </a:lnTo>
                  <a:cubicBezTo>
                    <a:pt x="616" y="2753"/>
                    <a:pt x="621" y="2751"/>
                    <a:pt x="629" y="2751"/>
                  </a:cubicBezTo>
                  <a:close/>
                  <a:moveTo>
                    <a:pt x="2769" y="674"/>
                  </a:moveTo>
                  <a:lnTo>
                    <a:pt x="2769" y="674"/>
                  </a:lnTo>
                  <a:cubicBezTo>
                    <a:pt x="2840" y="710"/>
                    <a:pt x="2933" y="762"/>
                    <a:pt x="3032" y="829"/>
                  </a:cubicBezTo>
                  <a:cubicBezTo>
                    <a:pt x="3217" y="1013"/>
                    <a:pt x="3476" y="1272"/>
                    <a:pt x="3624" y="1679"/>
                  </a:cubicBezTo>
                  <a:lnTo>
                    <a:pt x="3846" y="2529"/>
                  </a:lnTo>
                  <a:lnTo>
                    <a:pt x="1733" y="3776"/>
                  </a:lnTo>
                  <a:lnTo>
                    <a:pt x="1733" y="3776"/>
                  </a:lnTo>
                  <a:cubicBezTo>
                    <a:pt x="1584" y="3694"/>
                    <a:pt x="1322" y="3562"/>
                    <a:pt x="1110" y="3380"/>
                  </a:cubicBezTo>
                  <a:cubicBezTo>
                    <a:pt x="962" y="3269"/>
                    <a:pt x="814" y="3158"/>
                    <a:pt x="740" y="3047"/>
                  </a:cubicBezTo>
                  <a:cubicBezTo>
                    <a:pt x="693" y="2999"/>
                    <a:pt x="660" y="2936"/>
                    <a:pt x="643" y="2887"/>
                  </a:cubicBezTo>
                  <a:lnTo>
                    <a:pt x="643" y="2887"/>
                  </a:lnTo>
                  <a:cubicBezTo>
                    <a:pt x="663" y="2849"/>
                    <a:pt x="704" y="2800"/>
                    <a:pt x="777" y="2751"/>
                  </a:cubicBezTo>
                  <a:cubicBezTo>
                    <a:pt x="1036" y="2418"/>
                    <a:pt x="1591" y="1864"/>
                    <a:pt x="2034" y="1383"/>
                  </a:cubicBezTo>
                  <a:cubicBezTo>
                    <a:pt x="2335" y="1082"/>
                    <a:pt x="2608" y="824"/>
                    <a:pt x="2769" y="674"/>
                  </a:cubicBezTo>
                  <a:close/>
                  <a:moveTo>
                    <a:pt x="2722" y="1"/>
                  </a:moveTo>
                  <a:cubicBezTo>
                    <a:pt x="2643" y="1"/>
                    <a:pt x="2569" y="35"/>
                    <a:pt x="2515" y="89"/>
                  </a:cubicBezTo>
                  <a:cubicBezTo>
                    <a:pt x="2515" y="89"/>
                    <a:pt x="1886" y="644"/>
                    <a:pt x="1295" y="1272"/>
                  </a:cubicBezTo>
                  <a:cubicBezTo>
                    <a:pt x="999" y="1568"/>
                    <a:pt x="703" y="1864"/>
                    <a:pt x="481" y="2123"/>
                  </a:cubicBezTo>
                  <a:cubicBezTo>
                    <a:pt x="334" y="2270"/>
                    <a:pt x="260" y="2381"/>
                    <a:pt x="186" y="2492"/>
                  </a:cubicBezTo>
                  <a:lnTo>
                    <a:pt x="75" y="2640"/>
                  </a:lnTo>
                  <a:cubicBezTo>
                    <a:pt x="38" y="2677"/>
                    <a:pt x="1" y="2714"/>
                    <a:pt x="1" y="2862"/>
                  </a:cubicBezTo>
                  <a:cubicBezTo>
                    <a:pt x="1" y="2862"/>
                    <a:pt x="1" y="2862"/>
                    <a:pt x="1" y="2862"/>
                  </a:cubicBezTo>
                  <a:lnTo>
                    <a:pt x="1" y="2862"/>
                  </a:lnTo>
                  <a:cubicBezTo>
                    <a:pt x="1" y="2882"/>
                    <a:pt x="4" y="2897"/>
                    <a:pt x="7" y="2907"/>
                  </a:cubicBezTo>
                  <a:lnTo>
                    <a:pt x="7" y="2907"/>
                  </a:lnTo>
                  <a:cubicBezTo>
                    <a:pt x="53" y="3177"/>
                    <a:pt x="193" y="3352"/>
                    <a:pt x="334" y="3527"/>
                  </a:cubicBezTo>
                  <a:cubicBezTo>
                    <a:pt x="555" y="3786"/>
                    <a:pt x="888" y="4008"/>
                    <a:pt x="1147" y="4156"/>
                  </a:cubicBezTo>
                  <a:cubicBezTo>
                    <a:pt x="1406" y="4304"/>
                    <a:pt x="1628" y="4415"/>
                    <a:pt x="1628" y="4415"/>
                  </a:cubicBezTo>
                  <a:cubicBezTo>
                    <a:pt x="1658" y="4430"/>
                    <a:pt x="1695" y="4439"/>
                    <a:pt x="1733" y="4439"/>
                  </a:cubicBezTo>
                  <a:cubicBezTo>
                    <a:pt x="1787" y="4439"/>
                    <a:pt x="1843" y="4421"/>
                    <a:pt x="1886" y="4378"/>
                  </a:cubicBezTo>
                  <a:lnTo>
                    <a:pt x="4363" y="2936"/>
                  </a:lnTo>
                  <a:cubicBezTo>
                    <a:pt x="4474" y="2862"/>
                    <a:pt x="4548" y="2714"/>
                    <a:pt x="4511" y="2566"/>
                  </a:cubicBezTo>
                  <a:lnTo>
                    <a:pt x="4215" y="1494"/>
                  </a:lnTo>
                  <a:lnTo>
                    <a:pt x="4179" y="1457"/>
                  </a:lnTo>
                  <a:cubicBezTo>
                    <a:pt x="3994" y="903"/>
                    <a:pt x="3624" y="533"/>
                    <a:pt x="3365" y="311"/>
                  </a:cubicBezTo>
                  <a:cubicBezTo>
                    <a:pt x="3069" y="89"/>
                    <a:pt x="2848" y="15"/>
                    <a:pt x="2811" y="15"/>
                  </a:cubicBezTo>
                  <a:cubicBezTo>
                    <a:pt x="2781" y="5"/>
                    <a:pt x="2751" y="1"/>
                    <a:pt x="2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51"/>
            <p:cNvSpPr/>
            <p:nvPr/>
          </p:nvSpPr>
          <p:spPr>
            <a:xfrm>
              <a:off x="1840825" y="3478600"/>
              <a:ext cx="636850" cy="232925"/>
            </a:xfrm>
            <a:custGeom>
              <a:avLst/>
              <a:gdLst/>
              <a:ahLst/>
              <a:cxnLst/>
              <a:rect l="l" t="t" r="r" b="b"/>
              <a:pathLst>
                <a:path w="25474" h="9317" extrusionOk="0">
                  <a:moveTo>
                    <a:pt x="22590" y="0"/>
                  </a:moveTo>
                  <a:cubicBezTo>
                    <a:pt x="21628" y="0"/>
                    <a:pt x="20187" y="333"/>
                    <a:pt x="20187" y="333"/>
                  </a:cubicBezTo>
                  <a:lnTo>
                    <a:pt x="17414" y="1442"/>
                  </a:lnTo>
                  <a:lnTo>
                    <a:pt x="1" y="4252"/>
                  </a:lnTo>
                  <a:lnTo>
                    <a:pt x="407" y="9317"/>
                  </a:lnTo>
                  <a:lnTo>
                    <a:pt x="17931" y="3623"/>
                  </a:lnTo>
                  <a:lnTo>
                    <a:pt x="23107" y="2071"/>
                  </a:lnTo>
                  <a:cubicBezTo>
                    <a:pt x="23107" y="2071"/>
                    <a:pt x="24327" y="2921"/>
                    <a:pt x="24845" y="3217"/>
                  </a:cubicBezTo>
                  <a:cubicBezTo>
                    <a:pt x="24954" y="3279"/>
                    <a:pt x="25044" y="3305"/>
                    <a:pt x="25120" y="3305"/>
                  </a:cubicBezTo>
                  <a:cubicBezTo>
                    <a:pt x="25404" y="3305"/>
                    <a:pt x="25473" y="2933"/>
                    <a:pt x="25473" y="2699"/>
                  </a:cubicBezTo>
                  <a:cubicBezTo>
                    <a:pt x="25473" y="2403"/>
                    <a:pt x="23514" y="0"/>
                    <a:pt x="22590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51"/>
            <p:cNvSpPr/>
            <p:nvPr/>
          </p:nvSpPr>
          <p:spPr>
            <a:xfrm>
              <a:off x="1832500" y="3471200"/>
              <a:ext cx="652575" cy="248325"/>
            </a:xfrm>
            <a:custGeom>
              <a:avLst/>
              <a:gdLst/>
              <a:ahLst/>
              <a:cxnLst/>
              <a:rect l="l" t="t" r="r" b="b"/>
              <a:pathLst>
                <a:path w="26103" h="9933" extrusionOk="0">
                  <a:moveTo>
                    <a:pt x="22923" y="592"/>
                  </a:moveTo>
                  <a:cubicBezTo>
                    <a:pt x="22997" y="592"/>
                    <a:pt x="23292" y="703"/>
                    <a:pt x="23588" y="925"/>
                  </a:cubicBezTo>
                  <a:cubicBezTo>
                    <a:pt x="24032" y="1258"/>
                    <a:pt x="24512" y="1738"/>
                    <a:pt x="24919" y="2219"/>
                  </a:cubicBezTo>
                  <a:cubicBezTo>
                    <a:pt x="25104" y="2441"/>
                    <a:pt x="25252" y="2625"/>
                    <a:pt x="25363" y="2810"/>
                  </a:cubicBezTo>
                  <a:cubicBezTo>
                    <a:pt x="25437" y="2884"/>
                    <a:pt x="25474" y="2958"/>
                    <a:pt x="25474" y="2995"/>
                  </a:cubicBezTo>
                  <a:lnTo>
                    <a:pt x="25509" y="3031"/>
                  </a:lnTo>
                  <a:lnTo>
                    <a:pt x="25509" y="3031"/>
                  </a:lnTo>
                  <a:cubicBezTo>
                    <a:pt x="25503" y="3130"/>
                    <a:pt x="25474" y="3225"/>
                    <a:pt x="25474" y="3291"/>
                  </a:cubicBezTo>
                  <a:cubicBezTo>
                    <a:pt x="25474" y="3291"/>
                    <a:pt x="25437" y="3291"/>
                    <a:pt x="25363" y="3254"/>
                  </a:cubicBezTo>
                  <a:cubicBezTo>
                    <a:pt x="25104" y="3106"/>
                    <a:pt x="24660" y="2810"/>
                    <a:pt x="24291" y="2552"/>
                  </a:cubicBezTo>
                  <a:cubicBezTo>
                    <a:pt x="23921" y="2330"/>
                    <a:pt x="23588" y="2108"/>
                    <a:pt x="23588" y="2108"/>
                  </a:cubicBezTo>
                  <a:cubicBezTo>
                    <a:pt x="23536" y="2082"/>
                    <a:pt x="23484" y="2056"/>
                    <a:pt x="23418" y="2056"/>
                  </a:cubicBezTo>
                  <a:cubicBezTo>
                    <a:pt x="23391" y="2056"/>
                    <a:pt x="23362" y="2060"/>
                    <a:pt x="23329" y="2071"/>
                  </a:cubicBezTo>
                  <a:lnTo>
                    <a:pt x="18153" y="3624"/>
                  </a:lnTo>
                  <a:lnTo>
                    <a:pt x="1036" y="9206"/>
                  </a:lnTo>
                  <a:lnTo>
                    <a:pt x="666" y="4807"/>
                  </a:lnTo>
                  <a:lnTo>
                    <a:pt x="17784" y="2071"/>
                  </a:lnTo>
                  <a:lnTo>
                    <a:pt x="17858" y="2034"/>
                  </a:lnTo>
                  <a:lnTo>
                    <a:pt x="20589" y="905"/>
                  </a:lnTo>
                  <a:lnTo>
                    <a:pt x="20589" y="905"/>
                  </a:lnTo>
                  <a:lnTo>
                    <a:pt x="20594" y="925"/>
                  </a:lnTo>
                  <a:cubicBezTo>
                    <a:pt x="20594" y="925"/>
                    <a:pt x="20667" y="888"/>
                    <a:pt x="20815" y="851"/>
                  </a:cubicBezTo>
                  <a:cubicBezTo>
                    <a:pt x="21259" y="777"/>
                    <a:pt x="22257" y="592"/>
                    <a:pt x="22923" y="592"/>
                  </a:cubicBezTo>
                  <a:close/>
                  <a:moveTo>
                    <a:pt x="22923" y="1"/>
                  </a:moveTo>
                  <a:cubicBezTo>
                    <a:pt x="21924" y="1"/>
                    <a:pt x="20483" y="296"/>
                    <a:pt x="20446" y="296"/>
                  </a:cubicBezTo>
                  <a:lnTo>
                    <a:pt x="20409" y="333"/>
                  </a:lnTo>
                  <a:lnTo>
                    <a:pt x="17674" y="1449"/>
                  </a:lnTo>
                  <a:lnTo>
                    <a:pt x="17674" y="1449"/>
                  </a:lnTo>
                  <a:lnTo>
                    <a:pt x="17673" y="1442"/>
                  </a:lnTo>
                  <a:lnTo>
                    <a:pt x="297" y="4252"/>
                  </a:lnTo>
                  <a:cubicBezTo>
                    <a:pt x="112" y="4252"/>
                    <a:pt x="1" y="4400"/>
                    <a:pt x="38" y="4585"/>
                  </a:cubicBezTo>
                  <a:lnTo>
                    <a:pt x="445" y="9650"/>
                  </a:lnTo>
                  <a:cubicBezTo>
                    <a:pt x="445" y="9724"/>
                    <a:pt x="482" y="9835"/>
                    <a:pt x="592" y="9872"/>
                  </a:cubicBezTo>
                  <a:cubicBezTo>
                    <a:pt x="636" y="9915"/>
                    <a:pt x="679" y="9933"/>
                    <a:pt x="730" y="9933"/>
                  </a:cubicBezTo>
                  <a:cubicBezTo>
                    <a:pt x="766" y="9933"/>
                    <a:pt x="805" y="9924"/>
                    <a:pt x="851" y="9909"/>
                  </a:cubicBezTo>
                  <a:lnTo>
                    <a:pt x="18338" y="4215"/>
                  </a:lnTo>
                  <a:lnTo>
                    <a:pt x="23376" y="2704"/>
                  </a:lnTo>
                  <a:lnTo>
                    <a:pt x="23376" y="2704"/>
                  </a:lnTo>
                  <a:cubicBezTo>
                    <a:pt x="23704" y="2916"/>
                    <a:pt x="24610" y="3502"/>
                    <a:pt x="25030" y="3772"/>
                  </a:cubicBezTo>
                  <a:cubicBezTo>
                    <a:pt x="25178" y="3846"/>
                    <a:pt x="25326" y="3919"/>
                    <a:pt x="25474" y="3919"/>
                  </a:cubicBezTo>
                  <a:cubicBezTo>
                    <a:pt x="25622" y="3919"/>
                    <a:pt x="25732" y="3846"/>
                    <a:pt x="25843" y="3772"/>
                  </a:cubicBezTo>
                  <a:cubicBezTo>
                    <a:pt x="25991" y="3661"/>
                    <a:pt x="26028" y="3513"/>
                    <a:pt x="26065" y="3365"/>
                  </a:cubicBezTo>
                  <a:cubicBezTo>
                    <a:pt x="26102" y="3217"/>
                    <a:pt x="26102" y="3106"/>
                    <a:pt x="26102" y="2995"/>
                  </a:cubicBezTo>
                  <a:cubicBezTo>
                    <a:pt x="26102" y="2884"/>
                    <a:pt x="26102" y="2847"/>
                    <a:pt x="26065" y="2773"/>
                  </a:cubicBezTo>
                  <a:cubicBezTo>
                    <a:pt x="25991" y="2589"/>
                    <a:pt x="25843" y="2367"/>
                    <a:pt x="25622" y="2108"/>
                  </a:cubicBezTo>
                  <a:cubicBezTo>
                    <a:pt x="25289" y="1664"/>
                    <a:pt x="24808" y="1184"/>
                    <a:pt x="24365" y="777"/>
                  </a:cubicBezTo>
                  <a:cubicBezTo>
                    <a:pt x="24106" y="555"/>
                    <a:pt x="23884" y="370"/>
                    <a:pt x="23625" y="222"/>
                  </a:cubicBezTo>
                  <a:cubicBezTo>
                    <a:pt x="23403" y="111"/>
                    <a:pt x="23181" y="1"/>
                    <a:pt x="22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51"/>
            <p:cNvSpPr/>
            <p:nvPr/>
          </p:nvSpPr>
          <p:spPr>
            <a:xfrm>
              <a:off x="2303875" y="3514650"/>
              <a:ext cx="171025" cy="49925"/>
            </a:xfrm>
            <a:custGeom>
              <a:avLst/>
              <a:gdLst/>
              <a:ahLst/>
              <a:cxnLst/>
              <a:rect l="l" t="t" r="r" b="b"/>
              <a:pathLst>
                <a:path w="6841" h="1997" extrusionOk="0">
                  <a:moveTo>
                    <a:pt x="1665" y="0"/>
                  </a:moveTo>
                  <a:lnTo>
                    <a:pt x="1" y="1997"/>
                  </a:lnTo>
                  <a:cubicBezTo>
                    <a:pt x="1" y="1997"/>
                    <a:pt x="334" y="1997"/>
                    <a:pt x="1665" y="1886"/>
                  </a:cubicBezTo>
                  <a:cubicBezTo>
                    <a:pt x="3033" y="1775"/>
                    <a:pt x="3735" y="1146"/>
                    <a:pt x="3735" y="1146"/>
                  </a:cubicBezTo>
                  <a:cubicBezTo>
                    <a:pt x="3735" y="1146"/>
                    <a:pt x="4992" y="1257"/>
                    <a:pt x="5916" y="1257"/>
                  </a:cubicBezTo>
                  <a:cubicBezTo>
                    <a:pt x="6840" y="1257"/>
                    <a:pt x="6545" y="444"/>
                    <a:pt x="5805" y="333"/>
                  </a:cubicBezTo>
                  <a:cubicBezTo>
                    <a:pt x="5103" y="222"/>
                    <a:pt x="1665" y="0"/>
                    <a:pt x="166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51"/>
            <p:cNvSpPr/>
            <p:nvPr/>
          </p:nvSpPr>
          <p:spPr>
            <a:xfrm>
              <a:off x="2296500" y="3507250"/>
              <a:ext cx="177475" cy="64725"/>
            </a:xfrm>
            <a:custGeom>
              <a:avLst/>
              <a:gdLst/>
              <a:ahLst/>
              <a:cxnLst/>
              <a:rect l="l" t="t" r="r" b="b"/>
              <a:pathLst>
                <a:path w="7099" h="2589" extrusionOk="0">
                  <a:moveTo>
                    <a:pt x="1997" y="0"/>
                  </a:moveTo>
                  <a:cubicBezTo>
                    <a:pt x="1812" y="0"/>
                    <a:pt x="1664" y="111"/>
                    <a:pt x="1664" y="296"/>
                  </a:cubicBezTo>
                  <a:cubicBezTo>
                    <a:pt x="1664" y="444"/>
                    <a:pt x="1775" y="592"/>
                    <a:pt x="1960" y="629"/>
                  </a:cubicBezTo>
                  <a:cubicBezTo>
                    <a:pt x="1960" y="629"/>
                    <a:pt x="2810" y="666"/>
                    <a:pt x="3734" y="740"/>
                  </a:cubicBezTo>
                  <a:cubicBezTo>
                    <a:pt x="4695" y="814"/>
                    <a:pt x="5731" y="888"/>
                    <a:pt x="6063" y="925"/>
                  </a:cubicBezTo>
                  <a:cubicBezTo>
                    <a:pt x="6211" y="962"/>
                    <a:pt x="6322" y="999"/>
                    <a:pt x="6396" y="1073"/>
                  </a:cubicBezTo>
                  <a:lnTo>
                    <a:pt x="6470" y="1147"/>
                  </a:lnTo>
                  <a:lnTo>
                    <a:pt x="6470" y="1183"/>
                  </a:lnTo>
                  <a:cubicBezTo>
                    <a:pt x="6470" y="1220"/>
                    <a:pt x="6359" y="1257"/>
                    <a:pt x="6211" y="1257"/>
                  </a:cubicBezTo>
                  <a:cubicBezTo>
                    <a:pt x="5768" y="1257"/>
                    <a:pt x="5213" y="1220"/>
                    <a:pt x="4806" y="1183"/>
                  </a:cubicBezTo>
                  <a:cubicBezTo>
                    <a:pt x="4363" y="1183"/>
                    <a:pt x="4067" y="1147"/>
                    <a:pt x="4067" y="1147"/>
                  </a:cubicBezTo>
                  <a:cubicBezTo>
                    <a:pt x="3993" y="1147"/>
                    <a:pt x="3882" y="1147"/>
                    <a:pt x="3845" y="1220"/>
                  </a:cubicBezTo>
                  <a:cubicBezTo>
                    <a:pt x="3808" y="1220"/>
                    <a:pt x="3180" y="1775"/>
                    <a:pt x="1960" y="1849"/>
                  </a:cubicBezTo>
                  <a:cubicBezTo>
                    <a:pt x="1257" y="1923"/>
                    <a:pt x="850" y="1960"/>
                    <a:pt x="629" y="1960"/>
                  </a:cubicBezTo>
                  <a:lnTo>
                    <a:pt x="296" y="1960"/>
                  </a:lnTo>
                  <a:cubicBezTo>
                    <a:pt x="148" y="1960"/>
                    <a:pt x="0" y="2108"/>
                    <a:pt x="0" y="2293"/>
                  </a:cubicBezTo>
                  <a:cubicBezTo>
                    <a:pt x="0" y="2440"/>
                    <a:pt x="148" y="2588"/>
                    <a:pt x="296" y="2588"/>
                  </a:cubicBezTo>
                  <a:cubicBezTo>
                    <a:pt x="333" y="2588"/>
                    <a:pt x="629" y="2588"/>
                    <a:pt x="1997" y="2477"/>
                  </a:cubicBezTo>
                  <a:cubicBezTo>
                    <a:pt x="3158" y="2388"/>
                    <a:pt x="3888" y="1939"/>
                    <a:pt x="4147" y="1748"/>
                  </a:cubicBezTo>
                  <a:lnTo>
                    <a:pt x="4147" y="1748"/>
                  </a:lnTo>
                  <a:cubicBezTo>
                    <a:pt x="4475" y="1775"/>
                    <a:pt x="5429" y="1849"/>
                    <a:pt x="6211" y="1849"/>
                  </a:cubicBezTo>
                  <a:cubicBezTo>
                    <a:pt x="6470" y="1849"/>
                    <a:pt x="6655" y="1812"/>
                    <a:pt x="6840" y="1701"/>
                  </a:cubicBezTo>
                  <a:cubicBezTo>
                    <a:pt x="6988" y="1590"/>
                    <a:pt x="7099" y="1405"/>
                    <a:pt x="7099" y="1220"/>
                  </a:cubicBezTo>
                  <a:cubicBezTo>
                    <a:pt x="7099" y="962"/>
                    <a:pt x="6988" y="777"/>
                    <a:pt x="6803" y="629"/>
                  </a:cubicBezTo>
                  <a:cubicBezTo>
                    <a:pt x="6655" y="481"/>
                    <a:pt x="6433" y="370"/>
                    <a:pt x="6137" y="296"/>
                  </a:cubicBezTo>
                  <a:cubicBezTo>
                    <a:pt x="5768" y="259"/>
                    <a:pt x="4732" y="185"/>
                    <a:pt x="3771" y="111"/>
                  </a:cubicBezTo>
                  <a:cubicBezTo>
                    <a:pt x="2847" y="37"/>
                    <a:pt x="1997" y="0"/>
                    <a:pt x="19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51"/>
            <p:cNvSpPr/>
            <p:nvPr/>
          </p:nvSpPr>
          <p:spPr>
            <a:xfrm>
              <a:off x="1536750" y="3107250"/>
              <a:ext cx="905800" cy="1073350"/>
            </a:xfrm>
            <a:custGeom>
              <a:avLst/>
              <a:gdLst/>
              <a:ahLst/>
              <a:cxnLst/>
              <a:rect l="l" t="t" r="r" b="b"/>
              <a:pathLst>
                <a:path w="36232" h="42934" extrusionOk="0">
                  <a:moveTo>
                    <a:pt x="12856" y="1"/>
                  </a:moveTo>
                  <a:cubicBezTo>
                    <a:pt x="7710" y="1"/>
                    <a:pt x="4615" y="2378"/>
                    <a:pt x="4215" y="7090"/>
                  </a:cubicBezTo>
                  <a:cubicBezTo>
                    <a:pt x="3734" y="12784"/>
                    <a:pt x="2921" y="20881"/>
                    <a:pt x="2440" y="25095"/>
                  </a:cubicBezTo>
                  <a:cubicBezTo>
                    <a:pt x="1923" y="29310"/>
                    <a:pt x="0" y="30419"/>
                    <a:pt x="333" y="34819"/>
                  </a:cubicBezTo>
                  <a:cubicBezTo>
                    <a:pt x="629" y="39181"/>
                    <a:pt x="3069" y="42434"/>
                    <a:pt x="7284" y="42730"/>
                  </a:cubicBezTo>
                  <a:cubicBezTo>
                    <a:pt x="9090" y="42873"/>
                    <a:pt x="10563" y="42934"/>
                    <a:pt x="12094" y="42934"/>
                  </a:cubicBezTo>
                  <a:cubicBezTo>
                    <a:pt x="14135" y="42934"/>
                    <a:pt x="16278" y="42825"/>
                    <a:pt x="19447" y="42656"/>
                  </a:cubicBezTo>
                  <a:cubicBezTo>
                    <a:pt x="24105" y="42398"/>
                    <a:pt x="33754" y="41362"/>
                    <a:pt x="33754" y="41362"/>
                  </a:cubicBezTo>
                  <a:cubicBezTo>
                    <a:pt x="33754" y="41362"/>
                    <a:pt x="35455" y="37591"/>
                    <a:pt x="35603" y="35817"/>
                  </a:cubicBezTo>
                  <a:cubicBezTo>
                    <a:pt x="35751" y="34042"/>
                    <a:pt x="36232" y="28681"/>
                    <a:pt x="35270" y="28681"/>
                  </a:cubicBezTo>
                  <a:cubicBezTo>
                    <a:pt x="34309" y="28681"/>
                    <a:pt x="15713" y="29606"/>
                    <a:pt x="15713" y="29606"/>
                  </a:cubicBezTo>
                  <a:lnTo>
                    <a:pt x="16859" y="22507"/>
                  </a:lnTo>
                  <a:cubicBezTo>
                    <a:pt x="16859" y="22507"/>
                    <a:pt x="20741" y="19882"/>
                    <a:pt x="21074" y="18293"/>
                  </a:cubicBezTo>
                  <a:cubicBezTo>
                    <a:pt x="21369" y="16666"/>
                    <a:pt x="21221" y="9678"/>
                    <a:pt x="20408" y="5944"/>
                  </a:cubicBezTo>
                  <a:cubicBezTo>
                    <a:pt x="19595" y="2247"/>
                    <a:pt x="16193" y="288"/>
                    <a:pt x="16193" y="288"/>
                  </a:cubicBezTo>
                  <a:cubicBezTo>
                    <a:pt x="15002" y="97"/>
                    <a:pt x="13888" y="1"/>
                    <a:pt x="128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51"/>
            <p:cNvSpPr/>
            <p:nvPr/>
          </p:nvSpPr>
          <p:spPr>
            <a:xfrm>
              <a:off x="1535825" y="3099650"/>
              <a:ext cx="904875" cy="1088800"/>
            </a:xfrm>
            <a:custGeom>
              <a:avLst/>
              <a:gdLst/>
              <a:ahLst/>
              <a:cxnLst/>
              <a:rect l="l" t="t" r="r" b="b"/>
              <a:pathLst>
                <a:path w="36195" h="43552" extrusionOk="0">
                  <a:moveTo>
                    <a:pt x="12940" y="629"/>
                  </a:moveTo>
                  <a:cubicBezTo>
                    <a:pt x="13914" y="629"/>
                    <a:pt x="14958" y="699"/>
                    <a:pt x="16106" y="874"/>
                  </a:cubicBezTo>
                  <a:lnTo>
                    <a:pt x="16106" y="874"/>
                  </a:lnTo>
                  <a:lnTo>
                    <a:pt x="16120" y="888"/>
                  </a:lnTo>
                  <a:cubicBezTo>
                    <a:pt x="16267" y="999"/>
                    <a:pt x="17118" y="1516"/>
                    <a:pt x="18005" y="2440"/>
                  </a:cubicBezTo>
                  <a:cubicBezTo>
                    <a:pt x="18855" y="3365"/>
                    <a:pt x="19780" y="4659"/>
                    <a:pt x="20149" y="6322"/>
                  </a:cubicBezTo>
                  <a:cubicBezTo>
                    <a:pt x="20704" y="8836"/>
                    <a:pt x="20926" y="12903"/>
                    <a:pt x="20926" y="15713"/>
                  </a:cubicBezTo>
                  <a:cubicBezTo>
                    <a:pt x="20926" y="17007"/>
                    <a:pt x="20889" y="18042"/>
                    <a:pt x="20778" y="18523"/>
                  </a:cubicBezTo>
                  <a:cubicBezTo>
                    <a:pt x="20741" y="18818"/>
                    <a:pt x="20445" y="19262"/>
                    <a:pt x="20075" y="19706"/>
                  </a:cubicBezTo>
                  <a:cubicBezTo>
                    <a:pt x="19484" y="20408"/>
                    <a:pt x="18634" y="21111"/>
                    <a:pt x="17931" y="21628"/>
                  </a:cubicBezTo>
                  <a:cubicBezTo>
                    <a:pt x="17598" y="21924"/>
                    <a:pt x="17303" y="22146"/>
                    <a:pt x="17081" y="22294"/>
                  </a:cubicBezTo>
                  <a:cubicBezTo>
                    <a:pt x="16859" y="22442"/>
                    <a:pt x="16711" y="22552"/>
                    <a:pt x="16711" y="22552"/>
                  </a:cubicBezTo>
                  <a:cubicBezTo>
                    <a:pt x="16637" y="22589"/>
                    <a:pt x="16600" y="22663"/>
                    <a:pt x="16563" y="22737"/>
                  </a:cubicBezTo>
                  <a:lnTo>
                    <a:pt x="15454" y="29873"/>
                  </a:lnTo>
                  <a:cubicBezTo>
                    <a:pt x="15417" y="29984"/>
                    <a:pt x="15454" y="30058"/>
                    <a:pt x="15528" y="30131"/>
                  </a:cubicBezTo>
                  <a:cubicBezTo>
                    <a:pt x="15565" y="30205"/>
                    <a:pt x="15676" y="30242"/>
                    <a:pt x="15750" y="30242"/>
                  </a:cubicBezTo>
                  <a:cubicBezTo>
                    <a:pt x="15750" y="30242"/>
                    <a:pt x="16933" y="30168"/>
                    <a:pt x="18671" y="30094"/>
                  </a:cubicBezTo>
                  <a:cubicBezTo>
                    <a:pt x="21332" y="29947"/>
                    <a:pt x="25288" y="29762"/>
                    <a:pt x="28727" y="29614"/>
                  </a:cubicBezTo>
                  <a:cubicBezTo>
                    <a:pt x="30427" y="29503"/>
                    <a:pt x="31980" y="29429"/>
                    <a:pt x="33163" y="29392"/>
                  </a:cubicBezTo>
                  <a:cubicBezTo>
                    <a:pt x="34280" y="29357"/>
                    <a:pt x="35068" y="29322"/>
                    <a:pt x="35276" y="29318"/>
                  </a:cubicBezTo>
                  <a:lnTo>
                    <a:pt x="35276" y="29318"/>
                  </a:lnTo>
                  <a:cubicBezTo>
                    <a:pt x="35311" y="29322"/>
                    <a:pt x="35346" y="29361"/>
                    <a:pt x="35381" y="29466"/>
                  </a:cubicBezTo>
                  <a:cubicBezTo>
                    <a:pt x="35455" y="29651"/>
                    <a:pt x="35529" y="29984"/>
                    <a:pt x="35529" y="30316"/>
                  </a:cubicBezTo>
                  <a:cubicBezTo>
                    <a:pt x="35566" y="30686"/>
                    <a:pt x="35603" y="31130"/>
                    <a:pt x="35603" y="31573"/>
                  </a:cubicBezTo>
                  <a:cubicBezTo>
                    <a:pt x="35603" y="33200"/>
                    <a:pt x="35418" y="35159"/>
                    <a:pt x="35344" y="36121"/>
                  </a:cubicBezTo>
                  <a:cubicBezTo>
                    <a:pt x="35270" y="36934"/>
                    <a:pt x="34790" y="38302"/>
                    <a:pt x="34383" y="39448"/>
                  </a:cubicBezTo>
                  <a:cubicBezTo>
                    <a:pt x="34161" y="40040"/>
                    <a:pt x="33939" y="40557"/>
                    <a:pt x="33755" y="40927"/>
                  </a:cubicBezTo>
                  <a:cubicBezTo>
                    <a:pt x="33681" y="41129"/>
                    <a:pt x="33617" y="41286"/>
                    <a:pt x="33570" y="41392"/>
                  </a:cubicBezTo>
                  <a:lnTo>
                    <a:pt x="33570" y="41392"/>
                  </a:lnTo>
                  <a:cubicBezTo>
                    <a:pt x="33323" y="41419"/>
                    <a:pt x="32836" y="41469"/>
                    <a:pt x="32165" y="41518"/>
                  </a:cubicBezTo>
                  <a:cubicBezTo>
                    <a:pt x="29244" y="41851"/>
                    <a:pt x="22959" y="42443"/>
                    <a:pt x="19484" y="42628"/>
                  </a:cubicBezTo>
                  <a:cubicBezTo>
                    <a:pt x="16230" y="42812"/>
                    <a:pt x="14049" y="42923"/>
                    <a:pt x="11979" y="42923"/>
                  </a:cubicBezTo>
                  <a:cubicBezTo>
                    <a:pt x="10500" y="42923"/>
                    <a:pt x="9095" y="42886"/>
                    <a:pt x="7358" y="42738"/>
                  </a:cubicBezTo>
                  <a:cubicBezTo>
                    <a:pt x="5324" y="42591"/>
                    <a:pt x="3734" y="41740"/>
                    <a:pt x="2625" y="40409"/>
                  </a:cubicBezTo>
                  <a:cubicBezTo>
                    <a:pt x="1479" y="39078"/>
                    <a:pt x="814" y="37230"/>
                    <a:pt x="666" y="35086"/>
                  </a:cubicBezTo>
                  <a:cubicBezTo>
                    <a:pt x="629" y="34753"/>
                    <a:pt x="629" y="34457"/>
                    <a:pt x="629" y="34161"/>
                  </a:cubicBezTo>
                  <a:cubicBezTo>
                    <a:pt x="629" y="32387"/>
                    <a:pt x="1036" y="31241"/>
                    <a:pt x="1516" y="29984"/>
                  </a:cubicBezTo>
                  <a:cubicBezTo>
                    <a:pt x="1997" y="28727"/>
                    <a:pt x="2551" y="27396"/>
                    <a:pt x="2773" y="25436"/>
                  </a:cubicBezTo>
                  <a:cubicBezTo>
                    <a:pt x="3254" y="21222"/>
                    <a:pt x="4067" y="13088"/>
                    <a:pt x="4548" y="7431"/>
                  </a:cubicBezTo>
                  <a:cubicBezTo>
                    <a:pt x="4733" y="5102"/>
                    <a:pt x="5583" y="3439"/>
                    <a:pt x="6988" y="2329"/>
                  </a:cubicBezTo>
                  <a:cubicBezTo>
                    <a:pt x="8393" y="1183"/>
                    <a:pt x="10389" y="629"/>
                    <a:pt x="12940" y="629"/>
                  </a:cubicBezTo>
                  <a:close/>
                  <a:moveTo>
                    <a:pt x="12940" y="0"/>
                  </a:moveTo>
                  <a:cubicBezTo>
                    <a:pt x="10315" y="0"/>
                    <a:pt x="8171" y="592"/>
                    <a:pt x="6618" y="1849"/>
                  </a:cubicBezTo>
                  <a:cubicBezTo>
                    <a:pt x="5065" y="3069"/>
                    <a:pt x="4141" y="4954"/>
                    <a:pt x="3919" y="7358"/>
                  </a:cubicBezTo>
                  <a:cubicBezTo>
                    <a:pt x="3439" y="13051"/>
                    <a:pt x="2625" y="21148"/>
                    <a:pt x="2145" y="25362"/>
                  </a:cubicBezTo>
                  <a:cubicBezTo>
                    <a:pt x="1923" y="27248"/>
                    <a:pt x="1405" y="28505"/>
                    <a:pt x="925" y="29762"/>
                  </a:cubicBezTo>
                  <a:cubicBezTo>
                    <a:pt x="444" y="31019"/>
                    <a:pt x="0" y="32313"/>
                    <a:pt x="0" y="34161"/>
                  </a:cubicBezTo>
                  <a:cubicBezTo>
                    <a:pt x="0" y="34457"/>
                    <a:pt x="37" y="34790"/>
                    <a:pt x="37" y="35123"/>
                  </a:cubicBezTo>
                  <a:cubicBezTo>
                    <a:pt x="222" y="37378"/>
                    <a:pt x="925" y="39337"/>
                    <a:pt x="2145" y="40779"/>
                  </a:cubicBezTo>
                  <a:cubicBezTo>
                    <a:pt x="3365" y="42258"/>
                    <a:pt x="5102" y="43182"/>
                    <a:pt x="7284" y="43367"/>
                  </a:cubicBezTo>
                  <a:cubicBezTo>
                    <a:pt x="9058" y="43478"/>
                    <a:pt x="10500" y="43552"/>
                    <a:pt x="11979" y="43552"/>
                  </a:cubicBezTo>
                  <a:cubicBezTo>
                    <a:pt x="14086" y="43552"/>
                    <a:pt x="16267" y="43441"/>
                    <a:pt x="19521" y="43256"/>
                  </a:cubicBezTo>
                  <a:cubicBezTo>
                    <a:pt x="24179" y="42997"/>
                    <a:pt x="33828" y="41999"/>
                    <a:pt x="33828" y="41999"/>
                  </a:cubicBezTo>
                  <a:cubicBezTo>
                    <a:pt x="33939" y="41962"/>
                    <a:pt x="34013" y="41888"/>
                    <a:pt x="34087" y="41814"/>
                  </a:cubicBezTo>
                  <a:cubicBezTo>
                    <a:pt x="34087" y="41814"/>
                    <a:pt x="34494" y="40853"/>
                    <a:pt x="34938" y="39670"/>
                  </a:cubicBezTo>
                  <a:cubicBezTo>
                    <a:pt x="35381" y="38487"/>
                    <a:pt x="35862" y="37119"/>
                    <a:pt x="35936" y="36158"/>
                  </a:cubicBezTo>
                  <a:cubicBezTo>
                    <a:pt x="36047" y="35196"/>
                    <a:pt x="36195" y="33237"/>
                    <a:pt x="36195" y="31573"/>
                  </a:cubicBezTo>
                  <a:cubicBezTo>
                    <a:pt x="36195" y="30871"/>
                    <a:pt x="36195" y="30205"/>
                    <a:pt x="36084" y="29688"/>
                  </a:cubicBezTo>
                  <a:cubicBezTo>
                    <a:pt x="36047" y="29466"/>
                    <a:pt x="35973" y="29244"/>
                    <a:pt x="35862" y="29059"/>
                  </a:cubicBezTo>
                  <a:cubicBezTo>
                    <a:pt x="35825" y="28948"/>
                    <a:pt x="35751" y="28874"/>
                    <a:pt x="35640" y="28801"/>
                  </a:cubicBezTo>
                  <a:cubicBezTo>
                    <a:pt x="35566" y="28727"/>
                    <a:pt x="35455" y="28690"/>
                    <a:pt x="35307" y="28690"/>
                  </a:cubicBezTo>
                  <a:cubicBezTo>
                    <a:pt x="35048" y="28690"/>
                    <a:pt x="33718" y="28764"/>
                    <a:pt x="31832" y="28837"/>
                  </a:cubicBezTo>
                  <a:cubicBezTo>
                    <a:pt x="26798" y="29068"/>
                    <a:pt x="17985" y="29503"/>
                    <a:pt x="16108" y="29596"/>
                  </a:cubicBezTo>
                  <a:lnTo>
                    <a:pt x="16108" y="29596"/>
                  </a:lnTo>
                  <a:lnTo>
                    <a:pt x="17176" y="22948"/>
                  </a:lnTo>
                  <a:lnTo>
                    <a:pt x="17176" y="22948"/>
                  </a:lnTo>
                  <a:cubicBezTo>
                    <a:pt x="17480" y="22747"/>
                    <a:pt x="18267" y="22211"/>
                    <a:pt x="19077" y="21517"/>
                  </a:cubicBezTo>
                  <a:cubicBezTo>
                    <a:pt x="19595" y="21111"/>
                    <a:pt x="20112" y="20630"/>
                    <a:pt x="20519" y="20112"/>
                  </a:cubicBezTo>
                  <a:cubicBezTo>
                    <a:pt x="20963" y="19632"/>
                    <a:pt x="21295" y="19151"/>
                    <a:pt x="21406" y="18634"/>
                  </a:cubicBezTo>
                  <a:cubicBezTo>
                    <a:pt x="21517" y="18079"/>
                    <a:pt x="21554" y="17044"/>
                    <a:pt x="21554" y="15713"/>
                  </a:cubicBezTo>
                  <a:cubicBezTo>
                    <a:pt x="21554" y="12866"/>
                    <a:pt x="21295" y="8799"/>
                    <a:pt x="20741" y="6211"/>
                  </a:cubicBezTo>
                  <a:cubicBezTo>
                    <a:pt x="20334" y="4252"/>
                    <a:pt x="19225" y="2810"/>
                    <a:pt x="18264" y="1812"/>
                  </a:cubicBezTo>
                  <a:cubicBezTo>
                    <a:pt x="17266" y="851"/>
                    <a:pt x="16415" y="333"/>
                    <a:pt x="16378" y="333"/>
                  </a:cubicBezTo>
                  <a:lnTo>
                    <a:pt x="16267" y="296"/>
                  </a:lnTo>
                  <a:cubicBezTo>
                    <a:pt x="15084" y="111"/>
                    <a:pt x="13975" y="0"/>
                    <a:pt x="1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51"/>
            <p:cNvSpPr/>
            <p:nvPr/>
          </p:nvSpPr>
          <p:spPr>
            <a:xfrm>
              <a:off x="2022900" y="2863875"/>
              <a:ext cx="279150" cy="311575"/>
            </a:xfrm>
            <a:custGeom>
              <a:avLst/>
              <a:gdLst/>
              <a:ahLst/>
              <a:cxnLst/>
              <a:rect l="l" t="t" r="r" b="b"/>
              <a:pathLst>
                <a:path w="11166" h="12463" extrusionOk="0">
                  <a:moveTo>
                    <a:pt x="8878" y="1"/>
                  </a:moveTo>
                  <a:cubicBezTo>
                    <a:pt x="8592" y="1"/>
                    <a:pt x="8271" y="46"/>
                    <a:pt x="7913" y="152"/>
                  </a:cubicBezTo>
                  <a:cubicBezTo>
                    <a:pt x="5177" y="965"/>
                    <a:pt x="1" y="8396"/>
                    <a:pt x="1" y="8396"/>
                  </a:cubicBezTo>
                  <a:cubicBezTo>
                    <a:pt x="1" y="8396"/>
                    <a:pt x="1775" y="12463"/>
                    <a:pt x="2737" y="12463"/>
                  </a:cubicBezTo>
                  <a:cubicBezTo>
                    <a:pt x="3735" y="12463"/>
                    <a:pt x="7765" y="10836"/>
                    <a:pt x="9244" y="8248"/>
                  </a:cubicBezTo>
                  <a:cubicBezTo>
                    <a:pt x="10685" y="5660"/>
                    <a:pt x="11166" y="2074"/>
                    <a:pt x="11166" y="2074"/>
                  </a:cubicBezTo>
                  <a:cubicBezTo>
                    <a:pt x="11166" y="2074"/>
                    <a:pt x="10802" y="1"/>
                    <a:pt x="8878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51"/>
            <p:cNvSpPr/>
            <p:nvPr/>
          </p:nvSpPr>
          <p:spPr>
            <a:xfrm>
              <a:off x="2014600" y="2855650"/>
              <a:ext cx="294850" cy="327200"/>
            </a:xfrm>
            <a:custGeom>
              <a:avLst/>
              <a:gdLst/>
              <a:ahLst/>
              <a:cxnLst/>
              <a:rect l="l" t="t" r="r" b="b"/>
              <a:pathLst>
                <a:path w="11794" h="13088" extrusionOk="0">
                  <a:moveTo>
                    <a:pt x="9206" y="629"/>
                  </a:moveTo>
                  <a:cubicBezTo>
                    <a:pt x="9649" y="629"/>
                    <a:pt x="9945" y="739"/>
                    <a:pt x="10204" y="924"/>
                  </a:cubicBezTo>
                  <a:cubicBezTo>
                    <a:pt x="10611" y="1146"/>
                    <a:pt x="10869" y="1553"/>
                    <a:pt x="11017" y="1886"/>
                  </a:cubicBezTo>
                  <a:cubicBezTo>
                    <a:pt x="11091" y="2033"/>
                    <a:pt x="11128" y="2181"/>
                    <a:pt x="11165" y="2292"/>
                  </a:cubicBezTo>
                  <a:lnTo>
                    <a:pt x="11197" y="2418"/>
                  </a:lnTo>
                  <a:lnTo>
                    <a:pt x="11197" y="2418"/>
                  </a:lnTo>
                  <a:cubicBezTo>
                    <a:pt x="11192" y="2445"/>
                    <a:pt x="11183" y="2479"/>
                    <a:pt x="11165" y="2514"/>
                  </a:cubicBezTo>
                  <a:cubicBezTo>
                    <a:pt x="11054" y="3217"/>
                    <a:pt x="10537" y="6211"/>
                    <a:pt x="9280" y="8429"/>
                  </a:cubicBezTo>
                  <a:cubicBezTo>
                    <a:pt x="8614" y="9649"/>
                    <a:pt x="7283" y="10685"/>
                    <a:pt x="5989" y="11387"/>
                  </a:cubicBezTo>
                  <a:cubicBezTo>
                    <a:pt x="5361" y="11757"/>
                    <a:pt x="4695" y="12016"/>
                    <a:pt x="4178" y="12200"/>
                  </a:cubicBezTo>
                  <a:cubicBezTo>
                    <a:pt x="3660" y="12385"/>
                    <a:pt x="3254" y="12496"/>
                    <a:pt x="3069" y="12496"/>
                  </a:cubicBezTo>
                  <a:cubicBezTo>
                    <a:pt x="3069" y="12496"/>
                    <a:pt x="2995" y="12459"/>
                    <a:pt x="2884" y="12385"/>
                  </a:cubicBezTo>
                  <a:cubicBezTo>
                    <a:pt x="2662" y="12200"/>
                    <a:pt x="2403" y="11905"/>
                    <a:pt x="2144" y="11498"/>
                  </a:cubicBezTo>
                  <a:cubicBezTo>
                    <a:pt x="1775" y="10943"/>
                    <a:pt x="1368" y="10204"/>
                    <a:pt x="1072" y="9612"/>
                  </a:cubicBezTo>
                  <a:cubicBezTo>
                    <a:pt x="924" y="9317"/>
                    <a:pt x="813" y="9095"/>
                    <a:pt x="740" y="8910"/>
                  </a:cubicBezTo>
                  <a:cubicBezTo>
                    <a:pt x="719" y="8860"/>
                    <a:pt x="699" y="8815"/>
                    <a:pt x="681" y="8776"/>
                  </a:cubicBezTo>
                  <a:lnTo>
                    <a:pt x="681" y="8776"/>
                  </a:lnTo>
                  <a:cubicBezTo>
                    <a:pt x="715" y="8725"/>
                    <a:pt x="759" y="8659"/>
                    <a:pt x="813" y="8577"/>
                  </a:cubicBezTo>
                  <a:cubicBezTo>
                    <a:pt x="1294" y="7875"/>
                    <a:pt x="2625" y="6063"/>
                    <a:pt x="4104" y="4363"/>
                  </a:cubicBezTo>
                  <a:cubicBezTo>
                    <a:pt x="4880" y="3512"/>
                    <a:pt x="5657" y="2699"/>
                    <a:pt x="6396" y="2033"/>
                  </a:cubicBezTo>
                  <a:cubicBezTo>
                    <a:pt x="7135" y="1405"/>
                    <a:pt x="7838" y="924"/>
                    <a:pt x="8355" y="776"/>
                  </a:cubicBezTo>
                  <a:cubicBezTo>
                    <a:pt x="8688" y="666"/>
                    <a:pt x="8947" y="629"/>
                    <a:pt x="9206" y="629"/>
                  </a:cubicBezTo>
                  <a:close/>
                  <a:moveTo>
                    <a:pt x="9206" y="0"/>
                  </a:moveTo>
                  <a:cubicBezTo>
                    <a:pt x="8910" y="0"/>
                    <a:pt x="8540" y="74"/>
                    <a:pt x="8171" y="185"/>
                  </a:cubicBezTo>
                  <a:cubicBezTo>
                    <a:pt x="7394" y="407"/>
                    <a:pt x="6544" y="1072"/>
                    <a:pt x="5657" y="1886"/>
                  </a:cubicBezTo>
                  <a:cubicBezTo>
                    <a:pt x="2995" y="4363"/>
                    <a:pt x="74" y="8540"/>
                    <a:pt x="74" y="8577"/>
                  </a:cubicBezTo>
                  <a:cubicBezTo>
                    <a:pt x="0" y="8651"/>
                    <a:pt x="0" y="8762"/>
                    <a:pt x="37" y="8873"/>
                  </a:cubicBezTo>
                  <a:cubicBezTo>
                    <a:pt x="37" y="8873"/>
                    <a:pt x="481" y="9871"/>
                    <a:pt x="1072" y="10906"/>
                  </a:cubicBezTo>
                  <a:cubicBezTo>
                    <a:pt x="1368" y="11424"/>
                    <a:pt x="1664" y="11942"/>
                    <a:pt x="1997" y="12348"/>
                  </a:cubicBezTo>
                  <a:cubicBezTo>
                    <a:pt x="2144" y="12533"/>
                    <a:pt x="2329" y="12718"/>
                    <a:pt x="2477" y="12866"/>
                  </a:cubicBezTo>
                  <a:cubicBezTo>
                    <a:pt x="2662" y="12977"/>
                    <a:pt x="2847" y="13088"/>
                    <a:pt x="3069" y="13088"/>
                  </a:cubicBezTo>
                  <a:cubicBezTo>
                    <a:pt x="3401" y="13088"/>
                    <a:pt x="3845" y="12977"/>
                    <a:pt x="4400" y="12792"/>
                  </a:cubicBezTo>
                  <a:cubicBezTo>
                    <a:pt x="5250" y="12496"/>
                    <a:pt x="6285" y="11979"/>
                    <a:pt x="7283" y="11313"/>
                  </a:cubicBezTo>
                  <a:cubicBezTo>
                    <a:pt x="8282" y="10611"/>
                    <a:pt x="9243" y="9760"/>
                    <a:pt x="9834" y="8725"/>
                  </a:cubicBezTo>
                  <a:cubicBezTo>
                    <a:pt x="11313" y="6063"/>
                    <a:pt x="11794" y="2477"/>
                    <a:pt x="11794" y="2440"/>
                  </a:cubicBezTo>
                  <a:lnTo>
                    <a:pt x="11794" y="2366"/>
                  </a:lnTo>
                  <a:cubicBezTo>
                    <a:pt x="11794" y="2329"/>
                    <a:pt x="11720" y="1775"/>
                    <a:pt x="11350" y="1220"/>
                  </a:cubicBezTo>
                  <a:cubicBezTo>
                    <a:pt x="11165" y="924"/>
                    <a:pt x="10906" y="629"/>
                    <a:pt x="10537" y="407"/>
                  </a:cubicBezTo>
                  <a:cubicBezTo>
                    <a:pt x="10204" y="148"/>
                    <a:pt x="9760" y="0"/>
                    <a:pt x="9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51"/>
            <p:cNvSpPr/>
            <p:nvPr/>
          </p:nvSpPr>
          <p:spPr>
            <a:xfrm>
              <a:off x="1440650" y="2636575"/>
              <a:ext cx="1007450" cy="899975"/>
            </a:xfrm>
            <a:custGeom>
              <a:avLst/>
              <a:gdLst/>
              <a:ahLst/>
              <a:cxnLst/>
              <a:rect l="l" t="t" r="r" b="b"/>
              <a:pathLst>
                <a:path w="40298" h="35999" extrusionOk="0">
                  <a:moveTo>
                    <a:pt x="25818" y="0"/>
                  </a:moveTo>
                  <a:cubicBezTo>
                    <a:pt x="24898" y="0"/>
                    <a:pt x="23943" y="132"/>
                    <a:pt x="22958" y="482"/>
                  </a:cubicBezTo>
                  <a:cubicBezTo>
                    <a:pt x="18891" y="1960"/>
                    <a:pt x="18891" y="6471"/>
                    <a:pt x="18743" y="9392"/>
                  </a:cubicBezTo>
                  <a:cubicBezTo>
                    <a:pt x="18596" y="12312"/>
                    <a:pt x="18411" y="13126"/>
                    <a:pt x="12089" y="15381"/>
                  </a:cubicBezTo>
                  <a:cubicBezTo>
                    <a:pt x="5767" y="17673"/>
                    <a:pt x="2070" y="21703"/>
                    <a:pt x="924" y="27544"/>
                  </a:cubicBezTo>
                  <a:cubicBezTo>
                    <a:pt x="0" y="32252"/>
                    <a:pt x="3927" y="35999"/>
                    <a:pt x="8040" y="35999"/>
                  </a:cubicBezTo>
                  <a:cubicBezTo>
                    <a:pt x="9031" y="35999"/>
                    <a:pt x="10033" y="35782"/>
                    <a:pt x="10980" y="35308"/>
                  </a:cubicBezTo>
                  <a:cubicBezTo>
                    <a:pt x="15823" y="32905"/>
                    <a:pt x="15823" y="21703"/>
                    <a:pt x="19409" y="20409"/>
                  </a:cubicBezTo>
                  <a:cubicBezTo>
                    <a:pt x="22958" y="19115"/>
                    <a:pt x="27653" y="18967"/>
                    <a:pt x="29428" y="14087"/>
                  </a:cubicBezTo>
                  <a:cubicBezTo>
                    <a:pt x="29428" y="14087"/>
                    <a:pt x="29280" y="12978"/>
                    <a:pt x="33014" y="12978"/>
                  </a:cubicBezTo>
                  <a:cubicBezTo>
                    <a:pt x="36711" y="12978"/>
                    <a:pt x="39632" y="9392"/>
                    <a:pt x="39965" y="5510"/>
                  </a:cubicBezTo>
                  <a:cubicBezTo>
                    <a:pt x="40297" y="1628"/>
                    <a:pt x="36083" y="1295"/>
                    <a:pt x="33310" y="1295"/>
                  </a:cubicBezTo>
                  <a:cubicBezTo>
                    <a:pt x="31237" y="1295"/>
                    <a:pt x="28697" y="0"/>
                    <a:pt x="258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51"/>
            <p:cNvSpPr/>
            <p:nvPr/>
          </p:nvSpPr>
          <p:spPr>
            <a:xfrm>
              <a:off x="1452650" y="2629200"/>
              <a:ext cx="995450" cy="915050"/>
            </a:xfrm>
            <a:custGeom>
              <a:avLst/>
              <a:gdLst/>
              <a:ahLst/>
              <a:cxnLst/>
              <a:rect l="l" t="t" r="r" b="b"/>
              <a:pathLst>
                <a:path w="39818" h="36602" extrusionOk="0">
                  <a:moveTo>
                    <a:pt x="25325" y="592"/>
                  </a:moveTo>
                  <a:cubicBezTo>
                    <a:pt x="26730" y="592"/>
                    <a:pt x="28061" y="925"/>
                    <a:pt x="29318" y="1257"/>
                  </a:cubicBezTo>
                  <a:cubicBezTo>
                    <a:pt x="30575" y="1553"/>
                    <a:pt x="31758" y="1886"/>
                    <a:pt x="32830" y="1886"/>
                  </a:cubicBezTo>
                  <a:cubicBezTo>
                    <a:pt x="34161" y="1886"/>
                    <a:pt x="35788" y="1960"/>
                    <a:pt x="37045" y="2477"/>
                  </a:cubicBezTo>
                  <a:cubicBezTo>
                    <a:pt x="37710" y="2699"/>
                    <a:pt x="38228" y="3032"/>
                    <a:pt x="38597" y="3512"/>
                  </a:cubicBezTo>
                  <a:cubicBezTo>
                    <a:pt x="38967" y="3993"/>
                    <a:pt x="39189" y="4585"/>
                    <a:pt x="39189" y="5398"/>
                  </a:cubicBezTo>
                  <a:cubicBezTo>
                    <a:pt x="39189" y="5509"/>
                    <a:pt x="39189" y="5657"/>
                    <a:pt x="39189" y="5768"/>
                  </a:cubicBezTo>
                  <a:cubicBezTo>
                    <a:pt x="39041" y="7653"/>
                    <a:pt x="38228" y="9465"/>
                    <a:pt x="37045" y="10796"/>
                  </a:cubicBezTo>
                  <a:cubicBezTo>
                    <a:pt x="35861" y="12090"/>
                    <a:pt x="34272" y="12940"/>
                    <a:pt x="32534" y="12940"/>
                  </a:cubicBezTo>
                  <a:cubicBezTo>
                    <a:pt x="30797" y="12940"/>
                    <a:pt x="29835" y="13199"/>
                    <a:pt x="29318" y="13495"/>
                  </a:cubicBezTo>
                  <a:cubicBezTo>
                    <a:pt x="29022" y="13642"/>
                    <a:pt x="28874" y="13827"/>
                    <a:pt x="28763" y="13975"/>
                  </a:cubicBezTo>
                  <a:cubicBezTo>
                    <a:pt x="28686" y="14078"/>
                    <a:pt x="28662" y="14181"/>
                    <a:pt x="28655" y="14272"/>
                  </a:cubicBezTo>
                  <a:lnTo>
                    <a:pt x="28652" y="14271"/>
                  </a:lnTo>
                  <a:cubicBezTo>
                    <a:pt x="27802" y="16637"/>
                    <a:pt x="26286" y="17820"/>
                    <a:pt x="24475" y="18597"/>
                  </a:cubicBezTo>
                  <a:cubicBezTo>
                    <a:pt x="22700" y="19410"/>
                    <a:pt x="20630" y="19743"/>
                    <a:pt x="18818" y="20408"/>
                  </a:cubicBezTo>
                  <a:cubicBezTo>
                    <a:pt x="18300" y="20593"/>
                    <a:pt x="17857" y="20963"/>
                    <a:pt x="17487" y="21443"/>
                  </a:cubicBezTo>
                  <a:cubicBezTo>
                    <a:pt x="16822" y="22257"/>
                    <a:pt x="16341" y="23403"/>
                    <a:pt x="15860" y="24697"/>
                  </a:cubicBezTo>
                  <a:cubicBezTo>
                    <a:pt x="15158" y="26656"/>
                    <a:pt x="14566" y="28948"/>
                    <a:pt x="13716" y="30945"/>
                  </a:cubicBezTo>
                  <a:cubicBezTo>
                    <a:pt x="12866" y="32941"/>
                    <a:pt x="11831" y="34605"/>
                    <a:pt x="10352" y="35344"/>
                  </a:cubicBezTo>
                  <a:cubicBezTo>
                    <a:pt x="9464" y="35788"/>
                    <a:pt x="8503" y="36010"/>
                    <a:pt x="7579" y="36010"/>
                  </a:cubicBezTo>
                  <a:cubicBezTo>
                    <a:pt x="5804" y="36010"/>
                    <a:pt x="4067" y="35270"/>
                    <a:pt x="2773" y="34050"/>
                  </a:cubicBezTo>
                  <a:cubicBezTo>
                    <a:pt x="1479" y="32830"/>
                    <a:pt x="629" y="31130"/>
                    <a:pt x="629" y="29207"/>
                  </a:cubicBezTo>
                  <a:cubicBezTo>
                    <a:pt x="629" y="28800"/>
                    <a:pt x="665" y="28357"/>
                    <a:pt x="739" y="27913"/>
                  </a:cubicBezTo>
                  <a:cubicBezTo>
                    <a:pt x="1294" y="25029"/>
                    <a:pt x="2477" y="22626"/>
                    <a:pt x="4326" y="20630"/>
                  </a:cubicBezTo>
                  <a:cubicBezTo>
                    <a:pt x="6137" y="18670"/>
                    <a:pt x="8614" y="17081"/>
                    <a:pt x="11720" y="15972"/>
                  </a:cubicBezTo>
                  <a:cubicBezTo>
                    <a:pt x="14899" y="14825"/>
                    <a:pt x="16526" y="14086"/>
                    <a:pt x="17487" y="13162"/>
                  </a:cubicBezTo>
                  <a:cubicBezTo>
                    <a:pt x="17931" y="12681"/>
                    <a:pt x="18190" y="12164"/>
                    <a:pt x="18337" y="11609"/>
                  </a:cubicBezTo>
                  <a:cubicBezTo>
                    <a:pt x="18485" y="11054"/>
                    <a:pt x="18522" y="10426"/>
                    <a:pt x="18559" y="9724"/>
                  </a:cubicBezTo>
                  <a:cubicBezTo>
                    <a:pt x="18633" y="8245"/>
                    <a:pt x="18707" y="6396"/>
                    <a:pt x="19188" y="4769"/>
                  </a:cubicBezTo>
                  <a:cubicBezTo>
                    <a:pt x="19705" y="3143"/>
                    <a:pt x="20667" y="1775"/>
                    <a:pt x="22589" y="1072"/>
                  </a:cubicBezTo>
                  <a:cubicBezTo>
                    <a:pt x="23513" y="740"/>
                    <a:pt x="24438" y="592"/>
                    <a:pt x="25325" y="592"/>
                  </a:cubicBezTo>
                  <a:close/>
                  <a:moveTo>
                    <a:pt x="25325" y="0"/>
                  </a:moveTo>
                  <a:cubicBezTo>
                    <a:pt x="24401" y="0"/>
                    <a:pt x="23402" y="111"/>
                    <a:pt x="22367" y="481"/>
                  </a:cubicBezTo>
                  <a:cubicBezTo>
                    <a:pt x="20260" y="1257"/>
                    <a:pt x="19151" y="2847"/>
                    <a:pt x="18633" y="4585"/>
                  </a:cubicBezTo>
                  <a:cubicBezTo>
                    <a:pt x="18079" y="6322"/>
                    <a:pt x="18042" y="8208"/>
                    <a:pt x="17968" y="9687"/>
                  </a:cubicBezTo>
                  <a:cubicBezTo>
                    <a:pt x="17931" y="10389"/>
                    <a:pt x="17857" y="10981"/>
                    <a:pt x="17746" y="11461"/>
                  </a:cubicBezTo>
                  <a:cubicBezTo>
                    <a:pt x="17561" y="12164"/>
                    <a:pt x="17191" y="12681"/>
                    <a:pt x="16304" y="13310"/>
                  </a:cubicBezTo>
                  <a:cubicBezTo>
                    <a:pt x="15380" y="13901"/>
                    <a:pt x="13864" y="14567"/>
                    <a:pt x="11535" y="15380"/>
                  </a:cubicBezTo>
                  <a:cubicBezTo>
                    <a:pt x="8318" y="16526"/>
                    <a:pt x="5767" y="18153"/>
                    <a:pt x="3845" y="20223"/>
                  </a:cubicBezTo>
                  <a:cubicBezTo>
                    <a:pt x="1959" y="22294"/>
                    <a:pt x="702" y="24808"/>
                    <a:pt x="148" y="27765"/>
                  </a:cubicBezTo>
                  <a:cubicBezTo>
                    <a:pt x="37" y="28283"/>
                    <a:pt x="0" y="28726"/>
                    <a:pt x="0" y="29207"/>
                  </a:cubicBezTo>
                  <a:cubicBezTo>
                    <a:pt x="0" y="31314"/>
                    <a:pt x="924" y="33163"/>
                    <a:pt x="2329" y="34494"/>
                  </a:cubicBezTo>
                  <a:cubicBezTo>
                    <a:pt x="3734" y="35825"/>
                    <a:pt x="5620" y="36601"/>
                    <a:pt x="7579" y="36601"/>
                  </a:cubicBezTo>
                  <a:cubicBezTo>
                    <a:pt x="8614" y="36601"/>
                    <a:pt x="9649" y="36379"/>
                    <a:pt x="10611" y="35899"/>
                  </a:cubicBezTo>
                  <a:cubicBezTo>
                    <a:pt x="11942" y="35233"/>
                    <a:pt x="12866" y="34013"/>
                    <a:pt x="13642" y="32571"/>
                  </a:cubicBezTo>
                  <a:cubicBezTo>
                    <a:pt x="14751" y="30427"/>
                    <a:pt x="15491" y="27728"/>
                    <a:pt x="16267" y="25436"/>
                  </a:cubicBezTo>
                  <a:cubicBezTo>
                    <a:pt x="16637" y="24327"/>
                    <a:pt x="17043" y="23292"/>
                    <a:pt x="17487" y="22515"/>
                  </a:cubicBezTo>
                  <a:cubicBezTo>
                    <a:pt x="17931" y="21739"/>
                    <a:pt x="18448" y="21184"/>
                    <a:pt x="19003" y="21000"/>
                  </a:cubicBezTo>
                  <a:cubicBezTo>
                    <a:pt x="20777" y="20371"/>
                    <a:pt x="22848" y="20001"/>
                    <a:pt x="24733" y="19151"/>
                  </a:cubicBezTo>
                  <a:cubicBezTo>
                    <a:pt x="26619" y="18338"/>
                    <a:pt x="28319" y="17007"/>
                    <a:pt x="29244" y="14493"/>
                  </a:cubicBezTo>
                  <a:cubicBezTo>
                    <a:pt x="29271" y="14466"/>
                    <a:pt x="29278" y="14419"/>
                    <a:pt x="29266" y="14382"/>
                  </a:cubicBezTo>
                  <a:lnTo>
                    <a:pt x="29281" y="14382"/>
                  </a:lnTo>
                  <a:lnTo>
                    <a:pt x="29281" y="14345"/>
                  </a:lnTo>
                  <a:cubicBezTo>
                    <a:pt x="29281" y="14308"/>
                    <a:pt x="29318" y="14123"/>
                    <a:pt x="29761" y="13938"/>
                  </a:cubicBezTo>
                  <a:cubicBezTo>
                    <a:pt x="30205" y="13753"/>
                    <a:pt x="31055" y="13568"/>
                    <a:pt x="32534" y="13568"/>
                  </a:cubicBezTo>
                  <a:cubicBezTo>
                    <a:pt x="34494" y="13568"/>
                    <a:pt x="36231" y="12607"/>
                    <a:pt x="37525" y="11202"/>
                  </a:cubicBezTo>
                  <a:cubicBezTo>
                    <a:pt x="38782" y="9761"/>
                    <a:pt x="39632" y="7838"/>
                    <a:pt x="39780" y="5842"/>
                  </a:cubicBezTo>
                  <a:cubicBezTo>
                    <a:pt x="39817" y="5694"/>
                    <a:pt x="39817" y="5546"/>
                    <a:pt x="39817" y="5398"/>
                  </a:cubicBezTo>
                  <a:cubicBezTo>
                    <a:pt x="39817" y="4474"/>
                    <a:pt x="39559" y="3697"/>
                    <a:pt x="39078" y="3143"/>
                  </a:cubicBezTo>
                  <a:cubicBezTo>
                    <a:pt x="38375" y="2255"/>
                    <a:pt x="37303" y="1812"/>
                    <a:pt x="36194" y="1553"/>
                  </a:cubicBezTo>
                  <a:cubicBezTo>
                    <a:pt x="35048" y="1331"/>
                    <a:pt x="33865" y="1294"/>
                    <a:pt x="32830" y="1294"/>
                  </a:cubicBezTo>
                  <a:cubicBezTo>
                    <a:pt x="31869" y="1294"/>
                    <a:pt x="30723" y="961"/>
                    <a:pt x="29466" y="629"/>
                  </a:cubicBezTo>
                  <a:cubicBezTo>
                    <a:pt x="28209" y="333"/>
                    <a:pt x="26841" y="0"/>
                    <a:pt x="25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51"/>
            <p:cNvSpPr/>
            <p:nvPr/>
          </p:nvSpPr>
          <p:spPr>
            <a:xfrm>
              <a:off x="1917550" y="3189350"/>
              <a:ext cx="738725" cy="637725"/>
            </a:xfrm>
            <a:custGeom>
              <a:avLst/>
              <a:gdLst/>
              <a:ahLst/>
              <a:cxnLst/>
              <a:rect l="l" t="t" r="r" b="b"/>
              <a:pathLst>
                <a:path w="29549" h="25509" extrusionOk="0">
                  <a:moveTo>
                    <a:pt x="3335" y="0"/>
                  </a:moveTo>
                  <a:cubicBezTo>
                    <a:pt x="3240" y="0"/>
                    <a:pt x="3151" y="24"/>
                    <a:pt x="3069" y="72"/>
                  </a:cubicBezTo>
                  <a:lnTo>
                    <a:pt x="0" y="7873"/>
                  </a:lnTo>
                  <a:cubicBezTo>
                    <a:pt x="0" y="7873"/>
                    <a:pt x="8245" y="25508"/>
                    <a:pt x="9391" y="25508"/>
                  </a:cubicBezTo>
                  <a:cubicBezTo>
                    <a:pt x="10537" y="25508"/>
                    <a:pt x="23477" y="16783"/>
                    <a:pt x="23477" y="16783"/>
                  </a:cubicBezTo>
                  <a:cubicBezTo>
                    <a:pt x="23477" y="16783"/>
                    <a:pt x="23986" y="16931"/>
                    <a:pt x="24512" y="16931"/>
                  </a:cubicBezTo>
                  <a:cubicBezTo>
                    <a:pt x="24775" y="16931"/>
                    <a:pt x="25042" y="16894"/>
                    <a:pt x="25251" y="16783"/>
                  </a:cubicBezTo>
                  <a:cubicBezTo>
                    <a:pt x="25917" y="16450"/>
                    <a:pt x="27211" y="14824"/>
                    <a:pt x="27211" y="14824"/>
                  </a:cubicBezTo>
                  <a:cubicBezTo>
                    <a:pt x="27211" y="14824"/>
                    <a:pt x="28673" y="15931"/>
                    <a:pt x="29258" y="15931"/>
                  </a:cubicBezTo>
                  <a:cubicBezTo>
                    <a:pt x="29451" y="15931"/>
                    <a:pt x="29548" y="15810"/>
                    <a:pt x="29466" y="15489"/>
                  </a:cubicBezTo>
                  <a:cubicBezTo>
                    <a:pt x="29170" y="14195"/>
                    <a:pt x="27543" y="12901"/>
                    <a:pt x="26064" y="12901"/>
                  </a:cubicBezTo>
                  <a:cubicBezTo>
                    <a:pt x="24623" y="12901"/>
                    <a:pt x="22515" y="16303"/>
                    <a:pt x="22515" y="16303"/>
                  </a:cubicBezTo>
                  <a:lnTo>
                    <a:pt x="11165" y="20332"/>
                  </a:lnTo>
                  <a:cubicBezTo>
                    <a:pt x="11165" y="20332"/>
                    <a:pt x="8245" y="7688"/>
                    <a:pt x="6803" y="4620"/>
                  </a:cubicBezTo>
                  <a:cubicBezTo>
                    <a:pt x="5474" y="1862"/>
                    <a:pt x="4175" y="0"/>
                    <a:pt x="33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51"/>
            <p:cNvSpPr/>
            <p:nvPr/>
          </p:nvSpPr>
          <p:spPr>
            <a:xfrm>
              <a:off x="1908300" y="3181900"/>
              <a:ext cx="755150" cy="653500"/>
            </a:xfrm>
            <a:custGeom>
              <a:avLst/>
              <a:gdLst/>
              <a:ahLst/>
              <a:cxnLst/>
              <a:rect l="l" t="t" r="r" b="b"/>
              <a:pathLst>
                <a:path w="30206" h="26140" extrusionOk="0">
                  <a:moveTo>
                    <a:pt x="3698" y="1"/>
                  </a:moveTo>
                  <a:cubicBezTo>
                    <a:pt x="3550" y="1"/>
                    <a:pt x="3402" y="38"/>
                    <a:pt x="3291" y="112"/>
                  </a:cubicBezTo>
                  <a:cubicBezTo>
                    <a:pt x="3143" y="223"/>
                    <a:pt x="3106" y="407"/>
                    <a:pt x="3180" y="555"/>
                  </a:cubicBezTo>
                  <a:cubicBezTo>
                    <a:pt x="3225" y="645"/>
                    <a:pt x="3310" y="694"/>
                    <a:pt x="3403" y="694"/>
                  </a:cubicBezTo>
                  <a:cubicBezTo>
                    <a:pt x="3464" y="694"/>
                    <a:pt x="3528" y="673"/>
                    <a:pt x="3587" y="629"/>
                  </a:cubicBezTo>
                  <a:lnTo>
                    <a:pt x="3698" y="629"/>
                  </a:lnTo>
                  <a:cubicBezTo>
                    <a:pt x="3808" y="629"/>
                    <a:pt x="3993" y="666"/>
                    <a:pt x="4215" y="888"/>
                  </a:cubicBezTo>
                  <a:cubicBezTo>
                    <a:pt x="4585" y="1184"/>
                    <a:pt x="4992" y="1701"/>
                    <a:pt x="5472" y="2404"/>
                  </a:cubicBezTo>
                  <a:cubicBezTo>
                    <a:pt x="5916" y="3143"/>
                    <a:pt x="6396" y="4031"/>
                    <a:pt x="6877" y="5066"/>
                  </a:cubicBezTo>
                  <a:cubicBezTo>
                    <a:pt x="7247" y="5805"/>
                    <a:pt x="7690" y="7136"/>
                    <a:pt x="8171" y="8763"/>
                  </a:cubicBezTo>
                  <a:cubicBezTo>
                    <a:pt x="8873" y="11166"/>
                    <a:pt x="9650" y="14161"/>
                    <a:pt x="10241" y="16564"/>
                  </a:cubicBezTo>
                  <a:cubicBezTo>
                    <a:pt x="10537" y="17747"/>
                    <a:pt x="10796" y="18782"/>
                    <a:pt x="10981" y="19521"/>
                  </a:cubicBezTo>
                  <a:cubicBezTo>
                    <a:pt x="11129" y="20261"/>
                    <a:pt x="11240" y="20704"/>
                    <a:pt x="11240" y="20704"/>
                  </a:cubicBezTo>
                  <a:cubicBezTo>
                    <a:pt x="11277" y="20778"/>
                    <a:pt x="11314" y="20852"/>
                    <a:pt x="11387" y="20889"/>
                  </a:cubicBezTo>
                  <a:cubicBezTo>
                    <a:pt x="11431" y="20932"/>
                    <a:pt x="11487" y="20950"/>
                    <a:pt x="11541" y="20950"/>
                  </a:cubicBezTo>
                  <a:cubicBezTo>
                    <a:pt x="11579" y="20950"/>
                    <a:pt x="11616" y="20941"/>
                    <a:pt x="11646" y="20926"/>
                  </a:cubicBezTo>
                  <a:lnTo>
                    <a:pt x="22996" y="16859"/>
                  </a:lnTo>
                  <a:cubicBezTo>
                    <a:pt x="23070" y="16859"/>
                    <a:pt x="23107" y="16822"/>
                    <a:pt x="23144" y="16748"/>
                  </a:cubicBezTo>
                  <a:cubicBezTo>
                    <a:pt x="23144" y="16748"/>
                    <a:pt x="23181" y="16711"/>
                    <a:pt x="23218" y="16601"/>
                  </a:cubicBezTo>
                  <a:cubicBezTo>
                    <a:pt x="23440" y="16305"/>
                    <a:pt x="23994" y="15491"/>
                    <a:pt x="24623" y="14789"/>
                  </a:cubicBezTo>
                  <a:cubicBezTo>
                    <a:pt x="24956" y="14419"/>
                    <a:pt x="25288" y="14087"/>
                    <a:pt x="25621" y="13865"/>
                  </a:cubicBezTo>
                  <a:cubicBezTo>
                    <a:pt x="25917" y="13606"/>
                    <a:pt x="26250" y="13495"/>
                    <a:pt x="26434" y="13495"/>
                  </a:cubicBezTo>
                  <a:cubicBezTo>
                    <a:pt x="27100" y="13495"/>
                    <a:pt x="27802" y="13791"/>
                    <a:pt x="28394" y="14234"/>
                  </a:cubicBezTo>
                  <a:cubicBezTo>
                    <a:pt x="28985" y="14678"/>
                    <a:pt x="29429" y="15307"/>
                    <a:pt x="29540" y="15861"/>
                  </a:cubicBezTo>
                  <a:cubicBezTo>
                    <a:pt x="29556" y="15877"/>
                    <a:pt x="29565" y="15892"/>
                    <a:pt x="29570" y="15908"/>
                  </a:cubicBezTo>
                  <a:lnTo>
                    <a:pt x="29570" y="15908"/>
                  </a:lnTo>
                  <a:cubicBezTo>
                    <a:pt x="29496" y="15903"/>
                    <a:pt x="29352" y="15845"/>
                    <a:pt x="29207" y="15787"/>
                  </a:cubicBezTo>
                  <a:cubicBezTo>
                    <a:pt x="28875" y="15639"/>
                    <a:pt x="28542" y="15418"/>
                    <a:pt x="28246" y="15233"/>
                  </a:cubicBezTo>
                  <a:cubicBezTo>
                    <a:pt x="28098" y="15122"/>
                    <a:pt x="27987" y="15048"/>
                    <a:pt x="27913" y="14974"/>
                  </a:cubicBezTo>
                  <a:cubicBezTo>
                    <a:pt x="27802" y="14900"/>
                    <a:pt x="27765" y="14900"/>
                    <a:pt x="27765" y="14900"/>
                  </a:cubicBezTo>
                  <a:cubicBezTo>
                    <a:pt x="27697" y="14848"/>
                    <a:pt x="27620" y="14821"/>
                    <a:pt x="27550" y="14821"/>
                  </a:cubicBezTo>
                  <a:cubicBezTo>
                    <a:pt x="27470" y="14821"/>
                    <a:pt x="27398" y="14858"/>
                    <a:pt x="27359" y="14937"/>
                  </a:cubicBezTo>
                  <a:cubicBezTo>
                    <a:pt x="27359" y="14937"/>
                    <a:pt x="27248" y="15048"/>
                    <a:pt x="27137" y="15196"/>
                  </a:cubicBezTo>
                  <a:cubicBezTo>
                    <a:pt x="26952" y="15418"/>
                    <a:pt x="26619" y="15787"/>
                    <a:pt x="26324" y="16083"/>
                  </a:cubicBezTo>
                  <a:cubicBezTo>
                    <a:pt x="25991" y="16416"/>
                    <a:pt x="25658" y="16711"/>
                    <a:pt x="25510" y="16785"/>
                  </a:cubicBezTo>
                  <a:cubicBezTo>
                    <a:pt x="25362" y="16859"/>
                    <a:pt x="25141" y="16896"/>
                    <a:pt x="24882" y="16896"/>
                  </a:cubicBezTo>
                  <a:cubicBezTo>
                    <a:pt x="24660" y="16896"/>
                    <a:pt x="24401" y="16859"/>
                    <a:pt x="24216" y="16859"/>
                  </a:cubicBezTo>
                  <a:cubicBezTo>
                    <a:pt x="24142" y="16822"/>
                    <a:pt x="24068" y="16822"/>
                    <a:pt x="24031" y="16785"/>
                  </a:cubicBezTo>
                  <a:lnTo>
                    <a:pt x="23957" y="16785"/>
                  </a:lnTo>
                  <a:cubicBezTo>
                    <a:pt x="23912" y="16770"/>
                    <a:pt x="23872" y="16761"/>
                    <a:pt x="23836" y="16761"/>
                  </a:cubicBezTo>
                  <a:cubicBezTo>
                    <a:pt x="23785" y="16761"/>
                    <a:pt x="23742" y="16779"/>
                    <a:pt x="23699" y="16822"/>
                  </a:cubicBezTo>
                  <a:cubicBezTo>
                    <a:pt x="23699" y="16822"/>
                    <a:pt x="23477" y="16970"/>
                    <a:pt x="23107" y="17192"/>
                  </a:cubicBezTo>
                  <a:cubicBezTo>
                    <a:pt x="21887" y="18042"/>
                    <a:pt x="18745" y="20113"/>
                    <a:pt x="15787" y="21998"/>
                  </a:cubicBezTo>
                  <a:cubicBezTo>
                    <a:pt x="14308" y="22960"/>
                    <a:pt x="12903" y="23847"/>
                    <a:pt x="11794" y="24475"/>
                  </a:cubicBezTo>
                  <a:cubicBezTo>
                    <a:pt x="11240" y="24808"/>
                    <a:pt x="10759" y="25067"/>
                    <a:pt x="10389" y="25252"/>
                  </a:cubicBezTo>
                  <a:cubicBezTo>
                    <a:pt x="10204" y="25363"/>
                    <a:pt x="10057" y="25400"/>
                    <a:pt x="9946" y="25474"/>
                  </a:cubicBezTo>
                  <a:cubicBezTo>
                    <a:pt x="9885" y="25474"/>
                    <a:pt x="9849" y="25498"/>
                    <a:pt x="9818" y="25507"/>
                  </a:cubicBezTo>
                  <a:lnTo>
                    <a:pt x="9818" y="25507"/>
                  </a:lnTo>
                  <a:cubicBezTo>
                    <a:pt x="9771" y="25492"/>
                    <a:pt x="9673" y="25419"/>
                    <a:pt x="9576" y="25289"/>
                  </a:cubicBezTo>
                  <a:cubicBezTo>
                    <a:pt x="9095" y="24697"/>
                    <a:pt x="8282" y="23292"/>
                    <a:pt x="7321" y="21555"/>
                  </a:cubicBezTo>
                  <a:cubicBezTo>
                    <a:pt x="5953" y="18967"/>
                    <a:pt x="4252" y="15565"/>
                    <a:pt x="2921" y="12830"/>
                  </a:cubicBezTo>
                  <a:cubicBezTo>
                    <a:pt x="2293" y="11462"/>
                    <a:pt x="1701" y="10279"/>
                    <a:pt x="1294" y="9428"/>
                  </a:cubicBezTo>
                  <a:cubicBezTo>
                    <a:pt x="888" y="8541"/>
                    <a:pt x="629" y="8023"/>
                    <a:pt x="629" y="8023"/>
                  </a:cubicBezTo>
                  <a:cubicBezTo>
                    <a:pt x="575" y="7915"/>
                    <a:pt x="461" y="7846"/>
                    <a:pt x="346" y="7846"/>
                  </a:cubicBezTo>
                  <a:cubicBezTo>
                    <a:pt x="304" y="7846"/>
                    <a:pt x="262" y="7856"/>
                    <a:pt x="222" y="7875"/>
                  </a:cubicBezTo>
                  <a:cubicBezTo>
                    <a:pt x="74" y="7949"/>
                    <a:pt x="1" y="8134"/>
                    <a:pt x="74" y="8282"/>
                  </a:cubicBezTo>
                  <a:cubicBezTo>
                    <a:pt x="74" y="8282"/>
                    <a:pt x="2145" y="12719"/>
                    <a:pt x="4363" y="17118"/>
                  </a:cubicBezTo>
                  <a:cubicBezTo>
                    <a:pt x="5472" y="19336"/>
                    <a:pt x="6618" y="21555"/>
                    <a:pt x="7543" y="23218"/>
                  </a:cubicBezTo>
                  <a:cubicBezTo>
                    <a:pt x="8023" y="24032"/>
                    <a:pt x="8430" y="24734"/>
                    <a:pt x="8763" y="25252"/>
                  </a:cubicBezTo>
                  <a:cubicBezTo>
                    <a:pt x="8947" y="25474"/>
                    <a:pt x="9095" y="25695"/>
                    <a:pt x="9243" y="25843"/>
                  </a:cubicBezTo>
                  <a:cubicBezTo>
                    <a:pt x="9317" y="25917"/>
                    <a:pt x="9391" y="25991"/>
                    <a:pt x="9465" y="26028"/>
                  </a:cubicBezTo>
                  <a:cubicBezTo>
                    <a:pt x="9539" y="26065"/>
                    <a:pt x="9613" y="26139"/>
                    <a:pt x="9761" y="26139"/>
                  </a:cubicBezTo>
                  <a:cubicBezTo>
                    <a:pt x="9909" y="26139"/>
                    <a:pt x="10057" y="26065"/>
                    <a:pt x="10204" y="25991"/>
                  </a:cubicBezTo>
                  <a:cubicBezTo>
                    <a:pt x="10870" y="25732"/>
                    <a:pt x="12016" y="25104"/>
                    <a:pt x="13421" y="24217"/>
                  </a:cubicBezTo>
                  <a:cubicBezTo>
                    <a:pt x="17312" y="21862"/>
                    <a:pt x="23062" y="17994"/>
                    <a:pt x="23922" y="17414"/>
                  </a:cubicBezTo>
                  <a:lnTo>
                    <a:pt x="23922" y="17414"/>
                  </a:lnTo>
                  <a:cubicBezTo>
                    <a:pt x="24118" y="17458"/>
                    <a:pt x="24483" y="17525"/>
                    <a:pt x="24882" y="17525"/>
                  </a:cubicBezTo>
                  <a:cubicBezTo>
                    <a:pt x="25177" y="17525"/>
                    <a:pt x="25473" y="17488"/>
                    <a:pt x="25769" y="17340"/>
                  </a:cubicBezTo>
                  <a:cubicBezTo>
                    <a:pt x="25991" y="17229"/>
                    <a:pt x="26213" y="17081"/>
                    <a:pt x="26434" y="16859"/>
                  </a:cubicBezTo>
                  <a:cubicBezTo>
                    <a:pt x="26896" y="16424"/>
                    <a:pt x="27375" y="15863"/>
                    <a:pt x="27638" y="15548"/>
                  </a:cubicBezTo>
                  <a:lnTo>
                    <a:pt x="27638" y="15548"/>
                  </a:lnTo>
                  <a:cubicBezTo>
                    <a:pt x="27786" y="15650"/>
                    <a:pt x="27988" y="15788"/>
                    <a:pt x="28209" y="15935"/>
                  </a:cubicBezTo>
                  <a:cubicBezTo>
                    <a:pt x="28431" y="16083"/>
                    <a:pt x="28690" y="16231"/>
                    <a:pt x="28948" y="16342"/>
                  </a:cubicBezTo>
                  <a:cubicBezTo>
                    <a:pt x="29170" y="16453"/>
                    <a:pt x="29392" y="16527"/>
                    <a:pt x="29614" y="16527"/>
                  </a:cubicBezTo>
                  <a:cubicBezTo>
                    <a:pt x="29762" y="16527"/>
                    <a:pt x="29910" y="16490"/>
                    <a:pt x="30021" y="16379"/>
                  </a:cubicBezTo>
                  <a:cubicBezTo>
                    <a:pt x="30132" y="16268"/>
                    <a:pt x="30205" y="16120"/>
                    <a:pt x="30169" y="15972"/>
                  </a:cubicBezTo>
                  <a:cubicBezTo>
                    <a:pt x="30169" y="15898"/>
                    <a:pt x="30169" y="15787"/>
                    <a:pt x="30132" y="15713"/>
                  </a:cubicBezTo>
                  <a:cubicBezTo>
                    <a:pt x="29947" y="14974"/>
                    <a:pt x="29429" y="14271"/>
                    <a:pt x="28764" y="13754"/>
                  </a:cubicBezTo>
                  <a:cubicBezTo>
                    <a:pt x="28098" y="13236"/>
                    <a:pt x="27285" y="12867"/>
                    <a:pt x="26434" y="12867"/>
                  </a:cubicBezTo>
                  <a:cubicBezTo>
                    <a:pt x="25954" y="12867"/>
                    <a:pt x="25510" y="13125"/>
                    <a:pt x="25067" y="13458"/>
                  </a:cubicBezTo>
                  <a:cubicBezTo>
                    <a:pt x="24438" y="13976"/>
                    <a:pt x="23847" y="14715"/>
                    <a:pt x="23366" y="15344"/>
                  </a:cubicBezTo>
                  <a:cubicBezTo>
                    <a:pt x="23027" y="15796"/>
                    <a:pt x="22774" y="16183"/>
                    <a:pt x="22674" y="16341"/>
                  </a:cubicBezTo>
                  <a:lnTo>
                    <a:pt x="22674" y="16341"/>
                  </a:lnTo>
                  <a:lnTo>
                    <a:pt x="11754" y="20217"/>
                  </a:lnTo>
                  <a:lnTo>
                    <a:pt x="11754" y="20217"/>
                  </a:lnTo>
                  <a:cubicBezTo>
                    <a:pt x="11548" y="19314"/>
                    <a:pt x="10948" y="16721"/>
                    <a:pt x="10204" y="13865"/>
                  </a:cubicBezTo>
                  <a:cubicBezTo>
                    <a:pt x="9761" y="12090"/>
                    <a:pt x="9243" y="10205"/>
                    <a:pt x="8763" y="8578"/>
                  </a:cubicBezTo>
                  <a:cubicBezTo>
                    <a:pt x="8282" y="6951"/>
                    <a:pt x="7838" y="5583"/>
                    <a:pt x="7432" y="4807"/>
                  </a:cubicBezTo>
                  <a:cubicBezTo>
                    <a:pt x="6803" y="3402"/>
                    <a:pt x="6138" y="2219"/>
                    <a:pt x="5509" y="1406"/>
                  </a:cubicBezTo>
                  <a:cubicBezTo>
                    <a:pt x="5213" y="962"/>
                    <a:pt x="4918" y="629"/>
                    <a:pt x="4622" y="407"/>
                  </a:cubicBezTo>
                  <a:cubicBezTo>
                    <a:pt x="4326" y="149"/>
                    <a:pt x="4030" y="1"/>
                    <a:pt x="3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51"/>
            <p:cNvSpPr/>
            <p:nvPr/>
          </p:nvSpPr>
          <p:spPr>
            <a:xfrm>
              <a:off x="2058950" y="3511875"/>
              <a:ext cx="597325" cy="315200"/>
            </a:xfrm>
            <a:custGeom>
              <a:avLst/>
              <a:gdLst/>
              <a:ahLst/>
              <a:cxnLst/>
              <a:rect l="l" t="t" r="r" b="b"/>
              <a:pathLst>
                <a:path w="23893" h="12608" extrusionOk="0">
                  <a:moveTo>
                    <a:pt x="20408" y="0"/>
                  </a:moveTo>
                  <a:cubicBezTo>
                    <a:pt x="18967" y="0"/>
                    <a:pt x="16859" y="3402"/>
                    <a:pt x="16859" y="3402"/>
                  </a:cubicBezTo>
                  <a:lnTo>
                    <a:pt x="5509" y="7431"/>
                  </a:lnTo>
                  <a:cubicBezTo>
                    <a:pt x="5509" y="7431"/>
                    <a:pt x="5140" y="5842"/>
                    <a:pt x="4622" y="3623"/>
                  </a:cubicBezTo>
                  <a:lnTo>
                    <a:pt x="1" y="6544"/>
                  </a:lnTo>
                  <a:cubicBezTo>
                    <a:pt x="1738" y="9871"/>
                    <a:pt x="3291" y="12607"/>
                    <a:pt x="3735" y="12607"/>
                  </a:cubicBezTo>
                  <a:cubicBezTo>
                    <a:pt x="4881" y="12607"/>
                    <a:pt x="17821" y="3882"/>
                    <a:pt x="17821" y="3882"/>
                  </a:cubicBezTo>
                  <a:cubicBezTo>
                    <a:pt x="17821" y="3882"/>
                    <a:pt x="18330" y="4030"/>
                    <a:pt x="18856" y="4030"/>
                  </a:cubicBezTo>
                  <a:cubicBezTo>
                    <a:pt x="19119" y="4030"/>
                    <a:pt x="19386" y="3993"/>
                    <a:pt x="19595" y="3882"/>
                  </a:cubicBezTo>
                  <a:cubicBezTo>
                    <a:pt x="20261" y="3549"/>
                    <a:pt x="21555" y="1923"/>
                    <a:pt x="21555" y="1923"/>
                  </a:cubicBezTo>
                  <a:cubicBezTo>
                    <a:pt x="21555" y="1923"/>
                    <a:pt x="23017" y="3030"/>
                    <a:pt x="23602" y="3030"/>
                  </a:cubicBezTo>
                  <a:cubicBezTo>
                    <a:pt x="23795" y="3030"/>
                    <a:pt x="23892" y="2909"/>
                    <a:pt x="23810" y="2588"/>
                  </a:cubicBezTo>
                  <a:cubicBezTo>
                    <a:pt x="23514" y="1294"/>
                    <a:pt x="21887" y="0"/>
                    <a:pt x="20408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51"/>
            <p:cNvSpPr/>
            <p:nvPr/>
          </p:nvSpPr>
          <p:spPr>
            <a:xfrm>
              <a:off x="2050625" y="3503550"/>
              <a:ext cx="612825" cy="331850"/>
            </a:xfrm>
            <a:custGeom>
              <a:avLst/>
              <a:gdLst/>
              <a:ahLst/>
              <a:cxnLst/>
              <a:rect l="l" t="t" r="r" b="b"/>
              <a:pathLst>
                <a:path w="24513" h="13274" extrusionOk="0">
                  <a:moveTo>
                    <a:pt x="20741" y="629"/>
                  </a:moveTo>
                  <a:cubicBezTo>
                    <a:pt x="21407" y="629"/>
                    <a:pt x="22109" y="925"/>
                    <a:pt x="22701" y="1368"/>
                  </a:cubicBezTo>
                  <a:cubicBezTo>
                    <a:pt x="23292" y="1812"/>
                    <a:pt x="23736" y="2441"/>
                    <a:pt x="23847" y="2995"/>
                  </a:cubicBezTo>
                  <a:cubicBezTo>
                    <a:pt x="23863" y="3011"/>
                    <a:pt x="23872" y="3026"/>
                    <a:pt x="23877" y="3042"/>
                  </a:cubicBezTo>
                  <a:lnTo>
                    <a:pt x="23877" y="3042"/>
                  </a:lnTo>
                  <a:cubicBezTo>
                    <a:pt x="23803" y="3037"/>
                    <a:pt x="23659" y="2979"/>
                    <a:pt x="23514" y="2921"/>
                  </a:cubicBezTo>
                  <a:cubicBezTo>
                    <a:pt x="23182" y="2773"/>
                    <a:pt x="22849" y="2552"/>
                    <a:pt x="22553" y="2367"/>
                  </a:cubicBezTo>
                  <a:cubicBezTo>
                    <a:pt x="22405" y="2256"/>
                    <a:pt x="22294" y="2182"/>
                    <a:pt x="22220" y="2108"/>
                  </a:cubicBezTo>
                  <a:cubicBezTo>
                    <a:pt x="22109" y="2034"/>
                    <a:pt x="22072" y="2034"/>
                    <a:pt x="22072" y="2034"/>
                  </a:cubicBezTo>
                  <a:cubicBezTo>
                    <a:pt x="22004" y="1982"/>
                    <a:pt x="21927" y="1955"/>
                    <a:pt x="21857" y="1955"/>
                  </a:cubicBezTo>
                  <a:cubicBezTo>
                    <a:pt x="21777" y="1955"/>
                    <a:pt x="21705" y="1992"/>
                    <a:pt x="21666" y="2071"/>
                  </a:cubicBezTo>
                  <a:cubicBezTo>
                    <a:pt x="21666" y="2071"/>
                    <a:pt x="21555" y="2182"/>
                    <a:pt x="21444" y="2330"/>
                  </a:cubicBezTo>
                  <a:cubicBezTo>
                    <a:pt x="21259" y="2552"/>
                    <a:pt x="20926" y="2921"/>
                    <a:pt x="20631" y="3217"/>
                  </a:cubicBezTo>
                  <a:cubicBezTo>
                    <a:pt x="20298" y="3550"/>
                    <a:pt x="19965" y="3845"/>
                    <a:pt x="19817" y="3919"/>
                  </a:cubicBezTo>
                  <a:cubicBezTo>
                    <a:pt x="19669" y="3993"/>
                    <a:pt x="19448" y="4030"/>
                    <a:pt x="19189" y="4030"/>
                  </a:cubicBezTo>
                  <a:cubicBezTo>
                    <a:pt x="18967" y="4030"/>
                    <a:pt x="18708" y="3993"/>
                    <a:pt x="18523" y="3993"/>
                  </a:cubicBezTo>
                  <a:cubicBezTo>
                    <a:pt x="18449" y="3956"/>
                    <a:pt x="18375" y="3956"/>
                    <a:pt x="18338" y="3919"/>
                  </a:cubicBezTo>
                  <a:lnTo>
                    <a:pt x="18264" y="3919"/>
                  </a:lnTo>
                  <a:cubicBezTo>
                    <a:pt x="18219" y="3904"/>
                    <a:pt x="18179" y="3895"/>
                    <a:pt x="18143" y="3895"/>
                  </a:cubicBezTo>
                  <a:cubicBezTo>
                    <a:pt x="18092" y="3895"/>
                    <a:pt x="18049" y="3913"/>
                    <a:pt x="18006" y="3956"/>
                  </a:cubicBezTo>
                  <a:cubicBezTo>
                    <a:pt x="18006" y="3956"/>
                    <a:pt x="17784" y="4104"/>
                    <a:pt x="17414" y="4326"/>
                  </a:cubicBezTo>
                  <a:cubicBezTo>
                    <a:pt x="16194" y="5176"/>
                    <a:pt x="13052" y="7247"/>
                    <a:pt x="10094" y="9132"/>
                  </a:cubicBezTo>
                  <a:cubicBezTo>
                    <a:pt x="8615" y="10094"/>
                    <a:pt x="7210" y="10981"/>
                    <a:pt x="6101" y="11609"/>
                  </a:cubicBezTo>
                  <a:cubicBezTo>
                    <a:pt x="5547" y="11942"/>
                    <a:pt x="5066" y="12201"/>
                    <a:pt x="4696" y="12386"/>
                  </a:cubicBezTo>
                  <a:cubicBezTo>
                    <a:pt x="4511" y="12497"/>
                    <a:pt x="4364" y="12534"/>
                    <a:pt x="4253" y="12608"/>
                  </a:cubicBezTo>
                  <a:cubicBezTo>
                    <a:pt x="4179" y="12608"/>
                    <a:pt x="4142" y="12645"/>
                    <a:pt x="4105" y="12645"/>
                  </a:cubicBezTo>
                  <a:cubicBezTo>
                    <a:pt x="4031" y="12608"/>
                    <a:pt x="3846" y="12386"/>
                    <a:pt x="3624" y="12053"/>
                  </a:cubicBezTo>
                  <a:cubicBezTo>
                    <a:pt x="2948" y="11092"/>
                    <a:pt x="1894" y="9171"/>
                    <a:pt x="761" y="6983"/>
                  </a:cubicBezTo>
                  <a:lnTo>
                    <a:pt x="761" y="6983"/>
                  </a:lnTo>
                  <a:lnTo>
                    <a:pt x="4740" y="4480"/>
                  </a:lnTo>
                  <a:lnTo>
                    <a:pt x="4740" y="4480"/>
                  </a:lnTo>
                  <a:cubicBezTo>
                    <a:pt x="4978" y="5399"/>
                    <a:pt x="5160" y="6192"/>
                    <a:pt x="5288" y="6766"/>
                  </a:cubicBezTo>
                  <a:cubicBezTo>
                    <a:pt x="5473" y="7432"/>
                    <a:pt x="5547" y="7838"/>
                    <a:pt x="5547" y="7838"/>
                  </a:cubicBezTo>
                  <a:cubicBezTo>
                    <a:pt x="5584" y="7912"/>
                    <a:pt x="5621" y="7986"/>
                    <a:pt x="5694" y="8023"/>
                  </a:cubicBezTo>
                  <a:cubicBezTo>
                    <a:pt x="5738" y="8066"/>
                    <a:pt x="5794" y="8084"/>
                    <a:pt x="5848" y="8084"/>
                  </a:cubicBezTo>
                  <a:cubicBezTo>
                    <a:pt x="5886" y="8084"/>
                    <a:pt x="5923" y="8075"/>
                    <a:pt x="5953" y="8060"/>
                  </a:cubicBezTo>
                  <a:lnTo>
                    <a:pt x="17303" y="3993"/>
                  </a:lnTo>
                  <a:cubicBezTo>
                    <a:pt x="17377" y="3993"/>
                    <a:pt x="17414" y="3956"/>
                    <a:pt x="17451" y="3882"/>
                  </a:cubicBezTo>
                  <a:cubicBezTo>
                    <a:pt x="17451" y="3882"/>
                    <a:pt x="17488" y="3845"/>
                    <a:pt x="17525" y="3735"/>
                  </a:cubicBezTo>
                  <a:cubicBezTo>
                    <a:pt x="17747" y="3439"/>
                    <a:pt x="18301" y="2625"/>
                    <a:pt x="18930" y="1923"/>
                  </a:cubicBezTo>
                  <a:cubicBezTo>
                    <a:pt x="19263" y="1553"/>
                    <a:pt x="19595" y="1221"/>
                    <a:pt x="19928" y="999"/>
                  </a:cubicBezTo>
                  <a:cubicBezTo>
                    <a:pt x="20224" y="740"/>
                    <a:pt x="20557" y="629"/>
                    <a:pt x="20741" y="629"/>
                  </a:cubicBezTo>
                  <a:close/>
                  <a:moveTo>
                    <a:pt x="20741" y="1"/>
                  </a:moveTo>
                  <a:cubicBezTo>
                    <a:pt x="20261" y="1"/>
                    <a:pt x="19817" y="259"/>
                    <a:pt x="19374" y="592"/>
                  </a:cubicBezTo>
                  <a:cubicBezTo>
                    <a:pt x="18745" y="1110"/>
                    <a:pt x="18154" y="1849"/>
                    <a:pt x="17673" y="2478"/>
                  </a:cubicBezTo>
                  <a:cubicBezTo>
                    <a:pt x="17334" y="2930"/>
                    <a:pt x="17081" y="3317"/>
                    <a:pt x="16981" y="3475"/>
                  </a:cubicBezTo>
                  <a:lnTo>
                    <a:pt x="16981" y="3475"/>
                  </a:lnTo>
                  <a:lnTo>
                    <a:pt x="6059" y="7352"/>
                  </a:lnTo>
                  <a:lnTo>
                    <a:pt x="6059" y="7352"/>
                  </a:lnTo>
                  <a:cubicBezTo>
                    <a:pt x="5924" y="6772"/>
                    <a:pt x="5627" y="5493"/>
                    <a:pt x="5251" y="3882"/>
                  </a:cubicBezTo>
                  <a:cubicBezTo>
                    <a:pt x="5214" y="3809"/>
                    <a:pt x="5140" y="3735"/>
                    <a:pt x="5066" y="3698"/>
                  </a:cubicBezTo>
                  <a:cubicBezTo>
                    <a:pt x="5011" y="3679"/>
                    <a:pt x="4955" y="3670"/>
                    <a:pt x="4904" y="3670"/>
                  </a:cubicBezTo>
                  <a:cubicBezTo>
                    <a:pt x="4853" y="3670"/>
                    <a:pt x="4807" y="3679"/>
                    <a:pt x="4770" y="3698"/>
                  </a:cubicBezTo>
                  <a:lnTo>
                    <a:pt x="186" y="6618"/>
                  </a:lnTo>
                  <a:cubicBezTo>
                    <a:pt x="38" y="6692"/>
                    <a:pt x="1" y="6877"/>
                    <a:pt x="75" y="7025"/>
                  </a:cubicBezTo>
                  <a:cubicBezTo>
                    <a:pt x="925" y="8689"/>
                    <a:pt x="1739" y="10204"/>
                    <a:pt x="2404" y="11314"/>
                  </a:cubicBezTo>
                  <a:cubicBezTo>
                    <a:pt x="2737" y="11868"/>
                    <a:pt x="3033" y="12349"/>
                    <a:pt x="3291" y="12645"/>
                  </a:cubicBezTo>
                  <a:cubicBezTo>
                    <a:pt x="3402" y="12829"/>
                    <a:pt x="3513" y="12940"/>
                    <a:pt x="3624" y="13051"/>
                  </a:cubicBezTo>
                  <a:cubicBezTo>
                    <a:pt x="3698" y="13125"/>
                    <a:pt x="3735" y="13162"/>
                    <a:pt x="3809" y="13199"/>
                  </a:cubicBezTo>
                  <a:cubicBezTo>
                    <a:pt x="3883" y="13236"/>
                    <a:pt x="3957" y="13273"/>
                    <a:pt x="4068" y="13273"/>
                  </a:cubicBezTo>
                  <a:cubicBezTo>
                    <a:pt x="4216" y="13273"/>
                    <a:pt x="4364" y="13199"/>
                    <a:pt x="4511" y="13125"/>
                  </a:cubicBezTo>
                  <a:cubicBezTo>
                    <a:pt x="5177" y="12866"/>
                    <a:pt x="6323" y="12238"/>
                    <a:pt x="7728" y="11351"/>
                  </a:cubicBezTo>
                  <a:cubicBezTo>
                    <a:pt x="11619" y="8996"/>
                    <a:pt x="17369" y="5128"/>
                    <a:pt x="18229" y="4548"/>
                  </a:cubicBezTo>
                  <a:lnTo>
                    <a:pt x="18229" y="4548"/>
                  </a:lnTo>
                  <a:cubicBezTo>
                    <a:pt x="18425" y="4592"/>
                    <a:pt x="18790" y="4659"/>
                    <a:pt x="19189" y="4659"/>
                  </a:cubicBezTo>
                  <a:cubicBezTo>
                    <a:pt x="19484" y="4659"/>
                    <a:pt x="19780" y="4622"/>
                    <a:pt x="20076" y="4474"/>
                  </a:cubicBezTo>
                  <a:cubicBezTo>
                    <a:pt x="20298" y="4363"/>
                    <a:pt x="20520" y="4215"/>
                    <a:pt x="20741" y="3993"/>
                  </a:cubicBezTo>
                  <a:cubicBezTo>
                    <a:pt x="21203" y="3558"/>
                    <a:pt x="21682" y="2997"/>
                    <a:pt x="21945" y="2682"/>
                  </a:cubicBezTo>
                  <a:lnTo>
                    <a:pt x="21945" y="2682"/>
                  </a:lnTo>
                  <a:cubicBezTo>
                    <a:pt x="22093" y="2784"/>
                    <a:pt x="22295" y="2922"/>
                    <a:pt x="22516" y="3069"/>
                  </a:cubicBezTo>
                  <a:cubicBezTo>
                    <a:pt x="22738" y="3217"/>
                    <a:pt x="22997" y="3365"/>
                    <a:pt x="23255" y="3476"/>
                  </a:cubicBezTo>
                  <a:cubicBezTo>
                    <a:pt x="23477" y="3587"/>
                    <a:pt x="23699" y="3661"/>
                    <a:pt x="23921" y="3661"/>
                  </a:cubicBezTo>
                  <a:cubicBezTo>
                    <a:pt x="24069" y="3661"/>
                    <a:pt x="24217" y="3624"/>
                    <a:pt x="24328" y="3513"/>
                  </a:cubicBezTo>
                  <a:cubicBezTo>
                    <a:pt x="24439" y="3402"/>
                    <a:pt x="24512" y="3254"/>
                    <a:pt x="24476" y="3106"/>
                  </a:cubicBezTo>
                  <a:cubicBezTo>
                    <a:pt x="24476" y="3032"/>
                    <a:pt x="24476" y="2921"/>
                    <a:pt x="24439" y="2847"/>
                  </a:cubicBezTo>
                  <a:cubicBezTo>
                    <a:pt x="24254" y="2108"/>
                    <a:pt x="23736" y="1405"/>
                    <a:pt x="23071" y="888"/>
                  </a:cubicBezTo>
                  <a:cubicBezTo>
                    <a:pt x="22405" y="370"/>
                    <a:pt x="21592" y="1"/>
                    <a:pt x="20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51"/>
            <p:cNvSpPr/>
            <p:nvPr/>
          </p:nvSpPr>
          <p:spPr>
            <a:xfrm>
              <a:off x="1660600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2514" y="0"/>
                  </a:moveTo>
                  <a:lnTo>
                    <a:pt x="0" y="555"/>
                  </a:lnTo>
                  <a:lnTo>
                    <a:pt x="4733" y="34346"/>
                  </a:lnTo>
                  <a:cubicBezTo>
                    <a:pt x="4765" y="34635"/>
                    <a:pt x="5021" y="34841"/>
                    <a:pt x="5306" y="34841"/>
                  </a:cubicBezTo>
                  <a:cubicBezTo>
                    <a:pt x="5348" y="34841"/>
                    <a:pt x="5392" y="34836"/>
                    <a:pt x="5435" y="34827"/>
                  </a:cubicBezTo>
                  <a:cubicBezTo>
                    <a:pt x="5731" y="34790"/>
                    <a:pt x="5916" y="34531"/>
                    <a:pt x="5879" y="34235"/>
                  </a:cubicBezTo>
                  <a:lnTo>
                    <a:pt x="2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51"/>
            <p:cNvSpPr/>
            <p:nvPr/>
          </p:nvSpPr>
          <p:spPr>
            <a:xfrm>
              <a:off x="1652275" y="4199525"/>
              <a:ext cx="162700" cy="886400"/>
            </a:xfrm>
            <a:custGeom>
              <a:avLst/>
              <a:gdLst/>
              <a:ahLst/>
              <a:cxnLst/>
              <a:rect l="l" t="t" r="r" b="b"/>
              <a:pathLst>
                <a:path w="6508" h="35456" extrusionOk="0">
                  <a:moveTo>
                    <a:pt x="2589" y="703"/>
                  </a:moveTo>
                  <a:lnTo>
                    <a:pt x="5912" y="34531"/>
                  </a:lnTo>
                  <a:lnTo>
                    <a:pt x="5879" y="34531"/>
                  </a:lnTo>
                  <a:lnTo>
                    <a:pt x="5916" y="34568"/>
                  </a:lnTo>
                  <a:cubicBezTo>
                    <a:pt x="5916" y="34716"/>
                    <a:pt x="5805" y="34790"/>
                    <a:pt x="5694" y="34827"/>
                  </a:cubicBezTo>
                  <a:lnTo>
                    <a:pt x="5620" y="34827"/>
                  </a:lnTo>
                  <a:cubicBezTo>
                    <a:pt x="5509" y="34827"/>
                    <a:pt x="5398" y="34753"/>
                    <a:pt x="5361" y="34605"/>
                  </a:cubicBezTo>
                  <a:lnTo>
                    <a:pt x="672" y="1118"/>
                  </a:lnTo>
                  <a:lnTo>
                    <a:pt x="672" y="1118"/>
                  </a:lnTo>
                  <a:lnTo>
                    <a:pt x="2589" y="703"/>
                  </a:lnTo>
                  <a:close/>
                  <a:moveTo>
                    <a:pt x="2773" y="0"/>
                  </a:moveTo>
                  <a:lnTo>
                    <a:pt x="259" y="555"/>
                  </a:lnTo>
                  <a:cubicBezTo>
                    <a:pt x="112" y="592"/>
                    <a:pt x="1" y="740"/>
                    <a:pt x="1" y="925"/>
                  </a:cubicBezTo>
                  <a:lnTo>
                    <a:pt x="4770" y="34716"/>
                  </a:lnTo>
                  <a:cubicBezTo>
                    <a:pt x="4844" y="35160"/>
                    <a:pt x="5214" y="35455"/>
                    <a:pt x="5620" y="35455"/>
                  </a:cubicBezTo>
                  <a:cubicBezTo>
                    <a:pt x="5694" y="35455"/>
                    <a:pt x="5768" y="35455"/>
                    <a:pt x="5842" y="35418"/>
                  </a:cubicBezTo>
                  <a:cubicBezTo>
                    <a:pt x="6249" y="35344"/>
                    <a:pt x="6507" y="34975"/>
                    <a:pt x="6507" y="34568"/>
                  </a:cubicBezTo>
                  <a:lnTo>
                    <a:pt x="6507" y="34494"/>
                  </a:lnTo>
                  <a:lnTo>
                    <a:pt x="3143" y="296"/>
                  </a:lnTo>
                  <a:cubicBezTo>
                    <a:pt x="3143" y="185"/>
                    <a:pt x="3106" y="111"/>
                    <a:pt x="3032" y="74"/>
                  </a:cubicBezTo>
                  <a:cubicBezTo>
                    <a:pt x="2958" y="0"/>
                    <a:pt x="2884" y="0"/>
                    <a:pt x="2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51"/>
            <p:cNvSpPr/>
            <p:nvPr/>
          </p:nvSpPr>
          <p:spPr>
            <a:xfrm>
              <a:off x="1118050" y="4228175"/>
              <a:ext cx="260675" cy="847075"/>
            </a:xfrm>
            <a:custGeom>
              <a:avLst/>
              <a:gdLst/>
              <a:ahLst/>
              <a:cxnLst/>
              <a:rect l="l" t="t" r="r" b="b"/>
              <a:pathLst>
                <a:path w="10427" h="33883" extrusionOk="0">
                  <a:moveTo>
                    <a:pt x="8023" y="1"/>
                  </a:moveTo>
                  <a:lnTo>
                    <a:pt x="75" y="33200"/>
                  </a:lnTo>
                  <a:cubicBezTo>
                    <a:pt x="1" y="33496"/>
                    <a:pt x="222" y="33829"/>
                    <a:pt x="555" y="33866"/>
                  </a:cubicBezTo>
                  <a:cubicBezTo>
                    <a:pt x="599" y="33877"/>
                    <a:pt x="643" y="33882"/>
                    <a:pt x="685" y="33882"/>
                  </a:cubicBezTo>
                  <a:cubicBezTo>
                    <a:pt x="924" y="33882"/>
                    <a:pt x="1121" y="33711"/>
                    <a:pt x="1184" y="33459"/>
                  </a:cubicBezTo>
                  <a:lnTo>
                    <a:pt x="10426" y="1258"/>
                  </a:lnTo>
                  <a:lnTo>
                    <a:pt x="80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51"/>
            <p:cNvSpPr/>
            <p:nvPr/>
          </p:nvSpPr>
          <p:spPr>
            <a:xfrm>
              <a:off x="1112500" y="4220175"/>
              <a:ext cx="274550" cy="862975"/>
            </a:xfrm>
            <a:custGeom>
              <a:avLst/>
              <a:gdLst/>
              <a:ahLst/>
              <a:cxnLst/>
              <a:rect l="l" t="t" r="r" b="b"/>
              <a:pathLst>
                <a:path w="10982" h="34519" extrusionOk="0">
                  <a:moveTo>
                    <a:pt x="8452" y="766"/>
                  </a:moveTo>
                  <a:lnTo>
                    <a:pt x="10279" y="1725"/>
                  </a:lnTo>
                  <a:lnTo>
                    <a:pt x="1110" y="33705"/>
                  </a:lnTo>
                  <a:cubicBezTo>
                    <a:pt x="1073" y="33816"/>
                    <a:pt x="962" y="33890"/>
                    <a:pt x="851" y="33890"/>
                  </a:cubicBezTo>
                  <a:lnTo>
                    <a:pt x="814" y="33890"/>
                  </a:lnTo>
                  <a:cubicBezTo>
                    <a:pt x="703" y="33890"/>
                    <a:pt x="592" y="33779"/>
                    <a:pt x="592" y="33631"/>
                  </a:cubicBezTo>
                  <a:lnTo>
                    <a:pt x="592" y="33594"/>
                  </a:lnTo>
                  <a:lnTo>
                    <a:pt x="8452" y="766"/>
                  </a:lnTo>
                  <a:close/>
                  <a:moveTo>
                    <a:pt x="8240" y="1"/>
                  </a:moveTo>
                  <a:cubicBezTo>
                    <a:pt x="8202" y="1"/>
                    <a:pt x="8165" y="9"/>
                    <a:pt x="8134" y="25"/>
                  </a:cubicBezTo>
                  <a:cubicBezTo>
                    <a:pt x="8060" y="62"/>
                    <a:pt x="7986" y="173"/>
                    <a:pt x="7950" y="247"/>
                  </a:cubicBezTo>
                  <a:lnTo>
                    <a:pt x="1" y="33446"/>
                  </a:lnTo>
                  <a:cubicBezTo>
                    <a:pt x="1" y="33483"/>
                    <a:pt x="1" y="33557"/>
                    <a:pt x="1" y="33631"/>
                  </a:cubicBezTo>
                  <a:cubicBezTo>
                    <a:pt x="1" y="34075"/>
                    <a:pt x="297" y="34445"/>
                    <a:pt x="740" y="34518"/>
                  </a:cubicBezTo>
                  <a:lnTo>
                    <a:pt x="851" y="34518"/>
                  </a:lnTo>
                  <a:cubicBezTo>
                    <a:pt x="1258" y="34518"/>
                    <a:pt x="1591" y="34260"/>
                    <a:pt x="1701" y="33890"/>
                  </a:cubicBezTo>
                  <a:lnTo>
                    <a:pt x="10944" y="1688"/>
                  </a:lnTo>
                  <a:cubicBezTo>
                    <a:pt x="10981" y="1541"/>
                    <a:pt x="10907" y="1393"/>
                    <a:pt x="10796" y="1319"/>
                  </a:cubicBezTo>
                  <a:lnTo>
                    <a:pt x="8393" y="62"/>
                  </a:lnTo>
                  <a:cubicBezTo>
                    <a:pt x="8350" y="18"/>
                    <a:pt x="8294" y="1"/>
                    <a:pt x="8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51"/>
            <p:cNvSpPr/>
            <p:nvPr/>
          </p:nvSpPr>
          <p:spPr>
            <a:xfrm>
              <a:off x="1551525" y="4218000"/>
              <a:ext cx="190425" cy="859700"/>
            </a:xfrm>
            <a:custGeom>
              <a:avLst/>
              <a:gdLst/>
              <a:ahLst/>
              <a:cxnLst/>
              <a:rect l="l" t="t" r="r" b="b"/>
              <a:pathLst>
                <a:path w="7617" h="34388" extrusionOk="0">
                  <a:moveTo>
                    <a:pt x="5140" y="1"/>
                  </a:moveTo>
                  <a:lnTo>
                    <a:pt x="75" y="33755"/>
                  </a:lnTo>
                  <a:cubicBezTo>
                    <a:pt x="1" y="34088"/>
                    <a:pt x="260" y="34384"/>
                    <a:pt x="592" y="34384"/>
                  </a:cubicBezTo>
                  <a:cubicBezTo>
                    <a:pt x="614" y="34386"/>
                    <a:pt x="636" y="34388"/>
                    <a:pt x="657" y="34388"/>
                  </a:cubicBezTo>
                  <a:cubicBezTo>
                    <a:pt x="925" y="34388"/>
                    <a:pt x="1150" y="34180"/>
                    <a:pt x="1184" y="33940"/>
                  </a:cubicBezTo>
                  <a:lnTo>
                    <a:pt x="7617" y="1073"/>
                  </a:lnTo>
                  <a:lnTo>
                    <a:pt x="51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51"/>
            <p:cNvSpPr/>
            <p:nvPr/>
          </p:nvSpPr>
          <p:spPr>
            <a:xfrm>
              <a:off x="1545075" y="4210000"/>
              <a:ext cx="205200" cy="875925"/>
            </a:xfrm>
            <a:custGeom>
              <a:avLst/>
              <a:gdLst/>
              <a:ahLst/>
              <a:cxnLst/>
              <a:rect l="l" t="t" r="r" b="b"/>
              <a:pathLst>
                <a:path w="8208" h="35037" extrusionOk="0">
                  <a:moveTo>
                    <a:pt x="5630" y="779"/>
                  </a:moveTo>
                  <a:lnTo>
                    <a:pt x="7505" y="1578"/>
                  </a:lnTo>
                  <a:lnTo>
                    <a:pt x="1146" y="34186"/>
                  </a:lnTo>
                  <a:cubicBezTo>
                    <a:pt x="1109" y="34334"/>
                    <a:pt x="998" y="34408"/>
                    <a:pt x="887" y="34408"/>
                  </a:cubicBezTo>
                  <a:cubicBezTo>
                    <a:pt x="739" y="34408"/>
                    <a:pt x="629" y="34297"/>
                    <a:pt x="629" y="34149"/>
                  </a:cubicBezTo>
                  <a:lnTo>
                    <a:pt x="629" y="34112"/>
                  </a:lnTo>
                  <a:lnTo>
                    <a:pt x="5630" y="779"/>
                  </a:lnTo>
                  <a:close/>
                  <a:moveTo>
                    <a:pt x="5385" y="1"/>
                  </a:moveTo>
                  <a:cubicBezTo>
                    <a:pt x="5330" y="1"/>
                    <a:pt x="5278" y="19"/>
                    <a:pt x="5213" y="62"/>
                  </a:cubicBezTo>
                  <a:cubicBezTo>
                    <a:pt x="5139" y="99"/>
                    <a:pt x="5102" y="173"/>
                    <a:pt x="5065" y="284"/>
                  </a:cubicBezTo>
                  <a:lnTo>
                    <a:pt x="0" y="34001"/>
                  </a:lnTo>
                  <a:lnTo>
                    <a:pt x="37" y="34001"/>
                  </a:lnTo>
                  <a:lnTo>
                    <a:pt x="0" y="34149"/>
                  </a:lnTo>
                  <a:cubicBezTo>
                    <a:pt x="0" y="34593"/>
                    <a:pt x="370" y="34999"/>
                    <a:pt x="850" y="35036"/>
                  </a:cubicBezTo>
                  <a:lnTo>
                    <a:pt x="887" y="35036"/>
                  </a:lnTo>
                  <a:cubicBezTo>
                    <a:pt x="1294" y="35036"/>
                    <a:pt x="1664" y="34741"/>
                    <a:pt x="1738" y="34334"/>
                  </a:cubicBezTo>
                  <a:lnTo>
                    <a:pt x="8171" y="1430"/>
                  </a:lnTo>
                  <a:cubicBezTo>
                    <a:pt x="8208" y="1282"/>
                    <a:pt x="8134" y="1134"/>
                    <a:pt x="7986" y="1097"/>
                  </a:cubicBezTo>
                  <a:lnTo>
                    <a:pt x="5509" y="25"/>
                  </a:lnTo>
                  <a:cubicBezTo>
                    <a:pt x="5463" y="10"/>
                    <a:pt x="5423" y="1"/>
                    <a:pt x="5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51"/>
            <p:cNvSpPr/>
            <p:nvPr/>
          </p:nvSpPr>
          <p:spPr>
            <a:xfrm>
              <a:off x="2127350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2515" y="0"/>
                  </a:moveTo>
                  <a:lnTo>
                    <a:pt x="1" y="555"/>
                  </a:lnTo>
                  <a:lnTo>
                    <a:pt x="4733" y="34346"/>
                  </a:lnTo>
                  <a:cubicBezTo>
                    <a:pt x="4797" y="34635"/>
                    <a:pt x="5029" y="34841"/>
                    <a:pt x="5307" y="34841"/>
                  </a:cubicBezTo>
                  <a:cubicBezTo>
                    <a:pt x="5349" y="34841"/>
                    <a:pt x="5392" y="34836"/>
                    <a:pt x="5435" y="34827"/>
                  </a:cubicBezTo>
                  <a:cubicBezTo>
                    <a:pt x="5731" y="34790"/>
                    <a:pt x="5916" y="34531"/>
                    <a:pt x="5879" y="34235"/>
                  </a:cubicBezTo>
                  <a:lnTo>
                    <a:pt x="2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51"/>
            <p:cNvSpPr/>
            <p:nvPr/>
          </p:nvSpPr>
          <p:spPr>
            <a:xfrm>
              <a:off x="2119025" y="4199525"/>
              <a:ext cx="162700" cy="886400"/>
            </a:xfrm>
            <a:custGeom>
              <a:avLst/>
              <a:gdLst/>
              <a:ahLst/>
              <a:cxnLst/>
              <a:rect l="l" t="t" r="r" b="b"/>
              <a:pathLst>
                <a:path w="6508" h="35456" extrusionOk="0">
                  <a:moveTo>
                    <a:pt x="2589" y="703"/>
                  </a:moveTo>
                  <a:lnTo>
                    <a:pt x="5916" y="34568"/>
                  </a:lnTo>
                  <a:cubicBezTo>
                    <a:pt x="5916" y="34716"/>
                    <a:pt x="5805" y="34790"/>
                    <a:pt x="5694" y="34827"/>
                  </a:cubicBezTo>
                  <a:lnTo>
                    <a:pt x="5657" y="34827"/>
                  </a:lnTo>
                  <a:cubicBezTo>
                    <a:pt x="5509" y="34827"/>
                    <a:pt x="5399" y="34753"/>
                    <a:pt x="5399" y="34605"/>
                  </a:cubicBezTo>
                  <a:lnTo>
                    <a:pt x="673" y="1125"/>
                  </a:lnTo>
                  <a:lnTo>
                    <a:pt x="673" y="1125"/>
                  </a:lnTo>
                  <a:lnTo>
                    <a:pt x="2589" y="703"/>
                  </a:lnTo>
                  <a:close/>
                  <a:moveTo>
                    <a:pt x="2811" y="0"/>
                  </a:moveTo>
                  <a:lnTo>
                    <a:pt x="260" y="555"/>
                  </a:lnTo>
                  <a:cubicBezTo>
                    <a:pt x="112" y="592"/>
                    <a:pt x="1" y="740"/>
                    <a:pt x="1" y="925"/>
                  </a:cubicBezTo>
                  <a:lnTo>
                    <a:pt x="4770" y="34716"/>
                  </a:lnTo>
                  <a:cubicBezTo>
                    <a:pt x="4844" y="35160"/>
                    <a:pt x="5214" y="35455"/>
                    <a:pt x="5657" y="35455"/>
                  </a:cubicBezTo>
                  <a:cubicBezTo>
                    <a:pt x="5694" y="35455"/>
                    <a:pt x="5768" y="35455"/>
                    <a:pt x="5842" y="35418"/>
                  </a:cubicBezTo>
                  <a:cubicBezTo>
                    <a:pt x="6249" y="35344"/>
                    <a:pt x="6508" y="34975"/>
                    <a:pt x="6508" y="34568"/>
                  </a:cubicBezTo>
                  <a:lnTo>
                    <a:pt x="6508" y="34494"/>
                  </a:lnTo>
                  <a:lnTo>
                    <a:pt x="3180" y="296"/>
                  </a:lnTo>
                  <a:cubicBezTo>
                    <a:pt x="3143" y="185"/>
                    <a:pt x="3106" y="111"/>
                    <a:pt x="3032" y="74"/>
                  </a:cubicBezTo>
                  <a:cubicBezTo>
                    <a:pt x="2958" y="0"/>
                    <a:pt x="2885" y="0"/>
                    <a:pt x="2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51"/>
            <p:cNvSpPr/>
            <p:nvPr/>
          </p:nvSpPr>
          <p:spPr>
            <a:xfrm>
              <a:off x="1121750" y="3236425"/>
              <a:ext cx="1197875" cy="1049075"/>
            </a:xfrm>
            <a:custGeom>
              <a:avLst/>
              <a:gdLst/>
              <a:ahLst/>
              <a:cxnLst/>
              <a:rect l="l" t="t" r="r" b="b"/>
              <a:pathLst>
                <a:path w="47915" h="41963" extrusionOk="0">
                  <a:moveTo>
                    <a:pt x="4067" y="1"/>
                  </a:moveTo>
                  <a:cubicBezTo>
                    <a:pt x="1775" y="1"/>
                    <a:pt x="1" y="2071"/>
                    <a:pt x="370" y="4327"/>
                  </a:cubicBezTo>
                  <a:lnTo>
                    <a:pt x="6138" y="41963"/>
                  </a:lnTo>
                  <a:lnTo>
                    <a:pt x="47286" y="41963"/>
                  </a:lnTo>
                  <a:cubicBezTo>
                    <a:pt x="47286" y="41963"/>
                    <a:pt x="47914" y="31130"/>
                    <a:pt x="46103" y="27285"/>
                  </a:cubicBezTo>
                  <a:cubicBezTo>
                    <a:pt x="45759" y="26556"/>
                    <a:pt x="44676" y="26262"/>
                    <a:pt x="43140" y="26262"/>
                  </a:cubicBezTo>
                  <a:cubicBezTo>
                    <a:pt x="36681" y="26262"/>
                    <a:pt x="22218" y="31467"/>
                    <a:pt x="21118" y="31467"/>
                  </a:cubicBezTo>
                  <a:cubicBezTo>
                    <a:pt x="21099" y="31467"/>
                    <a:pt x="21085" y="31466"/>
                    <a:pt x="21074" y="31463"/>
                  </a:cubicBezTo>
                  <a:cubicBezTo>
                    <a:pt x="20482" y="31315"/>
                    <a:pt x="21370" y="11906"/>
                    <a:pt x="22442" y="4290"/>
                  </a:cubicBezTo>
                  <a:cubicBezTo>
                    <a:pt x="22774" y="2034"/>
                    <a:pt x="21037" y="1"/>
                    <a:pt x="187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51"/>
            <p:cNvSpPr/>
            <p:nvPr/>
          </p:nvSpPr>
          <p:spPr>
            <a:xfrm>
              <a:off x="1121750" y="3229050"/>
              <a:ext cx="1192325" cy="1063850"/>
            </a:xfrm>
            <a:custGeom>
              <a:avLst/>
              <a:gdLst/>
              <a:ahLst/>
              <a:cxnLst/>
              <a:rect l="l" t="t" r="r" b="b"/>
              <a:pathLst>
                <a:path w="47693" h="42554" extrusionOk="0">
                  <a:moveTo>
                    <a:pt x="18745" y="592"/>
                  </a:moveTo>
                  <a:cubicBezTo>
                    <a:pt x="19706" y="592"/>
                    <a:pt x="20556" y="998"/>
                    <a:pt x="21185" y="1627"/>
                  </a:cubicBezTo>
                  <a:cubicBezTo>
                    <a:pt x="21813" y="2255"/>
                    <a:pt x="22183" y="3106"/>
                    <a:pt x="22183" y="4067"/>
                  </a:cubicBezTo>
                  <a:cubicBezTo>
                    <a:pt x="22183" y="4215"/>
                    <a:pt x="22183" y="4400"/>
                    <a:pt x="22146" y="4548"/>
                  </a:cubicBezTo>
                  <a:cubicBezTo>
                    <a:pt x="21296" y="10463"/>
                    <a:pt x="20556" y="23477"/>
                    <a:pt x="20556" y="29096"/>
                  </a:cubicBezTo>
                  <a:cubicBezTo>
                    <a:pt x="20556" y="29910"/>
                    <a:pt x="20593" y="30575"/>
                    <a:pt x="20630" y="31056"/>
                  </a:cubicBezTo>
                  <a:cubicBezTo>
                    <a:pt x="20630" y="31277"/>
                    <a:pt x="20667" y="31462"/>
                    <a:pt x="20704" y="31610"/>
                  </a:cubicBezTo>
                  <a:cubicBezTo>
                    <a:pt x="20704" y="31684"/>
                    <a:pt x="20704" y="31758"/>
                    <a:pt x="20741" y="31832"/>
                  </a:cubicBezTo>
                  <a:lnTo>
                    <a:pt x="20815" y="31943"/>
                  </a:lnTo>
                  <a:cubicBezTo>
                    <a:pt x="20852" y="31980"/>
                    <a:pt x="20889" y="32054"/>
                    <a:pt x="21000" y="32054"/>
                  </a:cubicBezTo>
                  <a:lnTo>
                    <a:pt x="21111" y="32091"/>
                  </a:lnTo>
                  <a:cubicBezTo>
                    <a:pt x="21222" y="32091"/>
                    <a:pt x="21370" y="32054"/>
                    <a:pt x="21517" y="32017"/>
                  </a:cubicBezTo>
                  <a:cubicBezTo>
                    <a:pt x="22183" y="31869"/>
                    <a:pt x="23477" y="31462"/>
                    <a:pt x="25141" y="30945"/>
                  </a:cubicBezTo>
                  <a:cubicBezTo>
                    <a:pt x="27655" y="30205"/>
                    <a:pt x="31019" y="29170"/>
                    <a:pt x="34346" y="28320"/>
                  </a:cubicBezTo>
                  <a:cubicBezTo>
                    <a:pt x="37637" y="27506"/>
                    <a:pt x="40927" y="26878"/>
                    <a:pt x="43145" y="26878"/>
                  </a:cubicBezTo>
                  <a:cubicBezTo>
                    <a:pt x="43885" y="26878"/>
                    <a:pt x="44513" y="26952"/>
                    <a:pt x="44957" y="27100"/>
                  </a:cubicBezTo>
                  <a:cubicBezTo>
                    <a:pt x="45437" y="27248"/>
                    <a:pt x="45696" y="27469"/>
                    <a:pt x="45807" y="27728"/>
                  </a:cubicBezTo>
                  <a:cubicBezTo>
                    <a:pt x="46325" y="28800"/>
                    <a:pt x="46657" y="30538"/>
                    <a:pt x="46842" y="32461"/>
                  </a:cubicBezTo>
                  <a:cubicBezTo>
                    <a:pt x="47027" y="34346"/>
                    <a:pt x="47101" y="36416"/>
                    <a:pt x="47101" y="38154"/>
                  </a:cubicBezTo>
                  <a:cubicBezTo>
                    <a:pt x="47101" y="39337"/>
                    <a:pt x="47064" y="40335"/>
                    <a:pt x="47027" y="41075"/>
                  </a:cubicBezTo>
                  <a:cubicBezTo>
                    <a:pt x="47027" y="41469"/>
                    <a:pt x="47017" y="41768"/>
                    <a:pt x="47007" y="41962"/>
                  </a:cubicBezTo>
                  <a:lnTo>
                    <a:pt x="6396" y="41962"/>
                  </a:lnTo>
                  <a:lnTo>
                    <a:pt x="666" y="4585"/>
                  </a:lnTo>
                  <a:cubicBezTo>
                    <a:pt x="629" y="4400"/>
                    <a:pt x="629" y="4215"/>
                    <a:pt x="629" y="4067"/>
                  </a:cubicBezTo>
                  <a:cubicBezTo>
                    <a:pt x="629" y="3106"/>
                    <a:pt x="999" y="2255"/>
                    <a:pt x="1627" y="1627"/>
                  </a:cubicBezTo>
                  <a:cubicBezTo>
                    <a:pt x="2256" y="998"/>
                    <a:pt x="3106" y="592"/>
                    <a:pt x="4067" y="592"/>
                  </a:cubicBezTo>
                  <a:close/>
                  <a:moveTo>
                    <a:pt x="4067" y="0"/>
                  </a:moveTo>
                  <a:cubicBezTo>
                    <a:pt x="1812" y="0"/>
                    <a:pt x="1" y="1849"/>
                    <a:pt x="1" y="4067"/>
                  </a:cubicBezTo>
                  <a:cubicBezTo>
                    <a:pt x="1" y="4252"/>
                    <a:pt x="38" y="4474"/>
                    <a:pt x="38" y="4696"/>
                  </a:cubicBezTo>
                  <a:lnTo>
                    <a:pt x="5842" y="42295"/>
                  </a:lnTo>
                  <a:cubicBezTo>
                    <a:pt x="5879" y="42443"/>
                    <a:pt x="5990" y="42554"/>
                    <a:pt x="6138" y="42554"/>
                  </a:cubicBezTo>
                  <a:lnTo>
                    <a:pt x="47286" y="42554"/>
                  </a:lnTo>
                  <a:cubicBezTo>
                    <a:pt x="47471" y="42554"/>
                    <a:pt x="47582" y="42443"/>
                    <a:pt x="47619" y="42258"/>
                  </a:cubicBezTo>
                  <a:cubicBezTo>
                    <a:pt x="47619" y="42258"/>
                    <a:pt x="47693" y="40520"/>
                    <a:pt x="47693" y="38154"/>
                  </a:cubicBezTo>
                  <a:cubicBezTo>
                    <a:pt x="47693" y="36416"/>
                    <a:pt x="47656" y="34309"/>
                    <a:pt x="47471" y="32387"/>
                  </a:cubicBezTo>
                  <a:cubicBezTo>
                    <a:pt x="47249" y="30464"/>
                    <a:pt x="46953" y="28653"/>
                    <a:pt x="46362" y="27433"/>
                  </a:cubicBezTo>
                  <a:cubicBezTo>
                    <a:pt x="46140" y="26989"/>
                    <a:pt x="45696" y="26693"/>
                    <a:pt x="45142" y="26508"/>
                  </a:cubicBezTo>
                  <a:cubicBezTo>
                    <a:pt x="44587" y="26323"/>
                    <a:pt x="43922" y="26249"/>
                    <a:pt x="43145" y="26249"/>
                  </a:cubicBezTo>
                  <a:cubicBezTo>
                    <a:pt x="39818" y="26249"/>
                    <a:pt x="34568" y="27580"/>
                    <a:pt x="30021" y="28874"/>
                  </a:cubicBezTo>
                  <a:cubicBezTo>
                    <a:pt x="27728" y="29503"/>
                    <a:pt x="25621" y="30168"/>
                    <a:pt x="23994" y="30649"/>
                  </a:cubicBezTo>
                  <a:cubicBezTo>
                    <a:pt x="23181" y="30908"/>
                    <a:pt x="22516" y="31093"/>
                    <a:pt x="21998" y="31240"/>
                  </a:cubicBezTo>
                  <a:cubicBezTo>
                    <a:pt x="21776" y="31314"/>
                    <a:pt x="21554" y="31388"/>
                    <a:pt x="21407" y="31425"/>
                  </a:cubicBezTo>
                  <a:cubicBezTo>
                    <a:pt x="21362" y="31436"/>
                    <a:pt x="21318" y="31444"/>
                    <a:pt x="21277" y="31450"/>
                  </a:cubicBezTo>
                  <a:lnTo>
                    <a:pt x="21277" y="31450"/>
                  </a:lnTo>
                  <a:cubicBezTo>
                    <a:pt x="21247" y="31286"/>
                    <a:pt x="21222" y="31024"/>
                    <a:pt x="21222" y="30686"/>
                  </a:cubicBezTo>
                  <a:cubicBezTo>
                    <a:pt x="21185" y="30242"/>
                    <a:pt x="21185" y="29725"/>
                    <a:pt x="21185" y="29096"/>
                  </a:cubicBezTo>
                  <a:cubicBezTo>
                    <a:pt x="21185" y="23514"/>
                    <a:pt x="21924" y="10500"/>
                    <a:pt x="22774" y="4659"/>
                  </a:cubicBezTo>
                  <a:cubicBezTo>
                    <a:pt x="22774" y="4437"/>
                    <a:pt x="22811" y="4252"/>
                    <a:pt x="22811" y="4067"/>
                  </a:cubicBezTo>
                  <a:cubicBezTo>
                    <a:pt x="22811" y="1849"/>
                    <a:pt x="21000" y="0"/>
                    <a:pt x="18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51"/>
            <p:cNvSpPr/>
            <p:nvPr/>
          </p:nvSpPr>
          <p:spPr>
            <a:xfrm>
              <a:off x="1495150" y="3236425"/>
              <a:ext cx="824475" cy="1049075"/>
            </a:xfrm>
            <a:custGeom>
              <a:avLst/>
              <a:gdLst/>
              <a:ahLst/>
              <a:cxnLst/>
              <a:rect l="l" t="t" r="r" b="b"/>
              <a:pathLst>
                <a:path w="32979" h="41963" extrusionOk="0">
                  <a:moveTo>
                    <a:pt x="3920" y="1"/>
                  </a:moveTo>
                  <a:cubicBezTo>
                    <a:pt x="1701" y="75"/>
                    <a:pt x="1" y="2108"/>
                    <a:pt x="333" y="4327"/>
                  </a:cubicBezTo>
                  <a:lnTo>
                    <a:pt x="6138" y="41963"/>
                  </a:lnTo>
                  <a:lnTo>
                    <a:pt x="32350" y="41963"/>
                  </a:lnTo>
                  <a:cubicBezTo>
                    <a:pt x="32350" y="41963"/>
                    <a:pt x="32978" y="31130"/>
                    <a:pt x="31167" y="27285"/>
                  </a:cubicBezTo>
                  <a:cubicBezTo>
                    <a:pt x="30823" y="26556"/>
                    <a:pt x="29740" y="26262"/>
                    <a:pt x="28204" y="26262"/>
                  </a:cubicBezTo>
                  <a:cubicBezTo>
                    <a:pt x="21745" y="26262"/>
                    <a:pt x="7282" y="31467"/>
                    <a:pt x="6182" y="31467"/>
                  </a:cubicBezTo>
                  <a:cubicBezTo>
                    <a:pt x="6163" y="31467"/>
                    <a:pt x="6149" y="31466"/>
                    <a:pt x="6138" y="31463"/>
                  </a:cubicBezTo>
                  <a:cubicBezTo>
                    <a:pt x="5546" y="31315"/>
                    <a:pt x="6434" y="11906"/>
                    <a:pt x="7506" y="4290"/>
                  </a:cubicBezTo>
                  <a:cubicBezTo>
                    <a:pt x="7838" y="2071"/>
                    <a:pt x="6175" y="75"/>
                    <a:pt x="3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51"/>
            <p:cNvSpPr/>
            <p:nvPr/>
          </p:nvSpPr>
          <p:spPr>
            <a:xfrm>
              <a:off x="1495150" y="3229050"/>
              <a:ext cx="818925" cy="1063850"/>
            </a:xfrm>
            <a:custGeom>
              <a:avLst/>
              <a:gdLst/>
              <a:ahLst/>
              <a:cxnLst/>
              <a:rect l="l" t="t" r="r" b="b"/>
              <a:pathLst>
                <a:path w="32757" h="42554" extrusionOk="0">
                  <a:moveTo>
                    <a:pt x="3938" y="629"/>
                  </a:moveTo>
                  <a:cubicBezTo>
                    <a:pt x="5814" y="676"/>
                    <a:pt x="7247" y="2225"/>
                    <a:pt x="7247" y="4067"/>
                  </a:cubicBezTo>
                  <a:cubicBezTo>
                    <a:pt x="7247" y="4215"/>
                    <a:pt x="7247" y="4400"/>
                    <a:pt x="7210" y="4548"/>
                  </a:cubicBezTo>
                  <a:cubicBezTo>
                    <a:pt x="6360" y="10463"/>
                    <a:pt x="5620" y="23477"/>
                    <a:pt x="5620" y="29096"/>
                  </a:cubicBezTo>
                  <a:cubicBezTo>
                    <a:pt x="5620" y="29910"/>
                    <a:pt x="5657" y="30575"/>
                    <a:pt x="5694" y="31056"/>
                  </a:cubicBezTo>
                  <a:cubicBezTo>
                    <a:pt x="5694" y="31277"/>
                    <a:pt x="5731" y="31462"/>
                    <a:pt x="5768" y="31610"/>
                  </a:cubicBezTo>
                  <a:cubicBezTo>
                    <a:pt x="5768" y="31684"/>
                    <a:pt x="5768" y="31758"/>
                    <a:pt x="5805" y="31832"/>
                  </a:cubicBezTo>
                  <a:lnTo>
                    <a:pt x="5879" y="31943"/>
                  </a:lnTo>
                  <a:cubicBezTo>
                    <a:pt x="5916" y="31980"/>
                    <a:pt x="5953" y="32054"/>
                    <a:pt x="6064" y="32054"/>
                  </a:cubicBezTo>
                  <a:lnTo>
                    <a:pt x="6175" y="32091"/>
                  </a:lnTo>
                  <a:cubicBezTo>
                    <a:pt x="6286" y="32091"/>
                    <a:pt x="6434" y="32054"/>
                    <a:pt x="6581" y="32017"/>
                  </a:cubicBezTo>
                  <a:cubicBezTo>
                    <a:pt x="7247" y="31869"/>
                    <a:pt x="8541" y="31462"/>
                    <a:pt x="10205" y="30945"/>
                  </a:cubicBezTo>
                  <a:cubicBezTo>
                    <a:pt x="12719" y="30205"/>
                    <a:pt x="16083" y="29170"/>
                    <a:pt x="19410" y="28320"/>
                  </a:cubicBezTo>
                  <a:cubicBezTo>
                    <a:pt x="22701" y="27506"/>
                    <a:pt x="25991" y="26878"/>
                    <a:pt x="28209" y="26878"/>
                  </a:cubicBezTo>
                  <a:cubicBezTo>
                    <a:pt x="28949" y="26878"/>
                    <a:pt x="29577" y="26952"/>
                    <a:pt x="30021" y="27100"/>
                  </a:cubicBezTo>
                  <a:cubicBezTo>
                    <a:pt x="30501" y="27248"/>
                    <a:pt x="30760" y="27469"/>
                    <a:pt x="30871" y="27728"/>
                  </a:cubicBezTo>
                  <a:cubicBezTo>
                    <a:pt x="31389" y="28800"/>
                    <a:pt x="31721" y="30538"/>
                    <a:pt x="31906" y="32461"/>
                  </a:cubicBezTo>
                  <a:cubicBezTo>
                    <a:pt x="32091" y="34346"/>
                    <a:pt x="32165" y="36416"/>
                    <a:pt x="32165" y="38154"/>
                  </a:cubicBezTo>
                  <a:cubicBezTo>
                    <a:pt x="32165" y="39337"/>
                    <a:pt x="32128" y="40335"/>
                    <a:pt x="32091" y="41075"/>
                  </a:cubicBezTo>
                  <a:cubicBezTo>
                    <a:pt x="32091" y="41469"/>
                    <a:pt x="32081" y="41768"/>
                    <a:pt x="32071" y="41962"/>
                  </a:cubicBezTo>
                  <a:lnTo>
                    <a:pt x="6397" y="41962"/>
                  </a:lnTo>
                  <a:lnTo>
                    <a:pt x="666" y="4585"/>
                  </a:lnTo>
                  <a:cubicBezTo>
                    <a:pt x="629" y="4400"/>
                    <a:pt x="629" y="4215"/>
                    <a:pt x="629" y="4067"/>
                  </a:cubicBezTo>
                  <a:cubicBezTo>
                    <a:pt x="629" y="2225"/>
                    <a:pt x="2062" y="676"/>
                    <a:pt x="3938" y="629"/>
                  </a:cubicBezTo>
                  <a:close/>
                  <a:moveTo>
                    <a:pt x="3920" y="0"/>
                  </a:moveTo>
                  <a:cubicBezTo>
                    <a:pt x="1701" y="74"/>
                    <a:pt x="1" y="1886"/>
                    <a:pt x="1" y="4067"/>
                  </a:cubicBezTo>
                  <a:cubicBezTo>
                    <a:pt x="1" y="4252"/>
                    <a:pt x="1" y="4474"/>
                    <a:pt x="38" y="4696"/>
                  </a:cubicBezTo>
                  <a:lnTo>
                    <a:pt x="5842" y="42295"/>
                  </a:lnTo>
                  <a:cubicBezTo>
                    <a:pt x="5842" y="42443"/>
                    <a:pt x="5990" y="42554"/>
                    <a:pt x="6138" y="42554"/>
                  </a:cubicBezTo>
                  <a:lnTo>
                    <a:pt x="32350" y="42554"/>
                  </a:lnTo>
                  <a:cubicBezTo>
                    <a:pt x="32535" y="42554"/>
                    <a:pt x="32646" y="42443"/>
                    <a:pt x="32683" y="42258"/>
                  </a:cubicBezTo>
                  <a:cubicBezTo>
                    <a:pt x="32683" y="42258"/>
                    <a:pt x="32757" y="40520"/>
                    <a:pt x="32757" y="38154"/>
                  </a:cubicBezTo>
                  <a:cubicBezTo>
                    <a:pt x="32757" y="36416"/>
                    <a:pt x="32720" y="34309"/>
                    <a:pt x="32535" y="32387"/>
                  </a:cubicBezTo>
                  <a:cubicBezTo>
                    <a:pt x="32313" y="30464"/>
                    <a:pt x="32017" y="28653"/>
                    <a:pt x="31426" y="27433"/>
                  </a:cubicBezTo>
                  <a:cubicBezTo>
                    <a:pt x="31204" y="26989"/>
                    <a:pt x="30760" y="26693"/>
                    <a:pt x="30206" y="26508"/>
                  </a:cubicBezTo>
                  <a:cubicBezTo>
                    <a:pt x="29651" y="26323"/>
                    <a:pt x="28986" y="26249"/>
                    <a:pt x="28209" y="26249"/>
                  </a:cubicBezTo>
                  <a:cubicBezTo>
                    <a:pt x="24882" y="26249"/>
                    <a:pt x="19632" y="27580"/>
                    <a:pt x="15085" y="28874"/>
                  </a:cubicBezTo>
                  <a:cubicBezTo>
                    <a:pt x="12792" y="29503"/>
                    <a:pt x="10685" y="30168"/>
                    <a:pt x="9058" y="30649"/>
                  </a:cubicBezTo>
                  <a:cubicBezTo>
                    <a:pt x="8245" y="30908"/>
                    <a:pt x="7580" y="31093"/>
                    <a:pt x="7062" y="31240"/>
                  </a:cubicBezTo>
                  <a:cubicBezTo>
                    <a:pt x="6840" y="31314"/>
                    <a:pt x="6618" y="31388"/>
                    <a:pt x="6471" y="31425"/>
                  </a:cubicBezTo>
                  <a:cubicBezTo>
                    <a:pt x="6426" y="31436"/>
                    <a:pt x="6382" y="31444"/>
                    <a:pt x="6341" y="31450"/>
                  </a:cubicBezTo>
                  <a:lnTo>
                    <a:pt x="6341" y="31450"/>
                  </a:lnTo>
                  <a:cubicBezTo>
                    <a:pt x="6311" y="31286"/>
                    <a:pt x="6286" y="31024"/>
                    <a:pt x="6286" y="30686"/>
                  </a:cubicBezTo>
                  <a:cubicBezTo>
                    <a:pt x="6249" y="30242"/>
                    <a:pt x="6249" y="29725"/>
                    <a:pt x="6249" y="29096"/>
                  </a:cubicBezTo>
                  <a:cubicBezTo>
                    <a:pt x="6249" y="23514"/>
                    <a:pt x="6988" y="10500"/>
                    <a:pt x="7838" y="4659"/>
                  </a:cubicBezTo>
                  <a:cubicBezTo>
                    <a:pt x="7838" y="4437"/>
                    <a:pt x="7875" y="4252"/>
                    <a:pt x="7875" y="4067"/>
                  </a:cubicBezTo>
                  <a:cubicBezTo>
                    <a:pt x="7875" y="1886"/>
                    <a:pt x="6138" y="74"/>
                    <a:pt x="39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31" name="Google Shape;2931;p51"/>
          <p:cNvSpPr txBox="1">
            <a:spLocks noGrp="1"/>
          </p:cNvSpPr>
          <p:nvPr>
            <p:ph type="subTitle" idx="2"/>
          </p:nvPr>
        </p:nvSpPr>
        <p:spPr>
          <a:xfrm>
            <a:off x="3642489" y="761017"/>
            <a:ext cx="1849901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Samy Abdel Salam</a:t>
            </a:r>
            <a:endParaRPr dirty="0"/>
          </a:p>
        </p:txBody>
      </p:sp>
      <p:sp>
        <p:nvSpPr>
          <p:cNvPr id="2933" name="Google Shape;2933;p51"/>
          <p:cNvSpPr txBox="1">
            <a:spLocks noGrp="1"/>
          </p:cNvSpPr>
          <p:nvPr>
            <p:ph type="subTitle" idx="3"/>
          </p:nvPr>
        </p:nvSpPr>
        <p:spPr>
          <a:xfrm>
            <a:off x="1945897" y="1413533"/>
            <a:ext cx="1690983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Mahmoud Sami</a:t>
            </a:r>
            <a:endParaRPr dirty="0"/>
          </a:p>
        </p:txBody>
      </p:sp>
      <p:sp>
        <p:nvSpPr>
          <p:cNvPr id="2935" name="Google Shape;2935;p51"/>
          <p:cNvSpPr txBox="1">
            <a:spLocks noGrp="1"/>
          </p:cNvSpPr>
          <p:nvPr>
            <p:ph type="subTitle" idx="5"/>
          </p:nvPr>
        </p:nvSpPr>
        <p:spPr>
          <a:xfrm>
            <a:off x="3749039" y="1133246"/>
            <a:ext cx="1636800" cy="2811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100" b="1" dirty="0"/>
              <a:t>Team Leader</a:t>
            </a:r>
            <a:endParaRPr sz="1100" b="1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941" name="Google Shape;2941;p51"/>
          <p:cNvGrpSpPr/>
          <p:nvPr/>
        </p:nvGrpSpPr>
        <p:grpSpPr>
          <a:xfrm>
            <a:off x="4484493" y="743125"/>
            <a:ext cx="175013" cy="27000"/>
            <a:chOff x="5662375" y="212375"/>
            <a:chExt cx="175013" cy="27000"/>
          </a:xfrm>
        </p:grpSpPr>
        <p:sp>
          <p:nvSpPr>
            <p:cNvPr id="2942" name="Google Shape;2942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9" name="Google Shape;2949;p51"/>
          <p:cNvGrpSpPr/>
          <p:nvPr/>
        </p:nvGrpSpPr>
        <p:grpSpPr>
          <a:xfrm>
            <a:off x="5495189" y="2811226"/>
            <a:ext cx="203374" cy="179736"/>
            <a:chOff x="-3137650" y="2787000"/>
            <a:chExt cx="291450" cy="257575"/>
          </a:xfrm>
        </p:grpSpPr>
        <p:sp>
          <p:nvSpPr>
            <p:cNvPr id="2950" name="Google Shape;2950;p51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51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51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51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51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51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51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51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8" name="Google Shape;2958;p51"/>
          <p:cNvGrpSpPr/>
          <p:nvPr/>
        </p:nvGrpSpPr>
        <p:grpSpPr>
          <a:xfrm>
            <a:off x="3830965" y="2799136"/>
            <a:ext cx="203915" cy="203915"/>
            <a:chOff x="-6354300" y="2757075"/>
            <a:chExt cx="292225" cy="292225"/>
          </a:xfrm>
        </p:grpSpPr>
        <p:sp>
          <p:nvSpPr>
            <p:cNvPr id="2959" name="Google Shape;2959;p51"/>
            <p:cNvSpPr/>
            <p:nvPr/>
          </p:nvSpPr>
          <p:spPr>
            <a:xfrm>
              <a:off x="-6354300" y="2757075"/>
              <a:ext cx="292225" cy="292225"/>
            </a:xfrm>
            <a:custGeom>
              <a:avLst/>
              <a:gdLst/>
              <a:ahLst/>
              <a:cxnLst/>
              <a:rect l="l" t="t" r="r" b="b"/>
              <a:pathLst>
                <a:path w="11689" h="11689" extrusionOk="0">
                  <a:moveTo>
                    <a:pt x="10681" y="4159"/>
                  </a:moveTo>
                  <a:cubicBezTo>
                    <a:pt x="10870" y="4159"/>
                    <a:pt x="11027" y="4316"/>
                    <a:pt x="11027" y="4505"/>
                  </a:cubicBezTo>
                  <a:lnTo>
                    <a:pt x="11027" y="4915"/>
                  </a:lnTo>
                  <a:cubicBezTo>
                    <a:pt x="10901" y="4883"/>
                    <a:pt x="10775" y="4883"/>
                    <a:pt x="10681" y="4883"/>
                  </a:cubicBezTo>
                  <a:lnTo>
                    <a:pt x="9609" y="4883"/>
                  </a:lnTo>
                  <a:lnTo>
                    <a:pt x="9609" y="4190"/>
                  </a:lnTo>
                  <a:lnTo>
                    <a:pt x="10681" y="4190"/>
                  </a:lnTo>
                  <a:lnTo>
                    <a:pt x="10681" y="4159"/>
                  </a:lnTo>
                  <a:close/>
                  <a:moveTo>
                    <a:pt x="2048" y="2773"/>
                  </a:moveTo>
                  <a:lnTo>
                    <a:pt x="2048" y="6207"/>
                  </a:lnTo>
                  <a:lnTo>
                    <a:pt x="662" y="6207"/>
                  </a:lnTo>
                  <a:lnTo>
                    <a:pt x="662" y="3151"/>
                  </a:lnTo>
                  <a:cubicBezTo>
                    <a:pt x="694" y="2930"/>
                    <a:pt x="851" y="2773"/>
                    <a:pt x="1009" y="2773"/>
                  </a:cubicBezTo>
                  <a:close/>
                  <a:moveTo>
                    <a:pt x="8885" y="693"/>
                  </a:moveTo>
                  <a:lnTo>
                    <a:pt x="8885" y="4883"/>
                  </a:lnTo>
                  <a:cubicBezTo>
                    <a:pt x="8538" y="4915"/>
                    <a:pt x="8223" y="5104"/>
                    <a:pt x="8066" y="5419"/>
                  </a:cubicBezTo>
                  <a:lnTo>
                    <a:pt x="7751" y="6049"/>
                  </a:lnTo>
                  <a:cubicBezTo>
                    <a:pt x="7719" y="6175"/>
                    <a:pt x="7593" y="6238"/>
                    <a:pt x="7436" y="6238"/>
                  </a:cubicBezTo>
                  <a:lnTo>
                    <a:pt x="2710" y="6238"/>
                  </a:lnTo>
                  <a:lnTo>
                    <a:pt x="2710" y="693"/>
                  </a:lnTo>
                  <a:close/>
                  <a:moveTo>
                    <a:pt x="10681" y="5513"/>
                  </a:moveTo>
                  <a:cubicBezTo>
                    <a:pt x="10870" y="5513"/>
                    <a:pt x="11027" y="5671"/>
                    <a:pt x="11027" y="5860"/>
                  </a:cubicBezTo>
                  <a:lnTo>
                    <a:pt x="11027" y="10649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09" y="11027"/>
                  </a:lnTo>
                  <a:cubicBezTo>
                    <a:pt x="820" y="11027"/>
                    <a:pt x="662" y="10869"/>
                    <a:pt x="662" y="10649"/>
                  </a:cubicBezTo>
                  <a:lnTo>
                    <a:pt x="662" y="6868"/>
                  </a:lnTo>
                  <a:lnTo>
                    <a:pt x="7436" y="6868"/>
                  </a:lnTo>
                  <a:cubicBezTo>
                    <a:pt x="7845" y="6868"/>
                    <a:pt x="8192" y="6648"/>
                    <a:pt x="8349" y="6333"/>
                  </a:cubicBezTo>
                  <a:lnTo>
                    <a:pt x="8664" y="5703"/>
                  </a:lnTo>
                  <a:cubicBezTo>
                    <a:pt x="8696" y="5576"/>
                    <a:pt x="8822" y="5513"/>
                    <a:pt x="8979" y="5513"/>
                  </a:cubicBezTo>
                  <a:close/>
                  <a:moveTo>
                    <a:pt x="2395" y="0"/>
                  </a:moveTo>
                  <a:cubicBezTo>
                    <a:pt x="2206" y="0"/>
                    <a:pt x="2048" y="158"/>
                    <a:pt x="2048" y="347"/>
                  </a:cubicBezTo>
                  <a:lnTo>
                    <a:pt x="2048" y="2111"/>
                  </a:lnTo>
                  <a:lnTo>
                    <a:pt x="1009" y="2111"/>
                  </a:lnTo>
                  <a:cubicBezTo>
                    <a:pt x="473" y="2111"/>
                    <a:pt x="0" y="2584"/>
                    <a:pt x="0" y="3151"/>
                  </a:cubicBezTo>
                  <a:lnTo>
                    <a:pt x="0" y="10649"/>
                  </a:lnTo>
                  <a:cubicBezTo>
                    <a:pt x="0" y="11216"/>
                    <a:pt x="473" y="11688"/>
                    <a:pt x="1009" y="11688"/>
                  </a:cubicBezTo>
                  <a:lnTo>
                    <a:pt x="10618" y="11688"/>
                  </a:lnTo>
                  <a:cubicBezTo>
                    <a:pt x="11185" y="11688"/>
                    <a:pt x="11657" y="11216"/>
                    <a:pt x="11657" y="10649"/>
                  </a:cubicBezTo>
                  <a:lnTo>
                    <a:pt x="11657" y="4505"/>
                  </a:lnTo>
                  <a:cubicBezTo>
                    <a:pt x="11689" y="3938"/>
                    <a:pt x="11216" y="3466"/>
                    <a:pt x="10681" y="3466"/>
                  </a:cubicBezTo>
                  <a:lnTo>
                    <a:pt x="9609" y="3466"/>
                  </a:lnTo>
                  <a:lnTo>
                    <a:pt x="9609" y="347"/>
                  </a:lnTo>
                  <a:cubicBezTo>
                    <a:pt x="9609" y="158"/>
                    <a:pt x="9452" y="0"/>
                    <a:pt x="9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51"/>
            <p:cNvSpPr/>
            <p:nvPr/>
          </p:nvSpPr>
          <p:spPr>
            <a:xfrm>
              <a:off x="-6268450" y="279015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51"/>
            <p:cNvSpPr/>
            <p:nvPr/>
          </p:nvSpPr>
          <p:spPr>
            <a:xfrm>
              <a:off x="-6268450" y="282560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51"/>
            <p:cNvSpPr/>
            <p:nvPr/>
          </p:nvSpPr>
          <p:spPr>
            <a:xfrm>
              <a:off x="-6268450" y="2860250"/>
              <a:ext cx="119750" cy="17350"/>
            </a:xfrm>
            <a:custGeom>
              <a:avLst/>
              <a:gdLst/>
              <a:ahLst/>
              <a:cxnLst/>
              <a:rect l="l" t="t" r="r" b="b"/>
              <a:pathLst>
                <a:path w="4790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443" y="693"/>
                  </a:lnTo>
                  <a:cubicBezTo>
                    <a:pt x="4632" y="693"/>
                    <a:pt x="4789" y="536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3" name="Google Shape;2963;p51"/>
          <p:cNvGrpSpPr/>
          <p:nvPr/>
        </p:nvGrpSpPr>
        <p:grpSpPr>
          <a:xfrm>
            <a:off x="4917834" y="2603164"/>
            <a:ext cx="203374" cy="203915"/>
            <a:chOff x="-1700225" y="2768875"/>
            <a:chExt cx="291450" cy="292225"/>
          </a:xfrm>
        </p:grpSpPr>
        <p:sp>
          <p:nvSpPr>
            <p:cNvPr id="2964" name="Google Shape;2964;p51"/>
            <p:cNvSpPr/>
            <p:nvPr/>
          </p:nvSpPr>
          <p:spPr>
            <a:xfrm>
              <a:off x="-170022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17" y="662"/>
                  </a:moveTo>
                  <a:cubicBezTo>
                    <a:pt x="10806" y="662"/>
                    <a:pt x="10964" y="820"/>
                    <a:pt x="10964" y="1009"/>
                  </a:cubicBezTo>
                  <a:lnTo>
                    <a:pt x="10964" y="2710"/>
                  </a:lnTo>
                  <a:lnTo>
                    <a:pt x="662" y="2710"/>
                  </a:lnTo>
                  <a:lnTo>
                    <a:pt x="662" y="1009"/>
                  </a:ln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933" y="3372"/>
                  </a:moveTo>
                  <a:lnTo>
                    <a:pt x="10933" y="9232"/>
                  </a:lnTo>
                  <a:cubicBezTo>
                    <a:pt x="10964" y="9484"/>
                    <a:pt x="10806" y="9610"/>
                    <a:pt x="10617" y="9610"/>
                  </a:cubicBezTo>
                  <a:lnTo>
                    <a:pt x="8916" y="9610"/>
                  </a:lnTo>
                  <a:lnTo>
                    <a:pt x="8570" y="9232"/>
                  </a:lnTo>
                  <a:cubicBezTo>
                    <a:pt x="8601" y="9169"/>
                    <a:pt x="8664" y="9043"/>
                    <a:pt x="8696" y="8917"/>
                  </a:cubicBezTo>
                  <a:lnTo>
                    <a:pt x="9200" y="8917"/>
                  </a:lnTo>
                  <a:cubicBezTo>
                    <a:pt x="9389" y="8917"/>
                    <a:pt x="9546" y="8759"/>
                    <a:pt x="9546" y="8570"/>
                  </a:cubicBezTo>
                  <a:lnTo>
                    <a:pt x="9546" y="7184"/>
                  </a:lnTo>
                  <a:cubicBezTo>
                    <a:pt x="9546" y="6995"/>
                    <a:pt x="9389" y="6837"/>
                    <a:pt x="9200" y="6837"/>
                  </a:cubicBezTo>
                  <a:lnTo>
                    <a:pt x="8696" y="6837"/>
                  </a:lnTo>
                  <a:cubicBezTo>
                    <a:pt x="8664" y="6711"/>
                    <a:pt x="8601" y="6648"/>
                    <a:pt x="8570" y="6522"/>
                  </a:cubicBezTo>
                  <a:lnTo>
                    <a:pt x="8916" y="6176"/>
                  </a:lnTo>
                  <a:cubicBezTo>
                    <a:pt x="9042" y="6050"/>
                    <a:pt x="9042" y="5798"/>
                    <a:pt x="8916" y="5703"/>
                  </a:cubicBezTo>
                  <a:lnTo>
                    <a:pt x="7940" y="4695"/>
                  </a:lnTo>
                  <a:cubicBezTo>
                    <a:pt x="7877" y="4648"/>
                    <a:pt x="7790" y="4624"/>
                    <a:pt x="7703" y="4624"/>
                  </a:cubicBezTo>
                  <a:cubicBezTo>
                    <a:pt x="7617" y="4624"/>
                    <a:pt x="7530" y="4648"/>
                    <a:pt x="7467" y="4695"/>
                  </a:cubicBezTo>
                  <a:lnTo>
                    <a:pt x="7120" y="5073"/>
                  </a:lnTo>
                  <a:cubicBezTo>
                    <a:pt x="7026" y="5041"/>
                    <a:pt x="6931" y="4978"/>
                    <a:pt x="6805" y="4947"/>
                  </a:cubicBezTo>
                  <a:lnTo>
                    <a:pt x="6805" y="4443"/>
                  </a:lnTo>
                  <a:cubicBezTo>
                    <a:pt x="6805" y="4222"/>
                    <a:pt x="6648" y="4065"/>
                    <a:pt x="6459" y="4065"/>
                  </a:cubicBezTo>
                  <a:lnTo>
                    <a:pt x="5073" y="4065"/>
                  </a:lnTo>
                  <a:cubicBezTo>
                    <a:pt x="4884" y="4065"/>
                    <a:pt x="4726" y="4222"/>
                    <a:pt x="4726" y="4443"/>
                  </a:cubicBezTo>
                  <a:lnTo>
                    <a:pt x="4726" y="4947"/>
                  </a:lnTo>
                  <a:cubicBezTo>
                    <a:pt x="4600" y="4978"/>
                    <a:pt x="4506" y="5010"/>
                    <a:pt x="4411" y="5073"/>
                  </a:cubicBezTo>
                  <a:lnTo>
                    <a:pt x="4033" y="4695"/>
                  </a:lnTo>
                  <a:cubicBezTo>
                    <a:pt x="3986" y="4648"/>
                    <a:pt x="3899" y="4624"/>
                    <a:pt x="3808" y="4624"/>
                  </a:cubicBezTo>
                  <a:cubicBezTo>
                    <a:pt x="3718" y="4624"/>
                    <a:pt x="3623" y="4648"/>
                    <a:pt x="3560" y="4695"/>
                  </a:cubicBezTo>
                  <a:lnTo>
                    <a:pt x="2584" y="5703"/>
                  </a:lnTo>
                  <a:cubicBezTo>
                    <a:pt x="2458" y="5829"/>
                    <a:pt x="2458" y="6050"/>
                    <a:pt x="2584" y="6176"/>
                  </a:cubicBezTo>
                  <a:lnTo>
                    <a:pt x="2930" y="6522"/>
                  </a:lnTo>
                  <a:cubicBezTo>
                    <a:pt x="2899" y="6585"/>
                    <a:pt x="2867" y="6711"/>
                    <a:pt x="2836" y="6837"/>
                  </a:cubicBezTo>
                  <a:lnTo>
                    <a:pt x="2300" y="6837"/>
                  </a:lnTo>
                  <a:cubicBezTo>
                    <a:pt x="2111" y="6837"/>
                    <a:pt x="1954" y="6995"/>
                    <a:pt x="1954" y="7184"/>
                  </a:cubicBezTo>
                  <a:lnTo>
                    <a:pt x="1954" y="8570"/>
                  </a:lnTo>
                  <a:cubicBezTo>
                    <a:pt x="1954" y="8759"/>
                    <a:pt x="2111" y="8917"/>
                    <a:pt x="2300" y="8917"/>
                  </a:cubicBezTo>
                  <a:lnTo>
                    <a:pt x="2836" y="8917"/>
                  </a:lnTo>
                  <a:cubicBezTo>
                    <a:pt x="2867" y="9043"/>
                    <a:pt x="2899" y="9137"/>
                    <a:pt x="2930" y="9232"/>
                  </a:cubicBezTo>
                  <a:lnTo>
                    <a:pt x="2584" y="9610"/>
                  </a:lnTo>
                  <a:lnTo>
                    <a:pt x="977" y="9610"/>
                  </a:lnTo>
                  <a:cubicBezTo>
                    <a:pt x="788" y="9610"/>
                    <a:pt x="630" y="9452"/>
                    <a:pt x="630" y="9232"/>
                  </a:cubicBezTo>
                  <a:lnTo>
                    <a:pt x="630" y="3372"/>
                  </a:lnTo>
                  <a:close/>
                  <a:moveTo>
                    <a:pt x="6112" y="4726"/>
                  </a:moveTo>
                  <a:lnTo>
                    <a:pt x="6112" y="5136"/>
                  </a:lnTo>
                  <a:cubicBezTo>
                    <a:pt x="6112" y="5294"/>
                    <a:pt x="6207" y="5420"/>
                    <a:pt x="6364" y="5451"/>
                  </a:cubicBezTo>
                  <a:cubicBezTo>
                    <a:pt x="6553" y="5514"/>
                    <a:pt x="6805" y="5609"/>
                    <a:pt x="6994" y="5735"/>
                  </a:cubicBezTo>
                  <a:cubicBezTo>
                    <a:pt x="7041" y="5769"/>
                    <a:pt x="7096" y="5783"/>
                    <a:pt x="7153" y="5783"/>
                  </a:cubicBezTo>
                  <a:cubicBezTo>
                    <a:pt x="7251" y="5783"/>
                    <a:pt x="7356" y="5743"/>
                    <a:pt x="7435" y="5703"/>
                  </a:cubicBezTo>
                  <a:lnTo>
                    <a:pt x="7751" y="5388"/>
                  </a:lnTo>
                  <a:lnTo>
                    <a:pt x="8223" y="5861"/>
                  </a:lnTo>
                  <a:lnTo>
                    <a:pt x="7908" y="6176"/>
                  </a:lnTo>
                  <a:cubicBezTo>
                    <a:pt x="7782" y="6302"/>
                    <a:pt x="7782" y="6459"/>
                    <a:pt x="7877" y="6617"/>
                  </a:cubicBezTo>
                  <a:cubicBezTo>
                    <a:pt x="7971" y="6806"/>
                    <a:pt x="8066" y="6995"/>
                    <a:pt x="8129" y="7247"/>
                  </a:cubicBezTo>
                  <a:cubicBezTo>
                    <a:pt x="8192" y="7404"/>
                    <a:pt x="8286" y="7499"/>
                    <a:pt x="8444" y="7499"/>
                  </a:cubicBezTo>
                  <a:lnTo>
                    <a:pt x="8885" y="7499"/>
                  </a:lnTo>
                  <a:lnTo>
                    <a:pt x="8885" y="8192"/>
                  </a:lnTo>
                  <a:lnTo>
                    <a:pt x="8444" y="8192"/>
                  </a:lnTo>
                  <a:cubicBezTo>
                    <a:pt x="8286" y="8192"/>
                    <a:pt x="8192" y="8286"/>
                    <a:pt x="8129" y="8444"/>
                  </a:cubicBezTo>
                  <a:cubicBezTo>
                    <a:pt x="8097" y="8665"/>
                    <a:pt x="7971" y="8885"/>
                    <a:pt x="7877" y="9074"/>
                  </a:cubicBezTo>
                  <a:cubicBezTo>
                    <a:pt x="7782" y="9200"/>
                    <a:pt x="7814" y="9389"/>
                    <a:pt x="7908" y="9515"/>
                  </a:cubicBezTo>
                  <a:lnTo>
                    <a:pt x="8223" y="9830"/>
                  </a:lnTo>
                  <a:lnTo>
                    <a:pt x="7751" y="10303"/>
                  </a:lnTo>
                  <a:lnTo>
                    <a:pt x="7435" y="9988"/>
                  </a:lnTo>
                  <a:cubicBezTo>
                    <a:pt x="7368" y="9920"/>
                    <a:pt x="7291" y="9889"/>
                    <a:pt x="7211" y="9889"/>
                  </a:cubicBezTo>
                  <a:cubicBezTo>
                    <a:pt x="7141" y="9889"/>
                    <a:pt x="7068" y="9912"/>
                    <a:pt x="6994" y="9956"/>
                  </a:cubicBezTo>
                  <a:cubicBezTo>
                    <a:pt x="6805" y="10082"/>
                    <a:pt x="6616" y="10145"/>
                    <a:pt x="6364" y="10208"/>
                  </a:cubicBezTo>
                  <a:cubicBezTo>
                    <a:pt x="6207" y="10271"/>
                    <a:pt x="6112" y="10366"/>
                    <a:pt x="6112" y="10555"/>
                  </a:cubicBezTo>
                  <a:lnTo>
                    <a:pt x="6112" y="10964"/>
                  </a:lnTo>
                  <a:lnTo>
                    <a:pt x="5419" y="10964"/>
                  </a:lnTo>
                  <a:lnTo>
                    <a:pt x="5419" y="10555"/>
                  </a:lnTo>
                  <a:cubicBezTo>
                    <a:pt x="5419" y="10366"/>
                    <a:pt x="5325" y="10271"/>
                    <a:pt x="5167" y="10208"/>
                  </a:cubicBezTo>
                  <a:cubicBezTo>
                    <a:pt x="4947" y="10177"/>
                    <a:pt x="4726" y="10051"/>
                    <a:pt x="4537" y="9956"/>
                  </a:cubicBezTo>
                  <a:cubicBezTo>
                    <a:pt x="4491" y="9921"/>
                    <a:pt x="4436" y="9908"/>
                    <a:pt x="4379" y="9908"/>
                  </a:cubicBezTo>
                  <a:cubicBezTo>
                    <a:pt x="4281" y="9908"/>
                    <a:pt x="4176" y="9948"/>
                    <a:pt x="4096" y="9988"/>
                  </a:cubicBezTo>
                  <a:lnTo>
                    <a:pt x="3781" y="10303"/>
                  </a:lnTo>
                  <a:lnTo>
                    <a:pt x="3308" y="9830"/>
                  </a:lnTo>
                  <a:lnTo>
                    <a:pt x="3623" y="9515"/>
                  </a:lnTo>
                  <a:cubicBezTo>
                    <a:pt x="3749" y="9389"/>
                    <a:pt x="3749" y="9232"/>
                    <a:pt x="3655" y="9074"/>
                  </a:cubicBezTo>
                  <a:cubicBezTo>
                    <a:pt x="3529" y="8885"/>
                    <a:pt x="3466" y="8696"/>
                    <a:pt x="3371" y="8444"/>
                  </a:cubicBezTo>
                  <a:cubicBezTo>
                    <a:pt x="3340" y="8286"/>
                    <a:pt x="3214" y="8192"/>
                    <a:pt x="3056" y="8192"/>
                  </a:cubicBezTo>
                  <a:lnTo>
                    <a:pt x="2647" y="8192"/>
                  </a:lnTo>
                  <a:lnTo>
                    <a:pt x="2647" y="7499"/>
                  </a:lnTo>
                  <a:lnTo>
                    <a:pt x="3056" y="7499"/>
                  </a:lnTo>
                  <a:cubicBezTo>
                    <a:pt x="3214" y="7499"/>
                    <a:pt x="3340" y="7404"/>
                    <a:pt x="3371" y="7247"/>
                  </a:cubicBezTo>
                  <a:cubicBezTo>
                    <a:pt x="3434" y="7026"/>
                    <a:pt x="3529" y="6806"/>
                    <a:pt x="3655" y="6617"/>
                  </a:cubicBezTo>
                  <a:cubicBezTo>
                    <a:pt x="3749" y="6491"/>
                    <a:pt x="3686" y="6302"/>
                    <a:pt x="3623" y="6176"/>
                  </a:cubicBezTo>
                  <a:lnTo>
                    <a:pt x="3308" y="5861"/>
                  </a:lnTo>
                  <a:lnTo>
                    <a:pt x="3781" y="5388"/>
                  </a:lnTo>
                  <a:lnTo>
                    <a:pt x="4096" y="5703"/>
                  </a:lnTo>
                  <a:cubicBezTo>
                    <a:pt x="4163" y="5771"/>
                    <a:pt x="4240" y="5802"/>
                    <a:pt x="4321" y="5802"/>
                  </a:cubicBezTo>
                  <a:cubicBezTo>
                    <a:pt x="4391" y="5802"/>
                    <a:pt x="4464" y="5778"/>
                    <a:pt x="4537" y="5735"/>
                  </a:cubicBezTo>
                  <a:cubicBezTo>
                    <a:pt x="4726" y="5609"/>
                    <a:pt x="4915" y="5546"/>
                    <a:pt x="5167" y="5451"/>
                  </a:cubicBezTo>
                  <a:cubicBezTo>
                    <a:pt x="5325" y="5420"/>
                    <a:pt x="5419" y="5294"/>
                    <a:pt x="5419" y="5136"/>
                  </a:cubicBezTo>
                  <a:lnTo>
                    <a:pt x="5419" y="4726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295"/>
                  </a:lnTo>
                  <a:cubicBezTo>
                    <a:pt x="0" y="9830"/>
                    <a:pt x="473" y="10303"/>
                    <a:pt x="1008" y="10303"/>
                  </a:cubicBezTo>
                  <a:lnTo>
                    <a:pt x="2867" y="10303"/>
                  </a:lnTo>
                  <a:lnTo>
                    <a:pt x="3623" y="11059"/>
                  </a:lnTo>
                  <a:cubicBezTo>
                    <a:pt x="3671" y="11122"/>
                    <a:pt x="3757" y="11153"/>
                    <a:pt x="3848" y="11153"/>
                  </a:cubicBezTo>
                  <a:cubicBezTo>
                    <a:pt x="3938" y="11153"/>
                    <a:pt x="4033" y="11122"/>
                    <a:pt x="4096" y="11059"/>
                  </a:cubicBezTo>
                  <a:lnTo>
                    <a:pt x="4442" y="10712"/>
                  </a:lnTo>
                  <a:cubicBezTo>
                    <a:pt x="4506" y="10744"/>
                    <a:pt x="4632" y="10775"/>
                    <a:pt x="4758" y="10807"/>
                  </a:cubicBezTo>
                  <a:lnTo>
                    <a:pt x="4758" y="11342"/>
                  </a:lnTo>
                  <a:cubicBezTo>
                    <a:pt x="4758" y="11531"/>
                    <a:pt x="4915" y="11689"/>
                    <a:pt x="5104" y="11689"/>
                  </a:cubicBezTo>
                  <a:lnTo>
                    <a:pt x="6490" y="11689"/>
                  </a:lnTo>
                  <a:cubicBezTo>
                    <a:pt x="6679" y="11689"/>
                    <a:pt x="6837" y="11531"/>
                    <a:pt x="6837" y="11342"/>
                  </a:cubicBezTo>
                  <a:lnTo>
                    <a:pt x="6837" y="10807"/>
                  </a:lnTo>
                  <a:cubicBezTo>
                    <a:pt x="6963" y="10775"/>
                    <a:pt x="7026" y="10744"/>
                    <a:pt x="7152" y="10712"/>
                  </a:cubicBezTo>
                  <a:lnTo>
                    <a:pt x="7498" y="11059"/>
                  </a:lnTo>
                  <a:cubicBezTo>
                    <a:pt x="7561" y="11122"/>
                    <a:pt x="7656" y="11153"/>
                    <a:pt x="7747" y="11153"/>
                  </a:cubicBezTo>
                  <a:cubicBezTo>
                    <a:pt x="7837" y="11153"/>
                    <a:pt x="7924" y="11122"/>
                    <a:pt x="7971" y="11059"/>
                  </a:cubicBezTo>
                  <a:lnTo>
                    <a:pt x="8727" y="10303"/>
                  </a:lnTo>
                  <a:lnTo>
                    <a:pt x="10617" y="10303"/>
                  </a:lnTo>
                  <a:cubicBezTo>
                    <a:pt x="11185" y="10303"/>
                    <a:pt x="11657" y="9830"/>
                    <a:pt x="11657" y="9295"/>
                  </a:cubicBezTo>
                  <a:lnTo>
                    <a:pt x="11657" y="1009"/>
                  </a:lnTo>
                  <a:cubicBezTo>
                    <a:pt x="11657" y="473"/>
                    <a:pt x="11216" y="1"/>
                    <a:pt x="106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51"/>
            <p:cNvSpPr/>
            <p:nvPr/>
          </p:nvSpPr>
          <p:spPr>
            <a:xfrm>
              <a:off x="-1667150" y="280195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6"/>
                    <a:pt x="347" y="726"/>
                  </a:cubicBezTo>
                  <a:cubicBezTo>
                    <a:pt x="568" y="726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51"/>
            <p:cNvSpPr/>
            <p:nvPr/>
          </p:nvSpPr>
          <p:spPr>
            <a:xfrm>
              <a:off x="-1632500" y="28019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51"/>
            <p:cNvSpPr/>
            <p:nvPr/>
          </p:nvSpPr>
          <p:spPr>
            <a:xfrm>
              <a:off x="-1597850" y="2801950"/>
              <a:ext cx="17375" cy="18150"/>
            </a:xfrm>
            <a:custGeom>
              <a:avLst/>
              <a:gdLst/>
              <a:ahLst/>
              <a:cxnLst/>
              <a:rect l="l" t="t" r="r" b="b"/>
              <a:pathLst>
                <a:path w="69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7" y="726"/>
                    <a:pt x="694" y="568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51"/>
            <p:cNvSpPr/>
            <p:nvPr/>
          </p:nvSpPr>
          <p:spPr>
            <a:xfrm>
              <a:off x="-1564750" y="2801950"/>
              <a:ext cx="120525" cy="18150"/>
            </a:xfrm>
            <a:custGeom>
              <a:avLst/>
              <a:gdLst/>
              <a:ahLst/>
              <a:cxnLst/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32" y="568"/>
                    <a:pt x="189" y="726"/>
                    <a:pt x="347" y="726"/>
                  </a:cubicBezTo>
                  <a:lnTo>
                    <a:pt x="4442" y="726"/>
                  </a:lnTo>
                  <a:cubicBezTo>
                    <a:pt x="4663" y="726"/>
                    <a:pt x="4820" y="568"/>
                    <a:pt x="4820" y="347"/>
                  </a:cubicBezTo>
                  <a:cubicBezTo>
                    <a:pt x="4820" y="158"/>
                    <a:pt x="4663" y="1"/>
                    <a:pt x="4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51"/>
            <p:cNvSpPr/>
            <p:nvPr/>
          </p:nvSpPr>
          <p:spPr>
            <a:xfrm>
              <a:off x="-1597850" y="2924050"/>
              <a:ext cx="85100" cy="85075"/>
            </a:xfrm>
            <a:custGeom>
              <a:avLst/>
              <a:gdLst/>
              <a:ahLst/>
              <a:cxnLst/>
              <a:rect l="l" t="t" r="r" b="b"/>
              <a:pathLst>
                <a:path w="3404" h="3403" extrusionOk="0">
                  <a:moveTo>
                    <a:pt x="1671" y="662"/>
                  </a:moveTo>
                  <a:cubicBezTo>
                    <a:pt x="2238" y="662"/>
                    <a:pt x="2710" y="1134"/>
                    <a:pt x="2710" y="1701"/>
                  </a:cubicBezTo>
                  <a:cubicBezTo>
                    <a:pt x="2710" y="2237"/>
                    <a:pt x="2269" y="2710"/>
                    <a:pt x="1671" y="2710"/>
                  </a:cubicBezTo>
                  <a:cubicBezTo>
                    <a:pt x="1135" y="2710"/>
                    <a:pt x="663" y="2237"/>
                    <a:pt x="663" y="1701"/>
                  </a:cubicBezTo>
                  <a:cubicBezTo>
                    <a:pt x="663" y="1134"/>
                    <a:pt x="1135" y="662"/>
                    <a:pt x="1671" y="662"/>
                  </a:cubicBezTo>
                  <a:close/>
                  <a:moveTo>
                    <a:pt x="1671" y="0"/>
                  </a:moveTo>
                  <a:cubicBezTo>
                    <a:pt x="726" y="0"/>
                    <a:pt x="1" y="756"/>
                    <a:pt x="1" y="1701"/>
                  </a:cubicBezTo>
                  <a:cubicBezTo>
                    <a:pt x="1" y="2647"/>
                    <a:pt x="726" y="3403"/>
                    <a:pt x="1671" y="3403"/>
                  </a:cubicBezTo>
                  <a:cubicBezTo>
                    <a:pt x="2616" y="3403"/>
                    <a:pt x="3372" y="2647"/>
                    <a:pt x="3372" y="1701"/>
                  </a:cubicBezTo>
                  <a:cubicBezTo>
                    <a:pt x="3403" y="756"/>
                    <a:pt x="2616" y="0"/>
                    <a:pt x="16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933;p51">
            <a:extLst>
              <a:ext uri="{FF2B5EF4-FFF2-40B4-BE49-F238E27FC236}">
                <a16:creationId xmlns:a16="http://schemas.microsoft.com/office/drawing/2014/main" id="{0AA7299B-8277-6D34-7721-F0BE577670A3}"/>
              </a:ext>
            </a:extLst>
          </p:cNvPr>
          <p:cNvSpPr txBox="1">
            <a:spLocks/>
          </p:cNvSpPr>
          <p:nvPr/>
        </p:nvSpPr>
        <p:spPr>
          <a:xfrm>
            <a:off x="318612" y="2839146"/>
            <a:ext cx="173945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Mahmoud Ebraik</a:t>
            </a:r>
          </a:p>
        </p:txBody>
      </p:sp>
      <p:sp>
        <p:nvSpPr>
          <p:cNvPr id="8" name="Google Shape;2933;p51">
            <a:extLst>
              <a:ext uri="{FF2B5EF4-FFF2-40B4-BE49-F238E27FC236}">
                <a16:creationId xmlns:a16="http://schemas.microsoft.com/office/drawing/2014/main" id="{BC2BE5E9-DE85-21BF-37AB-D2CFD2022978}"/>
              </a:ext>
            </a:extLst>
          </p:cNvPr>
          <p:cNvSpPr txBox="1">
            <a:spLocks/>
          </p:cNvSpPr>
          <p:nvPr/>
        </p:nvSpPr>
        <p:spPr>
          <a:xfrm>
            <a:off x="724482" y="2050506"/>
            <a:ext cx="173945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Mohamed Nasser </a:t>
            </a:r>
          </a:p>
        </p:txBody>
      </p:sp>
      <p:sp>
        <p:nvSpPr>
          <p:cNvPr id="20" name="Google Shape;2935;p51">
            <a:extLst>
              <a:ext uri="{FF2B5EF4-FFF2-40B4-BE49-F238E27FC236}">
                <a16:creationId xmlns:a16="http://schemas.microsoft.com/office/drawing/2014/main" id="{59F3B8F6-3836-20CD-6AB3-D2F159C5D68E}"/>
              </a:ext>
            </a:extLst>
          </p:cNvPr>
          <p:cNvSpPr txBox="1">
            <a:spLocks/>
          </p:cNvSpPr>
          <p:nvPr/>
        </p:nvSpPr>
        <p:spPr>
          <a:xfrm>
            <a:off x="1972988" y="1618216"/>
            <a:ext cx="1636800" cy="30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Assistant professor</a:t>
            </a:r>
          </a:p>
        </p:txBody>
      </p:sp>
      <p:sp>
        <p:nvSpPr>
          <p:cNvPr id="21" name="Google Shape;2935;p51">
            <a:extLst>
              <a:ext uri="{FF2B5EF4-FFF2-40B4-BE49-F238E27FC236}">
                <a16:creationId xmlns:a16="http://schemas.microsoft.com/office/drawing/2014/main" id="{10DF3FD4-531E-10BA-C113-2D54F61CA1A5}"/>
              </a:ext>
            </a:extLst>
          </p:cNvPr>
          <p:cNvSpPr txBox="1">
            <a:spLocks/>
          </p:cNvSpPr>
          <p:nvPr/>
        </p:nvSpPr>
        <p:spPr>
          <a:xfrm>
            <a:off x="775807" y="226647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Banker</a:t>
            </a:r>
          </a:p>
        </p:txBody>
      </p:sp>
      <p:sp>
        <p:nvSpPr>
          <p:cNvPr id="22" name="Google Shape;2935;p51">
            <a:extLst>
              <a:ext uri="{FF2B5EF4-FFF2-40B4-BE49-F238E27FC236}">
                <a16:creationId xmlns:a16="http://schemas.microsoft.com/office/drawing/2014/main" id="{869C93DE-0120-2D86-09BF-B63EF0EACDF4}"/>
              </a:ext>
            </a:extLst>
          </p:cNvPr>
          <p:cNvSpPr txBox="1">
            <a:spLocks/>
          </p:cNvSpPr>
          <p:nvPr/>
        </p:nvSpPr>
        <p:spPr>
          <a:xfrm>
            <a:off x="369937" y="3042099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HSE Engineer</a:t>
            </a:r>
          </a:p>
        </p:txBody>
      </p:sp>
      <p:sp>
        <p:nvSpPr>
          <p:cNvPr id="23" name="Google Shape;2931;p51">
            <a:extLst>
              <a:ext uri="{FF2B5EF4-FFF2-40B4-BE49-F238E27FC236}">
                <a16:creationId xmlns:a16="http://schemas.microsoft.com/office/drawing/2014/main" id="{B046299C-8661-6667-E171-0DCF8F098F4D}"/>
              </a:ext>
            </a:extLst>
          </p:cNvPr>
          <p:cNvSpPr txBox="1">
            <a:spLocks/>
          </p:cNvSpPr>
          <p:nvPr/>
        </p:nvSpPr>
        <p:spPr>
          <a:xfrm>
            <a:off x="5413206" y="1413533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Ola </a:t>
            </a:r>
            <a:r>
              <a:rPr lang="en-US" dirty="0" err="1"/>
              <a:t>Abdeltwab</a:t>
            </a:r>
            <a:r>
              <a:rPr lang="en-US" dirty="0"/>
              <a:t> </a:t>
            </a:r>
          </a:p>
        </p:txBody>
      </p:sp>
      <p:sp>
        <p:nvSpPr>
          <p:cNvPr id="24" name="Google Shape;2935;p51">
            <a:extLst>
              <a:ext uri="{FF2B5EF4-FFF2-40B4-BE49-F238E27FC236}">
                <a16:creationId xmlns:a16="http://schemas.microsoft.com/office/drawing/2014/main" id="{1A176212-AFC0-E6CF-E8BB-5306AD4C387E}"/>
              </a:ext>
            </a:extLst>
          </p:cNvPr>
          <p:cNvSpPr txBox="1">
            <a:spLocks/>
          </p:cNvSpPr>
          <p:nvPr/>
        </p:nvSpPr>
        <p:spPr>
          <a:xfrm>
            <a:off x="5413206" y="1635116"/>
            <a:ext cx="1636800" cy="30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Civil Engineer</a:t>
            </a:r>
          </a:p>
        </p:txBody>
      </p:sp>
      <p:sp>
        <p:nvSpPr>
          <p:cNvPr id="25" name="Google Shape;2931;p51">
            <a:extLst>
              <a:ext uri="{FF2B5EF4-FFF2-40B4-BE49-F238E27FC236}">
                <a16:creationId xmlns:a16="http://schemas.microsoft.com/office/drawing/2014/main" id="{BEB27566-5BB0-B875-FE26-B0290B309D09}"/>
              </a:ext>
            </a:extLst>
          </p:cNvPr>
          <p:cNvSpPr txBox="1">
            <a:spLocks/>
          </p:cNvSpPr>
          <p:nvPr/>
        </p:nvSpPr>
        <p:spPr>
          <a:xfrm>
            <a:off x="6782718" y="205050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Gihad Khaled </a:t>
            </a:r>
          </a:p>
        </p:txBody>
      </p:sp>
      <p:sp>
        <p:nvSpPr>
          <p:cNvPr id="26" name="Google Shape;2935;p51">
            <a:extLst>
              <a:ext uri="{FF2B5EF4-FFF2-40B4-BE49-F238E27FC236}">
                <a16:creationId xmlns:a16="http://schemas.microsoft.com/office/drawing/2014/main" id="{7FE27C04-D04A-7E1B-0B00-4EC87C3FD3AB}"/>
              </a:ext>
            </a:extLst>
          </p:cNvPr>
          <p:cNvSpPr txBox="1">
            <a:spLocks/>
          </p:cNvSpPr>
          <p:nvPr/>
        </p:nvSpPr>
        <p:spPr>
          <a:xfrm>
            <a:off x="6782718" y="2229155"/>
            <a:ext cx="1636800" cy="507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Merchandiser</a:t>
            </a:r>
          </a:p>
        </p:txBody>
      </p:sp>
      <p:sp>
        <p:nvSpPr>
          <p:cNvPr id="27" name="Google Shape;2931;p51">
            <a:extLst>
              <a:ext uri="{FF2B5EF4-FFF2-40B4-BE49-F238E27FC236}">
                <a16:creationId xmlns:a16="http://schemas.microsoft.com/office/drawing/2014/main" id="{11DC9651-2FF0-C02B-0F23-2ABBC83B7E11}"/>
              </a:ext>
            </a:extLst>
          </p:cNvPr>
          <p:cNvSpPr txBox="1">
            <a:spLocks/>
          </p:cNvSpPr>
          <p:nvPr/>
        </p:nvSpPr>
        <p:spPr>
          <a:xfrm>
            <a:off x="7162925" y="2863749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Hala Nour </a:t>
            </a:r>
            <a:r>
              <a:rPr lang="en-US" dirty="0" err="1"/>
              <a:t>eldin</a:t>
            </a:r>
            <a:endParaRPr lang="en-US" dirty="0"/>
          </a:p>
        </p:txBody>
      </p:sp>
      <p:sp>
        <p:nvSpPr>
          <p:cNvPr id="28" name="Google Shape;2935;p51">
            <a:extLst>
              <a:ext uri="{FF2B5EF4-FFF2-40B4-BE49-F238E27FC236}">
                <a16:creationId xmlns:a16="http://schemas.microsoft.com/office/drawing/2014/main" id="{3E11077B-AE2B-B0FB-45AF-8EB8E7B53625}"/>
              </a:ext>
            </a:extLst>
          </p:cNvPr>
          <p:cNvSpPr txBox="1">
            <a:spLocks/>
          </p:cNvSpPr>
          <p:nvPr/>
        </p:nvSpPr>
        <p:spPr>
          <a:xfrm>
            <a:off x="7184027" y="3059163"/>
            <a:ext cx="1636800" cy="507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Production Engineer</a:t>
            </a:r>
          </a:p>
        </p:txBody>
      </p:sp>
      <p:sp>
        <p:nvSpPr>
          <p:cNvPr id="29" name="Google Shape;2935;p51">
            <a:extLst>
              <a:ext uri="{FF2B5EF4-FFF2-40B4-BE49-F238E27FC236}">
                <a16:creationId xmlns:a16="http://schemas.microsoft.com/office/drawing/2014/main" id="{6370CB5A-ADC7-6AC5-936E-7E8B6049F816}"/>
              </a:ext>
            </a:extLst>
          </p:cNvPr>
          <p:cNvSpPr txBox="1">
            <a:spLocks/>
          </p:cNvSpPr>
          <p:nvPr/>
        </p:nvSpPr>
        <p:spPr>
          <a:xfrm>
            <a:off x="3749040" y="979892"/>
            <a:ext cx="1636800" cy="30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Technology Expert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1" grpId="0" build="p"/>
      <p:bldP spid="2933" grpId="0" build="p"/>
      <p:bldP spid="2935" grpId="0" build="p"/>
      <p:bldP spid="2" grpId="0"/>
      <p:bldP spid="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37">
          <a:extLst>
            <a:ext uri="{FF2B5EF4-FFF2-40B4-BE49-F238E27FC236}">
              <a16:creationId xmlns:a16="http://schemas.microsoft.com/office/drawing/2014/main" id="{31F9F0AE-705C-AB51-A8F0-E69B0AA7B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Google Shape;2738;p51">
            <a:extLst>
              <a:ext uri="{FF2B5EF4-FFF2-40B4-BE49-F238E27FC236}">
                <a16:creationId xmlns:a16="http://schemas.microsoft.com/office/drawing/2014/main" id="{0CC3AC44-1323-8EEC-1E64-F95931F188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03590" y="139990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Who We Are</a:t>
            </a:r>
            <a:endParaRPr dirty="0"/>
          </a:p>
        </p:txBody>
      </p:sp>
      <p:grpSp>
        <p:nvGrpSpPr>
          <p:cNvPr id="3057" name="Group 3056">
            <a:extLst>
              <a:ext uri="{FF2B5EF4-FFF2-40B4-BE49-F238E27FC236}">
                <a16:creationId xmlns:a16="http://schemas.microsoft.com/office/drawing/2014/main" id="{514D1F43-75C5-FD77-D5DD-2D076144EC0F}"/>
              </a:ext>
            </a:extLst>
          </p:cNvPr>
          <p:cNvGrpSpPr/>
          <p:nvPr/>
        </p:nvGrpSpPr>
        <p:grpSpPr>
          <a:xfrm>
            <a:off x="1980375" y="743125"/>
            <a:ext cx="5183250" cy="3873449"/>
            <a:chOff x="1980375" y="743125"/>
            <a:chExt cx="5183250" cy="3873449"/>
          </a:xfrm>
        </p:grpSpPr>
        <p:grpSp>
          <p:nvGrpSpPr>
            <p:cNvPr id="3058" name="Group 3057">
              <a:extLst>
                <a:ext uri="{FF2B5EF4-FFF2-40B4-BE49-F238E27FC236}">
                  <a16:creationId xmlns:a16="http://schemas.microsoft.com/office/drawing/2014/main" id="{384E9BF2-3D49-D15D-E0F5-AF3BC72B961F}"/>
                </a:ext>
              </a:extLst>
            </p:cNvPr>
            <p:cNvGrpSpPr/>
            <p:nvPr/>
          </p:nvGrpSpPr>
          <p:grpSpPr>
            <a:xfrm>
              <a:off x="4484493" y="743125"/>
              <a:ext cx="175013" cy="27000"/>
              <a:chOff x="4484493" y="743125"/>
              <a:chExt cx="175013" cy="27000"/>
            </a:xfrm>
          </p:grpSpPr>
          <p:sp>
            <p:nvSpPr>
              <p:cNvPr id="3273" name="Google Shape;2942;p51">
                <a:extLst>
                  <a:ext uri="{FF2B5EF4-FFF2-40B4-BE49-F238E27FC236}">
                    <a16:creationId xmlns:a16="http://schemas.microsoft.com/office/drawing/2014/main" id="{781254B2-CD79-C32F-AB94-B72DD94973CA}"/>
                  </a:ext>
                </a:extLst>
              </p:cNvPr>
              <p:cNvSpPr/>
              <p:nvPr/>
            </p:nvSpPr>
            <p:spPr>
              <a:xfrm>
                <a:off x="4484493" y="74312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2943;p51">
                <a:extLst>
                  <a:ext uri="{FF2B5EF4-FFF2-40B4-BE49-F238E27FC236}">
                    <a16:creationId xmlns:a16="http://schemas.microsoft.com/office/drawing/2014/main" id="{5B103559-C36E-A673-D08D-7701FC46E3EB}"/>
                  </a:ext>
                </a:extLst>
              </p:cNvPr>
              <p:cNvSpPr/>
              <p:nvPr/>
            </p:nvSpPr>
            <p:spPr>
              <a:xfrm>
                <a:off x="4558499" y="74312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2944;p51">
                <a:extLst>
                  <a:ext uri="{FF2B5EF4-FFF2-40B4-BE49-F238E27FC236}">
                    <a16:creationId xmlns:a16="http://schemas.microsoft.com/office/drawing/2014/main" id="{9A2073ED-A974-EA95-7266-53FEEDC3419E}"/>
                  </a:ext>
                </a:extLst>
              </p:cNvPr>
              <p:cNvSpPr/>
              <p:nvPr/>
            </p:nvSpPr>
            <p:spPr>
              <a:xfrm>
                <a:off x="4632506" y="74312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59" name="Group 3058">
              <a:extLst>
                <a:ext uri="{FF2B5EF4-FFF2-40B4-BE49-F238E27FC236}">
                  <a16:creationId xmlns:a16="http://schemas.microsoft.com/office/drawing/2014/main" id="{5C35602E-06C6-8F28-D9AE-498DBF996DBF}"/>
                </a:ext>
              </a:extLst>
            </p:cNvPr>
            <p:cNvGrpSpPr/>
            <p:nvPr/>
          </p:nvGrpSpPr>
          <p:grpSpPr>
            <a:xfrm>
              <a:off x="1980375" y="1074788"/>
              <a:ext cx="5183250" cy="3541786"/>
              <a:chOff x="1980375" y="1074788"/>
              <a:chExt cx="5183250" cy="3541786"/>
            </a:xfrm>
          </p:grpSpPr>
          <p:grpSp>
            <p:nvGrpSpPr>
              <p:cNvPr id="3060" name="Google Shape;2739;p51">
                <a:extLst>
                  <a:ext uri="{FF2B5EF4-FFF2-40B4-BE49-F238E27FC236}">
                    <a16:creationId xmlns:a16="http://schemas.microsoft.com/office/drawing/2014/main" id="{BE553E57-CB81-CC25-F24B-F37EDCC76CB2}"/>
                  </a:ext>
                </a:extLst>
              </p:cNvPr>
              <p:cNvGrpSpPr/>
              <p:nvPr/>
            </p:nvGrpSpPr>
            <p:grpSpPr>
              <a:xfrm>
                <a:off x="1980375" y="1074788"/>
                <a:ext cx="5183250" cy="3541786"/>
                <a:chOff x="277900" y="420125"/>
                <a:chExt cx="6852525" cy="4682425"/>
              </a:xfrm>
            </p:grpSpPr>
            <p:sp>
              <p:nvSpPr>
                <p:cNvPr id="3082" name="Google Shape;2740;p51">
                  <a:extLst>
                    <a:ext uri="{FF2B5EF4-FFF2-40B4-BE49-F238E27FC236}">
                      <a16:creationId xmlns:a16="http://schemas.microsoft.com/office/drawing/2014/main" id="{5F96D27C-E5CA-F59C-D77F-96C9E977F4A3}"/>
                    </a:ext>
                  </a:extLst>
                </p:cNvPr>
                <p:cNvSpPr/>
                <p:nvPr/>
              </p:nvSpPr>
              <p:spPr>
                <a:xfrm>
                  <a:off x="277900" y="420125"/>
                  <a:ext cx="6852525" cy="460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01" h="184377" extrusionOk="0">
                      <a:moveTo>
                        <a:pt x="136337" y="1"/>
                      </a:moveTo>
                      <a:cubicBezTo>
                        <a:pt x="108563" y="1"/>
                        <a:pt x="91709" y="26310"/>
                        <a:pt x="78045" y="41336"/>
                      </a:cubicBezTo>
                      <a:cubicBezTo>
                        <a:pt x="62518" y="58454"/>
                        <a:pt x="45178" y="46845"/>
                        <a:pt x="22479" y="65183"/>
                      </a:cubicBezTo>
                      <a:cubicBezTo>
                        <a:pt x="0" y="83335"/>
                        <a:pt x="19077" y="165447"/>
                        <a:pt x="35677" y="184376"/>
                      </a:cubicBezTo>
                      <a:lnTo>
                        <a:pt x="253434" y="184376"/>
                      </a:lnTo>
                      <a:cubicBezTo>
                        <a:pt x="255208" y="177574"/>
                        <a:pt x="261124" y="154837"/>
                        <a:pt x="265116" y="131804"/>
                      </a:cubicBezTo>
                      <a:cubicBezTo>
                        <a:pt x="269923" y="104298"/>
                        <a:pt x="274100" y="66403"/>
                        <a:pt x="254987" y="50505"/>
                      </a:cubicBezTo>
                      <a:cubicBezTo>
                        <a:pt x="249034" y="45561"/>
                        <a:pt x="242499" y="43992"/>
                        <a:pt x="235926" y="43992"/>
                      </a:cubicBezTo>
                      <a:cubicBezTo>
                        <a:pt x="230211" y="43992"/>
                        <a:pt x="224467" y="45178"/>
                        <a:pt x="219051" y="46365"/>
                      </a:cubicBezTo>
                      <a:cubicBezTo>
                        <a:pt x="213642" y="47537"/>
                        <a:pt x="208543" y="48726"/>
                        <a:pt x="204134" y="48726"/>
                      </a:cubicBezTo>
                      <a:cubicBezTo>
                        <a:pt x="201733" y="48726"/>
                        <a:pt x="199538" y="48373"/>
                        <a:pt x="197608" y="47474"/>
                      </a:cubicBezTo>
                      <a:cubicBezTo>
                        <a:pt x="184447" y="41336"/>
                        <a:pt x="183855" y="10799"/>
                        <a:pt x="148585" y="1630"/>
                      </a:cubicBezTo>
                      <a:cubicBezTo>
                        <a:pt x="144277" y="510"/>
                        <a:pt x="140202" y="1"/>
                        <a:pt x="1363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3" name="Google Shape;2741;p51">
                  <a:extLst>
                    <a:ext uri="{FF2B5EF4-FFF2-40B4-BE49-F238E27FC236}">
                      <a16:creationId xmlns:a16="http://schemas.microsoft.com/office/drawing/2014/main" id="{B8E16B37-CCA8-5490-842C-E875CF9E743C}"/>
                    </a:ext>
                  </a:extLst>
                </p:cNvPr>
                <p:cNvSpPr/>
                <p:nvPr/>
              </p:nvSpPr>
              <p:spPr>
                <a:xfrm>
                  <a:off x="482160" y="420200"/>
                  <a:ext cx="6424600" cy="460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984" h="184374" extrusionOk="0">
                      <a:moveTo>
                        <a:pt x="124148" y="0"/>
                      </a:moveTo>
                      <a:cubicBezTo>
                        <a:pt x="96383" y="0"/>
                        <a:pt x="79487" y="26323"/>
                        <a:pt x="65845" y="41333"/>
                      </a:cubicBezTo>
                      <a:cubicBezTo>
                        <a:pt x="50318" y="58451"/>
                        <a:pt x="32978" y="46842"/>
                        <a:pt x="10279" y="65180"/>
                      </a:cubicBezTo>
                      <a:cubicBezTo>
                        <a:pt x="2921" y="71095"/>
                        <a:pt x="38" y="83887"/>
                        <a:pt x="38" y="99082"/>
                      </a:cubicBezTo>
                      <a:cubicBezTo>
                        <a:pt x="1" y="130285"/>
                        <a:pt x="12312" y="171618"/>
                        <a:pt x="23477" y="184373"/>
                      </a:cubicBezTo>
                      <a:lnTo>
                        <a:pt x="241234" y="184373"/>
                      </a:lnTo>
                      <a:cubicBezTo>
                        <a:pt x="243008" y="177571"/>
                        <a:pt x="248924" y="154834"/>
                        <a:pt x="252916" y="131801"/>
                      </a:cubicBezTo>
                      <a:cubicBezTo>
                        <a:pt x="254987" y="119896"/>
                        <a:pt x="256946" y="106032"/>
                        <a:pt x="256983" y="92834"/>
                      </a:cubicBezTo>
                      <a:cubicBezTo>
                        <a:pt x="256983" y="75605"/>
                        <a:pt x="253619" y="59523"/>
                        <a:pt x="242787" y="50502"/>
                      </a:cubicBezTo>
                      <a:cubicBezTo>
                        <a:pt x="236834" y="45548"/>
                        <a:pt x="230290" y="43995"/>
                        <a:pt x="223710" y="43995"/>
                      </a:cubicBezTo>
                      <a:cubicBezTo>
                        <a:pt x="218016" y="43995"/>
                        <a:pt x="212286" y="45178"/>
                        <a:pt x="206851" y="46362"/>
                      </a:cubicBezTo>
                      <a:cubicBezTo>
                        <a:pt x="201453" y="47545"/>
                        <a:pt x="196388" y="48728"/>
                        <a:pt x="191989" y="48728"/>
                      </a:cubicBezTo>
                      <a:cubicBezTo>
                        <a:pt x="189549" y="48728"/>
                        <a:pt x="187331" y="48358"/>
                        <a:pt x="185408" y="47471"/>
                      </a:cubicBezTo>
                      <a:cubicBezTo>
                        <a:pt x="172247" y="41333"/>
                        <a:pt x="171655" y="10796"/>
                        <a:pt x="136385" y="1627"/>
                      </a:cubicBezTo>
                      <a:cubicBezTo>
                        <a:pt x="132097" y="481"/>
                        <a:pt x="127993" y="0"/>
                        <a:pt x="12414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4" name="Google Shape;2742;p51">
                  <a:extLst>
                    <a:ext uri="{FF2B5EF4-FFF2-40B4-BE49-F238E27FC236}">
                      <a16:creationId xmlns:a16="http://schemas.microsoft.com/office/drawing/2014/main" id="{A91E9C81-1A1C-9A52-802A-939D3C6EB7D9}"/>
                    </a:ext>
                  </a:extLst>
                </p:cNvPr>
                <p:cNvSpPr/>
                <p:nvPr/>
              </p:nvSpPr>
              <p:spPr>
                <a:xfrm>
                  <a:off x="702125" y="5036900"/>
                  <a:ext cx="6191675" cy="6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67" h="2626" extrusionOk="0">
                      <a:moveTo>
                        <a:pt x="1" y="1"/>
                      </a:moveTo>
                      <a:lnTo>
                        <a:pt x="1" y="2626"/>
                      </a:lnTo>
                      <a:lnTo>
                        <a:pt x="247667" y="2626"/>
                      </a:lnTo>
                      <a:lnTo>
                        <a:pt x="24766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5" name="Google Shape;2743;p51">
                  <a:extLst>
                    <a:ext uri="{FF2B5EF4-FFF2-40B4-BE49-F238E27FC236}">
                      <a16:creationId xmlns:a16="http://schemas.microsoft.com/office/drawing/2014/main" id="{666DFE10-309A-9B3D-211E-486EA6CD2CC2}"/>
                    </a:ext>
                  </a:extLst>
                </p:cNvPr>
                <p:cNvSpPr/>
                <p:nvPr/>
              </p:nvSpPr>
              <p:spPr>
                <a:xfrm>
                  <a:off x="665175" y="3566050"/>
                  <a:ext cx="125725" cy="9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9" h="3898" extrusionOk="0">
                      <a:moveTo>
                        <a:pt x="1558" y="0"/>
                      </a:moveTo>
                      <a:cubicBezTo>
                        <a:pt x="1494" y="0"/>
                        <a:pt x="1431" y="5"/>
                        <a:pt x="1368" y="15"/>
                      </a:cubicBezTo>
                      <a:cubicBezTo>
                        <a:pt x="481" y="125"/>
                        <a:pt x="0" y="976"/>
                        <a:pt x="185" y="1789"/>
                      </a:cubicBezTo>
                      <a:cubicBezTo>
                        <a:pt x="407" y="2639"/>
                        <a:pt x="1257" y="3231"/>
                        <a:pt x="1996" y="3564"/>
                      </a:cubicBezTo>
                      <a:cubicBezTo>
                        <a:pt x="2705" y="3872"/>
                        <a:pt x="4312" y="3897"/>
                        <a:pt x="4828" y="3897"/>
                      </a:cubicBezTo>
                      <a:cubicBezTo>
                        <a:pt x="4932" y="3897"/>
                        <a:pt x="4991" y="3896"/>
                        <a:pt x="4991" y="3896"/>
                      </a:cubicBezTo>
                      <a:cubicBezTo>
                        <a:pt x="5028" y="3896"/>
                        <a:pt x="4547" y="2529"/>
                        <a:pt x="4510" y="2418"/>
                      </a:cubicBezTo>
                      <a:cubicBezTo>
                        <a:pt x="4055" y="1507"/>
                        <a:pt x="2705" y="0"/>
                        <a:pt x="155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6" name="Google Shape;2744;p51">
                  <a:extLst>
                    <a:ext uri="{FF2B5EF4-FFF2-40B4-BE49-F238E27FC236}">
                      <a16:creationId xmlns:a16="http://schemas.microsoft.com/office/drawing/2014/main" id="{16290C9B-952C-52A8-36C0-A0C7C97112D0}"/>
                    </a:ext>
                  </a:extLst>
                </p:cNvPr>
                <p:cNvSpPr/>
                <p:nvPr/>
              </p:nvSpPr>
              <p:spPr>
                <a:xfrm>
                  <a:off x="667950" y="3411900"/>
                  <a:ext cx="777325" cy="163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93" h="65297" extrusionOk="0">
                      <a:moveTo>
                        <a:pt x="14640" y="31764"/>
                      </a:moveTo>
                      <a:cubicBezTo>
                        <a:pt x="15232" y="32430"/>
                        <a:pt x="16822" y="33206"/>
                        <a:pt x="17043" y="33317"/>
                      </a:cubicBezTo>
                      <a:cubicBezTo>
                        <a:pt x="16822" y="33835"/>
                        <a:pt x="16600" y="34352"/>
                        <a:pt x="16378" y="34833"/>
                      </a:cubicBezTo>
                      <a:cubicBezTo>
                        <a:pt x="15676" y="36533"/>
                        <a:pt x="15010" y="37901"/>
                        <a:pt x="14529" y="38826"/>
                      </a:cubicBezTo>
                      <a:cubicBezTo>
                        <a:pt x="14419" y="39011"/>
                        <a:pt x="14345" y="39195"/>
                        <a:pt x="14234" y="39343"/>
                      </a:cubicBezTo>
                      <a:lnTo>
                        <a:pt x="14160" y="39343"/>
                      </a:lnTo>
                      <a:cubicBezTo>
                        <a:pt x="14160" y="39158"/>
                        <a:pt x="14123" y="38974"/>
                        <a:pt x="14086" y="38752"/>
                      </a:cubicBezTo>
                      <a:cubicBezTo>
                        <a:pt x="13938" y="37680"/>
                        <a:pt x="13716" y="36164"/>
                        <a:pt x="13346" y="34352"/>
                      </a:cubicBezTo>
                      <a:cubicBezTo>
                        <a:pt x="13235" y="33761"/>
                        <a:pt x="13125" y="33169"/>
                        <a:pt x="12977" y="32541"/>
                      </a:cubicBezTo>
                      <a:cubicBezTo>
                        <a:pt x="13125" y="32467"/>
                        <a:pt x="13901" y="32171"/>
                        <a:pt x="14640" y="31764"/>
                      </a:cubicBezTo>
                      <a:close/>
                      <a:moveTo>
                        <a:pt x="6531" y="0"/>
                      </a:moveTo>
                      <a:cubicBezTo>
                        <a:pt x="6326" y="0"/>
                        <a:pt x="6117" y="49"/>
                        <a:pt x="5915" y="154"/>
                      </a:cubicBezTo>
                      <a:cubicBezTo>
                        <a:pt x="4843" y="709"/>
                        <a:pt x="4547" y="2853"/>
                        <a:pt x="4732" y="3925"/>
                      </a:cubicBezTo>
                      <a:cubicBezTo>
                        <a:pt x="4769" y="4036"/>
                        <a:pt x="5176" y="5441"/>
                        <a:pt x="5176" y="5441"/>
                      </a:cubicBezTo>
                      <a:lnTo>
                        <a:pt x="5213" y="5404"/>
                      </a:lnTo>
                      <a:lnTo>
                        <a:pt x="5213" y="5404"/>
                      </a:lnTo>
                      <a:cubicBezTo>
                        <a:pt x="5139" y="5737"/>
                        <a:pt x="5102" y="6107"/>
                        <a:pt x="5065" y="6513"/>
                      </a:cubicBezTo>
                      <a:cubicBezTo>
                        <a:pt x="4991" y="7253"/>
                        <a:pt x="4917" y="8103"/>
                        <a:pt x="4880" y="9027"/>
                      </a:cubicBezTo>
                      <a:cubicBezTo>
                        <a:pt x="4880" y="9952"/>
                        <a:pt x="4880" y="10950"/>
                        <a:pt x="4954" y="11985"/>
                      </a:cubicBezTo>
                      <a:cubicBezTo>
                        <a:pt x="5065" y="13057"/>
                        <a:pt x="5213" y="14166"/>
                        <a:pt x="5509" y="15275"/>
                      </a:cubicBezTo>
                      <a:lnTo>
                        <a:pt x="5509" y="15312"/>
                      </a:lnTo>
                      <a:cubicBezTo>
                        <a:pt x="5324" y="15017"/>
                        <a:pt x="4769" y="14203"/>
                        <a:pt x="4732" y="14129"/>
                      </a:cubicBezTo>
                      <a:cubicBezTo>
                        <a:pt x="4142" y="13446"/>
                        <a:pt x="2744" y="12502"/>
                        <a:pt x="1654" y="12502"/>
                      </a:cubicBezTo>
                      <a:cubicBezTo>
                        <a:pt x="1446" y="12502"/>
                        <a:pt x="1250" y="12536"/>
                        <a:pt x="1072" y="12613"/>
                      </a:cubicBezTo>
                      <a:cubicBezTo>
                        <a:pt x="259" y="12946"/>
                        <a:pt x="0" y="13907"/>
                        <a:pt x="407" y="14647"/>
                      </a:cubicBezTo>
                      <a:cubicBezTo>
                        <a:pt x="850" y="15423"/>
                        <a:pt x="1812" y="15793"/>
                        <a:pt x="2625" y="15904"/>
                      </a:cubicBezTo>
                      <a:cubicBezTo>
                        <a:pt x="2705" y="15914"/>
                        <a:pt x="2794" y="15918"/>
                        <a:pt x="2889" y="15918"/>
                      </a:cubicBezTo>
                      <a:cubicBezTo>
                        <a:pt x="3840" y="15918"/>
                        <a:pt x="5414" y="15457"/>
                        <a:pt x="5583" y="15423"/>
                      </a:cubicBezTo>
                      <a:cubicBezTo>
                        <a:pt x="5878" y="16495"/>
                        <a:pt x="6248" y="17568"/>
                        <a:pt x="6729" y="18603"/>
                      </a:cubicBezTo>
                      <a:cubicBezTo>
                        <a:pt x="6987" y="19231"/>
                        <a:pt x="7246" y="19823"/>
                        <a:pt x="7542" y="20414"/>
                      </a:cubicBezTo>
                      <a:cubicBezTo>
                        <a:pt x="7357" y="20155"/>
                        <a:pt x="7209" y="19934"/>
                        <a:pt x="7209" y="19897"/>
                      </a:cubicBezTo>
                      <a:cubicBezTo>
                        <a:pt x="6584" y="19208"/>
                        <a:pt x="5164" y="18282"/>
                        <a:pt x="4070" y="18282"/>
                      </a:cubicBezTo>
                      <a:cubicBezTo>
                        <a:pt x="3871" y="18282"/>
                        <a:pt x="3683" y="18313"/>
                        <a:pt x="3512" y="18381"/>
                      </a:cubicBezTo>
                      <a:cubicBezTo>
                        <a:pt x="2736" y="18751"/>
                        <a:pt x="2477" y="19712"/>
                        <a:pt x="2884" y="20451"/>
                      </a:cubicBezTo>
                      <a:cubicBezTo>
                        <a:pt x="3290" y="21191"/>
                        <a:pt x="4289" y="21560"/>
                        <a:pt x="5102" y="21671"/>
                      </a:cubicBezTo>
                      <a:cubicBezTo>
                        <a:pt x="5187" y="21683"/>
                        <a:pt x="5282" y="21689"/>
                        <a:pt x="5385" y="21689"/>
                      </a:cubicBezTo>
                      <a:cubicBezTo>
                        <a:pt x="6221" y="21689"/>
                        <a:pt x="7554" y="21326"/>
                        <a:pt x="7949" y="21228"/>
                      </a:cubicBezTo>
                      <a:cubicBezTo>
                        <a:pt x="8060" y="21449"/>
                        <a:pt x="8171" y="21671"/>
                        <a:pt x="8281" y="21930"/>
                      </a:cubicBezTo>
                      <a:cubicBezTo>
                        <a:pt x="8836" y="23002"/>
                        <a:pt x="9391" y="24111"/>
                        <a:pt x="9908" y="25183"/>
                      </a:cubicBezTo>
                      <a:cubicBezTo>
                        <a:pt x="10093" y="25553"/>
                        <a:pt x="10241" y="25960"/>
                        <a:pt x="10426" y="26330"/>
                      </a:cubicBezTo>
                      <a:cubicBezTo>
                        <a:pt x="10241" y="26108"/>
                        <a:pt x="10130" y="25923"/>
                        <a:pt x="10093" y="25886"/>
                      </a:cubicBezTo>
                      <a:cubicBezTo>
                        <a:pt x="9499" y="25198"/>
                        <a:pt x="8084" y="24271"/>
                        <a:pt x="6990" y="24271"/>
                      </a:cubicBezTo>
                      <a:cubicBezTo>
                        <a:pt x="6792" y="24271"/>
                        <a:pt x="6604" y="24302"/>
                        <a:pt x="6433" y="24370"/>
                      </a:cubicBezTo>
                      <a:cubicBezTo>
                        <a:pt x="5620" y="24740"/>
                        <a:pt x="5398" y="25701"/>
                        <a:pt x="5804" y="26404"/>
                      </a:cubicBezTo>
                      <a:cubicBezTo>
                        <a:pt x="6211" y="27180"/>
                        <a:pt x="7209" y="27550"/>
                        <a:pt x="7986" y="27661"/>
                      </a:cubicBezTo>
                      <a:cubicBezTo>
                        <a:pt x="8077" y="27674"/>
                        <a:pt x="8179" y="27680"/>
                        <a:pt x="8289" y="27680"/>
                      </a:cubicBezTo>
                      <a:cubicBezTo>
                        <a:pt x="9106" y="27680"/>
                        <a:pt x="10339" y="27352"/>
                        <a:pt x="10795" y="27254"/>
                      </a:cubicBezTo>
                      <a:cubicBezTo>
                        <a:pt x="10943" y="27624"/>
                        <a:pt x="11091" y="28030"/>
                        <a:pt x="11239" y="28437"/>
                      </a:cubicBezTo>
                      <a:cubicBezTo>
                        <a:pt x="11313" y="28696"/>
                        <a:pt x="11424" y="28955"/>
                        <a:pt x="11498" y="29213"/>
                      </a:cubicBezTo>
                      <a:cubicBezTo>
                        <a:pt x="11572" y="29509"/>
                        <a:pt x="11646" y="29768"/>
                        <a:pt x="11720" y="30027"/>
                      </a:cubicBezTo>
                      <a:cubicBezTo>
                        <a:pt x="11831" y="30544"/>
                        <a:pt x="11978" y="31062"/>
                        <a:pt x="12089" y="31579"/>
                      </a:cubicBezTo>
                      <a:cubicBezTo>
                        <a:pt x="12163" y="31949"/>
                        <a:pt x="12237" y="32282"/>
                        <a:pt x="12274" y="32615"/>
                      </a:cubicBezTo>
                      <a:cubicBezTo>
                        <a:pt x="12126" y="32245"/>
                        <a:pt x="11757" y="31505"/>
                        <a:pt x="11720" y="31432"/>
                      </a:cubicBezTo>
                      <a:cubicBezTo>
                        <a:pt x="11183" y="30593"/>
                        <a:pt x="9793" y="29358"/>
                        <a:pt x="8657" y="29358"/>
                      </a:cubicBezTo>
                      <a:cubicBezTo>
                        <a:pt x="8541" y="29358"/>
                        <a:pt x="8428" y="29371"/>
                        <a:pt x="8318" y="29398"/>
                      </a:cubicBezTo>
                      <a:cubicBezTo>
                        <a:pt x="7468" y="29583"/>
                        <a:pt x="7098" y="30507"/>
                        <a:pt x="7394" y="31284"/>
                      </a:cubicBezTo>
                      <a:cubicBezTo>
                        <a:pt x="7690" y="32097"/>
                        <a:pt x="8614" y="32615"/>
                        <a:pt x="9354" y="32836"/>
                      </a:cubicBezTo>
                      <a:cubicBezTo>
                        <a:pt x="9658" y="32929"/>
                        <a:pt x="10095" y="32960"/>
                        <a:pt x="10542" y="32960"/>
                      </a:cubicBezTo>
                      <a:cubicBezTo>
                        <a:pt x="11345" y="32960"/>
                        <a:pt x="12182" y="32860"/>
                        <a:pt x="12348" y="32836"/>
                      </a:cubicBezTo>
                      <a:cubicBezTo>
                        <a:pt x="12459" y="33391"/>
                        <a:pt x="12570" y="33946"/>
                        <a:pt x="12644" y="34463"/>
                      </a:cubicBezTo>
                      <a:cubicBezTo>
                        <a:pt x="12977" y="36275"/>
                        <a:pt x="13162" y="37791"/>
                        <a:pt x="13272" y="38826"/>
                      </a:cubicBezTo>
                      <a:cubicBezTo>
                        <a:pt x="13309" y="39011"/>
                        <a:pt x="13309" y="39195"/>
                        <a:pt x="13346" y="39343"/>
                      </a:cubicBezTo>
                      <a:lnTo>
                        <a:pt x="9686" y="39343"/>
                      </a:lnTo>
                      <a:lnTo>
                        <a:pt x="11017" y="65297"/>
                      </a:lnTo>
                      <a:lnTo>
                        <a:pt x="17228" y="65297"/>
                      </a:lnTo>
                      <a:lnTo>
                        <a:pt x="18559" y="39343"/>
                      </a:lnTo>
                      <a:lnTo>
                        <a:pt x="15158" y="39343"/>
                      </a:lnTo>
                      <a:lnTo>
                        <a:pt x="15232" y="39195"/>
                      </a:lnTo>
                      <a:cubicBezTo>
                        <a:pt x="15712" y="38234"/>
                        <a:pt x="16341" y="36829"/>
                        <a:pt x="17043" y="35129"/>
                      </a:cubicBezTo>
                      <a:cubicBezTo>
                        <a:pt x="17265" y="34574"/>
                        <a:pt x="17487" y="34019"/>
                        <a:pt x="17746" y="33391"/>
                      </a:cubicBezTo>
                      <a:cubicBezTo>
                        <a:pt x="17924" y="33450"/>
                        <a:pt x="19154" y="33701"/>
                        <a:pt x="20090" y="33701"/>
                      </a:cubicBezTo>
                      <a:cubicBezTo>
                        <a:pt x="20318" y="33701"/>
                        <a:pt x="20529" y="33686"/>
                        <a:pt x="20704" y="33650"/>
                      </a:cubicBezTo>
                      <a:cubicBezTo>
                        <a:pt x="21480" y="33465"/>
                        <a:pt x="22441" y="33021"/>
                        <a:pt x="22774" y="32245"/>
                      </a:cubicBezTo>
                      <a:cubicBezTo>
                        <a:pt x="23144" y="31469"/>
                        <a:pt x="22811" y="30544"/>
                        <a:pt x="21997" y="30248"/>
                      </a:cubicBezTo>
                      <a:cubicBezTo>
                        <a:pt x="21860" y="30204"/>
                        <a:pt x="21713" y="30184"/>
                        <a:pt x="21561" y="30184"/>
                      </a:cubicBezTo>
                      <a:cubicBezTo>
                        <a:pt x="20442" y="30184"/>
                        <a:pt x="19001" y="31279"/>
                        <a:pt x="18448" y="32060"/>
                      </a:cubicBezTo>
                      <a:cubicBezTo>
                        <a:pt x="18411" y="32097"/>
                        <a:pt x="18079" y="32689"/>
                        <a:pt x="17857" y="33095"/>
                      </a:cubicBezTo>
                      <a:cubicBezTo>
                        <a:pt x="17931" y="32836"/>
                        <a:pt x="18042" y="32615"/>
                        <a:pt x="18116" y="32356"/>
                      </a:cubicBezTo>
                      <a:cubicBezTo>
                        <a:pt x="18300" y="31838"/>
                        <a:pt x="18485" y="31358"/>
                        <a:pt x="18670" y="30803"/>
                      </a:cubicBezTo>
                      <a:cubicBezTo>
                        <a:pt x="18744" y="30544"/>
                        <a:pt x="18818" y="30285"/>
                        <a:pt x="18892" y="29990"/>
                      </a:cubicBezTo>
                      <a:cubicBezTo>
                        <a:pt x="18966" y="29731"/>
                        <a:pt x="19040" y="29435"/>
                        <a:pt x="19114" y="29176"/>
                      </a:cubicBezTo>
                      <a:cubicBezTo>
                        <a:pt x="19262" y="28511"/>
                        <a:pt x="19410" y="27845"/>
                        <a:pt x="19520" y="27143"/>
                      </a:cubicBezTo>
                      <a:cubicBezTo>
                        <a:pt x="19949" y="27321"/>
                        <a:pt x="21412" y="27810"/>
                        <a:pt x="22244" y="27810"/>
                      </a:cubicBezTo>
                      <a:cubicBezTo>
                        <a:pt x="22274" y="27810"/>
                        <a:pt x="22302" y="27810"/>
                        <a:pt x="22330" y="27808"/>
                      </a:cubicBezTo>
                      <a:cubicBezTo>
                        <a:pt x="23107" y="27734"/>
                        <a:pt x="24142" y="27439"/>
                        <a:pt x="24585" y="26736"/>
                      </a:cubicBezTo>
                      <a:cubicBezTo>
                        <a:pt x="25066" y="26034"/>
                        <a:pt x="24881" y="25073"/>
                        <a:pt x="24105" y="24666"/>
                      </a:cubicBezTo>
                      <a:cubicBezTo>
                        <a:pt x="23888" y="24554"/>
                        <a:pt x="23637" y="24505"/>
                        <a:pt x="23368" y="24505"/>
                      </a:cubicBezTo>
                      <a:cubicBezTo>
                        <a:pt x="22303" y="24505"/>
                        <a:pt x="20953" y="25266"/>
                        <a:pt x="20334" y="25886"/>
                      </a:cubicBezTo>
                      <a:cubicBezTo>
                        <a:pt x="20297" y="25923"/>
                        <a:pt x="19816" y="26551"/>
                        <a:pt x="19557" y="26884"/>
                      </a:cubicBezTo>
                      <a:cubicBezTo>
                        <a:pt x="19594" y="26477"/>
                        <a:pt x="19668" y="26071"/>
                        <a:pt x="19742" y="25664"/>
                      </a:cubicBezTo>
                      <a:cubicBezTo>
                        <a:pt x="19890" y="24444"/>
                        <a:pt x="20001" y="23224"/>
                        <a:pt x="20112" y="22004"/>
                      </a:cubicBezTo>
                      <a:cubicBezTo>
                        <a:pt x="20149" y="21634"/>
                        <a:pt x="20186" y="21265"/>
                        <a:pt x="20223" y="20895"/>
                      </a:cubicBezTo>
                      <a:cubicBezTo>
                        <a:pt x="20367" y="20967"/>
                        <a:pt x="22121" y="21599"/>
                        <a:pt x="23067" y="21599"/>
                      </a:cubicBezTo>
                      <a:cubicBezTo>
                        <a:pt x="23093" y="21599"/>
                        <a:pt x="23119" y="21598"/>
                        <a:pt x="23144" y="21597"/>
                      </a:cubicBezTo>
                      <a:cubicBezTo>
                        <a:pt x="23920" y="21523"/>
                        <a:pt x="24955" y="21228"/>
                        <a:pt x="25399" y="20525"/>
                      </a:cubicBezTo>
                      <a:cubicBezTo>
                        <a:pt x="25879" y="19823"/>
                        <a:pt x="25695" y="18825"/>
                        <a:pt x="24918" y="18418"/>
                      </a:cubicBezTo>
                      <a:cubicBezTo>
                        <a:pt x="24707" y="18309"/>
                        <a:pt x="24463" y="18261"/>
                        <a:pt x="24201" y="18261"/>
                      </a:cubicBezTo>
                      <a:cubicBezTo>
                        <a:pt x="23133" y="18261"/>
                        <a:pt x="21771" y="19051"/>
                        <a:pt x="21147" y="19675"/>
                      </a:cubicBezTo>
                      <a:cubicBezTo>
                        <a:pt x="21110" y="19712"/>
                        <a:pt x="20408" y="20599"/>
                        <a:pt x="20223" y="20821"/>
                      </a:cubicBezTo>
                      <a:cubicBezTo>
                        <a:pt x="20334" y="20008"/>
                        <a:pt x="20408" y="19194"/>
                        <a:pt x="20556" y="18418"/>
                      </a:cubicBezTo>
                      <a:cubicBezTo>
                        <a:pt x="20704" y="17309"/>
                        <a:pt x="20925" y="16237"/>
                        <a:pt x="21221" y="15201"/>
                      </a:cubicBezTo>
                      <a:cubicBezTo>
                        <a:pt x="21293" y="15237"/>
                        <a:pt x="23120" y="15905"/>
                        <a:pt x="24069" y="15905"/>
                      </a:cubicBezTo>
                      <a:cubicBezTo>
                        <a:pt x="24094" y="15905"/>
                        <a:pt x="24118" y="15905"/>
                        <a:pt x="24142" y="15904"/>
                      </a:cubicBezTo>
                      <a:cubicBezTo>
                        <a:pt x="24955" y="15830"/>
                        <a:pt x="25990" y="15534"/>
                        <a:pt x="26434" y="14832"/>
                      </a:cubicBezTo>
                      <a:cubicBezTo>
                        <a:pt x="26915" y="14129"/>
                        <a:pt x="26730" y="13131"/>
                        <a:pt x="25953" y="12761"/>
                      </a:cubicBezTo>
                      <a:cubicBezTo>
                        <a:pt x="25732" y="12639"/>
                        <a:pt x="25474" y="12586"/>
                        <a:pt x="25198" y="12586"/>
                      </a:cubicBezTo>
                      <a:cubicBezTo>
                        <a:pt x="24136" y="12586"/>
                        <a:pt x="22798" y="13365"/>
                        <a:pt x="22182" y="13981"/>
                      </a:cubicBezTo>
                      <a:cubicBezTo>
                        <a:pt x="22145" y="14018"/>
                        <a:pt x="21369" y="14980"/>
                        <a:pt x="21258" y="15164"/>
                      </a:cubicBezTo>
                      <a:cubicBezTo>
                        <a:pt x="21258" y="15090"/>
                        <a:pt x="21295" y="15017"/>
                        <a:pt x="21295" y="14980"/>
                      </a:cubicBezTo>
                      <a:cubicBezTo>
                        <a:pt x="21628" y="13870"/>
                        <a:pt x="22071" y="12872"/>
                        <a:pt x="22552" y="11948"/>
                      </a:cubicBezTo>
                      <a:cubicBezTo>
                        <a:pt x="22848" y="11393"/>
                        <a:pt x="23144" y="10913"/>
                        <a:pt x="23439" y="10432"/>
                      </a:cubicBezTo>
                      <a:cubicBezTo>
                        <a:pt x="23772" y="10617"/>
                        <a:pt x="25362" y="11356"/>
                        <a:pt x="26212" y="11393"/>
                      </a:cubicBezTo>
                      <a:cubicBezTo>
                        <a:pt x="26274" y="11396"/>
                        <a:pt x="26337" y="11398"/>
                        <a:pt x="26402" y="11398"/>
                      </a:cubicBezTo>
                      <a:cubicBezTo>
                        <a:pt x="27150" y="11398"/>
                        <a:pt x="28068" y="11193"/>
                        <a:pt x="28578" y="10580"/>
                      </a:cubicBezTo>
                      <a:cubicBezTo>
                        <a:pt x="29096" y="9952"/>
                        <a:pt x="29059" y="8953"/>
                        <a:pt x="28319" y="8473"/>
                      </a:cubicBezTo>
                      <a:cubicBezTo>
                        <a:pt x="28057" y="8298"/>
                        <a:pt x="27723" y="8225"/>
                        <a:pt x="27357" y="8225"/>
                      </a:cubicBezTo>
                      <a:cubicBezTo>
                        <a:pt x="26333" y="8225"/>
                        <a:pt x="25064" y="8796"/>
                        <a:pt x="24438" y="9286"/>
                      </a:cubicBezTo>
                      <a:cubicBezTo>
                        <a:pt x="24401" y="9323"/>
                        <a:pt x="23957" y="9730"/>
                        <a:pt x="23661" y="10062"/>
                      </a:cubicBezTo>
                      <a:cubicBezTo>
                        <a:pt x="23809" y="9841"/>
                        <a:pt x="23957" y="9619"/>
                        <a:pt x="24068" y="9397"/>
                      </a:cubicBezTo>
                      <a:cubicBezTo>
                        <a:pt x="24585" y="8658"/>
                        <a:pt x="25103" y="7992"/>
                        <a:pt x="25547" y="7401"/>
                      </a:cubicBezTo>
                      <a:cubicBezTo>
                        <a:pt x="25805" y="7068"/>
                        <a:pt x="26064" y="6772"/>
                        <a:pt x="26286" y="6513"/>
                      </a:cubicBezTo>
                      <a:cubicBezTo>
                        <a:pt x="26730" y="6476"/>
                        <a:pt x="28430" y="6439"/>
                        <a:pt x="29170" y="6070"/>
                      </a:cubicBezTo>
                      <a:cubicBezTo>
                        <a:pt x="29909" y="5737"/>
                        <a:pt x="30760" y="5108"/>
                        <a:pt x="30907" y="4258"/>
                      </a:cubicBezTo>
                      <a:cubicBezTo>
                        <a:pt x="31092" y="3445"/>
                        <a:pt x="30575" y="2594"/>
                        <a:pt x="29724" y="2483"/>
                      </a:cubicBezTo>
                      <a:cubicBezTo>
                        <a:pt x="29685" y="2480"/>
                        <a:pt x="29646" y="2478"/>
                        <a:pt x="29607" y="2478"/>
                      </a:cubicBezTo>
                      <a:cubicBezTo>
                        <a:pt x="28415" y="2478"/>
                        <a:pt x="27085" y="4067"/>
                        <a:pt x="26656" y="4997"/>
                      </a:cubicBezTo>
                      <a:cubicBezTo>
                        <a:pt x="26619" y="5108"/>
                        <a:pt x="26175" y="6513"/>
                        <a:pt x="26175" y="6513"/>
                      </a:cubicBezTo>
                      <a:lnTo>
                        <a:pt x="26212" y="6513"/>
                      </a:lnTo>
                      <a:cubicBezTo>
                        <a:pt x="25990" y="6772"/>
                        <a:pt x="25732" y="7031"/>
                        <a:pt x="25473" y="7364"/>
                      </a:cubicBezTo>
                      <a:cubicBezTo>
                        <a:pt x="25029" y="7918"/>
                        <a:pt x="24511" y="8584"/>
                        <a:pt x="23957" y="9323"/>
                      </a:cubicBezTo>
                      <a:cubicBezTo>
                        <a:pt x="23439" y="10099"/>
                        <a:pt x="22885" y="10913"/>
                        <a:pt x="22404" y="11837"/>
                      </a:cubicBezTo>
                      <a:cubicBezTo>
                        <a:pt x="21887" y="12798"/>
                        <a:pt x="21406" y="13797"/>
                        <a:pt x="21036" y="14906"/>
                      </a:cubicBezTo>
                      <a:lnTo>
                        <a:pt x="21036" y="14943"/>
                      </a:lnTo>
                      <a:cubicBezTo>
                        <a:pt x="21036" y="14573"/>
                        <a:pt x="21036" y="13575"/>
                        <a:pt x="20999" y="13501"/>
                      </a:cubicBezTo>
                      <a:cubicBezTo>
                        <a:pt x="20888" y="12429"/>
                        <a:pt x="19964" y="10432"/>
                        <a:pt x="18781" y="10210"/>
                      </a:cubicBezTo>
                      <a:cubicBezTo>
                        <a:pt x="18701" y="10196"/>
                        <a:pt x="18622" y="10190"/>
                        <a:pt x="18544" y="10190"/>
                      </a:cubicBezTo>
                      <a:cubicBezTo>
                        <a:pt x="17797" y="10190"/>
                        <a:pt x="17184" y="10808"/>
                        <a:pt x="17117" y="11578"/>
                      </a:cubicBezTo>
                      <a:cubicBezTo>
                        <a:pt x="17043" y="12429"/>
                        <a:pt x="17672" y="13279"/>
                        <a:pt x="18263" y="13797"/>
                      </a:cubicBezTo>
                      <a:cubicBezTo>
                        <a:pt x="18966" y="14425"/>
                        <a:pt x="20851" y="15017"/>
                        <a:pt x="20999" y="15054"/>
                      </a:cubicBezTo>
                      <a:cubicBezTo>
                        <a:pt x="20667" y="16089"/>
                        <a:pt x="20408" y="17198"/>
                        <a:pt x="20186" y="18344"/>
                      </a:cubicBezTo>
                      <a:cubicBezTo>
                        <a:pt x="20075" y="19009"/>
                        <a:pt x="20001" y="19638"/>
                        <a:pt x="19890" y="20303"/>
                      </a:cubicBezTo>
                      <a:cubicBezTo>
                        <a:pt x="19890" y="20008"/>
                        <a:pt x="19890" y="19712"/>
                        <a:pt x="19890" y="19675"/>
                      </a:cubicBezTo>
                      <a:cubicBezTo>
                        <a:pt x="19742" y="18603"/>
                        <a:pt x="18855" y="16606"/>
                        <a:pt x="17672" y="16421"/>
                      </a:cubicBezTo>
                      <a:cubicBezTo>
                        <a:pt x="17571" y="16400"/>
                        <a:pt x="17472" y="16390"/>
                        <a:pt x="17377" y="16390"/>
                      </a:cubicBezTo>
                      <a:cubicBezTo>
                        <a:pt x="16633" y="16390"/>
                        <a:pt x="16074" y="16999"/>
                        <a:pt x="16008" y="17752"/>
                      </a:cubicBezTo>
                      <a:cubicBezTo>
                        <a:pt x="15934" y="18603"/>
                        <a:pt x="16563" y="19453"/>
                        <a:pt x="17154" y="20008"/>
                      </a:cubicBezTo>
                      <a:cubicBezTo>
                        <a:pt x="17746" y="20525"/>
                        <a:pt x="19373" y="21080"/>
                        <a:pt x="19779" y="21191"/>
                      </a:cubicBezTo>
                      <a:cubicBezTo>
                        <a:pt x="19742" y="21449"/>
                        <a:pt x="19705" y="21708"/>
                        <a:pt x="19705" y="21967"/>
                      </a:cubicBezTo>
                      <a:cubicBezTo>
                        <a:pt x="19557" y="23187"/>
                        <a:pt x="19410" y="24407"/>
                        <a:pt x="19225" y="25590"/>
                      </a:cubicBezTo>
                      <a:cubicBezTo>
                        <a:pt x="19188" y="25997"/>
                        <a:pt x="19077" y="26404"/>
                        <a:pt x="19003" y="26810"/>
                      </a:cubicBezTo>
                      <a:cubicBezTo>
                        <a:pt x="19003" y="26551"/>
                        <a:pt x="19003" y="26330"/>
                        <a:pt x="19003" y="26293"/>
                      </a:cubicBezTo>
                      <a:cubicBezTo>
                        <a:pt x="18855" y="25220"/>
                        <a:pt x="17968" y="23224"/>
                        <a:pt x="16785" y="23002"/>
                      </a:cubicBezTo>
                      <a:cubicBezTo>
                        <a:pt x="16704" y="22988"/>
                        <a:pt x="16625" y="22982"/>
                        <a:pt x="16547" y="22982"/>
                      </a:cubicBezTo>
                      <a:cubicBezTo>
                        <a:pt x="15800" y="22982"/>
                        <a:pt x="15188" y="23597"/>
                        <a:pt x="15121" y="24333"/>
                      </a:cubicBezTo>
                      <a:cubicBezTo>
                        <a:pt x="15047" y="25183"/>
                        <a:pt x="15676" y="26034"/>
                        <a:pt x="16267" y="26588"/>
                      </a:cubicBezTo>
                      <a:cubicBezTo>
                        <a:pt x="16859" y="27106"/>
                        <a:pt x="18337" y="27624"/>
                        <a:pt x="18818" y="27771"/>
                      </a:cubicBezTo>
                      <a:cubicBezTo>
                        <a:pt x="18744" y="28178"/>
                        <a:pt x="18670" y="28622"/>
                        <a:pt x="18559" y="29028"/>
                      </a:cubicBezTo>
                      <a:cubicBezTo>
                        <a:pt x="18485" y="29287"/>
                        <a:pt x="18411" y="29546"/>
                        <a:pt x="18337" y="29842"/>
                      </a:cubicBezTo>
                      <a:cubicBezTo>
                        <a:pt x="18226" y="30101"/>
                        <a:pt x="18153" y="30359"/>
                        <a:pt x="18079" y="30618"/>
                      </a:cubicBezTo>
                      <a:cubicBezTo>
                        <a:pt x="17894" y="31136"/>
                        <a:pt x="17709" y="31653"/>
                        <a:pt x="17524" y="32134"/>
                      </a:cubicBezTo>
                      <a:cubicBezTo>
                        <a:pt x="17376" y="32467"/>
                        <a:pt x="17265" y="32762"/>
                        <a:pt x="17117" y="33095"/>
                      </a:cubicBezTo>
                      <a:cubicBezTo>
                        <a:pt x="17191" y="32689"/>
                        <a:pt x="17302" y="31875"/>
                        <a:pt x="17302" y="31801"/>
                      </a:cubicBezTo>
                      <a:cubicBezTo>
                        <a:pt x="17302" y="31062"/>
                        <a:pt x="17080" y="29916"/>
                        <a:pt x="16563" y="29102"/>
                      </a:cubicBezTo>
                      <a:cubicBezTo>
                        <a:pt x="16563" y="28991"/>
                        <a:pt x="16563" y="28881"/>
                        <a:pt x="16526" y="28770"/>
                      </a:cubicBezTo>
                      <a:cubicBezTo>
                        <a:pt x="16430" y="28068"/>
                        <a:pt x="15840" y="27505"/>
                        <a:pt x="15134" y="27505"/>
                      </a:cubicBezTo>
                      <a:cubicBezTo>
                        <a:pt x="15021" y="27505"/>
                        <a:pt x="14905" y="27519"/>
                        <a:pt x="14788" y="27550"/>
                      </a:cubicBezTo>
                      <a:cubicBezTo>
                        <a:pt x="13605" y="27882"/>
                        <a:pt x="12866" y="29916"/>
                        <a:pt x="12829" y="30988"/>
                      </a:cubicBezTo>
                      <a:cubicBezTo>
                        <a:pt x="12829" y="31062"/>
                        <a:pt x="12866" y="31764"/>
                        <a:pt x="12903" y="32208"/>
                      </a:cubicBezTo>
                      <a:cubicBezTo>
                        <a:pt x="12829" y="31949"/>
                        <a:pt x="12792" y="31690"/>
                        <a:pt x="12718" y="31432"/>
                      </a:cubicBezTo>
                      <a:cubicBezTo>
                        <a:pt x="12607" y="30914"/>
                        <a:pt x="12459" y="30396"/>
                        <a:pt x="12311" y="29842"/>
                      </a:cubicBezTo>
                      <a:cubicBezTo>
                        <a:pt x="12237" y="29583"/>
                        <a:pt x="12126" y="29324"/>
                        <a:pt x="12052" y="29065"/>
                      </a:cubicBezTo>
                      <a:cubicBezTo>
                        <a:pt x="11978" y="28770"/>
                        <a:pt x="11868" y="28511"/>
                        <a:pt x="11794" y="28252"/>
                      </a:cubicBezTo>
                      <a:cubicBezTo>
                        <a:pt x="11535" y="27587"/>
                        <a:pt x="11276" y="26958"/>
                        <a:pt x="11017" y="26330"/>
                      </a:cubicBezTo>
                      <a:cubicBezTo>
                        <a:pt x="11461" y="26219"/>
                        <a:pt x="13051" y="25812"/>
                        <a:pt x="13716" y="25331"/>
                      </a:cubicBezTo>
                      <a:cubicBezTo>
                        <a:pt x="14345" y="24851"/>
                        <a:pt x="15010" y="24037"/>
                        <a:pt x="15010" y="23187"/>
                      </a:cubicBezTo>
                      <a:cubicBezTo>
                        <a:pt x="15010" y="22378"/>
                        <a:pt x="14408" y="21703"/>
                        <a:pt x="13585" y="21703"/>
                      </a:cubicBezTo>
                      <a:cubicBezTo>
                        <a:pt x="13543" y="21703"/>
                        <a:pt x="13500" y="21705"/>
                        <a:pt x="13457" y="21708"/>
                      </a:cubicBezTo>
                      <a:cubicBezTo>
                        <a:pt x="12274" y="21856"/>
                        <a:pt x="11202" y="23779"/>
                        <a:pt x="11017" y="24814"/>
                      </a:cubicBezTo>
                      <a:cubicBezTo>
                        <a:pt x="10980" y="24888"/>
                        <a:pt x="10906" y="25664"/>
                        <a:pt x="10869" y="26108"/>
                      </a:cubicBezTo>
                      <a:cubicBezTo>
                        <a:pt x="10721" y="25701"/>
                        <a:pt x="10537" y="25331"/>
                        <a:pt x="10352" y="24962"/>
                      </a:cubicBezTo>
                      <a:cubicBezTo>
                        <a:pt x="9834" y="23890"/>
                        <a:pt x="9243" y="22817"/>
                        <a:pt x="8651" y="21708"/>
                      </a:cubicBezTo>
                      <a:cubicBezTo>
                        <a:pt x="8503" y="21376"/>
                        <a:pt x="8318" y="21043"/>
                        <a:pt x="8134" y="20710"/>
                      </a:cubicBezTo>
                      <a:cubicBezTo>
                        <a:pt x="8318" y="20673"/>
                        <a:pt x="10241" y="20229"/>
                        <a:pt x="10943" y="19675"/>
                      </a:cubicBezTo>
                      <a:cubicBezTo>
                        <a:pt x="11572" y="19194"/>
                        <a:pt x="12274" y="18381"/>
                        <a:pt x="12274" y="17531"/>
                      </a:cubicBezTo>
                      <a:cubicBezTo>
                        <a:pt x="12274" y="16772"/>
                        <a:pt x="11663" y="16078"/>
                        <a:pt x="10891" y="16078"/>
                      </a:cubicBezTo>
                      <a:cubicBezTo>
                        <a:pt x="10835" y="16078"/>
                        <a:pt x="10779" y="16081"/>
                        <a:pt x="10721" y="16089"/>
                      </a:cubicBezTo>
                      <a:cubicBezTo>
                        <a:pt x="9501" y="16200"/>
                        <a:pt x="8466" y="18122"/>
                        <a:pt x="8244" y="19194"/>
                      </a:cubicBezTo>
                      <a:cubicBezTo>
                        <a:pt x="8244" y="19268"/>
                        <a:pt x="8134" y="20377"/>
                        <a:pt x="8134" y="20673"/>
                      </a:cubicBezTo>
                      <a:cubicBezTo>
                        <a:pt x="7727" y="19934"/>
                        <a:pt x="7357" y="19194"/>
                        <a:pt x="7024" y="18455"/>
                      </a:cubicBezTo>
                      <a:cubicBezTo>
                        <a:pt x="6581" y="17457"/>
                        <a:pt x="6174" y="16421"/>
                        <a:pt x="5841" y="15423"/>
                      </a:cubicBezTo>
                      <a:cubicBezTo>
                        <a:pt x="5915" y="15386"/>
                        <a:pt x="7912" y="14943"/>
                        <a:pt x="8651" y="14388"/>
                      </a:cubicBezTo>
                      <a:cubicBezTo>
                        <a:pt x="9317" y="13870"/>
                        <a:pt x="9982" y="13094"/>
                        <a:pt x="9982" y="12244"/>
                      </a:cubicBezTo>
                      <a:cubicBezTo>
                        <a:pt x="9982" y="11451"/>
                        <a:pt x="9403" y="10754"/>
                        <a:pt x="8605" y="10754"/>
                      </a:cubicBezTo>
                      <a:cubicBezTo>
                        <a:pt x="8548" y="10754"/>
                        <a:pt x="8489" y="10757"/>
                        <a:pt x="8429" y="10765"/>
                      </a:cubicBezTo>
                      <a:cubicBezTo>
                        <a:pt x="7209" y="10876"/>
                        <a:pt x="6174" y="12798"/>
                        <a:pt x="5952" y="13870"/>
                      </a:cubicBezTo>
                      <a:cubicBezTo>
                        <a:pt x="5952" y="13944"/>
                        <a:pt x="5841" y="15164"/>
                        <a:pt x="5841" y="15386"/>
                      </a:cubicBezTo>
                      <a:cubicBezTo>
                        <a:pt x="5804" y="15312"/>
                        <a:pt x="5804" y="15238"/>
                        <a:pt x="5767" y="15201"/>
                      </a:cubicBezTo>
                      <a:cubicBezTo>
                        <a:pt x="5435" y="14092"/>
                        <a:pt x="5287" y="13020"/>
                        <a:pt x="5176" y="11985"/>
                      </a:cubicBezTo>
                      <a:cubicBezTo>
                        <a:pt x="5102" y="11356"/>
                        <a:pt x="5065" y="10802"/>
                        <a:pt x="5028" y="10210"/>
                      </a:cubicBezTo>
                      <a:cubicBezTo>
                        <a:pt x="5435" y="10173"/>
                        <a:pt x="7172" y="9952"/>
                        <a:pt x="7875" y="9508"/>
                      </a:cubicBezTo>
                      <a:cubicBezTo>
                        <a:pt x="8577" y="9101"/>
                        <a:pt x="9354" y="8362"/>
                        <a:pt x="9427" y="7511"/>
                      </a:cubicBezTo>
                      <a:cubicBezTo>
                        <a:pt x="9501" y="6698"/>
                        <a:pt x="8910" y="5885"/>
                        <a:pt x="8060" y="5885"/>
                      </a:cubicBezTo>
                      <a:cubicBezTo>
                        <a:pt x="6840" y="5885"/>
                        <a:pt x="5583" y="7696"/>
                        <a:pt x="5250" y="8695"/>
                      </a:cubicBezTo>
                      <a:cubicBezTo>
                        <a:pt x="5250" y="8768"/>
                        <a:pt x="5102" y="9360"/>
                        <a:pt x="5028" y="9804"/>
                      </a:cubicBezTo>
                      <a:cubicBezTo>
                        <a:pt x="5028" y="9545"/>
                        <a:pt x="5028" y="9286"/>
                        <a:pt x="5028" y="9027"/>
                      </a:cubicBezTo>
                      <a:cubicBezTo>
                        <a:pt x="5028" y="8103"/>
                        <a:pt x="5102" y="7253"/>
                        <a:pt x="5139" y="6513"/>
                      </a:cubicBezTo>
                      <a:cubicBezTo>
                        <a:pt x="5176" y="6107"/>
                        <a:pt x="5213" y="5737"/>
                        <a:pt x="5250" y="5367"/>
                      </a:cubicBezTo>
                      <a:cubicBezTo>
                        <a:pt x="5620" y="5145"/>
                        <a:pt x="7024" y="4147"/>
                        <a:pt x="7431" y="3445"/>
                      </a:cubicBezTo>
                      <a:cubicBezTo>
                        <a:pt x="7875" y="2742"/>
                        <a:pt x="8207" y="1744"/>
                        <a:pt x="7912" y="968"/>
                      </a:cubicBezTo>
                      <a:cubicBezTo>
                        <a:pt x="7665" y="393"/>
                        <a:pt x="7115" y="0"/>
                        <a:pt x="65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7" name="Google Shape;2745;p51">
                  <a:extLst>
                    <a:ext uri="{FF2B5EF4-FFF2-40B4-BE49-F238E27FC236}">
                      <a16:creationId xmlns:a16="http://schemas.microsoft.com/office/drawing/2014/main" id="{D9ACEC31-510B-55D6-3570-8CE5CD4190BE}"/>
                    </a:ext>
                  </a:extLst>
                </p:cNvPr>
                <p:cNvSpPr/>
                <p:nvPr/>
              </p:nvSpPr>
              <p:spPr>
                <a:xfrm>
                  <a:off x="1174425" y="3532200"/>
                  <a:ext cx="91525" cy="13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1" h="5399" extrusionOk="0">
                      <a:moveTo>
                        <a:pt x="1633" y="1"/>
                      </a:moveTo>
                      <a:cubicBezTo>
                        <a:pt x="1052" y="1"/>
                        <a:pt x="518" y="417"/>
                        <a:pt x="297" y="999"/>
                      </a:cubicBezTo>
                      <a:cubicBezTo>
                        <a:pt x="1" y="1812"/>
                        <a:pt x="371" y="2773"/>
                        <a:pt x="814" y="3476"/>
                      </a:cubicBezTo>
                      <a:cubicBezTo>
                        <a:pt x="1332" y="4252"/>
                        <a:pt x="3106" y="5398"/>
                        <a:pt x="3106" y="5398"/>
                      </a:cubicBezTo>
                      <a:cubicBezTo>
                        <a:pt x="3143" y="5398"/>
                        <a:pt x="3513" y="3993"/>
                        <a:pt x="3513" y="3883"/>
                      </a:cubicBezTo>
                      <a:cubicBezTo>
                        <a:pt x="3661" y="2810"/>
                        <a:pt x="3328" y="666"/>
                        <a:pt x="2219" y="149"/>
                      </a:cubicBezTo>
                      <a:cubicBezTo>
                        <a:pt x="2025" y="47"/>
                        <a:pt x="1826" y="1"/>
                        <a:pt x="16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8" name="Google Shape;2746;p51">
                  <a:extLst>
                    <a:ext uri="{FF2B5EF4-FFF2-40B4-BE49-F238E27FC236}">
                      <a16:creationId xmlns:a16="http://schemas.microsoft.com/office/drawing/2014/main" id="{4BEA9CD1-3746-F8A2-82DB-179BBA81851C}"/>
                    </a:ext>
                  </a:extLst>
                </p:cNvPr>
                <p:cNvSpPr/>
                <p:nvPr/>
              </p:nvSpPr>
              <p:spPr>
                <a:xfrm>
                  <a:off x="4182000" y="4206925"/>
                  <a:ext cx="147900" cy="8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6" h="34841" extrusionOk="0">
                      <a:moveTo>
                        <a:pt x="2551" y="0"/>
                      </a:moveTo>
                      <a:lnTo>
                        <a:pt x="0" y="555"/>
                      </a:lnTo>
                      <a:lnTo>
                        <a:pt x="4769" y="34346"/>
                      </a:lnTo>
                      <a:cubicBezTo>
                        <a:pt x="4802" y="34635"/>
                        <a:pt x="5057" y="34841"/>
                        <a:pt x="5342" y="34841"/>
                      </a:cubicBezTo>
                      <a:cubicBezTo>
                        <a:pt x="5385" y="34841"/>
                        <a:pt x="5428" y="34836"/>
                        <a:pt x="5472" y="34827"/>
                      </a:cubicBezTo>
                      <a:cubicBezTo>
                        <a:pt x="5731" y="34790"/>
                        <a:pt x="5915" y="34531"/>
                        <a:pt x="5878" y="34235"/>
                      </a:cubicBezTo>
                      <a:lnTo>
                        <a:pt x="255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9" name="Google Shape;2747;p51">
                  <a:extLst>
                    <a:ext uri="{FF2B5EF4-FFF2-40B4-BE49-F238E27FC236}">
                      <a16:creationId xmlns:a16="http://schemas.microsoft.com/office/drawing/2014/main" id="{CE4C3734-FDE0-5C6D-6F43-498CE99AA101}"/>
                    </a:ext>
                  </a:extLst>
                </p:cNvPr>
                <p:cNvSpPr/>
                <p:nvPr/>
              </p:nvSpPr>
              <p:spPr>
                <a:xfrm>
                  <a:off x="4173675" y="4199525"/>
                  <a:ext cx="163625" cy="88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5" h="35456" extrusionOk="0">
                      <a:moveTo>
                        <a:pt x="2588" y="703"/>
                      </a:moveTo>
                      <a:lnTo>
                        <a:pt x="5916" y="34568"/>
                      </a:lnTo>
                      <a:cubicBezTo>
                        <a:pt x="5916" y="34716"/>
                        <a:pt x="5842" y="34790"/>
                        <a:pt x="5731" y="34827"/>
                      </a:cubicBezTo>
                      <a:lnTo>
                        <a:pt x="5657" y="34827"/>
                      </a:lnTo>
                      <a:cubicBezTo>
                        <a:pt x="5546" y="34827"/>
                        <a:pt x="5398" y="34753"/>
                        <a:pt x="5398" y="34605"/>
                      </a:cubicBezTo>
                      <a:lnTo>
                        <a:pt x="673" y="1125"/>
                      </a:lnTo>
                      <a:lnTo>
                        <a:pt x="673" y="1125"/>
                      </a:lnTo>
                      <a:lnTo>
                        <a:pt x="2588" y="703"/>
                      </a:lnTo>
                      <a:close/>
                      <a:moveTo>
                        <a:pt x="2810" y="0"/>
                      </a:moveTo>
                      <a:lnTo>
                        <a:pt x="259" y="555"/>
                      </a:lnTo>
                      <a:cubicBezTo>
                        <a:pt x="111" y="592"/>
                        <a:pt x="0" y="740"/>
                        <a:pt x="37" y="925"/>
                      </a:cubicBezTo>
                      <a:lnTo>
                        <a:pt x="4770" y="34716"/>
                      </a:lnTo>
                      <a:cubicBezTo>
                        <a:pt x="4844" y="35160"/>
                        <a:pt x="5213" y="35455"/>
                        <a:pt x="5657" y="35455"/>
                      </a:cubicBezTo>
                      <a:cubicBezTo>
                        <a:pt x="5731" y="35455"/>
                        <a:pt x="5805" y="35455"/>
                        <a:pt x="5842" y="35418"/>
                      </a:cubicBezTo>
                      <a:cubicBezTo>
                        <a:pt x="6248" y="35344"/>
                        <a:pt x="6544" y="34975"/>
                        <a:pt x="6544" y="34568"/>
                      </a:cubicBezTo>
                      <a:lnTo>
                        <a:pt x="6544" y="34494"/>
                      </a:lnTo>
                      <a:lnTo>
                        <a:pt x="3180" y="296"/>
                      </a:lnTo>
                      <a:cubicBezTo>
                        <a:pt x="3180" y="185"/>
                        <a:pt x="3143" y="111"/>
                        <a:pt x="3069" y="74"/>
                      </a:cubicBezTo>
                      <a:cubicBezTo>
                        <a:pt x="2995" y="0"/>
                        <a:pt x="2884" y="0"/>
                        <a:pt x="28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0" name="Google Shape;2748;p51">
                  <a:extLst>
                    <a:ext uri="{FF2B5EF4-FFF2-40B4-BE49-F238E27FC236}">
                      <a16:creationId xmlns:a16="http://schemas.microsoft.com/office/drawing/2014/main" id="{F32ED223-3A9F-0B4D-56CB-4C3C4617AA62}"/>
                    </a:ext>
                  </a:extLst>
                </p:cNvPr>
                <p:cNvSpPr/>
                <p:nvPr/>
              </p:nvSpPr>
              <p:spPr>
                <a:xfrm>
                  <a:off x="3355700" y="4206925"/>
                  <a:ext cx="147900" cy="8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6" h="34841" extrusionOk="0">
                      <a:moveTo>
                        <a:pt x="3365" y="0"/>
                      </a:moveTo>
                      <a:lnTo>
                        <a:pt x="37" y="34235"/>
                      </a:lnTo>
                      <a:cubicBezTo>
                        <a:pt x="0" y="34531"/>
                        <a:pt x="185" y="34790"/>
                        <a:pt x="481" y="34827"/>
                      </a:cubicBezTo>
                      <a:cubicBezTo>
                        <a:pt x="520" y="34836"/>
                        <a:pt x="559" y="34841"/>
                        <a:pt x="598" y="34841"/>
                      </a:cubicBezTo>
                      <a:cubicBezTo>
                        <a:pt x="859" y="34841"/>
                        <a:pt x="1114" y="34635"/>
                        <a:pt x="1147" y="34346"/>
                      </a:cubicBezTo>
                      <a:lnTo>
                        <a:pt x="5916" y="555"/>
                      </a:lnTo>
                      <a:lnTo>
                        <a:pt x="336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1" name="Google Shape;2749;p51">
                  <a:extLst>
                    <a:ext uri="{FF2B5EF4-FFF2-40B4-BE49-F238E27FC236}">
                      <a16:creationId xmlns:a16="http://schemas.microsoft.com/office/drawing/2014/main" id="{3F74FBBB-C4E7-FD1D-4553-9481BB50567D}"/>
                    </a:ext>
                  </a:extLst>
                </p:cNvPr>
                <p:cNvSpPr/>
                <p:nvPr/>
              </p:nvSpPr>
              <p:spPr>
                <a:xfrm>
                  <a:off x="3348300" y="4199525"/>
                  <a:ext cx="163625" cy="88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5" h="35456" extrusionOk="0">
                      <a:moveTo>
                        <a:pt x="3957" y="703"/>
                      </a:moveTo>
                      <a:lnTo>
                        <a:pt x="5872" y="1125"/>
                      </a:lnTo>
                      <a:lnTo>
                        <a:pt x="5872" y="1125"/>
                      </a:lnTo>
                      <a:lnTo>
                        <a:pt x="1147" y="34605"/>
                      </a:lnTo>
                      <a:cubicBezTo>
                        <a:pt x="1147" y="34753"/>
                        <a:pt x="1036" y="34827"/>
                        <a:pt x="888" y="34827"/>
                      </a:cubicBezTo>
                      <a:lnTo>
                        <a:pt x="851" y="34827"/>
                      </a:lnTo>
                      <a:cubicBezTo>
                        <a:pt x="703" y="34790"/>
                        <a:pt x="629" y="34716"/>
                        <a:pt x="629" y="34568"/>
                      </a:cubicBezTo>
                      <a:lnTo>
                        <a:pt x="3957" y="703"/>
                      </a:lnTo>
                      <a:close/>
                      <a:moveTo>
                        <a:pt x="3735" y="0"/>
                      </a:moveTo>
                      <a:cubicBezTo>
                        <a:pt x="3661" y="0"/>
                        <a:pt x="3550" y="0"/>
                        <a:pt x="3513" y="74"/>
                      </a:cubicBezTo>
                      <a:cubicBezTo>
                        <a:pt x="3439" y="111"/>
                        <a:pt x="3365" y="185"/>
                        <a:pt x="3365" y="296"/>
                      </a:cubicBezTo>
                      <a:lnTo>
                        <a:pt x="38" y="34494"/>
                      </a:lnTo>
                      <a:lnTo>
                        <a:pt x="1" y="34568"/>
                      </a:lnTo>
                      <a:cubicBezTo>
                        <a:pt x="1" y="34975"/>
                        <a:pt x="296" y="35344"/>
                        <a:pt x="703" y="35418"/>
                      </a:cubicBezTo>
                      <a:cubicBezTo>
                        <a:pt x="777" y="35455"/>
                        <a:pt x="814" y="35455"/>
                        <a:pt x="888" y="35455"/>
                      </a:cubicBezTo>
                      <a:cubicBezTo>
                        <a:pt x="1332" y="35455"/>
                        <a:pt x="1701" y="35160"/>
                        <a:pt x="1775" y="34716"/>
                      </a:cubicBezTo>
                      <a:lnTo>
                        <a:pt x="6508" y="925"/>
                      </a:lnTo>
                      <a:cubicBezTo>
                        <a:pt x="6544" y="740"/>
                        <a:pt x="6434" y="592"/>
                        <a:pt x="6286" y="555"/>
                      </a:cubicBezTo>
                      <a:lnTo>
                        <a:pt x="373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2" name="Google Shape;2750;p51">
                  <a:extLst>
                    <a:ext uri="{FF2B5EF4-FFF2-40B4-BE49-F238E27FC236}">
                      <a16:creationId xmlns:a16="http://schemas.microsoft.com/office/drawing/2014/main" id="{7C60511B-55F1-7460-A860-CC5C1E4E48D2}"/>
                    </a:ext>
                  </a:extLst>
                </p:cNvPr>
                <p:cNvSpPr/>
                <p:nvPr/>
              </p:nvSpPr>
              <p:spPr>
                <a:xfrm>
                  <a:off x="3415775" y="3231825"/>
                  <a:ext cx="889175" cy="107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67" h="43035" extrusionOk="0">
                      <a:moveTo>
                        <a:pt x="4178" y="0"/>
                      </a:moveTo>
                      <a:cubicBezTo>
                        <a:pt x="1849" y="0"/>
                        <a:pt x="1" y="1923"/>
                        <a:pt x="111" y="4215"/>
                      </a:cubicBezTo>
                      <a:lnTo>
                        <a:pt x="1738" y="43034"/>
                      </a:lnTo>
                      <a:lnTo>
                        <a:pt x="32387" y="43034"/>
                      </a:lnTo>
                      <a:lnTo>
                        <a:pt x="35381" y="4363"/>
                      </a:lnTo>
                      <a:cubicBezTo>
                        <a:pt x="35566" y="1997"/>
                        <a:pt x="33718" y="0"/>
                        <a:pt x="3135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3" name="Google Shape;2751;p51">
                  <a:extLst>
                    <a:ext uri="{FF2B5EF4-FFF2-40B4-BE49-F238E27FC236}">
                      <a16:creationId xmlns:a16="http://schemas.microsoft.com/office/drawing/2014/main" id="{A074E0A2-6CC1-401A-42D7-EAAB63C164B0}"/>
                    </a:ext>
                  </a:extLst>
                </p:cNvPr>
                <p:cNvSpPr/>
                <p:nvPr/>
              </p:nvSpPr>
              <p:spPr>
                <a:xfrm>
                  <a:off x="3410225" y="3223500"/>
                  <a:ext cx="898425" cy="109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37" h="43663" extrusionOk="0">
                      <a:moveTo>
                        <a:pt x="31574" y="629"/>
                      </a:moveTo>
                      <a:cubicBezTo>
                        <a:pt x="32609" y="629"/>
                        <a:pt x="33533" y="1073"/>
                        <a:pt x="34235" y="1738"/>
                      </a:cubicBezTo>
                      <a:cubicBezTo>
                        <a:pt x="34901" y="2440"/>
                        <a:pt x="35308" y="3365"/>
                        <a:pt x="35308" y="4400"/>
                      </a:cubicBezTo>
                      <a:cubicBezTo>
                        <a:pt x="35308" y="4474"/>
                        <a:pt x="35308" y="4585"/>
                        <a:pt x="35308" y="4696"/>
                      </a:cubicBezTo>
                      <a:lnTo>
                        <a:pt x="32313" y="43034"/>
                      </a:lnTo>
                      <a:lnTo>
                        <a:pt x="2244" y="43034"/>
                      </a:lnTo>
                      <a:lnTo>
                        <a:pt x="629" y="4548"/>
                      </a:lnTo>
                      <a:cubicBezTo>
                        <a:pt x="629" y="4511"/>
                        <a:pt x="629" y="4437"/>
                        <a:pt x="629" y="4400"/>
                      </a:cubicBezTo>
                      <a:cubicBezTo>
                        <a:pt x="629" y="3365"/>
                        <a:pt x="1036" y="2404"/>
                        <a:pt x="1738" y="1738"/>
                      </a:cubicBezTo>
                      <a:cubicBezTo>
                        <a:pt x="2404" y="1073"/>
                        <a:pt x="3328" y="629"/>
                        <a:pt x="4400" y="629"/>
                      </a:cubicBezTo>
                      <a:close/>
                      <a:moveTo>
                        <a:pt x="4400" y="0"/>
                      </a:moveTo>
                      <a:cubicBezTo>
                        <a:pt x="1960" y="0"/>
                        <a:pt x="1" y="1997"/>
                        <a:pt x="1" y="4400"/>
                      </a:cubicBezTo>
                      <a:cubicBezTo>
                        <a:pt x="1" y="4437"/>
                        <a:pt x="1" y="4511"/>
                        <a:pt x="1" y="4585"/>
                      </a:cubicBezTo>
                      <a:lnTo>
                        <a:pt x="1627" y="43367"/>
                      </a:lnTo>
                      <a:cubicBezTo>
                        <a:pt x="1664" y="43552"/>
                        <a:pt x="1775" y="43663"/>
                        <a:pt x="1960" y="43663"/>
                      </a:cubicBezTo>
                      <a:lnTo>
                        <a:pt x="32609" y="43663"/>
                      </a:lnTo>
                      <a:cubicBezTo>
                        <a:pt x="32757" y="43663"/>
                        <a:pt x="32905" y="43552"/>
                        <a:pt x="32905" y="43367"/>
                      </a:cubicBezTo>
                      <a:lnTo>
                        <a:pt x="35936" y="4733"/>
                      </a:lnTo>
                      <a:cubicBezTo>
                        <a:pt x="35936" y="4622"/>
                        <a:pt x="35936" y="4511"/>
                        <a:pt x="35936" y="4400"/>
                      </a:cubicBezTo>
                      <a:cubicBezTo>
                        <a:pt x="35936" y="1997"/>
                        <a:pt x="34014" y="0"/>
                        <a:pt x="315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4" name="Google Shape;2752;p51">
                  <a:extLst>
                    <a:ext uri="{FF2B5EF4-FFF2-40B4-BE49-F238E27FC236}">
                      <a16:creationId xmlns:a16="http://schemas.microsoft.com/office/drawing/2014/main" id="{405AC3D5-C7AD-4E5F-0729-5CDA82AC4E06}"/>
                    </a:ext>
                  </a:extLst>
                </p:cNvPr>
                <p:cNvSpPr/>
                <p:nvPr/>
              </p:nvSpPr>
              <p:spPr>
                <a:xfrm>
                  <a:off x="3388050" y="4095075"/>
                  <a:ext cx="902100" cy="21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84" h="8505" extrusionOk="0">
                      <a:moveTo>
                        <a:pt x="0" y="1"/>
                      </a:moveTo>
                      <a:lnTo>
                        <a:pt x="0" y="8504"/>
                      </a:lnTo>
                      <a:lnTo>
                        <a:pt x="36084" y="8504"/>
                      </a:lnTo>
                      <a:lnTo>
                        <a:pt x="360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5" name="Google Shape;2753;p51">
                  <a:extLst>
                    <a:ext uri="{FF2B5EF4-FFF2-40B4-BE49-F238E27FC236}">
                      <a16:creationId xmlns:a16="http://schemas.microsoft.com/office/drawing/2014/main" id="{62F0DC50-957A-C9C0-019D-2646E5FFCC0A}"/>
                    </a:ext>
                  </a:extLst>
                </p:cNvPr>
                <p:cNvSpPr/>
                <p:nvPr/>
              </p:nvSpPr>
              <p:spPr>
                <a:xfrm>
                  <a:off x="3380650" y="4086775"/>
                  <a:ext cx="916900" cy="22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76" h="9132" extrusionOk="0">
                      <a:moveTo>
                        <a:pt x="36047" y="629"/>
                      </a:moveTo>
                      <a:lnTo>
                        <a:pt x="36047" y="8503"/>
                      </a:lnTo>
                      <a:lnTo>
                        <a:pt x="592" y="8503"/>
                      </a:lnTo>
                      <a:lnTo>
                        <a:pt x="592" y="629"/>
                      </a:lnTo>
                      <a:close/>
                      <a:moveTo>
                        <a:pt x="296" y="0"/>
                      </a:moveTo>
                      <a:cubicBezTo>
                        <a:pt x="222" y="0"/>
                        <a:pt x="149" y="37"/>
                        <a:pt x="75" y="111"/>
                      </a:cubicBezTo>
                      <a:cubicBezTo>
                        <a:pt x="1" y="148"/>
                        <a:pt x="1" y="259"/>
                        <a:pt x="1" y="333"/>
                      </a:cubicBezTo>
                      <a:lnTo>
                        <a:pt x="1" y="8836"/>
                      </a:lnTo>
                      <a:cubicBezTo>
                        <a:pt x="1" y="8910"/>
                        <a:pt x="1" y="8984"/>
                        <a:pt x="75" y="9058"/>
                      </a:cubicBezTo>
                      <a:cubicBezTo>
                        <a:pt x="149" y="9095"/>
                        <a:pt x="222" y="9132"/>
                        <a:pt x="296" y="9132"/>
                      </a:cubicBezTo>
                      <a:lnTo>
                        <a:pt x="36380" y="9132"/>
                      </a:lnTo>
                      <a:cubicBezTo>
                        <a:pt x="36454" y="9132"/>
                        <a:pt x="36528" y="9095"/>
                        <a:pt x="36602" y="9058"/>
                      </a:cubicBezTo>
                      <a:cubicBezTo>
                        <a:pt x="36639" y="8984"/>
                        <a:pt x="36675" y="8910"/>
                        <a:pt x="36675" y="8836"/>
                      </a:cubicBezTo>
                      <a:lnTo>
                        <a:pt x="36675" y="333"/>
                      </a:lnTo>
                      <a:cubicBezTo>
                        <a:pt x="36675" y="259"/>
                        <a:pt x="36639" y="148"/>
                        <a:pt x="36602" y="111"/>
                      </a:cubicBezTo>
                      <a:cubicBezTo>
                        <a:pt x="36528" y="37"/>
                        <a:pt x="36454" y="0"/>
                        <a:pt x="3638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6" name="Google Shape;2754;p51">
                  <a:extLst>
                    <a:ext uri="{FF2B5EF4-FFF2-40B4-BE49-F238E27FC236}">
                      <a16:creationId xmlns:a16="http://schemas.microsoft.com/office/drawing/2014/main" id="{68122FD1-DA40-B2A9-F0A2-63CC87408279}"/>
                    </a:ext>
                  </a:extLst>
                </p:cNvPr>
                <p:cNvSpPr/>
                <p:nvPr/>
              </p:nvSpPr>
              <p:spPr>
                <a:xfrm>
                  <a:off x="3342750" y="3850150"/>
                  <a:ext cx="116500" cy="45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0" h="18302" extrusionOk="0">
                      <a:moveTo>
                        <a:pt x="2330" y="1"/>
                      </a:moveTo>
                      <a:cubicBezTo>
                        <a:pt x="1036" y="1"/>
                        <a:pt x="1" y="1036"/>
                        <a:pt x="1" y="2330"/>
                      </a:cubicBezTo>
                      <a:lnTo>
                        <a:pt x="1923" y="18301"/>
                      </a:lnTo>
                      <a:lnTo>
                        <a:pt x="4659" y="18301"/>
                      </a:lnTo>
                      <a:lnTo>
                        <a:pt x="4659" y="2330"/>
                      </a:lnTo>
                      <a:cubicBezTo>
                        <a:pt x="4659" y="1036"/>
                        <a:pt x="3624" y="1"/>
                        <a:pt x="23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7" name="Google Shape;2755;p51">
                  <a:extLst>
                    <a:ext uri="{FF2B5EF4-FFF2-40B4-BE49-F238E27FC236}">
                      <a16:creationId xmlns:a16="http://schemas.microsoft.com/office/drawing/2014/main" id="{CCF9D1E2-B8FC-6ADB-0653-5A52068EA6EF}"/>
                    </a:ext>
                  </a:extLst>
                </p:cNvPr>
                <p:cNvSpPr/>
                <p:nvPr/>
              </p:nvSpPr>
              <p:spPr>
                <a:xfrm>
                  <a:off x="3335375" y="3842750"/>
                  <a:ext cx="131250" cy="47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0" h="18893" extrusionOk="0">
                      <a:moveTo>
                        <a:pt x="2625" y="592"/>
                      </a:moveTo>
                      <a:cubicBezTo>
                        <a:pt x="3734" y="592"/>
                        <a:pt x="4621" y="1517"/>
                        <a:pt x="4621" y="2626"/>
                      </a:cubicBezTo>
                      <a:lnTo>
                        <a:pt x="4621" y="18264"/>
                      </a:lnTo>
                      <a:lnTo>
                        <a:pt x="2477" y="18264"/>
                      </a:lnTo>
                      <a:lnTo>
                        <a:pt x="593" y="2598"/>
                      </a:lnTo>
                      <a:lnTo>
                        <a:pt x="593" y="2598"/>
                      </a:lnTo>
                      <a:cubicBezTo>
                        <a:pt x="643" y="1501"/>
                        <a:pt x="1525" y="592"/>
                        <a:pt x="2625" y="592"/>
                      </a:cubicBezTo>
                      <a:close/>
                      <a:moveTo>
                        <a:pt x="2625" y="1"/>
                      </a:moveTo>
                      <a:cubicBezTo>
                        <a:pt x="1183" y="1"/>
                        <a:pt x="0" y="1147"/>
                        <a:pt x="0" y="2626"/>
                      </a:cubicBezTo>
                      <a:lnTo>
                        <a:pt x="0" y="2663"/>
                      </a:lnTo>
                      <a:lnTo>
                        <a:pt x="1923" y="18634"/>
                      </a:lnTo>
                      <a:cubicBezTo>
                        <a:pt x="1923" y="18782"/>
                        <a:pt x="2070" y="18893"/>
                        <a:pt x="2218" y="18893"/>
                      </a:cubicBezTo>
                      <a:lnTo>
                        <a:pt x="4954" y="18893"/>
                      </a:lnTo>
                      <a:cubicBezTo>
                        <a:pt x="5028" y="18893"/>
                        <a:pt x="5102" y="18856"/>
                        <a:pt x="5176" y="18819"/>
                      </a:cubicBezTo>
                      <a:cubicBezTo>
                        <a:pt x="5213" y="18745"/>
                        <a:pt x="5250" y="18671"/>
                        <a:pt x="5250" y="18597"/>
                      </a:cubicBezTo>
                      <a:lnTo>
                        <a:pt x="5250" y="2626"/>
                      </a:lnTo>
                      <a:cubicBezTo>
                        <a:pt x="5250" y="1147"/>
                        <a:pt x="4067" y="1"/>
                        <a:pt x="262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8" name="Google Shape;2756;p51">
                  <a:extLst>
                    <a:ext uri="{FF2B5EF4-FFF2-40B4-BE49-F238E27FC236}">
                      <a16:creationId xmlns:a16="http://schemas.microsoft.com/office/drawing/2014/main" id="{7646658B-C3E7-00B6-B8B8-2A26DC76C7CB}"/>
                    </a:ext>
                  </a:extLst>
                </p:cNvPr>
                <p:cNvSpPr/>
                <p:nvPr/>
              </p:nvSpPr>
              <p:spPr>
                <a:xfrm>
                  <a:off x="4225425" y="3850150"/>
                  <a:ext cx="116500" cy="45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0" h="18302" extrusionOk="0">
                      <a:moveTo>
                        <a:pt x="2330" y="1"/>
                      </a:moveTo>
                      <a:cubicBezTo>
                        <a:pt x="1036" y="1"/>
                        <a:pt x="1" y="1036"/>
                        <a:pt x="1" y="2330"/>
                      </a:cubicBezTo>
                      <a:lnTo>
                        <a:pt x="1" y="18301"/>
                      </a:lnTo>
                      <a:lnTo>
                        <a:pt x="2737" y="18301"/>
                      </a:lnTo>
                      <a:lnTo>
                        <a:pt x="4659" y="2330"/>
                      </a:lnTo>
                      <a:cubicBezTo>
                        <a:pt x="4659" y="1036"/>
                        <a:pt x="3587" y="1"/>
                        <a:pt x="23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9" name="Google Shape;2757;p51">
                  <a:extLst>
                    <a:ext uri="{FF2B5EF4-FFF2-40B4-BE49-F238E27FC236}">
                      <a16:creationId xmlns:a16="http://schemas.microsoft.com/office/drawing/2014/main" id="{485C4E96-D29F-D187-7ADF-6957BA21AB8C}"/>
                    </a:ext>
                  </a:extLst>
                </p:cNvPr>
                <p:cNvSpPr/>
                <p:nvPr/>
              </p:nvSpPr>
              <p:spPr>
                <a:xfrm>
                  <a:off x="4218050" y="3842750"/>
                  <a:ext cx="131250" cy="47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0" h="18893" extrusionOk="0">
                      <a:moveTo>
                        <a:pt x="2625" y="592"/>
                      </a:moveTo>
                      <a:cubicBezTo>
                        <a:pt x="3723" y="592"/>
                        <a:pt x="4603" y="1497"/>
                        <a:pt x="4621" y="2591"/>
                      </a:cubicBezTo>
                      <a:lnTo>
                        <a:pt x="4621" y="2591"/>
                      </a:lnTo>
                      <a:lnTo>
                        <a:pt x="2736" y="18264"/>
                      </a:lnTo>
                      <a:lnTo>
                        <a:pt x="592" y="18264"/>
                      </a:lnTo>
                      <a:lnTo>
                        <a:pt x="592" y="2626"/>
                      </a:lnTo>
                      <a:cubicBezTo>
                        <a:pt x="592" y="1517"/>
                        <a:pt x="1516" y="592"/>
                        <a:pt x="2625" y="592"/>
                      </a:cubicBezTo>
                      <a:close/>
                      <a:moveTo>
                        <a:pt x="2625" y="1"/>
                      </a:moveTo>
                      <a:cubicBezTo>
                        <a:pt x="1183" y="1"/>
                        <a:pt x="0" y="1147"/>
                        <a:pt x="0" y="2626"/>
                      </a:cubicBezTo>
                      <a:lnTo>
                        <a:pt x="0" y="18597"/>
                      </a:lnTo>
                      <a:cubicBezTo>
                        <a:pt x="0" y="18671"/>
                        <a:pt x="37" y="18745"/>
                        <a:pt x="74" y="18819"/>
                      </a:cubicBezTo>
                      <a:cubicBezTo>
                        <a:pt x="148" y="18856"/>
                        <a:pt x="222" y="18893"/>
                        <a:pt x="296" y="18893"/>
                      </a:cubicBezTo>
                      <a:lnTo>
                        <a:pt x="3032" y="18893"/>
                      </a:lnTo>
                      <a:cubicBezTo>
                        <a:pt x="3179" y="18893"/>
                        <a:pt x="3327" y="18782"/>
                        <a:pt x="3327" y="18634"/>
                      </a:cubicBezTo>
                      <a:lnTo>
                        <a:pt x="5250" y="2663"/>
                      </a:lnTo>
                      <a:lnTo>
                        <a:pt x="5250" y="2626"/>
                      </a:lnTo>
                      <a:cubicBezTo>
                        <a:pt x="5250" y="1147"/>
                        <a:pt x="4067" y="1"/>
                        <a:pt x="262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0" name="Google Shape;2758;p51">
                  <a:extLst>
                    <a:ext uri="{FF2B5EF4-FFF2-40B4-BE49-F238E27FC236}">
                      <a16:creationId xmlns:a16="http://schemas.microsoft.com/office/drawing/2014/main" id="{3AB5CA40-00C1-FAF5-9334-BCEA48A42BF4}"/>
                    </a:ext>
                  </a:extLst>
                </p:cNvPr>
                <p:cNvSpPr/>
                <p:nvPr/>
              </p:nvSpPr>
              <p:spPr>
                <a:xfrm>
                  <a:off x="3548875" y="3556225"/>
                  <a:ext cx="5740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60" h="13163" extrusionOk="0">
                      <a:moveTo>
                        <a:pt x="0" y="1"/>
                      </a:moveTo>
                      <a:lnTo>
                        <a:pt x="1294" y="13162"/>
                      </a:lnTo>
                      <a:lnTo>
                        <a:pt x="21665" y="13162"/>
                      </a:lnTo>
                      <a:lnTo>
                        <a:pt x="2295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1" name="Google Shape;2759;p51">
                  <a:extLst>
                    <a:ext uri="{FF2B5EF4-FFF2-40B4-BE49-F238E27FC236}">
                      <a16:creationId xmlns:a16="http://schemas.microsoft.com/office/drawing/2014/main" id="{9C0357F4-8570-3792-6D84-D7965039A8E5}"/>
                    </a:ext>
                  </a:extLst>
                </p:cNvPr>
                <p:cNvSpPr/>
                <p:nvPr/>
              </p:nvSpPr>
              <p:spPr>
                <a:xfrm>
                  <a:off x="3541475" y="3548850"/>
                  <a:ext cx="588775" cy="34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1" h="13754" extrusionOk="0">
                      <a:moveTo>
                        <a:pt x="22885" y="592"/>
                      </a:moveTo>
                      <a:lnTo>
                        <a:pt x="21665" y="13125"/>
                      </a:lnTo>
                      <a:lnTo>
                        <a:pt x="1886" y="13125"/>
                      </a:lnTo>
                      <a:lnTo>
                        <a:pt x="626" y="592"/>
                      </a:lnTo>
                      <a:close/>
                      <a:moveTo>
                        <a:pt x="296" y="0"/>
                      </a:moveTo>
                      <a:cubicBezTo>
                        <a:pt x="222" y="0"/>
                        <a:pt x="148" y="37"/>
                        <a:pt x="74" y="74"/>
                      </a:cubicBezTo>
                      <a:cubicBezTo>
                        <a:pt x="1" y="148"/>
                        <a:pt x="1" y="259"/>
                        <a:pt x="1" y="333"/>
                      </a:cubicBezTo>
                      <a:lnTo>
                        <a:pt x="1295" y="13457"/>
                      </a:lnTo>
                      <a:cubicBezTo>
                        <a:pt x="1295" y="13642"/>
                        <a:pt x="1442" y="13753"/>
                        <a:pt x="1590" y="13753"/>
                      </a:cubicBezTo>
                      <a:lnTo>
                        <a:pt x="21961" y="13753"/>
                      </a:lnTo>
                      <a:cubicBezTo>
                        <a:pt x="22109" y="13753"/>
                        <a:pt x="22257" y="13642"/>
                        <a:pt x="22257" y="13457"/>
                      </a:cubicBezTo>
                      <a:lnTo>
                        <a:pt x="23551" y="333"/>
                      </a:lnTo>
                      <a:cubicBezTo>
                        <a:pt x="23551" y="259"/>
                        <a:pt x="23514" y="148"/>
                        <a:pt x="23477" y="74"/>
                      </a:cubicBezTo>
                      <a:cubicBezTo>
                        <a:pt x="23403" y="37"/>
                        <a:pt x="23329" y="0"/>
                        <a:pt x="23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2" name="Google Shape;2760;p51">
                  <a:extLst>
                    <a:ext uri="{FF2B5EF4-FFF2-40B4-BE49-F238E27FC236}">
                      <a16:creationId xmlns:a16="http://schemas.microsoft.com/office/drawing/2014/main" id="{DE99F9EB-44CB-F38A-8CD0-2AC33EBB81DD}"/>
                    </a:ext>
                  </a:extLst>
                </p:cNvPr>
                <p:cNvSpPr/>
                <p:nvPr/>
              </p:nvSpPr>
              <p:spPr>
                <a:xfrm>
                  <a:off x="3337225" y="3015525"/>
                  <a:ext cx="1061075" cy="60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43" h="24143" extrusionOk="0">
                      <a:moveTo>
                        <a:pt x="22552" y="1"/>
                      </a:moveTo>
                      <a:lnTo>
                        <a:pt x="16748" y="112"/>
                      </a:lnTo>
                      <a:lnTo>
                        <a:pt x="5878" y="6212"/>
                      </a:lnTo>
                      <a:lnTo>
                        <a:pt x="0" y="24143"/>
                      </a:lnTo>
                      <a:lnTo>
                        <a:pt x="42442" y="24143"/>
                      </a:lnTo>
                      <a:cubicBezTo>
                        <a:pt x="42442" y="24143"/>
                        <a:pt x="35640" y="6693"/>
                        <a:pt x="34309" y="5805"/>
                      </a:cubicBezTo>
                      <a:cubicBezTo>
                        <a:pt x="32978" y="4881"/>
                        <a:pt x="22552" y="1"/>
                        <a:pt x="2255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3" name="Google Shape;2761;p51">
                  <a:extLst>
                    <a:ext uri="{FF2B5EF4-FFF2-40B4-BE49-F238E27FC236}">
                      <a16:creationId xmlns:a16="http://schemas.microsoft.com/office/drawing/2014/main" id="{B601DC86-E4F9-8474-0A4D-A7BA9C0A534F}"/>
                    </a:ext>
                  </a:extLst>
                </p:cNvPr>
                <p:cNvSpPr/>
                <p:nvPr/>
              </p:nvSpPr>
              <p:spPr>
                <a:xfrm>
                  <a:off x="3328900" y="3008150"/>
                  <a:ext cx="1076800" cy="61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72" h="24771" extrusionOk="0">
                      <a:moveTo>
                        <a:pt x="22743" y="594"/>
                      </a:moveTo>
                      <a:cubicBezTo>
                        <a:pt x="22812" y="625"/>
                        <a:pt x="23458" y="914"/>
                        <a:pt x="24401" y="1368"/>
                      </a:cubicBezTo>
                      <a:cubicBezTo>
                        <a:pt x="25880" y="2071"/>
                        <a:pt x="28172" y="3143"/>
                        <a:pt x="30205" y="4141"/>
                      </a:cubicBezTo>
                      <a:cubicBezTo>
                        <a:pt x="31203" y="4622"/>
                        <a:pt x="32165" y="5102"/>
                        <a:pt x="32941" y="5472"/>
                      </a:cubicBezTo>
                      <a:cubicBezTo>
                        <a:pt x="33681" y="5879"/>
                        <a:pt x="34235" y="6174"/>
                        <a:pt x="34457" y="6322"/>
                      </a:cubicBezTo>
                      <a:cubicBezTo>
                        <a:pt x="34494" y="6359"/>
                        <a:pt x="34605" y="6433"/>
                        <a:pt x="34716" y="6618"/>
                      </a:cubicBezTo>
                      <a:cubicBezTo>
                        <a:pt x="35122" y="7246"/>
                        <a:pt x="35862" y="8688"/>
                        <a:pt x="36675" y="10500"/>
                      </a:cubicBezTo>
                      <a:cubicBezTo>
                        <a:pt x="37895" y="13236"/>
                        <a:pt x="39337" y="16748"/>
                        <a:pt x="40483" y="19558"/>
                      </a:cubicBezTo>
                      <a:cubicBezTo>
                        <a:pt x="41075" y="21000"/>
                        <a:pt x="41555" y="22257"/>
                        <a:pt x="41925" y="23144"/>
                      </a:cubicBezTo>
                      <a:cubicBezTo>
                        <a:pt x="42082" y="23563"/>
                        <a:pt x="42215" y="23900"/>
                        <a:pt x="42311" y="24142"/>
                      </a:cubicBezTo>
                      <a:lnTo>
                        <a:pt x="777" y="24142"/>
                      </a:lnTo>
                      <a:lnTo>
                        <a:pt x="6470" y="6692"/>
                      </a:lnTo>
                      <a:lnTo>
                        <a:pt x="17166" y="701"/>
                      </a:lnTo>
                      <a:lnTo>
                        <a:pt x="17166" y="701"/>
                      </a:lnTo>
                      <a:lnTo>
                        <a:pt x="22743" y="594"/>
                      </a:lnTo>
                      <a:close/>
                      <a:moveTo>
                        <a:pt x="22848" y="0"/>
                      </a:moveTo>
                      <a:lnTo>
                        <a:pt x="17081" y="74"/>
                      </a:lnTo>
                      <a:lnTo>
                        <a:pt x="16933" y="148"/>
                      </a:lnTo>
                      <a:lnTo>
                        <a:pt x="6063" y="6211"/>
                      </a:lnTo>
                      <a:cubicBezTo>
                        <a:pt x="5990" y="6248"/>
                        <a:pt x="5953" y="6322"/>
                        <a:pt x="5916" y="6396"/>
                      </a:cubicBezTo>
                      <a:lnTo>
                        <a:pt x="37" y="24364"/>
                      </a:lnTo>
                      <a:cubicBezTo>
                        <a:pt x="0" y="24438"/>
                        <a:pt x="37" y="24549"/>
                        <a:pt x="74" y="24623"/>
                      </a:cubicBezTo>
                      <a:cubicBezTo>
                        <a:pt x="148" y="24734"/>
                        <a:pt x="222" y="24771"/>
                        <a:pt x="333" y="24771"/>
                      </a:cubicBezTo>
                      <a:lnTo>
                        <a:pt x="42775" y="24771"/>
                      </a:lnTo>
                      <a:cubicBezTo>
                        <a:pt x="42849" y="24771"/>
                        <a:pt x="42960" y="24697"/>
                        <a:pt x="43034" y="24623"/>
                      </a:cubicBezTo>
                      <a:cubicBezTo>
                        <a:pt x="43071" y="24549"/>
                        <a:pt x="43071" y="24438"/>
                        <a:pt x="43034" y="24327"/>
                      </a:cubicBezTo>
                      <a:cubicBezTo>
                        <a:pt x="43034" y="24327"/>
                        <a:pt x="41333" y="19964"/>
                        <a:pt x="39485" y="15491"/>
                      </a:cubicBezTo>
                      <a:cubicBezTo>
                        <a:pt x="38561" y="13236"/>
                        <a:pt x="37562" y="10981"/>
                        <a:pt x="36749" y="9206"/>
                      </a:cubicBezTo>
                      <a:cubicBezTo>
                        <a:pt x="36342" y="8319"/>
                        <a:pt x="35973" y="7579"/>
                        <a:pt x="35640" y="6988"/>
                      </a:cubicBezTo>
                      <a:cubicBezTo>
                        <a:pt x="35492" y="6692"/>
                        <a:pt x="35344" y="6470"/>
                        <a:pt x="35196" y="6285"/>
                      </a:cubicBezTo>
                      <a:cubicBezTo>
                        <a:pt x="35085" y="6063"/>
                        <a:pt x="34974" y="5953"/>
                        <a:pt x="34827" y="5842"/>
                      </a:cubicBezTo>
                      <a:cubicBezTo>
                        <a:pt x="34642" y="5694"/>
                        <a:pt x="34309" y="5509"/>
                        <a:pt x="33902" y="5287"/>
                      </a:cubicBezTo>
                      <a:cubicBezTo>
                        <a:pt x="31019" y="3734"/>
                        <a:pt x="22996" y="37"/>
                        <a:pt x="22996" y="37"/>
                      </a:cubicBezTo>
                      <a:lnTo>
                        <a:pt x="2284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4" name="Google Shape;2762;p51">
                  <a:extLst>
                    <a:ext uri="{FF2B5EF4-FFF2-40B4-BE49-F238E27FC236}">
                      <a16:creationId xmlns:a16="http://schemas.microsoft.com/office/drawing/2014/main" id="{14C72D9C-60A8-601F-1593-C68F1AD3149E}"/>
                    </a:ext>
                  </a:extLst>
                </p:cNvPr>
                <p:cNvSpPr/>
                <p:nvPr/>
              </p:nvSpPr>
              <p:spPr>
                <a:xfrm>
                  <a:off x="3938900" y="2856775"/>
                  <a:ext cx="52725" cy="8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9" h="3292" extrusionOk="0">
                      <a:moveTo>
                        <a:pt x="1480" y="0"/>
                      </a:moveTo>
                      <a:cubicBezTo>
                        <a:pt x="1085" y="0"/>
                        <a:pt x="592" y="362"/>
                        <a:pt x="592" y="362"/>
                      </a:cubicBezTo>
                      <a:lnTo>
                        <a:pt x="518" y="768"/>
                      </a:lnTo>
                      <a:lnTo>
                        <a:pt x="1" y="2913"/>
                      </a:lnTo>
                      <a:cubicBezTo>
                        <a:pt x="1" y="2913"/>
                        <a:pt x="332" y="3291"/>
                        <a:pt x="824" y="3291"/>
                      </a:cubicBezTo>
                      <a:cubicBezTo>
                        <a:pt x="947" y="3291"/>
                        <a:pt x="1080" y="3268"/>
                        <a:pt x="1221" y="3208"/>
                      </a:cubicBezTo>
                      <a:cubicBezTo>
                        <a:pt x="1923" y="2913"/>
                        <a:pt x="2108" y="1175"/>
                        <a:pt x="1923" y="362"/>
                      </a:cubicBezTo>
                      <a:cubicBezTo>
                        <a:pt x="1849" y="91"/>
                        <a:pt x="1677" y="0"/>
                        <a:pt x="1480" y="0"/>
                      </a:cubicBezTo>
                      <a:close/>
                    </a:path>
                  </a:pathLst>
                </a:custGeom>
                <a:solidFill>
                  <a:srgbClr val="70707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5" name="Google Shape;2763;p51">
                  <a:extLst>
                    <a:ext uri="{FF2B5EF4-FFF2-40B4-BE49-F238E27FC236}">
                      <a16:creationId xmlns:a16="http://schemas.microsoft.com/office/drawing/2014/main" id="{2B5DB29C-DF4B-A595-B839-D6CE87E45BEB}"/>
                    </a:ext>
                  </a:extLst>
                </p:cNvPr>
                <p:cNvSpPr/>
                <p:nvPr/>
              </p:nvSpPr>
              <p:spPr>
                <a:xfrm>
                  <a:off x="3930600" y="2849175"/>
                  <a:ext cx="65650" cy="9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6" h="3920" extrusionOk="0">
                      <a:moveTo>
                        <a:pt x="1886" y="629"/>
                      </a:moveTo>
                      <a:cubicBezTo>
                        <a:pt x="1923" y="629"/>
                        <a:pt x="1923" y="666"/>
                        <a:pt x="1960" y="740"/>
                      </a:cubicBezTo>
                      <a:cubicBezTo>
                        <a:pt x="1997" y="888"/>
                        <a:pt x="2034" y="1146"/>
                        <a:pt x="2034" y="1405"/>
                      </a:cubicBezTo>
                      <a:cubicBezTo>
                        <a:pt x="2034" y="1775"/>
                        <a:pt x="1960" y="2219"/>
                        <a:pt x="1849" y="2588"/>
                      </a:cubicBezTo>
                      <a:cubicBezTo>
                        <a:pt x="1738" y="2958"/>
                        <a:pt x="1553" y="3180"/>
                        <a:pt x="1405" y="3217"/>
                      </a:cubicBezTo>
                      <a:cubicBezTo>
                        <a:pt x="1331" y="3291"/>
                        <a:pt x="1220" y="3291"/>
                        <a:pt x="1146" y="3291"/>
                      </a:cubicBezTo>
                      <a:cubicBezTo>
                        <a:pt x="961" y="3291"/>
                        <a:pt x="850" y="3217"/>
                        <a:pt x="740" y="3143"/>
                      </a:cubicBezTo>
                      <a:lnTo>
                        <a:pt x="676" y="3095"/>
                      </a:lnTo>
                      <a:lnTo>
                        <a:pt x="676" y="3095"/>
                      </a:lnTo>
                      <a:lnTo>
                        <a:pt x="1146" y="1146"/>
                      </a:lnTo>
                      <a:lnTo>
                        <a:pt x="1194" y="886"/>
                      </a:lnTo>
                      <a:lnTo>
                        <a:pt x="1194" y="886"/>
                      </a:lnTo>
                      <a:cubicBezTo>
                        <a:pt x="1248" y="846"/>
                        <a:pt x="1335" y="793"/>
                        <a:pt x="1442" y="740"/>
                      </a:cubicBezTo>
                      <a:cubicBezTo>
                        <a:pt x="1553" y="666"/>
                        <a:pt x="1738" y="629"/>
                        <a:pt x="1812" y="629"/>
                      </a:cubicBezTo>
                      <a:close/>
                      <a:moveTo>
                        <a:pt x="1812" y="0"/>
                      </a:moveTo>
                      <a:cubicBezTo>
                        <a:pt x="1516" y="0"/>
                        <a:pt x="1294" y="111"/>
                        <a:pt x="1072" y="222"/>
                      </a:cubicBezTo>
                      <a:cubicBezTo>
                        <a:pt x="887" y="333"/>
                        <a:pt x="777" y="407"/>
                        <a:pt x="740" y="407"/>
                      </a:cubicBezTo>
                      <a:cubicBezTo>
                        <a:pt x="703" y="481"/>
                        <a:pt x="666" y="518"/>
                        <a:pt x="629" y="592"/>
                      </a:cubicBezTo>
                      <a:lnTo>
                        <a:pt x="518" y="998"/>
                      </a:lnTo>
                      <a:lnTo>
                        <a:pt x="37" y="3143"/>
                      </a:lnTo>
                      <a:cubicBezTo>
                        <a:pt x="0" y="3217"/>
                        <a:pt x="37" y="3328"/>
                        <a:pt x="74" y="3402"/>
                      </a:cubicBezTo>
                      <a:cubicBezTo>
                        <a:pt x="111" y="3402"/>
                        <a:pt x="185" y="3549"/>
                        <a:pt x="370" y="3660"/>
                      </a:cubicBezTo>
                      <a:cubicBezTo>
                        <a:pt x="555" y="3771"/>
                        <a:pt x="814" y="3919"/>
                        <a:pt x="1146" y="3919"/>
                      </a:cubicBezTo>
                      <a:cubicBezTo>
                        <a:pt x="1294" y="3919"/>
                        <a:pt x="1479" y="3882"/>
                        <a:pt x="1664" y="3808"/>
                      </a:cubicBezTo>
                      <a:cubicBezTo>
                        <a:pt x="2071" y="3623"/>
                        <a:pt x="2292" y="3217"/>
                        <a:pt x="2440" y="2773"/>
                      </a:cubicBezTo>
                      <a:cubicBezTo>
                        <a:pt x="2588" y="2329"/>
                        <a:pt x="2625" y="1849"/>
                        <a:pt x="2625" y="1405"/>
                      </a:cubicBezTo>
                      <a:cubicBezTo>
                        <a:pt x="2625" y="1109"/>
                        <a:pt x="2625" y="814"/>
                        <a:pt x="2551" y="592"/>
                      </a:cubicBezTo>
                      <a:cubicBezTo>
                        <a:pt x="2514" y="407"/>
                        <a:pt x="2403" y="259"/>
                        <a:pt x="2255" y="148"/>
                      </a:cubicBezTo>
                      <a:cubicBezTo>
                        <a:pt x="2144" y="37"/>
                        <a:pt x="1960" y="0"/>
                        <a:pt x="181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6" name="Google Shape;2764;p51">
                  <a:extLst>
                    <a:ext uri="{FF2B5EF4-FFF2-40B4-BE49-F238E27FC236}">
                      <a16:creationId xmlns:a16="http://schemas.microsoft.com/office/drawing/2014/main" id="{CC32783E-F388-BFD0-8869-ACE05B3856AA}"/>
                    </a:ext>
                  </a:extLst>
                </p:cNvPr>
                <p:cNvSpPr/>
                <p:nvPr/>
              </p:nvSpPr>
              <p:spPr>
                <a:xfrm>
                  <a:off x="3667175" y="2856775"/>
                  <a:ext cx="53625" cy="8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" h="3292" extrusionOk="0">
                      <a:moveTo>
                        <a:pt x="640" y="0"/>
                      </a:moveTo>
                      <a:cubicBezTo>
                        <a:pt x="448" y="0"/>
                        <a:pt x="284" y="91"/>
                        <a:pt x="222" y="362"/>
                      </a:cubicBezTo>
                      <a:cubicBezTo>
                        <a:pt x="1" y="1175"/>
                        <a:pt x="222" y="2913"/>
                        <a:pt x="925" y="3208"/>
                      </a:cubicBezTo>
                      <a:cubicBezTo>
                        <a:pt x="1065" y="3268"/>
                        <a:pt x="1198" y="3291"/>
                        <a:pt x="1321" y="3291"/>
                      </a:cubicBezTo>
                      <a:cubicBezTo>
                        <a:pt x="1814" y="3291"/>
                        <a:pt x="2145" y="2913"/>
                        <a:pt x="2145" y="2913"/>
                      </a:cubicBezTo>
                      <a:lnTo>
                        <a:pt x="1627" y="768"/>
                      </a:lnTo>
                      <a:lnTo>
                        <a:pt x="1516" y="362"/>
                      </a:lnTo>
                      <a:cubicBezTo>
                        <a:pt x="1516" y="362"/>
                        <a:pt x="1023" y="0"/>
                        <a:pt x="640" y="0"/>
                      </a:cubicBezTo>
                      <a:close/>
                    </a:path>
                  </a:pathLst>
                </a:custGeom>
                <a:solidFill>
                  <a:srgbClr val="70707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7" name="Google Shape;2765;p51">
                  <a:extLst>
                    <a:ext uri="{FF2B5EF4-FFF2-40B4-BE49-F238E27FC236}">
                      <a16:creationId xmlns:a16="http://schemas.microsoft.com/office/drawing/2014/main" id="{61D0BE36-EDFC-4145-6CF2-7F47CFDF26D9}"/>
                    </a:ext>
                  </a:extLst>
                </p:cNvPr>
                <p:cNvSpPr/>
                <p:nvPr/>
              </p:nvSpPr>
              <p:spPr>
                <a:xfrm>
                  <a:off x="3662550" y="2849175"/>
                  <a:ext cx="65650" cy="9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6" h="3920" extrusionOk="0">
                      <a:moveTo>
                        <a:pt x="814" y="629"/>
                      </a:moveTo>
                      <a:cubicBezTo>
                        <a:pt x="925" y="629"/>
                        <a:pt x="1110" y="666"/>
                        <a:pt x="1258" y="777"/>
                      </a:cubicBezTo>
                      <a:cubicBezTo>
                        <a:pt x="1332" y="814"/>
                        <a:pt x="1406" y="851"/>
                        <a:pt x="1443" y="888"/>
                      </a:cubicBezTo>
                      <a:lnTo>
                        <a:pt x="1446" y="890"/>
                      </a:lnTo>
                      <a:lnTo>
                        <a:pt x="1516" y="1146"/>
                      </a:lnTo>
                      <a:lnTo>
                        <a:pt x="1987" y="3094"/>
                      </a:lnTo>
                      <a:lnTo>
                        <a:pt x="1987" y="3094"/>
                      </a:lnTo>
                      <a:cubicBezTo>
                        <a:pt x="1959" y="3113"/>
                        <a:pt x="1925" y="3130"/>
                        <a:pt x="1886" y="3143"/>
                      </a:cubicBezTo>
                      <a:cubicBezTo>
                        <a:pt x="1775" y="3217"/>
                        <a:pt x="1664" y="3291"/>
                        <a:pt x="1516" y="3291"/>
                      </a:cubicBezTo>
                      <a:cubicBezTo>
                        <a:pt x="1406" y="3291"/>
                        <a:pt x="1332" y="3291"/>
                        <a:pt x="1221" y="3217"/>
                      </a:cubicBezTo>
                      <a:cubicBezTo>
                        <a:pt x="1110" y="3180"/>
                        <a:pt x="925" y="2958"/>
                        <a:pt x="814" y="2588"/>
                      </a:cubicBezTo>
                      <a:cubicBezTo>
                        <a:pt x="666" y="2219"/>
                        <a:pt x="629" y="1775"/>
                        <a:pt x="629" y="1405"/>
                      </a:cubicBezTo>
                      <a:cubicBezTo>
                        <a:pt x="629" y="1146"/>
                        <a:pt x="629" y="925"/>
                        <a:pt x="703" y="740"/>
                      </a:cubicBezTo>
                      <a:cubicBezTo>
                        <a:pt x="703" y="666"/>
                        <a:pt x="740" y="629"/>
                        <a:pt x="740" y="629"/>
                      </a:cubicBezTo>
                      <a:close/>
                      <a:moveTo>
                        <a:pt x="814" y="0"/>
                      </a:moveTo>
                      <a:cubicBezTo>
                        <a:pt x="666" y="0"/>
                        <a:pt x="518" y="37"/>
                        <a:pt x="370" y="148"/>
                      </a:cubicBezTo>
                      <a:cubicBezTo>
                        <a:pt x="223" y="259"/>
                        <a:pt x="149" y="407"/>
                        <a:pt x="75" y="592"/>
                      </a:cubicBezTo>
                      <a:cubicBezTo>
                        <a:pt x="38" y="814"/>
                        <a:pt x="1" y="1109"/>
                        <a:pt x="1" y="1405"/>
                      </a:cubicBezTo>
                      <a:cubicBezTo>
                        <a:pt x="1" y="1849"/>
                        <a:pt x="75" y="2329"/>
                        <a:pt x="223" y="2773"/>
                      </a:cubicBezTo>
                      <a:cubicBezTo>
                        <a:pt x="370" y="3217"/>
                        <a:pt x="555" y="3623"/>
                        <a:pt x="962" y="3808"/>
                      </a:cubicBezTo>
                      <a:cubicBezTo>
                        <a:pt x="1147" y="3882"/>
                        <a:pt x="1332" y="3919"/>
                        <a:pt x="1516" y="3919"/>
                      </a:cubicBezTo>
                      <a:cubicBezTo>
                        <a:pt x="1812" y="3919"/>
                        <a:pt x="2108" y="3771"/>
                        <a:pt x="2256" y="3660"/>
                      </a:cubicBezTo>
                      <a:cubicBezTo>
                        <a:pt x="2441" y="3549"/>
                        <a:pt x="2552" y="3402"/>
                        <a:pt x="2552" y="3402"/>
                      </a:cubicBezTo>
                      <a:cubicBezTo>
                        <a:pt x="2626" y="3328"/>
                        <a:pt x="2626" y="3217"/>
                        <a:pt x="2626" y="3143"/>
                      </a:cubicBezTo>
                      <a:lnTo>
                        <a:pt x="2108" y="998"/>
                      </a:lnTo>
                      <a:lnTo>
                        <a:pt x="1997" y="592"/>
                      </a:lnTo>
                      <a:cubicBezTo>
                        <a:pt x="1997" y="518"/>
                        <a:pt x="1960" y="481"/>
                        <a:pt x="1886" y="407"/>
                      </a:cubicBezTo>
                      <a:cubicBezTo>
                        <a:pt x="1886" y="407"/>
                        <a:pt x="1738" y="333"/>
                        <a:pt x="1553" y="222"/>
                      </a:cubicBezTo>
                      <a:cubicBezTo>
                        <a:pt x="1369" y="111"/>
                        <a:pt x="1110" y="0"/>
                        <a:pt x="81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8" name="Google Shape;2766;p51">
                  <a:extLst>
                    <a:ext uri="{FF2B5EF4-FFF2-40B4-BE49-F238E27FC236}">
                      <a16:creationId xmlns:a16="http://schemas.microsoft.com/office/drawing/2014/main" id="{6ACE0172-E201-4BA8-4539-9A097B5D753A}"/>
                    </a:ext>
                  </a:extLst>
                </p:cNvPr>
                <p:cNvSpPr/>
                <p:nvPr/>
              </p:nvSpPr>
              <p:spPr>
                <a:xfrm>
                  <a:off x="3694900" y="2954900"/>
                  <a:ext cx="289325" cy="23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73" h="9340" extrusionOk="0">
                      <a:moveTo>
                        <a:pt x="5371" y="0"/>
                      </a:moveTo>
                      <a:cubicBezTo>
                        <a:pt x="4082" y="0"/>
                        <a:pt x="2795" y="308"/>
                        <a:pt x="2034" y="1021"/>
                      </a:cubicBezTo>
                      <a:cubicBezTo>
                        <a:pt x="2034" y="1021"/>
                        <a:pt x="1110" y="1724"/>
                        <a:pt x="925" y="2426"/>
                      </a:cubicBezTo>
                      <a:cubicBezTo>
                        <a:pt x="703" y="3128"/>
                        <a:pt x="1" y="8933"/>
                        <a:pt x="1" y="8933"/>
                      </a:cubicBezTo>
                      <a:cubicBezTo>
                        <a:pt x="1" y="8933"/>
                        <a:pt x="3883" y="6382"/>
                        <a:pt x="4992" y="6197"/>
                      </a:cubicBezTo>
                      <a:cubicBezTo>
                        <a:pt x="5027" y="6190"/>
                        <a:pt x="5067" y="6187"/>
                        <a:pt x="5111" y="6187"/>
                      </a:cubicBezTo>
                      <a:cubicBezTo>
                        <a:pt x="6444" y="6187"/>
                        <a:pt x="11572" y="9340"/>
                        <a:pt x="11572" y="9340"/>
                      </a:cubicBezTo>
                      <a:cubicBezTo>
                        <a:pt x="11572" y="9340"/>
                        <a:pt x="10278" y="2722"/>
                        <a:pt x="9243" y="1317"/>
                      </a:cubicBezTo>
                      <a:cubicBezTo>
                        <a:pt x="8682" y="507"/>
                        <a:pt x="7025" y="0"/>
                        <a:pt x="537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9" name="Google Shape;2767;p51">
                  <a:extLst>
                    <a:ext uri="{FF2B5EF4-FFF2-40B4-BE49-F238E27FC236}">
                      <a16:creationId xmlns:a16="http://schemas.microsoft.com/office/drawing/2014/main" id="{E51CF7FA-462F-F016-D2B6-85C536690110}"/>
                    </a:ext>
                  </a:extLst>
                </p:cNvPr>
                <p:cNvSpPr/>
                <p:nvPr/>
              </p:nvSpPr>
              <p:spPr>
                <a:xfrm>
                  <a:off x="3687500" y="2947150"/>
                  <a:ext cx="305050" cy="24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02" h="9964" extrusionOk="0">
                      <a:moveTo>
                        <a:pt x="2146" y="1074"/>
                      </a:moveTo>
                      <a:lnTo>
                        <a:pt x="2146" y="1074"/>
                      </a:lnTo>
                      <a:cubicBezTo>
                        <a:pt x="2146" y="1074"/>
                        <a:pt x="2146" y="1074"/>
                        <a:pt x="2146" y="1074"/>
                      </a:cubicBezTo>
                      <a:lnTo>
                        <a:pt x="2146" y="1074"/>
                      </a:lnTo>
                      <a:lnTo>
                        <a:pt x="2146" y="1074"/>
                      </a:lnTo>
                      <a:close/>
                      <a:moveTo>
                        <a:pt x="5620" y="629"/>
                      </a:moveTo>
                      <a:cubicBezTo>
                        <a:pt x="6434" y="629"/>
                        <a:pt x="7247" y="740"/>
                        <a:pt x="7913" y="961"/>
                      </a:cubicBezTo>
                      <a:cubicBezTo>
                        <a:pt x="8578" y="1183"/>
                        <a:pt x="9059" y="1479"/>
                        <a:pt x="9281" y="1812"/>
                      </a:cubicBezTo>
                      <a:cubicBezTo>
                        <a:pt x="9502" y="2107"/>
                        <a:pt x="9798" y="2773"/>
                        <a:pt x="10057" y="3586"/>
                      </a:cubicBezTo>
                      <a:cubicBezTo>
                        <a:pt x="10427" y="4769"/>
                        <a:pt x="10833" y="6322"/>
                        <a:pt x="11092" y="7542"/>
                      </a:cubicBezTo>
                      <a:cubicBezTo>
                        <a:pt x="11233" y="8141"/>
                        <a:pt x="11340" y="8639"/>
                        <a:pt x="11446" y="9037"/>
                      </a:cubicBezTo>
                      <a:lnTo>
                        <a:pt x="11446" y="9037"/>
                      </a:lnTo>
                      <a:cubicBezTo>
                        <a:pt x="10926" y="8727"/>
                        <a:pt x="10129" y="8258"/>
                        <a:pt x="9281" y="7801"/>
                      </a:cubicBezTo>
                      <a:cubicBezTo>
                        <a:pt x="8541" y="7394"/>
                        <a:pt x="7765" y="6988"/>
                        <a:pt x="7099" y="6692"/>
                      </a:cubicBezTo>
                      <a:cubicBezTo>
                        <a:pt x="6730" y="6544"/>
                        <a:pt x="6434" y="6433"/>
                        <a:pt x="6138" y="6322"/>
                      </a:cubicBezTo>
                      <a:cubicBezTo>
                        <a:pt x="5842" y="6248"/>
                        <a:pt x="5620" y="6174"/>
                        <a:pt x="5399" y="6174"/>
                      </a:cubicBezTo>
                      <a:lnTo>
                        <a:pt x="5214" y="6174"/>
                      </a:lnTo>
                      <a:cubicBezTo>
                        <a:pt x="4881" y="6248"/>
                        <a:pt x="4437" y="6470"/>
                        <a:pt x="3883" y="6729"/>
                      </a:cubicBezTo>
                      <a:cubicBezTo>
                        <a:pt x="2781" y="7293"/>
                        <a:pt x="1413" y="8158"/>
                        <a:pt x="676" y="8637"/>
                      </a:cubicBezTo>
                      <a:lnTo>
                        <a:pt x="676" y="8637"/>
                      </a:lnTo>
                      <a:cubicBezTo>
                        <a:pt x="751" y="8071"/>
                        <a:pt x="869" y="7197"/>
                        <a:pt x="999" y="6285"/>
                      </a:cubicBezTo>
                      <a:cubicBezTo>
                        <a:pt x="1110" y="5509"/>
                        <a:pt x="1184" y="4732"/>
                        <a:pt x="1295" y="4104"/>
                      </a:cubicBezTo>
                      <a:cubicBezTo>
                        <a:pt x="1332" y="3771"/>
                        <a:pt x="1369" y="3512"/>
                        <a:pt x="1406" y="3291"/>
                      </a:cubicBezTo>
                      <a:cubicBezTo>
                        <a:pt x="1480" y="3069"/>
                        <a:pt x="1480" y="2884"/>
                        <a:pt x="1517" y="2810"/>
                      </a:cubicBezTo>
                      <a:cubicBezTo>
                        <a:pt x="1591" y="2551"/>
                        <a:pt x="1849" y="2218"/>
                        <a:pt x="2071" y="1960"/>
                      </a:cubicBezTo>
                      <a:cubicBezTo>
                        <a:pt x="2182" y="1849"/>
                        <a:pt x="2293" y="1738"/>
                        <a:pt x="2404" y="1664"/>
                      </a:cubicBezTo>
                      <a:lnTo>
                        <a:pt x="2478" y="1590"/>
                      </a:lnTo>
                      <a:lnTo>
                        <a:pt x="2515" y="1553"/>
                      </a:lnTo>
                      <a:lnTo>
                        <a:pt x="2552" y="1553"/>
                      </a:lnTo>
                      <a:cubicBezTo>
                        <a:pt x="3180" y="924"/>
                        <a:pt x="4400" y="629"/>
                        <a:pt x="5620" y="629"/>
                      </a:cubicBezTo>
                      <a:close/>
                      <a:moveTo>
                        <a:pt x="5620" y="0"/>
                      </a:moveTo>
                      <a:cubicBezTo>
                        <a:pt x="4309" y="0"/>
                        <a:pt x="2998" y="287"/>
                        <a:pt x="2146" y="1074"/>
                      </a:cubicBezTo>
                      <a:lnTo>
                        <a:pt x="2145" y="1072"/>
                      </a:lnTo>
                      <a:cubicBezTo>
                        <a:pt x="2145" y="1072"/>
                        <a:pt x="1886" y="1257"/>
                        <a:pt x="1628" y="1553"/>
                      </a:cubicBezTo>
                      <a:cubicBezTo>
                        <a:pt x="1369" y="1849"/>
                        <a:pt x="1036" y="2218"/>
                        <a:pt x="925" y="2662"/>
                      </a:cubicBezTo>
                      <a:cubicBezTo>
                        <a:pt x="888" y="2773"/>
                        <a:pt x="851" y="2921"/>
                        <a:pt x="814" y="3180"/>
                      </a:cubicBezTo>
                      <a:cubicBezTo>
                        <a:pt x="555" y="4769"/>
                        <a:pt x="1" y="9206"/>
                        <a:pt x="1" y="9206"/>
                      </a:cubicBezTo>
                      <a:cubicBezTo>
                        <a:pt x="1" y="9317"/>
                        <a:pt x="38" y="9428"/>
                        <a:pt x="149" y="9502"/>
                      </a:cubicBezTo>
                      <a:cubicBezTo>
                        <a:pt x="204" y="9539"/>
                        <a:pt x="260" y="9557"/>
                        <a:pt x="315" y="9557"/>
                      </a:cubicBezTo>
                      <a:cubicBezTo>
                        <a:pt x="371" y="9557"/>
                        <a:pt x="426" y="9539"/>
                        <a:pt x="482" y="9502"/>
                      </a:cubicBezTo>
                      <a:cubicBezTo>
                        <a:pt x="482" y="9502"/>
                        <a:pt x="703" y="9317"/>
                        <a:pt x="1073" y="9095"/>
                      </a:cubicBezTo>
                      <a:cubicBezTo>
                        <a:pt x="1665" y="8725"/>
                        <a:pt x="2515" y="8208"/>
                        <a:pt x="3365" y="7727"/>
                      </a:cubicBezTo>
                      <a:cubicBezTo>
                        <a:pt x="3772" y="7468"/>
                        <a:pt x="4179" y="7283"/>
                        <a:pt x="4548" y="7099"/>
                      </a:cubicBezTo>
                      <a:cubicBezTo>
                        <a:pt x="4881" y="6951"/>
                        <a:pt x="5177" y="6840"/>
                        <a:pt x="5325" y="6803"/>
                      </a:cubicBezTo>
                      <a:lnTo>
                        <a:pt x="5399" y="6803"/>
                      </a:lnTo>
                      <a:cubicBezTo>
                        <a:pt x="5510" y="6803"/>
                        <a:pt x="5694" y="6840"/>
                        <a:pt x="5953" y="6914"/>
                      </a:cubicBezTo>
                      <a:cubicBezTo>
                        <a:pt x="6840" y="7209"/>
                        <a:pt x="8319" y="7949"/>
                        <a:pt x="9502" y="8614"/>
                      </a:cubicBezTo>
                      <a:cubicBezTo>
                        <a:pt x="10131" y="8947"/>
                        <a:pt x="10685" y="9280"/>
                        <a:pt x="11055" y="9502"/>
                      </a:cubicBezTo>
                      <a:cubicBezTo>
                        <a:pt x="11462" y="9760"/>
                        <a:pt x="11721" y="9908"/>
                        <a:pt x="11721" y="9908"/>
                      </a:cubicBezTo>
                      <a:cubicBezTo>
                        <a:pt x="11776" y="9945"/>
                        <a:pt x="11831" y="9964"/>
                        <a:pt x="11887" y="9964"/>
                      </a:cubicBezTo>
                      <a:cubicBezTo>
                        <a:pt x="11942" y="9964"/>
                        <a:pt x="11998" y="9945"/>
                        <a:pt x="12053" y="9908"/>
                      </a:cubicBezTo>
                      <a:cubicBezTo>
                        <a:pt x="12164" y="9834"/>
                        <a:pt x="12201" y="9686"/>
                        <a:pt x="12164" y="9576"/>
                      </a:cubicBezTo>
                      <a:cubicBezTo>
                        <a:pt x="12164" y="9576"/>
                        <a:pt x="11831" y="7912"/>
                        <a:pt x="11388" y="6100"/>
                      </a:cubicBezTo>
                      <a:cubicBezTo>
                        <a:pt x="11166" y="5176"/>
                        <a:pt x="10907" y="4215"/>
                        <a:pt x="10611" y="3364"/>
                      </a:cubicBezTo>
                      <a:cubicBezTo>
                        <a:pt x="10353" y="2551"/>
                        <a:pt x="10094" y="1849"/>
                        <a:pt x="9798" y="1442"/>
                      </a:cubicBezTo>
                      <a:cubicBezTo>
                        <a:pt x="9428" y="961"/>
                        <a:pt x="8837" y="629"/>
                        <a:pt x="8097" y="370"/>
                      </a:cubicBezTo>
                      <a:cubicBezTo>
                        <a:pt x="7358" y="148"/>
                        <a:pt x="6508" y="0"/>
                        <a:pt x="562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0" name="Google Shape;2768;p51">
                  <a:extLst>
                    <a:ext uri="{FF2B5EF4-FFF2-40B4-BE49-F238E27FC236}">
                      <a16:creationId xmlns:a16="http://schemas.microsoft.com/office/drawing/2014/main" id="{FA6049E8-10D7-7576-F7D2-185DBD1AAF47}"/>
                    </a:ext>
                  </a:extLst>
                </p:cNvPr>
                <p:cNvSpPr/>
                <p:nvPr/>
              </p:nvSpPr>
              <p:spPr>
                <a:xfrm>
                  <a:off x="3761450" y="3038650"/>
                  <a:ext cx="139600" cy="20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4" h="8289" extrusionOk="0">
                      <a:moveTo>
                        <a:pt x="1" y="0"/>
                      </a:moveTo>
                      <a:cubicBezTo>
                        <a:pt x="1" y="1"/>
                        <a:pt x="2454" y="8289"/>
                        <a:pt x="2871" y="8289"/>
                      </a:cubicBezTo>
                      <a:cubicBezTo>
                        <a:pt x="2894" y="8289"/>
                        <a:pt x="2911" y="8263"/>
                        <a:pt x="2921" y="8208"/>
                      </a:cubicBezTo>
                      <a:cubicBezTo>
                        <a:pt x="3143" y="7210"/>
                        <a:pt x="5583" y="296"/>
                        <a:pt x="5583" y="296"/>
                      </a:cubicBezTo>
                      <a:lnTo>
                        <a:pt x="5583" y="296"/>
                      </a:lnTo>
                      <a:cubicBezTo>
                        <a:pt x="5583" y="296"/>
                        <a:pt x="4263" y="413"/>
                        <a:pt x="2886" y="413"/>
                      </a:cubicBezTo>
                      <a:cubicBezTo>
                        <a:pt x="1696" y="413"/>
                        <a:pt x="463" y="326"/>
                        <a:pt x="1" y="0"/>
                      </a:cubicBezTo>
                      <a:close/>
                    </a:path>
                  </a:pathLst>
                </a:custGeom>
                <a:solidFill>
                  <a:srgbClr val="70707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1" name="Google Shape;2769;p51">
                  <a:extLst>
                    <a:ext uri="{FF2B5EF4-FFF2-40B4-BE49-F238E27FC236}">
                      <a16:creationId xmlns:a16="http://schemas.microsoft.com/office/drawing/2014/main" id="{D6FBE5C1-03C2-1746-356E-D266498DB638}"/>
                    </a:ext>
                  </a:extLst>
                </p:cNvPr>
                <p:cNvSpPr/>
                <p:nvPr/>
              </p:nvSpPr>
              <p:spPr>
                <a:xfrm>
                  <a:off x="3753125" y="3030800"/>
                  <a:ext cx="155300" cy="2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2" h="8929" extrusionOk="0">
                      <a:moveTo>
                        <a:pt x="793" y="828"/>
                      </a:moveTo>
                      <a:cubicBezTo>
                        <a:pt x="999" y="876"/>
                        <a:pt x="1228" y="909"/>
                        <a:pt x="1480" y="943"/>
                      </a:cubicBezTo>
                      <a:cubicBezTo>
                        <a:pt x="1997" y="1017"/>
                        <a:pt x="2626" y="1017"/>
                        <a:pt x="3217" y="1017"/>
                      </a:cubicBezTo>
                      <a:cubicBezTo>
                        <a:pt x="4113" y="1017"/>
                        <a:pt x="4963" y="972"/>
                        <a:pt x="5462" y="939"/>
                      </a:cubicBezTo>
                      <a:lnTo>
                        <a:pt x="5462" y="939"/>
                      </a:lnTo>
                      <a:cubicBezTo>
                        <a:pt x="5236" y="1571"/>
                        <a:pt x="4800" y="2801"/>
                        <a:pt x="4363" y="4085"/>
                      </a:cubicBezTo>
                      <a:cubicBezTo>
                        <a:pt x="4031" y="5010"/>
                        <a:pt x="3735" y="5971"/>
                        <a:pt x="3476" y="6784"/>
                      </a:cubicBezTo>
                      <a:cubicBezTo>
                        <a:pt x="3336" y="7205"/>
                        <a:pt x="3217" y="7583"/>
                        <a:pt x="3126" y="7888"/>
                      </a:cubicBezTo>
                      <a:lnTo>
                        <a:pt x="3126" y="7888"/>
                      </a:lnTo>
                      <a:cubicBezTo>
                        <a:pt x="3107" y="7843"/>
                        <a:pt x="3088" y="7796"/>
                        <a:pt x="3069" y="7745"/>
                      </a:cubicBezTo>
                      <a:cubicBezTo>
                        <a:pt x="2663" y="6747"/>
                        <a:pt x="2034" y="4862"/>
                        <a:pt x="1517" y="3235"/>
                      </a:cubicBezTo>
                      <a:cubicBezTo>
                        <a:pt x="1295" y="2422"/>
                        <a:pt x="1036" y="1645"/>
                        <a:pt x="888" y="1128"/>
                      </a:cubicBezTo>
                      <a:cubicBezTo>
                        <a:pt x="852" y="1020"/>
                        <a:pt x="821" y="920"/>
                        <a:pt x="793" y="828"/>
                      </a:cubicBezTo>
                      <a:close/>
                      <a:moveTo>
                        <a:pt x="315" y="0"/>
                      </a:moveTo>
                      <a:cubicBezTo>
                        <a:pt x="260" y="0"/>
                        <a:pt x="204" y="18"/>
                        <a:pt x="149" y="55"/>
                      </a:cubicBezTo>
                      <a:cubicBezTo>
                        <a:pt x="38" y="129"/>
                        <a:pt x="1" y="277"/>
                        <a:pt x="38" y="388"/>
                      </a:cubicBezTo>
                      <a:cubicBezTo>
                        <a:pt x="38" y="388"/>
                        <a:pt x="629" y="2459"/>
                        <a:pt x="1295" y="4566"/>
                      </a:cubicBezTo>
                      <a:cubicBezTo>
                        <a:pt x="1628" y="5601"/>
                        <a:pt x="1997" y="6636"/>
                        <a:pt x="2293" y="7413"/>
                      </a:cubicBezTo>
                      <a:cubicBezTo>
                        <a:pt x="2441" y="7819"/>
                        <a:pt x="2552" y="8152"/>
                        <a:pt x="2700" y="8374"/>
                      </a:cubicBezTo>
                      <a:cubicBezTo>
                        <a:pt x="2737" y="8522"/>
                        <a:pt x="2811" y="8596"/>
                        <a:pt x="2848" y="8670"/>
                      </a:cubicBezTo>
                      <a:lnTo>
                        <a:pt x="2958" y="8818"/>
                      </a:lnTo>
                      <a:cubicBezTo>
                        <a:pt x="2995" y="8854"/>
                        <a:pt x="3069" y="8891"/>
                        <a:pt x="3217" y="8928"/>
                      </a:cubicBezTo>
                      <a:cubicBezTo>
                        <a:pt x="3254" y="8928"/>
                        <a:pt x="3328" y="8891"/>
                        <a:pt x="3402" y="8854"/>
                      </a:cubicBezTo>
                      <a:cubicBezTo>
                        <a:pt x="3476" y="8818"/>
                        <a:pt x="3513" y="8744"/>
                        <a:pt x="3513" y="8707"/>
                      </a:cubicBezTo>
                      <a:lnTo>
                        <a:pt x="3550" y="8596"/>
                      </a:lnTo>
                      <a:cubicBezTo>
                        <a:pt x="3624" y="8374"/>
                        <a:pt x="3809" y="7745"/>
                        <a:pt x="4068" y="6969"/>
                      </a:cubicBezTo>
                      <a:cubicBezTo>
                        <a:pt x="4437" y="5786"/>
                        <a:pt x="4955" y="4233"/>
                        <a:pt x="5399" y="2939"/>
                      </a:cubicBezTo>
                      <a:cubicBezTo>
                        <a:pt x="5842" y="1682"/>
                        <a:pt x="6175" y="721"/>
                        <a:pt x="6175" y="721"/>
                      </a:cubicBezTo>
                      <a:cubicBezTo>
                        <a:pt x="6212" y="610"/>
                        <a:pt x="6212" y="499"/>
                        <a:pt x="6138" y="425"/>
                      </a:cubicBezTo>
                      <a:cubicBezTo>
                        <a:pt x="6078" y="365"/>
                        <a:pt x="6017" y="304"/>
                        <a:pt x="5937" y="304"/>
                      </a:cubicBezTo>
                      <a:cubicBezTo>
                        <a:pt x="5919" y="304"/>
                        <a:pt x="5899" y="307"/>
                        <a:pt x="5879" y="314"/>
                      </a:cubicBezTo>
                      <a:cubicBezTo>
                        <a:pt x="5879" y="314"/>
                        <a:pt x="5546" y="314"/>
                        <a:pt x="5066" y="351"/>
                      </a:cubicBezTo>
                      <a:cubicBezTo>
                        <a:pt x="4585" y="388"/>
                        <a:pt x="3920" y="425"/>
                        <a:pt x="3217" y="425"/>
                      </a:cubicBezTo>
                      <a:cubicBezTo>
                        <a:pt x="2663" y="425"/>
                        <a:pt x="2034" y="388"/>
                        <a:pt x="1554" y="351"/>
                      </a:cubicBezTo>
                      <a:cubicBezTo>
                        <a:pt x="1036" y="277"/>
                        <a:pt x="629" y="166"/>
                        <a:pt x="481" y="55"/>
                      </a:cubicBezTo>
                      <a:cubicBezTo>
                        <a:pt x="426" y="18"/>
                        <a:pt x="371" y="0"/>
                        <a:pt x="31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2" name="Google Shape;2770;p51">
                  <a:extLst>
                    <a:ext uri="{FF2B5EF4-FFF2-40B4-BE49-F238E27FC236}">
                      <a16:creationId xmlns:a16="http://schemas.microsoft.com/office/drawing/2014/main" id="{35D29879-CB2D-CC7D-B36A-8508DD45E2AB}"/>
                    </a:ext>
                  </a:extLst>
                </p:cNvPr>
                <p:cNvSpPr/>
                <p:nvPr/>
              </p:nvSpPr>
              <p:spPr>
                <a:xfrm>
                  <a:off x="3715250" y="2777775"/>
                  <a:ext cx="241250" cy="32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0" h="13083" extrusionOk="0">
                      <a:moveTo>
                        <a:pt x="7210" y="0"/>
                      </a:moveTo>
                      <a:cubicBezTo>
                        <a:pt x="6721" y="0"/>
                        <a:pt x="6145" y="80"/>
                        <a:pt x="5472" y="268"/>
                      </a:cubicBezTo>
                      <a:cubicBezTo>
                        <a:pt x="2329" y="1193"/>
                        <a:pt x="111" y="2597"/>
                        <a:pt x="0" y="4631"/>
                      </a:cubicBezTo>
                      <a:cubicBezTo>
                        <a:pt x="0" y="4631"/>
                        <a:pt x="629" y="7995"/>
                        <a:pt x="1109" y="9326"/>
                      </a:cubicBezTo>
                      <a:cubicBezTo>
                        <a:pt x="1600" y="10555"/>
                        <a:pt x="3291" y="13082"/>
                        <a:pt x="4663" y="13082"/>
                      </a:cubicBezTo>
                      <a:cubicBezTo>
                        <a:pt x="4737" y="13082"/>
                        <a:pt x="4809" y="13075"/>
                        <a:pt x="4880" y="13060"/>
                      </a:cubicBezTo>
                      <a:cubicBezTo>
                        <a:pt x="6285" y="12764"/>
                        <a:pt x="8651" y="9807"/>
                        <a:pt x="8947" y="8698"/>
                      </a:cubicBezTo>
                      <a:cubicBezTo>
                        <a:pt x="9243" y="7589"/>
                        <a:pt x="9649" y="2930"/>
                        <a:pt x="9649" y="1895"/>
                      </a:cubicBezTo>
                      <a:cubicBezTo>
                        <a:pt x="9649" y="1108"/>
                        <a:pt x="9029" y="0"/>
                        <a:pt x="7210" y="0"/>
                      </a:cubicBezTo>
                      <a:close/>
                    </a:path>
                  </a:pathLst>
                </a:custGeom>
                <a:solidFill>
                  <a:srgbClr val="70707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3" name="Google Shape;2771;p51">
                  <a:extLst>
                    <a:ext uri="{FF2B5EF4-FFF2-40B4-BE49-F238E27FC236}">
                      <a16:creationId xmlns:a16="http://schemas.microsoft.com/office/drawing/2014/main" id="{997F1F04-5383-C5CD-F936-BA270C868885}"/>
                    </a:ext>
                  </a:extLst>
                </p:cNvPr>
                <p:cNvSpPr/>
                <p:nvPr/>
              </p:nvSpPr>
              <p:spPr>
                <a:xfrm>
                  <a:off x="3707850" y="2769675"/>
                  <a:ext cx="256050" cy="34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2" h="13717" extrusionOk="0">
                      <a:moveTo>
                        <a:pt x="7542" y="629"/>
                      </a:moveTo>
                      <a:cubicBezTo>
                        <a:pt x="8356" y="629"/>
                        <a:pt x="8873" y="888"/>
                        <a:pt x="9206" y="1184"/>
                      </a:cubicBezTo>
                      <a:cubicBezTo>
                        <a:pt x="9502" y="1517"/>
                        <a:pt x="9650" y="1923"/>
                        <a:pt x="9650" y="2219"/>
                      </a:cubicBezTo>
                      <a:cubicBezTo>
                        <a:pt x="9650" y="2700"/>
                        <a:pt x="9539" y="4142"/>
                        <a:pt x="9391" y="5546"/>
                      </a:cubicBezTo>
                      <a:cubicBezTo>
                        <a:pt x="9317" y="6286"/>
                        <a:pt x="9243" y="6988"/>
                        <a:pt x="9169" y="7580"/>
                      </a:cubicBezTo>
                      <a:cubicBezTo>
                        <a:pt x="9095" y="8208"/>
                        <a:pt x="9021" y="8689"/>
                        <a:pt x="8947" y="8948"/>
                      </a:cubicBezTo>
                      <a:cubicBezTo>
                        <a:pt x="8873" y="9170"/>
                        <a:pt x="8688" y="9539"/>
                        <a:pt x="8430" y="9983"/>
                      </a:cubicBezTo>
                      <a:cubicBezTo>
                        <a:pt x="7986" y="10611"/>
                        <a:pt x="7394" y="11351"/>
                        <a:pt x="6803" y="11942"/>
                      </a:cubicBezTo>
                      <a:cubicBezTo>
                        <a:pt x="6174" y="12571"/>
                        <a:pt x="5509" y="13014"/>
                        <a:pt x="5102" y="13088"/>
                      </a:cubicBezTo>
                      <a:lnTo>
                        <a:pt x="4954" y="13088"/>
                      </a:lnTo>
                      <a:cubicBezTo>
                        <a:pt x="4928" y="13092"/>
                        <a:pt x="4901" y="13094"/>
                        <a:pt x="4873" y="13094"/>
                      </a:cubicBezTo>
                      <a:cubicBezTo>
                        <a:pt x="4634" y="13094"/>
                        <a:pt x="4365" y="12955"/>
                        <a:pt x="4067" y="12756"/>
                      </a:cubicBezTo>
                      <a:cubicBezTo>
                        <a:pt x="3586" y="12386"/>
                        <a:pt x="3069" y="11831"/>
                        <a:pt x="2625" y="11203"/>
                      </a:cubicBezTo>
                      <a:cubicBezTo>
                        <a:pt x="2218" y="10611"/>
                        <a:pt x="1886" y="9946"/>
                        <a:pt x="1701" y="9539"/>
                      </a:cubicBezTo>
                      <a:cubicBezTo>
                        <a:pt x="1479" y="8911"/>
                        <a:pt x="1183" y="7728"/>
                        <a:pt x="961" y="6729"/>
                      </a:cubicBezTo>
                      <a:cubicBezTo>
                        <a:pt x="851" y="6249"/>
                        <a:pt x="777" y="5768"/>
                        <a:pt x="703" y="5435"/>
                      </a:cubicBezTo>
                      <a:cubicBezTo>
                        <a:pt x="656" y="5224"/>
                        <a:pt x="624" y="5072"/>
                        <a:pt x="606" y="4989"/>
                      </a:cubicBezTo>
                      <a:lnTo>
                        <a:pt x="606" y="4989"/>
                      </a:lnTo>
                      <a:lnTo>
                        <a:pt x="629" y="4992"/>
                      </a:lnTo>
                      <a:cubicBezTo>
                        <a:pt x="666" y="4068"/>
                        <a:pt x="1183" y="3291"/>
                        <a:pt x="2071" y="2626"/>
                      </a:cubicBezTo>
                      <a:cubicBezTo>
                        <a:pt x="2995" y="1923"/>
                        <a:pt x="4326" y="1332"/>
                        <a:pt x="5879" y="888"/>
                      </a:cubicBezTo>
                      <a:cubicBezTo>
                        <a:pt x="6507" y="703"/>
                        <a:pt x="7062" y="629"/>
                        <a:pt x="7542" y="629"/>
                      </a:cubicBezTo>
                      <a:close/>
                      <a:moveTo>
                        <a:pt x="7542" y="1"/>
                      </a:moveTo>
                      <a:cubicBezTo>
                        <a:pt x="6988" y="1"/>
                        <a:pt x="6396" y="112"/>
                        <a:pt x="5694" y="297"/>
                      </a:cubicBezTo>
                      <a:cubicBezTo>
                        <a:pt x="4104" y="777"/>
                        <a:pt x="2736" y="1369"/>
                        <a:pt x="1701" y="2108"/>
                      </a:cubicBezTo>
                      <a:cubicBezTo>
                        <a:pt x="703" y="2885"/>
                        <a:pt x="37" y="3809"/>
                        <a:pt x="0" y="4955"/>
                      </a:cubicBezTo>
                      <a:lnTo>
                        <a:pt x="0" y="5029"/>
                      </a:lnTo>
                      <a:cubicBezTo>
                        <a:pt x="0" y="5029"/>
                        <a:pt x="148" y="5879"/>
                        <a:pt x="370" y="6877"/>
                      </a:cubicBezTo>
                      <a:cubicBezTo>
                        <a:pt x="592" y="7876"/>
                        <a:pt x="851" y="9059"/>
                        <a:pt x="1146" y="9761"/>
                      </a:cubicBezTo>
                      <a:cubicBezTo>
                        <a:pt x="1405" y="10427"/>
                        <a:pt x="1923" y="11388"/>
                        <a:pt x="2625" y="12201"/>
                      </a:cubicBezTo>
                      <a:cubicBezTo>
                        <a:pt x="2958" y="12608"/>
                        <a:pt x="3328" y="12978"/>
                        <a:pt x="3697" y="13236"/>
                      </a:cubicBezTo>
                      <a:cubicBezTo>
                        <a:pt x="4104" y="13532"/>
                        <a:pt x="4511" y="13717"/>
                        <a:pt x="4954" y="13717"/>
                      </a:cubicBezTo>
                      <a:cubicBezTo>
                        <a:pt x="5028" y="13717"/>
                        <a:pt x="5139" y="13717"/>
                        <a:pt x="5250" y="13680"/>
                      </a:cubicBezTo>
                      <a:cubicBezTo>
                        <a:pt x="5694" y="13606"/>
                        <a:pt x="6100" y="13347"/>
                        <a:pt x="6544" y="12978"/>
                      </a:cubicBezTo>
                      <a:cubicBezTo>
                        <a:pt x="7210" y="12460"/>
                        <a:pt x="7875" y="11721"/>
                        <a:pt x="8430" y="11018"/>
                      </a:cubicBezTo>
                      <a:cubicBezTo>
                        <a:pt x="8984" y="10279"/>
                        <a:pt x="9391" y="9613"/>
                        <a:pt x="9539" y="9096"/>
                      </a:cubicBezTo>
                      <a:cubicBezTo>
                        <a:pt x="9613" y="8800"/>
                        <a:pt x="9687" y="8282"/>
                        <a:pt x="9797" y="7691"/>
                      </a:cubicBezTo>
                      <a:cubicBezTo>
                        <a:pt x="10019" y="5842"/>
                        <a:pt x="10241" y="3032"/>
                        <a:pt x="10241" y="2219"/>
                      </a:cubicBezTo>
                      <a:cubicBezTo>
                        <a:pt x="10241" y="1738"/>
                        <a:pt x="10056" y="1184"/>
                        <a:pt x="9613" y="740"/>
                      </a:cubicBezTo>
                      <a:cubicBezTo>
                        <a:pt x="9169" y="297"/>
                        <a:pt x="8503" y="1"/>
                        <a:pt x="75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4" name="Google Shape;2772;p51">
                  <a:extLst>
                    <a:ext uri="{FF2B5EF4-FFF2-40B4-BE49-F238E27FC236}">
                      <a16:creationId xmlns:a16="http://schemas.microsoft.com/office/drawing/2014/main" id="{F074229E-300A-0F7A-3308-776499331F40}"/>
                    </a:ext>
                  </a:extLst>
                </p:cNvPr>
                <p:cNvSpPr/>
                <p:nvPr/>
              </p:nvSpPr>
              <p:spPr>
                <a:xfrm>
                  <a:off x="3659775" y="2613900"/>
                  <a:ext cx="321675" cy="30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67" h="12080" extrusionOk="0">
                      <a:moveTo>
                        <a:pt x="8223" y="1"/>
                      </a:moveTo>
                      <a:cubicBezTo>
                        <a:pt x="6105" y="1"/>
                        <a:pt x="3346" y="637"/>
                        <a:pt x="1923" y="1758"/>
                      </a:cubicBezTo>
                      <a:cubicBezTo>
                        <a:pt x="1" y="3274"/>
                        <a:pt x="407" y="7119"/>
                        <a:pt x="592" y="8857"/>
                      </a:cubicBezTo>
                      <a:cubicBezTo>
                        <a:pt x="758" y="10153"/>
                        <a:pt x="1294" y="10318"/>
                        <a:pt x="1555" y="10318"/>
                      </a:cubicBezTo>
                      <a:cubicBezTo>
                        <a:pt x="1644" y="10318"/>
                        <a:pt x="1701" y="10299"/>
                        <a:pt x="1701" y="10299"/>
                      </a:cubicBezTo>
                      <a:lnTo>
                        <a:pt x="1701" y="10299"/>
                      </a:lnTo>
                      <a:cubicBezTo>
                        <a:pt x="1701" y="10299"/>
                        <a:pt x="1295" y="11001"/>
                        <a:pt x="1221" y="11519"/>
                      </a:cubicBezTo>
                      <a:cubicBezTo>
                        <a:pt x="1163" y="11769"/>
                        <a:pt x="1737" y="12079"/>
                        <a:pt x="2660" y="12079"/>
                      </a:cubicBezTo>
                      <a:cubicBezTo>
                        <a:pt x="3510" y="12079"/>
                        <a:pt x="4656" y="11816"/>
                        <a:pt x="5879" y="11001"/>
                      </a:cubicBezTo>
                      <a:cubicBezTo>
                        <a:pt x="8430" y="9263"/>
                        <a:pt x="9946" y="7858"/>
                        <a:pt x="9946" y="7858"/>
                      </a:cubicBezTo>
                      <a:cubicBezTo>
                        <a:pt x="9946" y="7858"/>
                        <a:pt x="10242" y="8265"/>
                        <a:pt x="10057" y="9152"/>
                      </a:cubicBezTo>
                      <a:cubicBezTo>
                        <a:pt x="9895" y="9825"/>
                        <a:pt x="10282" y="10282"/>
                        <a:pt x="10931" y="10282"/>
                      </a:cubicBezTo>
                      <a:cubicBezTo>
                        <a:pt x="11175" y="10282"/>
                        <a:pt x="11455" y="10218"/>
                        <a:pt x="11757" y="10077"/>
                      </a:cubicBezTo>
                      <a:cubicBezTo>
                        <a:pt x="12867" y="9559"/>
                        <a:pt x="12460" y="8968"/>
                        <a:pt x="12460" y="8968"/>
                      </a:cubicBezTo>
                      <a:cubicBezTo>
                        <a:pt x="12460" y="8968"/>
                        <a:pt x="12867" y="6343"/>
                        <a:pt x="12867" y="5012"/>
                      </a:cubicBezTo>
                      <a:cubicBezTo>
                        <a:pt x="12867" y="3681"/>
                        <a:pt x="12053" y="834"/>
                        <a:pt x="10131" y="243"/>
                      </a:cubicBezTo>
                      <a:cubicBezTo>
                        <a:pt x="9631" y="79"/>
                        <a:pt x="8966" y="1"/>
                        <a:pt x="822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5" name="Google Shape;2773;p51">
                  <a:extLst>
                    <a:ext uri="{FF2B5EF4-FFF2-40B4-BE49-F238E27FC236}">
                      <a16:creationId xmlns:a16="http://schemas.microsoft.com/office/drawing/2014/main" id="{358C3CDF-F31D-0767-1736-0A55B0ADB6A5}"/>
                    </a:ext>
                  </a:extLst>
                </p:cNvPr>
                <p:cNvSpPr/>
                <p:nvPr/>
              </p:nvSpPr>
              <p:spPr>
                <a:xfrm>
                  <a:off x="3662550" y="2606075"/>
                  <a:ext cx="327225" cy="31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9" h="12719" extrusionOk="0">
                      <a:moveTo>
                        <a:pt x="8134" y="629"/>
                      </a:moveTo>
                      <a:cubicBezTo>
                        <a:pt x="8837" y="629"/>
                        <a:pt x="9502" y="703"/>
                        <a:pt x="9946" y="851"/>
                      </a:cubicBezTo>
                      <a:cubicBezTo>
                        <a:pt x="10796" y="1110"/>
                        <a:pt x="11425" y="1886"/>
                        <a:pt x="11831" y="2811"/>
                      </a:cubicBezTo>
                      <a:cubicBezTo>
                        <a:pt x="12275" y="3698"/>
                        <a:pt x="12460" y="4733"/>
                        <a:pt x="12460" y="5325"/>
                      </a:cubicBezTo>
                      <a:cubicBezTo>
                        <a:pt x="12460" y="5953"/>
                        <a:pt x="12349" y="6951"/>
                        <a:pt x="12275" y="7765"/>
                      </a:cubicBezTo>
                      <a:cubicBezTo>
                        <a:pt x="12164" y="8578"/>
                        <a:pt x="12053" y="9244"/>
                        <a:pt x="12053" y="9244"/>
                      </a:cubicBezTo>
                      <a:cubicBezTo>
                        <a:pt x="12053" y="9305"/>
                        <a:pt x="12053" y="9366"/>
                        <a:pt x="12095" y="9427"/>
                      </a:cubicBezTo>
                      <a:lnTo>
                        <a:pt x="12095" y="9427"/>
                      </a:lnTo>
                      <a:lnTo>
                        <a:pt x="12090" y="9429"/>
                      </a:lnTo>
                      <a:lnTo>
                        <a:pt x="12127" y="9539"/>
                      </a:lnTo>
                      <a:cubicBezTo>
                        <a:pt x="12127" y="9613"/>
                        <a:pt x="12127" y="9650"/>
                        <a:pt x="12053" y="9761"/>
                      </a:cubicBezTo>
                      <a:cubicBezTo>
                        <a:pt x="11979" y="9835"/>
                        <a:pt x="11831" y="9983"/>
                        <a:pt x="11536" y="10131"/>
                      </a:cubicBezTo>
                      <a:cubicBezTo>
                        <a:pt x="11240" y="10242"/>
                        <a:pt x="11018" y="10279"/>
                        <a:pt x="10833" y="10279"/>
                      </a:cubicBezTo>
                      <a:cubicBezTo>
                        <a:pt x="10611" y="10279"/>
                        <a:pt x="10463" y="10205"/>
                        <a:pt x="10352" y="10131"/>
                      </a:cubicBezTo>
                      <a:cubicBezTo>
                        <a:pt x="10279" y="10057"/>
                        <a:pt x="10205" y="9946"/>
                        <a:pt x="10205" y="9761"/>
                      </a:cubicBezTo>
                      <a:cubicBezTo>
                        <a:pt x="10205" y="9687"/>
                        <a:pt x="10205" y="9613"/>
                        <a:pt x="10242" y="9539"/>
                      </a:cubicBezTo>
                      <a:cubicBezTo>
                        <a:pt x="10279" y="9281"/>
                        <a:pt x="10315" y="9096"/>
                        <a:pt x="10315" y="8874"/>
                      </a:cubicBezTo>
                      <a:cubicBezTo>
                        <a:pt x="10315" y="8319"/>
                        <a:pt x="10094" y="8024"/>
                        <a:pt x="10057" y="7987"/>
                      </a:cubicBezTo>
                      <a:cubicBezTo>
                        <a:pt x="10020" y="7913"/>
                        <a:pt x="9946" y="7876"/>
                        <a:pt x="9872" y="7839"/>
                      </a:cubicBezTo>
                      <a:cubicBezTo>
                        <a:pt x="9761" y="7839"/>
                        <a:pt x="9687" y="7876"/>
                        <a:pt x="9613" y="7950"/>
                      </a:cubicBezTo>
                      <a:lnTo>
                        <a:pt x="9539" y="7987"/>
                      </a:lnTo>
                      <a:cubicBezTo>
                        <a:pt x="9243" y="8282"/>
                        <a:pt x="7801" y="9539"/>
                        <a:pt x="5583" y="11055"/>
                      </a:cubicBezTo>
                      <a:cubicBezTo>
                        <a:pt x="4437" y="11832"/>
                        <a:pt x="3365" y="12090"/>
                        <a:pt x="2552" y="12090"/>
                      </a:cubicBezTo>
                      <a:cubicBezTo>
                        <a:pt x="2145" y="12090"/>
                        <a:pt x="1812" y="12016"/>
                        <a:pt x="1627" y="11943"/>
                      </a:cubicBezTo>
                      <a:cubicBezTo>
                        <a:pt x="1524" y="11908"/>
                        <a:pt x="1452" y="11841"/>
                        <a:pt x="1413" y="11833"/>
                      </a:cubicBezTo>
                      <a:lnTo>
                        <a:pt x="1413" y="11833"/>
                      </a:lnTo>
                      <a:cubicBezTo>
                        <a:pt x="1456" y="11647"/>
                        <a:pt x="1560" y="11372"/>
                        <a:pt x="1664" y="11129"/>
                      </a:cubicBezTo>
                      <a:cubicBezTo>
                        <a:pt x="1738" y="11018"/>
                        <a:pt x="1775" y="10944"/>
                        <a:pt x="1812" y="10870"/>
                      </a:cubicBezTo>
                      <a:cubicBezTo>
                        <a:pt x="1849" y="10796"/>
                        <a:pt x="1886" y="10759"/>
                        <a:pt x="1886" y="10759"/>
                      </a:cubicBezTo>
                      <a:cubicBezTo>
                        <a:pt x="1923" y="10649"/>
                        <a:pt x="1923" y="10501"/>
                        <a:pt x="1849" y="10390"/>
                      </a:cubicBezTo>
                      <a:cubicBezTo>
                        <a:pt x="1795" y="10336"/>
                        <a:pt x="1701" y="10301"/>
                        <a:pt x="1611" y="10301"/>
                      </a:cubicBezTo>
                      <a:cubicBezTo>
                        <a:pt x="1579" y="10301"/>
                        <a:pt x="1546" y="10306"/>
                        <a:pt x="1516" y="10316"/>
                      </a:cubicBezTo>
                      <a:lnTo>
                        <a:pt x="1443" y="10316"/>
                      </a:lnTo>
                      <a:cubicBezTo>
                        <a:pt x="1369" y="10316"/>
                        <a:pt x="1258" y="10279"/>
                        <a:pt x="1147" y="10168"/>
                      </a:cubicBezTo>
                      <a:cubicBezTo>
                        <a:pt x="1036" y="10020"/>
                        <a:pt x="851" y="9724"/>
                        <a:pt x="814" y="9133"/>
                      </a:cubicBezTo>
                      <a:cubicBezTo>
                        <a:pt x="703" y="8504"/>
                        <a:pt x="629" y="7580"/>
                        <a:pt x="629" y="6582"/>
                      </a:cubicBezTo>
                      <a:cubicBezTo>
                        <a:pt x="629" y="5768"/>
                        <a:pt x="703" y="4881"/>
                        <a:pt x="888" y="4142"/>
                      </a:cubicBezTo>
                      <a:cubicBezTo>
                        <a:pt x="1110" y="3365"/>
                        <a:pt x="1480" y="2737"/>
                        <a:pt x="1997" y="2330"/>
                      </a:cubicBezTo>
                      <a:cubicBezTo>
                        <a:pt x="2663" y="1776"/>
                        <a:pt x="3698" y="1369"/>
                        <a:pt x="4807" y="1073"/>
                      </a:cubicBezTo>
                      <a:cubicBezTo>
                        <a:pt x="5916" y="777"/>
                        <a:pt x="7099" y="629"/>
                        <a:pt x="8134" y="629"/>
                      </a:cubicBezTo>
                      <a:close/>
                      <a:moveTo>
                        <a:pt x="8134" y="1"/>
                      </a:moveTo>
                      <a:cubicBezTo>
                        <a:pt x="7025" y="1"/>
                        <a:pt x="5805" y="149"/>
                        <a:pt x="4622" y="482"/>
                      </a:cubicBezTo>
                      <a:cubicBezTo>
                        <a:pt x="3476" y="777"/>
                        <a:pt x="2404" y="1221"/>
                        <a:pt x="1627" y="1813"/>
                      </a:cubicBezTo>
                      <a:cubicBezTo>
                        <a:pt x="962" y="2367"/>
                        <a:pt x="555" y="3143"/>
                        <a:pt x="296" y="3957"/>
                      </a:cubicBezTo>
                      <a:cubicBezTo>
                        <a:pt x="75" y="4807"/>
                        <a:pt x="1" y="5731"/>
                        <a:pt x="1" y="6582"/>
                      </a:cubicBezTo>
                      <a:cubicBezTo>
                        <a:pt x="1" y="7617"/>
                        <a:pt x="112" y="8578"/>
                        <a:pt x="186" y="9207"/>
                      </a:cubicBezTo>
                      <a:cubicBezTo>
                        <a:pt x="259" y="9872"/>
                        <a:pt x="444" y="10316"/>
                        <a:pt x="703" y="10575"/>
                      </a:cubicBezTo>
                      <a:cubicBezTo>
                        <a:pt x="836" y="10726"/>
                        <a:pt x="978" y="10819"/>
                        <a:pt x="1110" y="10869"/>
                      </a:cubicBezTo>
                      <a:lnTo>
                        <a:pt x="1110" y="10869"/>
                      </a:lnTo>
                      <a:cubicBezTo>
                        <a:pt x="1110" y="10870"/>
                        <a:pt x="1110" y="10870"/>
                        <a:pt x="1110" y="10870"/>
                      </a:cubicBezTo>
                      <a:cubicBezTo>
                        <a:pt x="1003" y="11119"/>
                        <a:pt x="863" y="11436"/>
                        <a:pt x="819" y="11723"/>
                      </a:cubicBezTo>
                      <a:lnTo>
                        <a:pt x="819" y="11723"/>
                      </a:lnTo>
                      <a:lnTo>
                        <a:pt x="814" y="11721"/>
                      </a:lnTo>
                      <a:lnTo>
                        <a:pt x="777" y="11832"/>
                      </a:lnTo>
                      <a:cubicBezTo>
                        <a:pt x="777" y="12016"/>
                        <a:pt x="888" y="12164"/>
                        <a:pt x="999" y="12275"/>
                      </a:cubicBezTo>
                      <a:cubicBezTo>
                        <a:pt x="1147" y="12423"/>
                        <a:pt x="1369" y="12497"/>
                        <a:pt x="1627" y="12608"/>
                      </a:cubicBezTo>
                      <a:cubicBezTo>
                        <a:pt x="1886" y="12682"/>
                        <a:pt x="2182" y="12719"/>
                        <a:pt x="2552" y="12719"/>
                      </a:cubicBezTo>
                      <a:cubicBezTo>
                        <a:pt x="3476" y="12719"/>
                        <a:pt x="4696" y="12423"/>
                        <a:pt x="5953" y="11573"/>
                      </a:cubicBezTo>
                      <a:cubicBezTo>
                        <a:pt x="7781" y="10327"/>
                        <a:pt x="9078" y="9234"/>
                        <a:pt x="9679" y="8714"/>
                      </a:cubicBezTo>
                      <a:lnTo>
                        <a:pt x="9679" y="8714"/>
                      </a:lnTo>
                      <a:cubicBezTo>
                        <a:pt x="9684" y="8762"/>
                        <a:pt x="9687" y="8815"/>
                        <a:pt x="9687" y="8874"/>
                      </a:cubicBezTo>
                      <a:cubicBezTo>
                        <a:pt x="9687" y="9014"/>
                        <a:pt x="9687" y="9187"/>
                        <a:pt x="9624" y="9394"/>
                      </a:cubicBezTo>
                      <a:lnTo>
                        <a:pt x="9624" y="9394"/>
                      </a:lnTo>
                      <a:lnTo>
                        <a:pt x="9613" y="9392"/>
                      </a:lnTo>
                      <a:cubicBezTo>
                        <a:pt x="9613" y="9539"/>
                        <a:pt x="9576" y="9650"/>
                        <a:pt x="9576" y="9761"/>
                      </a:cubicBezTo>
                      <a:cubicBezTo>
                        <a:pt x="9576" y="10094"/>
                        <a:pt x="9724" y="10390"/>
                        <a:pt x="9946" y="10575"/>
                      </a:cubicBezTo>
                      <a:cubicBezTo>
                        <a:pt x="10168" y="10796"/>
                        <a:pt x="10500" y="10907"/>
                        <a:pt x="10833" y="10907"/>
                      </a:cubicBezTo>
                      <a:cubicBezTo>
                        <a:pt x="11129" y="10907"/>
                        <a:pt x="11462" y="10833"/>
                        <a:pt x="11794" y="10686"/>
                      </a:cubicBezTo>
                      <a:cubicBezTo>
                        <a:pt x="12127" y="10501"/>
                        <a:pt x="12386" y="10316"/>
                        <a:pt x="12534" y="10131"/>
                      </a:cubicBezTo>
                      <a:cubicBezTo>
                        <a:pt x="12682" y="9946"/>
                        <a:pt x="12756" y="9724"/>
                        <a:pt x="12756" y="9539"/>
                      </a:cubicBezTo>
                      <a:cubicBezTo>
                        <a:pt x="12756" y="9409"/>
                        <a:pt x="12727" y="9306"/>
                        <a:pt x="12695" y="9232"/>
                      </a:cubicBezTo>
                      <a:lnTo>
                        <a:pt x="12695" y="9232"/>
                      </a:lnTo>
                      <a:cubicBezTo>
                        <a:pt x="12764" y="8771"/>
                        <a:pt x="13088" y="6546"/>
                        <a:pt x="13088" y="5325"/>
                      </a:cubicBezTo>
                      <a:cubicBezTo>
                        <a:pt x="13088" y="4585"/>
                        <a:pt x="12866" y="3550"/>
                        <a:pt x="12423" y="2552"/>
                      </a:cubicBezTo>
                      <a:cubicBezTo>
                        <a:pt x="11942" y="1554"/>
                        <a:pt x="11203" y="593"/>
                        <a:pt x="10131" y="260"/>
                      </a:cubicBezTo>
                      <a:cubicBezTo>
                        <a:pt x="9576" y="75"/>
                        <a:pt x="8911" y="1"/>
                        <a:pt x="8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6" name="Google Shape;2774;p51">
                  <a:extLst>
                    <a:ext uri="{FF2B5EF4-FFF2-40B4-BE49-F238E27FC236}">
                      <a16:creationId xmlns:a16="http://schemas.microsoft.com/office/drawing/2014/main" id="{D7602C90-A491-0058-48CD-8F759F2D54E8}"/>
                    </a:ext>
                  </a:extLst>
                </p:cNvPr>
                <p:cNvSpPr/>
                <p:nvPr/>
              </p:nvSpPr>
              <p:spPr>
                <a:xfrm>
                  <a:off x="3314100" y="3493950"/>
                  <a:ext cx="431675" cy="12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7" h="5154" extrusionOk="0">
                      <a:moveTo>
                        <a:pt x="3848" y="0"/>
                      </a:moveTo>
                      <a:cubicBezTo>
                        <a:pt x="3145" y="0"/>
                        <a:pt x="2774" y="163"/>
                        <a:pt x="2774" y="163"/>
                      </a:cubicBezTo>
                      <a:cubicBezTo>
                        <a:pt x="334" y="1789"/>
                        <a:pt x="1" y="4710"/>
                        <a:pt x="925" y="5006"/>
                      </a:cubicBezTo>
                      <a:cubicBezTo>
                        <a:pt x="1233" y="5117"/>
                        <a:pt x="3152" y="5154"/>
                        <a:pt x="5572" y="5154"/>
                      </a:cubicBezTo>
                      <a:cubicBezTo>
                        <a:pt x="10414" y="5154"/>
                        <a:pt x="17266" y="5006"/>
                        <a:pt x="17266" y="5006"/>
                      </a:cubicBezTo>
                      <a:lnTo>
                        <a:pt x="17155" y="2788"/>
                      </a:lnTo>
                      <a:cubicBezTo>
                        <a:pt x="17155" y="2788"/>
                        <a:pt x="13717" y="2492"/>
                        <a:pt x="13125" y="2492"/>
                      </a:cubicBezTo>
                      <a:cubicBezTo>
                        <a:pt x="12497" y="2492"/>
                        <a:pt x="8245" y="1272"/>
                        <a:pt x="6101" y="458"/>
                      </a:cubicBezTo>
                      <a:cubicBezTo>
                        <a:pt x="5157" y="101"/>
                        <a:pt x="4400" y="0"/>
                        <a:pt x="3848" y="0"/>
                      </a:cubicBezTo>
                      <a:close/>
                    </a:path>
                  </a:pathLst>
                </a:custGeom>
                <a:solidFill>
                  <a:srgbClr val="70707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7" name="Google Shape;2775;p51">
                  <a:extLst>
                    <a:ext uri="{FF2B5EF4-FFF2-40B4-BE49-F238E27FC236}">
                      <a16:creationId xmlns:a16="http://schemas.microsoft.com/office/drawing/2014/main" id="{7588F2CC-657B-B807-4770-9A4EA956EB0C}"/>
                    </a:ext>
                  </a:extLst>
                </p:cNvPr>
                <p:cNvSpPr/>
                <p:nvPr/>
              </p:nvSpPr>
              <p:spPr>
                <a:xfrm>
                  <a:off x="3317800" y="3486000"/>
                  <a:ext cx="436275" cy="14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1" h="5768" extrusionOk="0">
                      <a:moveTo>
                        <a:pt x="3698" y="629"/>
                      </a:moveTo>
                      <a:cubicBezTo>
                        <a:pt x="4215" y="629"/>
                        <a:pt x="4918" y="703"/>
                        <a:pt x="5842" y="1072"/>
                      </a:cubicBezTo>
                      <a:cubicBezTo>
                        <a:pt x="6914" y="1479"/>
                        <a:pt x="8541" y="1997"/>
                        <a:pt x="9946" y="2403"/>
                      </a:cubicBezTo>
                      <a:cubicBezTo>
                        <a:pt x="10648" y="2588"/>
                        <a:pt x="11314" y="2773"/>
                        <a:pt x="11831" y="2884"/>
                      </a:cubicBezTo>
                      <a:cubicBezTo>
                        <a:pt x="12090" y="2958"/>
                        <a:pt x="12312" y="3032"/>
                        <a:pt x="12497" y="3069"/>
                      </a:cubicBezTo>
                      <a:cubicBezTo>
                        <a:pt x="12719" y="3106"/>
                        <a:pt x="12829" y="3106"/>
                        <a:pt x="12977" y="3106"/>
                      </a:cubicBezTo>
                      <a:cubicBezTo>
                        <a:pt x="13236" y="3106"/>
                        <a:pt x="14271" y="3180"/>
                        <a:pt x="15196" y="3254"/>
                      </a:cubicBezTo>
                      <a:cubicBezTo>
                        <a:pt x="15801" y="3302"/>
                        <a:pt x="16390" y="3350"/>
                        <a:pt x="16725" y="3378"/>
                      </a:cubicBezTo>
                      <a:lnTo>
                        <a:pt x="16725" y="3378"/>
                      </a:lnTo>
                      <a:lnTo>
                        <a:pt x="16806" y="5033"/>
                      </a:lnTo>
                      <a:lnTo>
                        <a:pt x="16806" y="5033"/>
                      </a:lnTo>
                      <a:cubicBezTo>
                        <a:pt x="16608" y="5037"/>
                        <a:pt x="16322" y="5047"/>
                        <a:pt x="15972" y="5065"/>
                      </a:cubicBezTo>
                      <a:cubicBezTo>
                        <a:pt x="13828" y="5102"/>
                        <a:pt x="9058" y="5176"/>
                        <a:pt x="5435" y="5176"/>
                      </a:cubicBezTo>
                      <a:cubicBezTo>
                        <a:pt x="4215" y="5176"/>
                        <a:pt x="3143" y="5176"/>
                        <a:pt x="2330" y="5139"/>
                      </a:cubicBezTo>
                      <a:cubicBezTo>
                        <a:pt x="1923" y="5139"/>
                        <a:pt x="1553" y="5102"/>
                        <a:pt x="1332" y="5102"/>
                      </a:cubicBezTo>
                      <a:cubicBezTo>
                        <a:pt x="1184" y="5102"/>
                        <a:pt x="1073" y="5065"/>
                        <a:pt x="999" y="5065"/>
                      </a:cubicBezTo>
                      <a:lnTo>
                        <a:pt x="888" y="5065"/>
                      </a:lnTo>
                      <a:cubicBezTo>
                        <a:pt x="814" y="5028"/>
                        <a:pt x="777" y="4991"/>
                        <a:pt x="703" y="4843"/>
                      </a:cubicBezTo>
                      <a:cubicBezTo>
                        <a:pt x="666" y="4732"/>
                        <a:pt x="629" y="4547"/>
                        <a:pt x="629" y="4289"/>
                      </a:cubicBezTo>
                      <a:cubicBezTo>
                        <a:pt x="629" y="3808"/>
                        <a:pt x="777" y="3180"/>
                        <a:pt x="1110" y="2551"/>
                      </a:cubicBezTo>
                      <a:cubicBezTo>
                        <a:pt x="1479" y="1886"/>
                        <a:pt x="1997" y="1220"/>
                        <a:pt x="2773" y="740"/>
                      </a:cubicBezTo>
                      <a:lnTo>
                        <a:pt x="2768" y="730"/>
                      </a:lnTo>
                      <a:lnTo>
                        <a:pt x="2768" y="730"/>
                      </a:lnTo>
                      <a:cubicBezTo>
                        <a:pt x="2865" y="703"/>
                        <a:pt x="3181" y="629"/>
                        <a:pt x="3698" y="629"/>
                      </a:cubicBezTo>
                      <a:close/>
                      <a:moveTo>
                        <a:pt x="3698" y="0"/>
                      </a:moveTo>
                      <a:cubicBezTo>
                        <a:pt x="2921" y="0"/>
                        <a:pt x="2515" y="185"/>
                        <a:pt x="2478" y="185"/>
                      </a:cubicBezTo>
                      <a:lnTo>
                        <a:pt x="2441" y="222"/>
                      </a:lnTo>
                      <a:cubicBezTo>
                        <a:pt x="1590" y="776"/>
                        <a:pt x="962" y="1516"/>
                        <a:pt x="592" y="2255"/>
                      </a:cubicBezTo>
                      <a:cubicBezTo>
                        <a:pt x="186" y="2958"/>
                        <a:pt x="1" y="3697"/>
                        <a:pt x="1" y="4289"/>
                      </a:cubicBezTo>
                      <a:cubicBezTo>
                        <a:pt x="1" y="4621"/>
                        <a:pt x="38" y="4880"/>
                        <a:pt x="149" y="5102"/>
                      </a:cubicBezTo>
                      <a:cubicBezTo>
                        <a:pt x="259" y="5361"/>
                        <a:pt x="444" y="5546"/>
                        <a:pt x="666" y="5620"/>
                      </a:cubicBezTo>
                      <a:cubicBezTo>
                        <a:pt x="777" y="5657"/>
                        <a:pt x="851" y="5657"/>
                        <a:pt x="925" y="5694"/>
                      </a:cubicBezTo>
                      <a:cubicBezTo>
                        <a:pt x="1258" y="5731"/>
                        <a:pt x="1849" y="5731"/>
                        <a:pt x="2626" y="5768"/>
                      </a:cubicBezTo>
                      <a:lnTo>
                        <a:pt x="5435" y="5768"/>
                      </a:lnTo>
                      <a:cubicBezTo>
                        <a:pt x="10278" y="5768"/>
                        <a:pt x="17118" y="5657"/>
                        <a:pt x="17118" y="5657"/>
                      </a:cubicBezTo>
                      <a:cubicBezTo>
                        <a:pt x="17229" y="5657"/>
                        <a:pt x="17303" y="5620"/>
                        <a:pt x="17340" y="5546"/>
                      </a:cubicBezTo>
                      <a:cubicBezTo>
                        <a:pt x="17414" y="5509"/>
                        <a:pt x="17451" y="5398"/>
                        <a:pt x="17414" y="5324"/>
                      </a:cubicBezTo>
                      <a:lnTo>
                        <a:pt x="17340" y="3106"/>
                      </a:lnTo>
                      <a:cubicBezTo>
                        <a:pt x="17340" y="2958"/>
                        <a:pt x="17192" y="2810"/>
                        <a:pt x="17044" y="2810"/>
                      </a:cubicBezTo>
                      <a:cubicBezTo>
                        <a:pt x="17044" y="2810"/>
                        <a:pt x="16194" y="2736"/>
                        <a:pt x="15233" y="2662"/>
                      </a:cubicBezTo>
                      <a:cubicBezTo>
                        <a:pt x="14308" y="2588"/>
                        <a:pt x="13310" y="2514"/>
                        <a:pt x="12977" y="2514"/>
                      </a:cubicBezTo>
                      <a:cubicBezTo>
                        <a:pt x="12940" y="2514"/>
                        <a:pt x="12792" y="2477"/>
                        <a:pt x="12645" y="2440"/>
                      </a:cubicBezTo>
                      <a:cubicBezTo>
                        <a:pt x="11425" y="2218"/>
                        <a:pt x="7912" y="1183"/>
                        <a:pt x="6064" y="481"/>
                      </a:cubicBezTo>
                      <a:cubicBezTo>
                        <a:pt x="5103" y="111"/>
                        <a:pt x="4289" y="0"/>
                        <a:pt x="369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8" name="Google Shape;2776;p51">
                  <a:extLst>
                    <a:ext uri="{FF2B5EF4-FFF2-40B4-BE49-F238E27FC236}">
                      <a16:creationId xmlns:a16="http://schemas.microsoft.com/office/drawing/2014/main" id="{F75676F5-3415-42F7-8573-288CDAB64CE6}"/>
                    </a:ext>
                  </a:extLst>
                </p:cNvPr>
                <p:cNvSpPr/>
                <p:nvPr/>
              </p:nvSpPr>
              <p:spPr>
                <a:xfrm>
                  <a:off x="3642225" y="3515250"/>
                  <a:ext cx="1830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1" h="3970" extrusionOk="0">
                      <a:moveTo>
                        <a:pt x="4177" y="1"/>
                      </a:moveTo>
                      <a:cubicBezTo>
                        <a:pt x="4110" y="1"/>
                        <a:pt x="4049" y="16"/>
                        <a:pt x="3993" y="50"/>
                      </a:cubicBezTo>
                      <a:cubicBezTo>
                        <a:pt x="3180" y="605"/>
                        <a:pt x="481" y="2934"/>
                        <a:pt x="481" y="2934"/>
                      </a:cubicBezTo>
                      <a:lnTo>
                        <a:pt x="0" y="3821"/>
                      </a:lnTo>
                      <a:lnTo>
                        <a:pt x="2736" y="3821"/>
                      </a:lnTo>
                      <a:cubicBezTo>
                        <a:pt x="3610" y="3821"/>
                        <a:pt x="3995" y="3516"/>
                        <a:pt x="4336" y="3516"/>
                      </a:cubicBezTo>
                      <a:cubicBezTo>
                        <a:pt x="4370" y="3516"/>
                        <a:pt x="4403" y="3519"/>
                        <a:pt x="4437" y="3525"/>
                      </a:cubicBezTo>
                      <a:cubicBezTo>
                        <a:pt x="4843" y="3599"/>
                        <a:pt x="6618" y="3969"/>
                        <a:pt x="6618" y="3969"/>
                      </a:cubicBezTo>
                      <a:cubicBezTo>
                        <a:pt x="6618" y="3969"/>
                        <a:pt x="7321" y="3821"/>
                        <a:pt x="7247" y="3525"/>
                      </a:cubicBezTo>
                      <a:cubicBezTo>
                        <a:pt x="7177" y="3249"/>
                        <a:pt x="5138" y="1"/>
                        <a:pt x="417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9" name="Google Shape;2777;p51">
                  <a:extLst>
                    <a:ext uri="{FF2B5EF4-FFF2-40B4-BE49-F238E27FC236}">
                      <a16:creationId xmlns:a16="http://schemas.microsoft.com/office/drawing/2014/main" id="{2D4684B4-9667-5318-8535-F34AB1CA2D57}"/>
                    </a:ext>
                  </a:extLst>
                </p:cNvPr>
                <p:cNvSpPr/>
                <p:nvPr/>
              </p:nvSpPr>
              <p:spPr>
                <a:xfrm>
                  <a:off x="3634825" y="3508175"/>
                  <a:ext cx="195975" cy="1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39" h="4548" extrusionOk="0">
                      <a:moveTo>
                        <a:pt x="4474" y="0"/>
                      </a:moveTo>
                      <a:cubicBezTo>
                        <a:pt x="4363" y="0"/>
                        <a:pt x="4252" y="0"/>
                        <a:pt x="4141" y="74"/>
                      </a:cubicBezTo>
                      <a:cubicBezTo>
                        <a:pt x="3698" y="370"/>
                        <a:pt x="2810" y="1073"/>
                        <a:pt x="2034" y="1738"/>
                      </a:cubicBezTo>
                      <a:cubicBezTo>
                        <a:pt x="1258" y="2403"/>
                        <a:pt x="555" y="2958"/>
                        <a:pt x="555" y="2958"/>
                      </a:cubicBezTo>
                      <a:cubicBezTo>
                        <a:pt x="444" y="3069"/>
                        <a:pt x="407" y="3291"/>
                        <a:pt x="518" y="3402"/>
                      </a:cubicBezTo>
                      <a:cubicBezTo>
                        <a:pt x="578" y="3481"/>
                        <a:pt x="669" y="3518"/>
                        <a:pt x="758" y="3518"/>
                      </a:cubicBezTo>
                      <a:cubicBezTo>
                        <a:pt x="835" y="3518"/>
                        <a:pt x="910" y="3490"/>
                        <a:pt x="962" y="3439"/>
                      </a:cubicBezTo>
                      <a:cubicBezTo>
                        <a:pt x="962" y="3439"/>
                        <a:pt x="1147" y="3291"/>
                        <a:pt x="1405" y="3069"/>
                      </a:cubicBezTo>
                      <a:cubicBezTo>
                        <a:pt x="1812" y="2736"/>
                        <a:pt x="2404" y="2219"/>
                        <a:pt x="2995" y="1701"/>
                      </a:cubicBezTo>
                      <a:cubicBezTo>
                        <a:pt x="3587" y="1220"/>
                        <a:pt x="4178" y="777"/>
                        <a:pt x="4474" y="592"/>
                      </a:cubicBezTo>
                      <a:cubicBezTo>
                        <a:pt x="4511" y="592"/>
                        <a:pt x="4585" y="629"/>
                        <a:pt x="4733" y="703"/>
                      </a:cubicBezTo>
                      <a:cubicBezTo>
                        <a:pt x="4918" y="814"/>
                        <a:pt x="5213" y="1073"/>
                        <a:pt x="5472" y="1405"/>
                      </a:cubicBezTo>
                      <a:cubicBezTo>
                        <a:pt x="5916" y="1849"/>
                        <a:pt x="6360" y="2477"/>
                        <a:pt x="6692" y="2958"/>
                      </a:cubicBezTo>
                      <a:cubicBezTo>
                        <a:pt x="6840" y="3217"/>
                        <a:pt x="6988" y="3439"/>
                        <a:pt x="7099" y="3624"/>
                      </a:cubicBezTo>
                      <a:cubicBezTo>
                        <a:pt x="7136" y="3697"/>
                        <a:pt x="7173" y="3771"/>
                        <a:pt x="7210" y="3808"/>
                      </a:cubicBezTo>
                      <a:lnTo>
                        <a:pt x="7214" y="3817"/>
                      </a:lnTo>
                      <a:lnTo>
                        <a:pt x="7214" y="3817"/>
                      </a:lnTo>
                      <a:cubicBezTo>
                        <a:pt x="7176" y="3850"/>
                        <a:pt x="7111" y="3882"/>
                        <a:pt x="7062" y="3882"/>
                      </a:cubicBezTo>
                      <a:lnTo>
                        <a:pt x="6936" y="3946"/>
                      </a:lnTo>
                      <a:lnTo>
                        <a:pt x="6936" y="3946"/>
                      </a:lnTo>
                      <a:cubicBezTo>
                        <a:pt x="6635" y="3884"/>
                        <a:pt x="5139" y="3579"/>
                        <a:pt x="4807" y="3513"/>
                      </a:cubicBezTo>
                      <a:lnTo>
                        <a:pt x="4659" y="3476"/>
                      </a:lnTo>
                      <a:cubicBezTo>
                        <a:pt x="4363" y="3476"/>
                        <a:pt x="4178" y="3587"/>
                        <a:pt x="3956" y="3660"/>
                      </a:cubicBezTo>
                      <a:cubicBezTo>
                        <a:pt x="3698" y="3734"/>
                        <a:pt x="3439" y="3808"/>
                        <a:pt x="3032" y="3808"/>
                      </a:cubicBezTo>
                      <a:lnTo>
                        <a:pt x="296" y="3808"/>
                      </a:lnTo>
                      <a:cubicBezTo>
                        <a:pt x="148" y="3808"/>
                        <a:pt x="1" y="3919"/>
                        <a:pt x="1" y="4104"/>
                      </a:cubicBezTo>
                      <a:cubicBezTo>
                        <a:pt x="1" y="4289"/>
                        <a:pt x="148" y="4400"/>
                        <a:pt x="296" y="4400"/>
                      </a:cubicBezTo>
                      <a:lnTo>
                        <a:pt x="3032" y="4400"/>
                      </a:lnTo>
                      <a:cubicBezTo>
                        <a:pt x="3513" y="4400"/>
                        <a:pt x="3846" y="4326"/>
                        <a:pt x="4141" y="4252"/>
                      </a:cubicBezTo>
                      <a:cubicBezTo>
                        <a:pt x="4400" y="4141"/>
                        <a:pt x="4585" y="4104"/>
                        <a:pt x="4659" y="4104"/>
                      </a:cubicBezTo>
                      <a:lnTo>
                        <a:pt x="4696" y="4104"/>
                      </a:lnTo>
                      <a:cubicBezTo>
                        <a:pt x="5066" y="4178"/>
                        <a:pt x="6877" y="4548"/>
                        <a:pt x="6877" y="4548"/>
                      </a:cubicBezTo>
                      <a:lnTo>
                        <a:pt x="6988" y="4548"/>
                      </a:lnTo>
                      <a:cubicBezTo>
                        <a:pt x="7025" y="4548"/>
                        <a:pt x="7173" y="4511"/>
                        <a:pt x="7358" y="4437"/>
                      </a:cubicBezTo>
                      <a:cubicBezTo>
                        <a:pt x="7469" y="4400"/>
                        <a:pt x="7543" y="4326"/>
                        <a:pt x="7653" y="4252"/>
                      </a:cubicBezTo>
                      <a:cubicBezTo>
                        <a:pt x="7727" y="4178"/>
                        <a:pt x="7838" y="4030"/>
                        <a:pt x="7838" y="3845"/>
                      </a:cubicBezTo>
                      <a:lnTo>
                        <a:pt x="7838" y="3734"/>
                      </a:lnTo>
                      <a:cubicBezTo>
                        <a:pt x="7801" y="3660"/>
                        <a:pt x="7801" y="3624"/>
                        <a:pt x="7764" y="3587"/>
                      </a:cubicBezTo>
                      <a:cubicBezTo>
                        <a:pt x="7690" y="3402"/>
                        <a:pt x="7506" y="3143"/>
                        <a:pt x="7284" y="2773"/>
                      </a:cubicBezTo>
                      <a:cubicBezTo>
                        <a:pt x="6951" y="2219"/>
                        <a:pt x="6470" y="1553"/>
                        <a:pt x="5990" y="1036"/>
                      </a:cubicBezTo>
                      <a:cubicBezTo>
                        <a:pt x="5731" y="740"/>
                        <a:pt x="5509" y="518"/>
                        <a:pt x="5250" y="296"/>
                      </a:cubicBezTo>
                      <a:cubicBezTo>
                        <a:pt x="4992" y="148"/>
                        <a:pt x="4770" y="0"/>
                        <a:pt x="44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0" name="Google Shape;2778;p51">
                  <a:extLst>
                    <a:ext uri="{FF2B5EF4-FFF2-40B4-BE49-F238E27FC236}">
                      <a16:creationId xmlns:a16="http://schemas.microsoft.com/office/drawing/2014/main" id="{F5095F92-1BFA-5891-F056-4AE3F7D36C2F}"/>
                    </a:ext>
                  </a:extLst>
                </p:cNvPr>
                <p:cNvSpPr/>
                <p:nvPr/>
              </p:nvSpPr>
              <p:spPr>
                <a:xfrm>
                  <a:off x="4000825" y="3493950"/>
                  <a:ext cx="430750" cy="12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0" h="5154" extrusionOk="0">
                      <a:moveTo>
                        <a:pt x="13404" y="0"/>
                      </a:moveTo>
                      <a:cubicBezTo>
                        <a:pt x="12849" y="0"/>
                        <a:pt x="12093" y="101"/>
                        <a:pt x="11166" y="458"/>
                      </a:cubicBezTo>
                      <a:cubicBezTo>
                        <a:pt x="9022" y="1272"/>
                        <a:pt x="4770" y="2492"/>
                        <a:pt x="4142" y="2492"/>
                      </a:cubicBezTo>
                      <a:cubicBezTo>
                        <a:pt x="3550" y="2492"/>
                        <a:pt x="75" y="2788"/>
                        <a:pt x="75" y="2788"/>
                      </a:cubicBezTo>
                      <a:lnTo>
                        <a:pt x="1" y="5006"/>
                      </a:lnTo>
                      <a:cubicBezTo>
                        <a:pt x="1" y="5006"/>
                        <a:pt x="6853" y="5154"/>
                        <a:pt x="11695" y="5154"/>
                      </a:cubicBezTo>
                      <a:cubicBezTo>
                        <a:pt x="14115" y="5154"/>
                        <a:pt x="16034" y="5117"/>
                        <a:pt x="16342" y="5006"/>
                      </a:cubicBezTo>
                      <a:cubicBezTo>
                        <a:pt x="17229" y="4710"/>
                        <a:pt x="16933" y="1789"/>
                        <a:pt x="14493" y="163"/>
                      </a:cubicBezTo>
                      <a:cubicBezTo>
                        <a:pt x="14493" y="163"/>
                        <a:pt x="14111" y="0"/>
                        <a:pt x="13404" y="0"/>
                      </a:cubicBezTo>
                      <a:close/>
                    </a:path>
                  </a:pathLst>
                </a:custGeom>
                <a:solidFill>
                  <a:srgbClr val="70707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1" name="Google Shape;2779;p51">
                  <a:extLst>
                    <a:ext uri="{FF2B5EF4-FFF2-40B4-BE49-F238E27FC236}">
                      <a16:creationId xmlns:a16="http://schemas.microsoft.com/office/drawing/2014/main" id="{0B5E4817-0FAD-5C66-13D4-22DA87CC6D92}"/>
                    </a:ext>
                  </a:extLst>
                </p:cNvPr>
                <p:cNvSpPr/>
                <p:nvPr/>
              </p:nvSpPr>
              <p:spPr>
                <a:xfrm>
                  <a:off x="3992525" y="3486000"/>
                  <a:ext cx="436275" cy="14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1" h="5768" extrusionOk="0">
                      <a:moveTo>
                        <a:pt x="13753" y="629"/>
                      </a:moveTo>
                      <a:cubicBezTo>
                        <a:pt x="14086" y="629"/>
                        <a:pt x="14345" y="666"/>
                        <a:pt x="14493" y="703"/>
                      </a:cubicBezTo>
                      <a:cubicBezTo>
                        <a:pt x="14567" y="703"/>
                        <a:pt x="14641" y="740"/>
                        <a:pt x="14678" y="740"/>
                      </a:cubicBezTo>
                      <a:cubicBezTo>
                        <a:pt x="15417" y="1220"/>
                        <a:pt x="15971" y="1886"/>
                        <a:pt x="16304" y="2551"/>
                      </a:cubicBezTo>
                      <a:cubicBezTo>
                        <a:pt x="16674" y="3180"/>
                        <a:pt x="16822" y="3808"/>
                        <a:pt x="16822" y="4289"/>
                      </a:cubicBezTo>
                      <a:cubicBezTo>
                        <a:pt x="16822" y="4547"/>
                        <a:pt x="16785" y="4732"/>
                        <a:pt x="16711" y="4880"/>
                      </a:cubicBezTo>
                      <a:cubicBezTo>
                        <a:pt x="16674" y="4991"/>
                        <a:pt x="16600" y="5028"/>
                        <a:pt x="16563" y="5065"/>
                      </a:cubicBezTo>
                      <a:lnTo>
                        <a:pt x="16415" y="5065"/>
                      </a:lnTo>
                      <a:cubicBezTo>
                        <a:pt x="16156" y="5102"/>
                        <a:pt x="15565" y="5139"/>
                        <a:pt x="14788" y="5139"/>
                      </a:cubicBezTo>
                      <a:cubicBezTo>
                        <a:pt x="14049" y="5176"/>
                        <a:pt x="13088" y="5176"/>
                        <a:pt x="12016" y="5176"/>
                      </a:cubicBezTo>
                      <a:cubicBezTo>
                        <a:pt x="9613" y="5176"/>
                        <a:pt x="6692" y="5139"/>
                        <a:pt x="4363" y="5102"/>
                      </a:cubicBezTo>
                      <a:cubicBezTo>
                        <a:pt x="3180" y="5102"/>
                        <a:pt x="2181" y="5065"/>
                        <a:pt x="1479" y="5065"/>
                      </a:cubicBezTo>
                      <a:cubicBezTo>
                        <a:pt x="1119" y="5047"/>
                        <a:pt x="839" y="5038"/>
                        <a:pt x="645" y="5033"/>
                      </a:cubicBezTo>
                      <a:lnTo>
                        <a:pt x="645" y="5033"/>
                      </a:lnTo>
                      <a:lnTo>
                        <a:pt x="726" y="3377"/>
                      </a:lnTo>
                      <a:lnTo>
                        <a:pt x="726" y="3377"/>
                      </a:lnTo>
                      <a:cubicBezTo>
                        <a:pt x="1055" y="3349"/>
                        <a:pt x="1632" y="3301"/>
                        <a:pt x="2255" y="3254"/>
                      </a:cubicBezTo>
                      <a:cubicBezTo>
                        <a:pt x="3180" y="3180"/>
                        <a:pt x="4215" y="3106"/>
                        <a:pt x="4474" y="3106"/>
                      </a:cubicBezTo>
                      <a:cubicBezTo>
                        <a:pt x="4585" y="3106"/>
                        <a:pt x="4732" y="3106"/>
                        <a:pt x="4917" y="3069"/>
                      </a:cubicBezTo>
                      <a:cubicBezTo>
                        <a:pt x="6211" y="2810"/>
                        <a:pt x="9686" y="1775"/>
                        <a:pt x="11609" y="1072"/>
                      </a:cubicBezTo>
                      <a:cubicBezTo>
                        <a:pt x="12496" y="703"/>
                        <a:pt x="13236" y="629"/>
                        <a:pt x="13753" y="629"/>
                      </a:cubicBezTo>
                      <a:close/>
                      <a:moveTo>
                        <a:pt x="13753" y="0"/>
                      </a:moveTo>
                      <a:cubicBezTo>
                        <a:pt x="13162" y="0"/>
                        <a:pt x="12348" y="111"/>
                        <a:pt x="11387" y="481"/>
                      </a:cubicBezTo>
                      <a:cubicBezTo>
                        <a:pt x="10315" y="887"/>
                        <a:pt x="8725" y="1405"/>
                        <a:pt x="7320" y="1812"/>
                      </a:cubicBezTo>
                      <a:cubicBezTo>
                        <a:pt x="6618" y="1997"/>
                        <a:pt x="5952" y="2181"/>
                        <a:pt x="5472" y="2292"/>
                      </a:cubicBezTo>
                      <a:cubicBezTo>
                        <a:pt x="5213" y="2366"/>
                        <a:pt x="4991" y="2403"/>
                        <a:pt x="4806" y="2440"/>
                      </a:cubicBezTo>
                      <a:cubicBezTo>
                        <a:pt x="4622" y="2477"/>
                        <a:pt x="4511" y="2514"/>
                        <a:pt x="4474" y="2514"/>
                      </a:cubicBezTo>
                      <a:cubicBezTo>
                        <a:pt x="4141" y="2514"/>
                        <a:pt x="3143" y="2588"/>
                        <a:pt x="2181" y="2662"/>
                      </a:cubicBezTo>
                      <a:cubicBezTo>
                        <a:pt x="1257" y="2736"/>
                        <a:pt x="407" y="2810"/>
                        <a:pt x="407" y="2810"/>
                      </a:cubicBezTo>
                      <a:cubicBezTo>
                        <a:pt x="222" y="2810"/>
                        <a:pt x="111" y="2958"/>
                        <a:pt x="111" y="3106"/>
                      </a:cubicBezTo>
                      <a:lnTo>
                        <a:pt x="0" y="5324"/>
                      </a:lnTo>
                      <a:cubicBezTo>
                        <a:pt x="0" y="5398"/>
                        <a:pt x="37" y="5509"/>
                        <a:pt x="74" y="5546"/>
                      </a:cubicBezTo>
                      <a:cubicBezTo>
                        <a:pt x="148" y="5620"/>
                        <a:pt x="222" y="5657"/>
                        <a:pt x="296" y="5657"/>
                      </a:cubicBezTo>
                      <a:cubicBezTo>
                        <a:pt x="296" y="5657"/>
                        <a:pt x="7172" y="5768"/>
                        <a:pt x="12016" y="5768"/>
                      </a:cubicBezTo>
                      <a:lnTo>
                        <a:pt x="15121" y="5768"/>
                      </a:lnTo>
                      <a:cubicBezTo>
                        <a:pt x="15565" y="5731"/>
                        <a:pt x="15898" y="5731"/>
                        <a:pt x="16156" y="5731"/>
                      </a:cubicBezTo>
                      <a:cubicBezTo>
                        <a:pt x="16304" y="5694"/>
                        <a:pt x="16415" y="5694"/>
                        <a:pt x="16526" y="5694"/>
                      </a:cubicBezTo>
                      <a:cubicBezTo>
                        <a:pt x="16600" y="5657"/>
                        <a:pt x="16674" y="5657"/>
                        <a:pt x="16748" y="5620"/>
                      </a:cubicBezTo>
                      <a:cubicBezTo>
                        <a:pt x="17007" y="5546"/>
                        <a:pt x="17192" y="5361"/>
                        <a:pt x="17302" y="5102"/>
                      </a:cubicBezTo>
                      <a:cubicBezTo>
                        <a:pt x="17376" y="4880"/>
                        <a:pt x="17450" y="4621"/>
                        <a:pt x="17450" y="4289"/>
                      </a:cubicBezTo>
                      <a:cubicBezTo>
                        <a:pt x="17450" y="3697"/>
                        <a:pt x="17265" y="2958"/>
                        <a:pt x="16859" y="2255"/>
                      </a:cubicBezTo>
                      <a:cubicBezTo>
                        <a:pt x="16452" y="1516"/>
                        <a:pt x="15861" y="776"/>
                        <a:pt x="15010" y="222"/>
                      </a:cubicBezTo>
                      <a:lnTo>
                        <a:pt x="14936" y="185"/>
                      </a:lnTo>
                      <a:cubicBezTo>
                        <a:pt x="14936" y="185"/>
                        <a:pt x="14493" y="0"/>
                        <a:pt x="1375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2" name="Google Shape;2780;p51">
                  <a:extLst>
                    <a:ext uri="{FF2B5EF4-FFF2-40B4-BE49-F238E27FC236}">
                      <a16:creationId xmlns:a16="http://schemas.microsoft.com/office/drawing/2014/main" id="{FC1548F8-943F-54C4-D45D-20560A384434}"/>
                    </a:ext>
                  </a:extLst>
                </p:cNvPr>
                <p:cNvSpPr/>
                <p:nvPr/>
              </p:nvSpPr>
              <p:spPr>
                <a:xfrm>
                  <a:off x="3898250" y="3515250"/>
                  <a:ext cx="1830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1" h="3970" extrusionOk="0">
                      <a:moveTo>
                        <a:pt x="3143" y="1"/>
                      </a:moveTo>
                      <a:cubicBezTo>
                        <a:pt x="2183" y="1"/>
                        <a:pt x="143" y="3249"/>
                        <a:pt x="74" y="3525"/>
                      </a:cubicBezTo>
                      <a:cubicBezTo>
                        <a:pt x="0" y="3821"/>
                        <a:pt x="703" y="3969"/>
                        <a:pt x="703" y="3969"/>
                      </a:cubicBezTo>
                      <a:cubicBezTo>
                        <a:pt x="703" y="3969"/>
                        <a:pt x="2477" y="3599"/>
                        <a:pt x="2884" y="3525"/>
                      </a:cubicBezTo>
                      <a:cubicBezTo>
                        <a:pt x="2918" y="3519"/>
                        <a:pt x="2951" y="3516"/>
                        <a:pt x="2985" y="3516"/>
                      </a:cubicBezTo>
                      <a:cubicBezTo>
                        <a:pt x="3326" y="3516"/>
                        <a:pt x="3711" y="3821"/>
                        <a:pt x="4585" y="3821"/>
                      </a:cubicBezTo>
                      <a:lnTo>
                        <a:pt x="7320" y="3821"/>
                      </a:lnTo>
                      <a:lnTo>
                        <a:pt x="6840" y="2934"/>
                      </a:lnTo>
                      <a:cubicBezTo>
                        <a:pt x="6840" y="2934"/>
                        <a:pt x="4141" y="605"/>
                        <a:pt x="3328" y="50"/>
                      </a:cubicBezTo>
                      <a:cubicBezTo>
                        <a:pt x="3272" y="16"/>
                        <a:pt x="3210" y="1"/>
                        <a:pt x="314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3" name="Google Shape;2781;p51">
                  <a:extLst>
                    <a:ext uri="{FF2B5EF4-FFF2-40B4-BE49-F238E27FC236}">
                      <a16:creationId xmlns:a16="http://schemas.microsoft.com/office/drawing/2014/main" id="{A5D67A02-5E2F-70C1-82FF-80A79D81D3E0}"/>
                    </a:ext>
                  </a:extLst>
                </p:cNvPr>
                <p:cNvSpPr/>
                <p:nvPr/>
              </p:nvSpPr>
              <p:spPr>
                <a:xfrm>
                  <a:off x="3892700" y="3508175"/>
                  <a:ext cx="195975" cy="1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39" h="4548" extrusionOk="0">
                      <a:moveTo>
                        <a:pt x="3365" y="0"/>
                      </a:moveTo>
                      <a:cubicBezTo>
                        <a:pt x="3143" y="0"/>
                        <a:pt x="2958" y="74"/>
                        <a:pt x="2810" y="185"/>
                      </a:cubicBezTo>
                      <a:cubicBezTo>
                        <a:pt x="2477" y="370"/>
                        <a:pt x="2182" y="629"/>
                        <a:pt x="1886" y="999"/>
                      </a:cubicBezTo>
                      <a:cubicBezTo>
                        <a:pt x="1442" y="1479"/>
                        <a:pt x="999" y="2108"/>
                        <a:pt x="629" y="2625"/>
                      </a:cubicBezTo>
                      <a:cubicBezTo>
                        <a:pt x="481" y="2884"/>
                        <a:pt x="333" y="3106"/>
                        <a:pt x="222" y="3291"/>
                      </a:cubicBezTo>
                      <a:cubicBezTo>
                        <a:pt x="185" y="3402"/>
                        <a:pt x="111" y="3476"/>
                        <a:pt x="74" y="3550"/>
                      </a:cubicBezTo>
                      <a:cubicBezTo>
                        <a:pt x="37" y="3624"/>
                        <a:pt x="37" y="3660"/>
                        <a:pt x="0" y="3734"/>
                      </a:cubicBezTo>
                      <a:lnTo>
                        <a:pt x="0" y="3845"/>
                      </a:lnTo>
                      <a:cubicBezTo>
                        <a:pt x="0" y="4030"/>
                        <a:pt x="111" y="4178"/>
                        <a:pt x="185" y="4252"/>
                      </a:cubicBezTo>
                      <a:cubicBezTo>
                        <a:pt x="333" y="4400"/>
                        <a:pt x="481" y="4437"/>
                        <a:pt x="629" y="4474"/>
                      </a:cubicBezTo>
                      <a:cubicBezTo>
                        <a:pt x="740" y="4548"/>
                        <a:pt x="851" y="4548"/>
                        <a:pt x="851" y="4548"/>
                      </a:cubicBezTo>
                      <a:lnTo>
                        <a:pt x="962" y="4548"/>
                      </a:lnTo>
                      <a:cubicBezTo>
                        <a:pt x="962" y="4548"/>
                        <a:pt x="2773" y="4178"/>
                        <a:pt x="3143" y="4104"/>
                      </a:cubicBezTo>
                      <a:lnTo>
                        <a:pt x="3180" y="4104"/>
                      </a:lnTo>
                      <a:cubicBezTo>
                        <a:pt x="3254" y="4104"/>
                        <a:pt x="3439" y="4141"/>
                        <a:pt x="3697" y="4252"/>
                      </a:cubicBezTo>
                      <a:cubicBezTo>
                        <a:pt x="3993" y="4326"/>
                        <a:pt x="4326" y="4400"/>
                        <a:pt x="4807" y="4400"/>
                      </a:cubicBezTo>
                      <a:lnTo>
                        <a:pt x="7542" y="4400"/>
                      </a:lnTo>
                      <a:cubicBezTo>
                        <a:pt x="7690" y="4400"/>
                        <a:pt x="7838" y="4289"/>
                        <a:pt x="7838" y="4104"/>
                      </a:cubicBezTo>
                      <a:cubicBezTo>
                        <a:pt x="7838" y="3919"/>
                        <a:pt x="7690" y="3808"/>
                        <a:pt x="7542" y="3808"/>
                      </a:cubicBezTo>
                      <a:lnTo>
                        <a:pt x="4807" y="3808"/>
                      </a:lnTo>
                      <a:cubicBezTo>
                        <a:pt x="4400" y="3808"/>
                        <a:pt x="4141" y="3734"/>
                        <a:pt x="3882" y="3660"/>
                      </a:cubicBezTo>
                      <a:cubicBezTo>
                        <a:pt x="3660" y="3587"/>
                        <a:pt x="3476" y="3476"/>
                        <a:pt x="3180" y="3476"/>
                      </a:cubicBezTo>
                      <a:lnTo>
                        <a:pt x="3032" y="3513"/>
                      </a:lnTo>
                      <a:cubicBezTo>
                        <a:pt x="2699" y="3579"/>
                        <a:pt x="1198" y="3885"/>
                        <a:pt x="902" y="3946"/>
                      </a:cubicBezTo>
                      <a:lnTo>
                        <a:pt x="902" y="3946"/>
                      </a:lnTo>
                      <a:cubicBezTo>
                        <a:pt x="841" y="3930"/>
                        <a:pt x="754" y="3897"/>
                        <a:pt x="703" y="3845"/>
                      </a:cubicBezTo>
                      <a:lnTo>
                        <a:pt x="626" y="3820"/>
                      </a:lnTo>
                      <a:lnTo>
                        <a:pt x="626" y="3820"/>
                      </a:lnTo>
                      <a:cubicBezTo>
                        <a:pt x="645" y="3788"/>
                        <a:pt x="670" y="3747"/>
                        <a:pt x="703" y="3697"/>
                      </a:cubicBezTo>
                      <a:cubicBezTo>
                        <a:pt x="925" y="3291"/>
                        <a:pt x="1442" y="2477"/>
                        <a:pt x="1997" y="1775"/>
                      </a:cubicBezTo>
                      <a:cubicBezTo>
                        <a:pt x="2293" y="1442"/>
                        <a:pt x="2588" y="1146"/>
                        <a:pt x="2810" y="925"/>
                      </a:cubicBezTo>
                      <a:cubicBezTo>
                        <a:pt x="2958" y="814"/>
                        <a:pt x="3069" y="703"/>
                        <a:pt x="3180" y="666"/>
                      </a:cubicBezTo>
                      <a:cubicBezTo>
                        <a:pt x="3254" y="629"/>
                        <a:pt x="3328" y="592"/>
                        <a:pt x="3365" y="592"/>
                      </a:cubicBezTo>
                      <a:cubicBezTo>
                        <a:pt x="3771" y="851"/>
                        <a:pt x="4659" y="1553"/>
                        <a:pt x="5435" y="2219"/>
                      </a:cubicBezTo>
                      <a:cubicBezTo>
                        <a:pt x="5805" y="2514"/>
                        <a:pt x="6174" y="2847"/>
                        <a:pt x="6433" y="3069"/>
                      </a:cubicBezTo>
                      <a:cubicBezTo>
                        <a:pt x="6692" y="3291"/>
                        <a:pt x="6877" y="3439"/>
                        <a:pt x="6877" y="3439"/>
                      </a:cubicBezTo>
                      <a:cubicBezTo>
                        <a:pt x="6928" y="3490"/>
                        <a:pt x="7004" y="3518"/>
                        <a:pt x="7081" y="3518"/>
                      </a:cubicBezTo>
                      <a:cubicBezTo>
                        <a:pt x="7170" y="3518"/>
                        <a:pt x="7261" y="3481"/>
                        <a:pt x="7321" y="3402"/>
                      </a:cubicBezTo>
                      <a:cubicBezTo>
                        <a:pt x="7431" y="3291"/>
                        <a:pt x="7394" y="3069"/>
                        <a:pt x="7284" y="2958"/>
                      </a:cubicBezTo>
                      <a:cubicBezTo>
                        <a:pt x="7284" y="2958"/>
                        <a:pt x="6581" y="2403"/>
                        <a:pt x="5805" y="1738"/>
                      </a:cubicBezTo>
                      <a:cubicBezTo>
                        <a:pt x="5028" y="1073"/>
                        <a:pt x="4141" y="370"/>
                        <a:pt x="3697" y="74"/>
                      </a:cubicBezTo>
                      <a:cubicBezTo>
                        <a:pt x="3587" y="0"/>
                        <a:pt x="3476" y="0"/>
                        <a:pt x="336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4" name="Google Shape;2782;p51">
                  <a:extLst>
                    <a:ext uri="{FF2B5EF4-FFF2-40B4-BE49-F238E27FC236}">
                      <a16:creationId xmlns:a16="http://schemas.microsoft.com/office/drawing/2014/main" id="{3230D8E1-85A2-616D-E3A1-900E45C66AA5}"/>
                    </a:ext>
                  </a:extLst>
                </p:cNvPr>
                <p:cNvSpPr/>
                <p:nvPr/>
              </p:nvSpPr>
              <p:spPr>
                <a:xfrm>
                  <a:off x="3581225" y="3885275"/>
                  <a:ext cx="489875" cy="21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95" h="8504" extrusionOk="0">
                      <a:moveTo>
                        <a:pt x="0" y="0"/>
                      </a:moveTo>
                      <a:lnTo>
                        <a:pt x="0" y="8504"/>
                      </a:lnTo>
                      <a:lnTo>
                        <a:pt x="19595" y="8504"/>
                      </a:lnTo>
                      <a:lnTo>
                        <a:pt x="1959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5" name="Google Shape;2783;p51">
                  <a:extLst>
                    <a:ext uri="{FF2B5EF4-FFF2-40B4-BE49-F238E27FC236}">
                      <a16:creationId xmlns:a16="http://schemas.microsoft.com/office/drawing/2014/main" id="{7E44658E-BAA9-E292-B2D3-BDAE1511031A}"/>
                    </a:ext>
                  </a:extLst>
                </p:cNvPr>
                <p:cNvSpPr/>
                <p:nvPr/>
              </p:nvSpPr>
              <p:spPr>
                <a:xfrm>
                  <a:off x="3573825" y="3876950"/>
                  <a:ext cx="504675" cy="2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87" h="9133" extrusionOk="0">
                      <a:moveTo>
                        <a:pt x="19558" y="629"/>
                      </a:moveTo>
                      <a:lnTo>
                        <a:pt x="19558" y="8504"/>
                      </a:lnTo>
                      <a:lnTo>
                        <a:pt x="592" y="8504"/>
                      </a:lnTo>
                      <a:lnTo>
                        <a:pt x="592" y="629"/>
                      </a:lnTo>
                      <a:close/>
                      <a:moveTo>
                        <a:pt x="296" y="1"/>
                      </a:moveTo>
                      <a:cubicBezTo>
                        <a:pt x="222" y="1"/>
                        <a:pt x="148" y="38"/>
                        <a:pt x="74" y="112"/>
                      </a:cubicBezTo>
                      <a:cubicBezTo>
                        <a:pt x="37" y="149"/>
                        <a:pt x="1" y="223"/>
                        <a:pt x="1" y="333"/>
                      </a:cubicBezTo>
                      <a:lnTo>
                        <a:pt x="1" y="8837"/>
                      </a:lnTo>
                      <a:cubicBezTo>
                        <a:pt x="1" y="8911"/>
                        <a:pt x="37" y="8985"/>
                        <a:pt x="74" y="9022"/>
                      </a:cubicBezTo>
                      <a:cubicBezTo>
                        <a:pt x="148" y="9095"/>
                        <a:pt x="222" y="9132"/>
                        <a:pt x="296" y="9132"/>
                      </a:cubicBezTo>
                      <a:lnTo>
                        <a:pt x="19891" y="9132"/>
                      </a:lnTo>
                      <a:cubicBezTo>
                        <a:pt x="19965" y="9132"/>
                        <a:pt x="20039" y="9095"/>
                        <a:pt x="20113" y="9022"/>
                      </a:cubicBezTo>
                      <a:cubicBezTo>
                        <a:pt x="20149" y="8985"/>
                        <a:pt x="20186" y="8911"/>
                        <a:pt x="20186" y="8837"/>
                      </a:cubicBezTo>
                      <a:lnTo>
                        <a:pt x="20186" y="333"/>
                      </a:lnTo>
                      <a:cubicBezTo>
                        <a:pt x="20186" y="223"/>
                        <a:pt x="20149" y="149"/>
                        <a:pt x="20113" y="112"/>
                      </a:cubicBezTo>
                      <a:cubicBezTo>
                        <a:pt x="20039" y="38"/>
                        <a:pt x="19965" y="1"/>
                        <a:pt x="1989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6" name="Google Shape;2784;p51">
                  <a:extLst>
                    <a:ext uri="{FF2B5EF4-FFF2-40B4-BE49-F238E27FC236}">
                      <a16:creationId xmlns:a16="http://schemas.microsoft.com/office/drawing/2014/main" id="{E8BA828C-8B45-E2C1-665C-C7165BDA10F2}"/>
                    </a:ext>
                  </a:extLst>
                </p:cNvPr>
                <p:cNvSpPr/>
                <p:nvPr/>
              </p:nvSpPr>
              <p:spPr>
                <a:xfrm>
                  <a:off x="3618200" y="3864350"/>
                  <a:ext cx="183950" cy="15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58" h="6280" extrusionOk="0">
                      <a:moveTo>
                        <a:pt x="306" y="1"/>
                      </a:moveTo>
                      <a:cubicBezTo>
                        <a:pt x="185" y="1"/>
                        <a:pt x="66" y="93"/>
                        <a:pt x="37" y="209"/>
                      </a:cubicBezTo>
                      <a:cubicBezTo>
                        <a:pt x="0" y="394"/>
                        <a:pt x="74" y="542"/>
                        <a:pt x="259" y="616"/>
                      </a:cubicBezTo>
                      <a:lnTo>
                        <a:pt x="296" y="616"/>
                      </a:lnTo>
                      <a:cubicBezTo>
                        <a:pt x="592" y="690"/>
                        <a:pt x="1997" y="1133"/>
                        <a:pt x="3401" y="2021"/>
                      </a:cubicBezTo>
                      <a:cubicBezTo>
                        <a:pt x="4843" y="2908"/>
                        <a:pt x="6285" y="4239"/>
                        <a:pt x="6729" y="6050"/>
                      </a:cubicBezTo>
                      <a:cubicBezTo>
                        <a:pt x="6761" y="6179"/>
                        <a:pt x="6905" y="6279"/>
                        <a:pt x="7039" y="6279"/>
                      </a:cubicBezTo>
                      <a:cubicBezTo>
                        <a:pt x="7059" y="6279"/>
                        <a:pt x="7079" y="6277"/>
                        <a:pt x="7098" y="6272"/>
                      </a:cubicBezTo>
                      <a:cubicBezTo>
                        <a:pt x="7283" y="6235"/>
                        <a:pt x="7357" y="6050"/>
                        <a:pt x="7320" y="5902"/>
                      </a:cubicBezTo>
                      <a:cubicBezTo>
                        <a:pt x="6766" y="3721"/>
                        <a:pt x="5028" y="2242"/>
                        <a:pt x="3438" y="1318"/>
                      </a:cubicBezTo>
                      <a:cubicBezTo>
                        <a:pt x="1849" y="394"/>
                        <a:pt x="407" y="24"/>
                        <a:pt x="407" y="24"/>
                      </a:cubicBezTo>
                      <a:cubicBezTo>
                        <a:pt x="374" y="8"/>
                        <a:pt x="340" y="1"/>
                        <a:pt x="3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7" name="Google Shape;2785;p51">
                  <a:extLst>
                    <a:ext uri="{FF2B5EF4-FFF2-40B4-BE49-F238E27FC236}">
                      <a16:creationId xmlns:a16="http://schemas.microsoft.com/office/drawing/2014/main" id="{86E620DA-D329-657B-8D75-4F108861BDE7}"/>
                    </a:ext>
                  </a:extLst>
                </p:cNvPr>
                <p:cNvSpPr/>
                <p:nvPr/>
              </p:nvSpPr>
              <p:spPr>
                <a:xfrm>
                  <a:off x="3875125" y="3876950"/>
                  <a:ext cx="171025" cy="13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1" h="5519" extrusionOk="0">
                      <a:moveTo>
                        <a:pt x="6434" y="1"/>
                      </a:moveTo>
                      <a:cubicBezTo>
                        <a:pt x="6064" y="1"/>
                        <a:pt x="4844" y="75"/>
                        <a:pt x="3513" y="740"/>
                      </a:cubicBezTo>
                      <a:cubicBezTo>
                        <a:pt x="2182" y="1406"/>
                        <a:pt x="777" y="2700"/>
                        <a:pt x="75" y="5140"/>
                      </a:cubicBezTo>
                      <a:cubicBezTo>
                        <a:pt x="1" y="5288"/>
                        <a:pt x="112" y="5472"/>
                        <a:pt x="260" y="5509"/>
                      </a:cubicBezTo>
                      <a:cubicBezTo>
                        <a:pt x="291" y="5516"/>
                        <a:pt x="320" y="5519"/>
                        <a:pt x="349" y="5519"/>
                      </a:cubicBezTo>
                      <a:cubicBezTo>
                        <a:pt x="492" y="5519"/>
                        <a:pt x="605" y="5442"/>
                        <a:pt x="666" y="5288"/>
                      </a:cubicBezTo>
                      <a:cubicBezTo>
                        <a:pt x="1332" y="3032"/>
                        <a:pt x="2589" y="1886"/>
                        <a:pt x="3809" y="1295"/>
                      </a:cubicBezTo>
                      <a:cubicBezTo>
                        <a:pt x="4992" y="666"/>
                        <a:pt x="6101" y="629"/>
                        <a:pt x="6434" y="629"/>
                      </a:cubicBezTo>
                      <a:lnTo>
                        <a:pt x="6508" y="629"/>
                      </a:lnTo>
                      <a:cubicBezTo>
                        <a:pt x="6693" y="629"/>
                        <a:pt x="6840" y="518"/>
                        <a:pt x="6840" y="333"/>
                      </a:cubicBezTo>
                      <a:cubicBezTo>
                        <a:pt x="6840" y="149"/>
                        <a:pt x="6730" y="1"/>
                        <a:pt x="654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8" name="Google Shape;2786;p51">
                  <a:extLst>
                    <a:ext uri="{FF2B5EF4-FFF2-40B4-BE49-F238E27FC236}">
                      <a16:creationId xmlns:a16="http://schemas.microsoft.com/office/drawing/2014/main" id="{B5AE0502-C2DB-05C5-6447-3EC5A4729439}"/>
                    </a:ext>
                  </a:extLst>
                </p:cNvPr>
                <p:cNvSpPr/>
                <p:nvPr/>
              </p:nvSpPr>
              <p:spPr>
                <a:xfrm>
                  <a:off x="3388050" y="3841775"/>
                  <a:ext cx="297625" cy="111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5" h="44405" extrusionOk="0">
                      <a:moveTo>
                        <a:pt x="5814" y="0"/>
                      </a:moveTo>
                      <a:cubicBezTo>
                        <a:pt x="5175" y="0"/>
                        <a:pt x="4518" y="122"/>
                        <a:pt x="3845" y="446"/>
                      </a:cubicBezTo>
                      <a:cubicBezTo>
                        <a:pt x="0" y="2221"/>
                        <a:pt x="3771" y="44405"/>
                        <a:pt x="3771" y="44405"/>
                      </a:cubicBezTo>
                      <a:lnTo>
                        <a:pt x="6877" y="44405"/>
                      </a:lnTo>
                      <a:cubicBezTo>
                        <a:pt x="6877" y="44405"/>
                        <a:pt x="10907" y="19486"/>
                        <a:pt x="11720" y="6621"/>
                      </a:cubicBezTo>
                      <a:cubicBezTo>
                        <a:pt x="11905" y="3478"/>
                        <a:pt x="9835" y="594"/>
                        <a:pt x="6729" y="77"/>
                      </a:cubicBezTo>
                      <a:cubicBezTo>
                        <a:pt x="6428" y="29"/>
                        <a:pt x="6123" y="0"/>
                        <a:pt x="581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9" name="Google Shape;2787;p51">
                  <a:extLst>
                    <a:ext uri="{FF2B5EF4-FFF2-40B4-BE49-F238E27FC236}">
                      <a16:creationId xmlns:a16="http://schemas.microsoft.com/office/drawing/2014/main" id="{F00FF959-B490-00E2-48B8-47F263138D6B}"/>
                    </a:ext>
                  </a:extLst>
                </p:cNvPr>
                <p:cNvSpPr/>
                <p:nvPr/>
              </p:nvSpPr>
              <p:spPr>
                <a:xfrm>
                  <a:off x="3433325" y="3834450"/>
                  <a:ext cx="256050" cy="1124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2" h="44994" extrusionOk="0">
                      <a:moveTo>
                        <a:pt x="4031" y="592"/>
                      </a:moveTo>
                      <a:cubicBezTo>
                        <a:pt x="4327" y="592"/>
                        <a:pt x="4585" y="629"/>
                        <a:pt x="4881" y="666"/>
                      </a:cubicBezTo>
                      <a:cubicBezTo>
                        <a:pt x="7654" y="1146"/>
                        <a:pt x="9613" y="3697"/>
                        <a:pt x="9613" y="6507"/>
                      </a:cubicBezTo>
                      <a:cubicBezTo>
                        <a:pt x="9613" y="6618"/>
                        <a:pt x="9613" y="6766"/>
                        <a:pt x="9613" y="6877"/>
                      </a:cubicBezTo>
                      <a:cubicBezTo>
                        <a:pt x="9207" y="13310"/>
                        <a:pt x="7987" y="22737"/>
                        <a:pt x="6878" y="30575"/>
                      </a:cubicBezTo>
                      <a:cubicBezTo>
                        <a:pt x="6323" y="34494"/>
                        <a:pt x="5768" y="38006"/>
                        <a:pt x="5399" y="40557"/>
                      </a:cubicBezTo>
                      <a:cubicBezTo>
                        <a:pt x="5214" y="41814"/>
                        <a:pt x="5029" y="42849"/>
                        <a:pt x="4918" y="43552"/>
                      </a:cubicBezTo>
                      <a:cubicBezTo>
                        <a:pt x="4859" y="43923"/>
                        <a:pt x="4811" y="44212"/>
                        <a:pt x="4779" y="44402"/>
                      </a:cubicBezTo>
                      <a:lnTo>
                        <a:pt x="2244" y="44402"/>
                      </a:lnTo>
                      <a:cubicBezTo>
                        <a:pt x="2234" y="44266"/>
                        <a:pt x="2215" y="44079"/>
                        <a:pt x="2182" y="43847"/>
                      </a:cubicBezTo>
                      <a:cubicBezTo>
                        <a:pt x="1886" y="40150"/>
                        <a:pt x="629" y="24623"/>
                        <a:pt x="629" y="13236"/>
                      </a:cubicBezTo>
                      <a:cubicBezTo>
                        <a:pt x="629" y="9908"/>
                        <a:pt x="740" y="6951"/>
                        <a:pt x="999" y="4769"/>
                      </a:cubicBezTo>
                      <a:cubicBezTo>
                        <a:pt x="1147" y="3660"/>
                        <a:pt x="1295" y="2736"/>
                        <a:pt x="1517" y="2107"/>
                      </a:cubicBezTo>
                      <a:cubicBezTo>
                        <a:pt x="1628" y="1775"/>
                        <a:pt x="1739" y="1516"/>
                        <a:pt x="1850" y="1331"/>
                      </a:cubicBezTo>
                      <a:cubicBezTo>
                        <a:pt x="1960" y="1146"/>
                        <a:pt x="2108" y="1035"/>
                        <a:pt x="2182" y="998"/>
                      </a:cubicBezTo>
                      <a:cubicBezTo>
                        <a:pt x="2811" y="702"/>
                        <a:pt x="3402" y="592"/>
                        <a:pt x="4031" y="592"/>
                      </a:cubicBezTo>
                      <a:close/>
                      <a:moveTo>
                        <a:pt x="4031" y="0"/>
                      </a:moveTo>
                      <a:cubicBezTo>
                        <a:pt x="3328" y="0"/>
                        <a:pt x="2626" y="111"/>
                        <a:pt x="1923" y="444"/>
                      </a:cubicBezTo>
                      <a:cubicBezTo>
                        <a:pt x="1702" y="555"/>
                        <a:pt x="1517" y="739"/>
                        <a:pt x="1332" y="998"/>
                      </a:cubicBezTo>
                      <a:cubicBezTo>
                        <a:pt x="1073" y="1442"/>
                        <a:pt x="851" y="2033"/>
                        <a:pt x="703" y="2810"/>
                      </a:cubicBezTo>
                      <a:cubicBezTo>
                        <a:pt x="186" y="5102"/>
                        <a:pt x="1" y="8873"/>
                        <a:pt x="1" y="13236"/>
                      </a:cubicBezTo>
                      <a:cubicBezTo>
                        <a:pt x="1" y="26286"/>
                        <a:pt x="1665" y="44735"/>
                        <a:pt x="1665" y="44735"/>
                      </a:cubicBezTo>
                      <a:cubicBezTo>
                        <a:pt x="1665" y="44882"/>
                        <a:pt x="1813" y="44993"/>
                        <a:pt x="1960" y="44993"/>
                      </a:cubicBezTo>
                      <a:lnTo>
                        <a:pt x="5066" y="44993"/>
                      </a:lnTo>
                      <a:cubicBezTo>
                        <a:pt x="5214" y="44993"/>
                        <a:pt x="5325" y="44882"/>
                        <a:pt x="5362" y="44735"/>
                      </a:cubicBezTo>
                      <a:cubicBezTo>
                        <a:pt x="5362" y="44735"/>
                        <a:pt x="9392" y="19816"/>
                        <a:pt x="10205" y="6914"/>
                      </a:cubicBezTo>
                      <a:cubicBezTo>
                        <a:pt x="10242" y="6766"/>
                        <a:pt x="10242" y="6655"/>
                        <a:pt x="10242" y="6507"/>
                      </a:cubicBezTo>
                      <a:cubicBezTo>
                        <a:pt x="10242" y="3401"/>
                        <a:pt x="8098" y="592"/>
                        <a:pt x="4992" y="74"/>
                      </a:cubicBezTo>
                      <a:cubicBezTo>
                        <a:pt x="4659" y="0"/>
                        <a:pt x="4364" y="0"/>
                        <a:pt x="40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0" name="Google Shape;2788;p51">
                  <a:extLst>
                    <a:ext uri="{FF2B5EF4-FFF2-40B4-BE49-F238E27FC236}">
                      <a16:creationId xmlns:a16="http://schemas.microsoft.com/office/drawing/2014/main" id="{9A6DBBFE-D0F9-9EC9-A86F-31E8060599B1}"/>
                    </a:ext>
                  </a:extLst>
                </p:cNvPr>
                <p:cNvSpPr/>
                <p:nvPr/>
              </p:nvSpPr>
              <p:spPr>
                <a:xfrm>
                  <a:off x="3374175" y="4889025"/>
                  <a:ext cx="198750" cy="14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50" h="5879" extrusionOk="0">
                      <a:moveTo>
                        <a:pt x="3994" y="1"/>
                      </a:moveTo>
                      <a:lnTo>
                        <a:pt x="3069" y="3920"/>
                      </a:lnTo>
                      <a:lnTo>
                        <a:pt x="1" y="5879"/>
                      </a:lnTo>
                      <a:lnTo>
                        <a:pt x="7839" y="5879"/>
                      </a:lnTo>
                      <a:lnTo>
                        <a:pt x="795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1" name="Google Shape;2789;p51">
                  <a:extLst>
                    <a:ext uri="{FF2B5EF4-FFF2-40B4-BE49-F238E27FC236}">
                      <a16:creationId xmlns:a16="http://schemas.microsoft.com/office/drawing/2014/main" id="{5B3F015E-0C5E-4925-99C4-E2249F979D32}"/>
                    </a:ext>
                  </a:extLst>
                </p:cNvPr>
                <p:cNvSpPr/>
                <p:nvPr/>
              </p:nvSpPr>
              <p:spPr>
                <a:xfrm>
                  <a:off x="3365875" y="4881625"/>
                  <a:ext cx="215375" cy="16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5" h="6471" extrusionOk="0">
                      <a:moveTo>
                        <a:pt x="7986" y="592"/>
                      </a:moveTo>
                      <a:lnTo>
                        <a:pt x="7875" y="5842"/>
                      </a:lnTo>
                      <a:lnTo>
                        <a:pt x="1405" y="5842"/>
                      </a:lnTo>
                      <a:lnTo>
                        <a:pt x="3586" y="4474"/>
                      </a:lnTo>
                      <a:cubicBezTo>
                        <a:pt x="3623" y="4437"/>
                        <a:pt x="3697" y="4363"/>
                        <a:pt x="3697" y="4289"/>
                      </a:cubicBezTo>
                      <a:lnTo>
                        <a:pt x="4569" y="592"/>
                      </a:lnTo>
                      <a:close/>
                      <a:moveTo>
                        <a:pt x="4326" y="1"/>
                      </a:moveTo>
                      <a:cubicBezTo>
                        <a:pt x="4178" y="1"/>
                        <a:pt x="4067" y="75"/>
                        <a:pt x="4030" y="223"/>
                      </a:cubicBezTo>
                      <a:lnTo>
                        <a:pt x="3143" y="4031"/>
                      </a:lnTo>
                      <a:lnTo>
                        <a:pt x="148" y="5916"/>
                      </a:lnTo>
                      <a:cubicBezTo>
                        <a:pt x="37" y="5990"/>
                        <a:pt x="0" y="6138"/>
                        <a:pt x="37" y="6249"/>
                      </a:cubicBezTo>
                      <a:cubicBezTo>
                        <a:pt x="74" y="6397"/>
                        <a:pt x="185" y="6471"/>
                        <a:pt x="333" y="6471"/>
                      </a:cubicBezTo>
                      <a:lnTo>
                        <a:pt x="8171" y="6471"/>
                      </a:lnTo>
                      <a:cubicBezTo>
                        <a:pt x="8319" y="6471"/>
                        <a:pt x="8466" y="6323"/>
                        <a:pt x="8466" y="6175"/>
                      </a:cubicBezTo>
                      <a:lnTo>
                        <a:pt x="8614" y="297"/>
                      </a:lnTo>
                      <a:cubicBezTo>
                        <a:pt x="8614" y="223"/>
                        <a:pt x="8577" y="149"/>
                        <a:pt x="8503" y="75"/>
                      </a:cubicBezTo>
                      <a:cubicBezTo>
                        <a:pt x="8466" y="38"/>
                        <a:pt x="8355" y="1"/>
                        <a:pt x="82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2" name="Google Shape;2790;p51">
                  <a:extLst>
                    <a:ext uri="{FF2B5EF4-FFF2-40B4-BE49-F238E27FC236}">
                      <a16:creationId xmlns:a16="http://schemas.microsoft.com/office/drawing/2014/main" id="{3D09A6B5-F487-F17B-50C1-8E6C2E7DBB11}"/>
                    </a:ext>
                  </a:extLst>
                </p:cNvPr>
                <p:cNvSpPr/>
                <p:nvPr/>
              </p:nvSpPr>
              <p:spPr>
                <a:xfrm>
                  <a:off x="3450900" y="4973025"/>
                  <a:ext cx="84125" cy="1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5" h="560" extrusionOk="0">
                      <a:moveTo>
                        <a:pt x="1868" y="1"/>
                      </a:moveTo>
                      <a:cubicBezTo>
                        <a:pt x="871" y="1"/>
                        <a:pt x="0" y="560"/>
                        <a:pt x="0" y="560"/>
                      </a:cubicBezTo>
                      <a:lnTo>
                        <a:pt x="3365" y="560"/>
                      </a:lnTo>
                      <a:cubicBezTo>
                        <a:pt x="2896" y="141"/>
                        <a:pt x="2367" y="1"/>
                        <a:pt x="186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3" name="Google Shape;2791;p51">
                  <a:extLst>
                    <a:ext uri="{FF2B5EF4-FFF2-40B4-BE49-F238E27FC236}">
                      <a16:creationId xmlns:a16="http://schemas.microsoft.com/office/drawing/2014/main" id="{559A0121-1C0A-04BC-B401-E10CF20FCFAB}"/>
                    </a:ext>
                  </a:extLst>
                </p:cNvPr>
                <p:cNvSpPr/>
                <p:nvPr/>
              </p:nvSpPr>
              <p:spPr>
                <a:xfrm>
                  <a:off x="3442575" y="4964825"/>
                  <a:ext cx="100775" cy="2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1" h="1189" extrusionOk="0">
                      <a:moveTo>
                        <a:pt x="2219" y="0"/>
                      </a:moveTo>
                      <a:cubicBezTo>
                        <a:pt x="1110" y="37"/>
                        <a:pt x="186" y="629"/>
                        <a:pt x="186" y="629"/>
                      </a:cubicBezTo>
                      <a:cubicBezTo>
                        <a:pt x="38" y="703"/>
                        <a:pt x="1" y="888"/>
                        <a:pt x="75" y="1035"/>
                      </a:cubicBezTo>
                      <a:cubicBezTo>
                        <a:pt x="149" y="1134"/>
                        <a:pt x="255" y="1183"/>
                        <a:pt x="362" y="1183"/>
                      </a:cubicBezTo>
                      <a:cubicBezTo>
                        <a:pt x="416" y="1183"/>
                        <a:pt x="469" y="1171"/>
                        <a:pt x="518" y="1146"/>
                      </a:cubicBezTo>
                      <a:cubicBezTo>
                        <a:pt x="592" y="1072"/>
                        <a:pt x="1369" y="629"/>
                        <a:pt x="2219" y="629"/>
                      </a:cubicBezTo>
                      <a:cubicBezTo>
                        <a:pt x="2626" y="629"/>
                        <a:pt x="3069" y="740"/>
                        <a:pt x="3476" y="1109"/>
                      </a:cubicBezTo>
                      <a:cubicBezTo>
                        <a:pt x="3545" y="1161"/>
                        <a:pt x="3621" y="1188"/>
                        <a:pt x="3695" y="1188"/>
                      </a:cubicBezTo>
                      <a:cubicBezTo>
                        <a:pt x="3779" y="1188"/>
                        <a:pt x="3860" y="1152"/>
                        <a:pt x="3920" y="1072"/>
                      </a:cubicBezTo>
                      <a:cubicBezTo>
                        <a:pt x="4030" y="961"/>
                        <a:pt x="4030" y="777"/>
                        <a:pt x="3883" y="666"/>
                      </a:cubicBezTo>
                      <a:cubicBezTo>
                        <a:pt x="3365" y="185"/>
                        <a:pt x="2737" y="0"/>
                        <a:pt x="22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4" name="Google Shape;2792;p51">
                  <a:extLst>
                    <a:ext uri="{FF2B5EF4-FFF2-40B4-BE49-F238E27FC236}">
                      <a16:creationId xmlns:a16="http://schemas.microsoft.com/office/drawing/2014/main" id="{C9E05224-968F-057E-34BA-289E5C2C28BC}"/>
                    </a:ext>
                  </a:extLst>
                </p:cNvPr>
                <p:cNvSpPr/>
                <p:nvPr/>
              </p:nvSpPr>
              <p:spPr>
                <a:xfrm>
                  <a:off x="3998975" y="3841775"/>
                  <a:ext cx="297650" cy="111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44405" extrusionOk="0">
                      <a:moveTo>
                        <a:pt x="6079" y="0"/>
                      </a:moveTo>
                      <a:cubicBezTo>
                        <a:pt x="5766" y="0"/>
                        <a:pt x="5453" y="29"/>
                        <a:pt x="5140" y="77"/>
                      </a:cubicBezTo>
                      <a:cubicBezTo>
                        <a:pt x="2071" y="594"/>
                        <a:pt x="1" y="3478"/>
                        <a:pt x="186" y="6621"/>
                      </a:cubicBezTo>
                      <a:cubicBezTo>
                        <a:pt x="999" y="19486"/>
                        <a:pt x="5029" y="44405"/>
                        <a:pt x="5029" y="44405"/>
                      </a:cubicBezTo>
                      <a:lnTo>
                        <a:pt x="8135" y="44405"/>
                      </a:lnTo>
                      <a:cubicBezTo>
                        <a:pt x="8135" y="44405"/>
                        <a:pt x="11906" y="2221"/>
                        <a:pt x="8024" y="446"/>
                      </a:cubicBezTo>
                      <a:cubicBezTo>
                        <a:pt x="7375" y="122"/>
                        <a:pt x="6727" y="0"/>
                        <a:pt x="607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5" name="Google Shape;2793;p51">
                  <a:extLst>
                    <a:ext uri="{FF2B5EF4-FFF2-40B4-BE49-F238E27FC236}">
                      <a16:creationId xmlns:a16="http://schemas.microsoft.com/office/drawing/2014/main" id="{81B47FE0-40A0-8398-FD1E-DB9E83AF41B5}"/>
                    </a:ext>
                  </a:extLst>
                </p:cNvPr>
                <p:cNvSpPr/>
                <p:nvPr/>
              </p:nvSpPr>
              <p:spPr>
                <a:xfrm>
                  <a:off x="3995300" y="3834450"/>
                  <a:ext cx="256025" cy="1124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1" h="44994" extrusionOk="0">
                      <a:moveTo>
                        <a:pt x="6211" y="592"/>
                      </a:moveTo>
                      <a:cubicBezTo>
                        <a:pt x="6803" y="592"/>
                        <a:pt x="7431" y="702"/>
                        <a:pt x="8060" y="998"/>
                      </a:cubicBezTo>
                      <a:cubicBezTo>
                        <a:pt x="8134" y="1035"/>
                        <a:pt x="8245" y="1146"/>
                        <a:pt x="8355" y="1331"/>
                      </a:cubicBezTo>
                      <a:cubicBezTo>
                        <a:pt x="8577" y="1664"/>
                        <a:pt x="8762" y="2218"/>
                        <a:pt x="8947" y="2921"/>
                      </a:cubicBezTo>
                      <a:cubicBezTo>
                        <a:pt x="9428" y="5139"/>
                        <a:pt x="9612" y="8873"/>
                        <a:pt x="9612" y="13236"/>
                      </a:cubicBezTo>
                      <a:cubicBezTo>
                        <a:pt x="9612" y="19742"/>
                        <a:pt x="9206" y="27580"/>
                        <a:pt x="8799" y="33828"/>
                      </a:cubicBezTo>
                      <a:cubicBezTo>
                        <a:pt x="8577" y="36934"/>
                        <a:pt x="8392" y="39670"/>
                        <a:pt x="8208" y="41592"/>
                      </a:cubicBezTo>
                      <a:cubicBezTo>
                        <a:pt x="8134" y="42553"/>
                        <a:pt x="8097" y="43330"/>
                        <a:pt x="8023" y="43847"/>
                      </a:cubicBezTo>
                      <a:cubicBezTo>
                        <a:pt x="8006" y="44079"/>
                        <a:pt x="7990" y="44266"/>
                        <a:pt x="7976" y="44402"/>
                      </a:cubicBezTo>
                      <a:lnTo>
                        <a:pt x="5443" y="44402"/>
                      </a:lnTo>
                      <a:cubicBezTo>
                        <a:pt x="5421" y="44212"/>
                        <a:pt x="5383" y="43923"/>
                        <a:pt x="5324" y="43552"/>
                      </a:cubicBezTo>
                      <a:cubicBezTo>
                        <a:pt x="4511" y="38597"/>
                        <a:pt x="1331" y="18116"/>
                        <a:pt x="629" y="6877"/>
                      </a:cubicBezTo>
                      <a:cubicBezTo>
                        <a:pt x="629" y="6766"/>
                        <a:pt x="629" y="6618"/>
                        <a:pt x="629" y="6507"/>
                      </a:cubicBezTo>
                      <a:cubicBezTo>
                        <a:pt x="629" y="3697"/>
                        <a:pt x="2588" y="1146"/>
                        <a:pt x="5361" y="666"/>
                      </a:cubicBezTo>
                      <a:cubicBezTo>
                        <a:pt x="5620" y="629"/>
                        <a:pt x="5915" y="592"/>
                        <a:pt x="6211" y="592"/>
                      </a:cubicBezTo>
                      <a:close/>
                      <a:moveTo>
                        <a:pt x="6211" y="0"/>
                      </a:moveTo>
                      <a:cubicBezTo>
                        <a:pt x="5878" y="0"/>
                        <a:pt x="5546" y="0"/>
                        <a:pt x="5250" y="74"/>
                      </a:cubicBezTo>
                      <a:cubicBezTo>
                        <a:pt x="2144" y="592"/>
                        <a:pt x="0" y="3401"/>
                        <a:pt x="0" y="6507"/>
                      </a:cubicBezTo>
                      <a:cubicBezTo>
                        <a:pt x="0" y="6655"/>
                        <a:pt x="0" y="6766"/>
                        <a:pt x="37" y="6914"/>
                      </a:cubicBezTo>
                      <a:cubicBezTo>
                        <a:pt x="813" y="19816"/>
                        <a:pt x="4880" y="44735"/>
                        <a:pt x="4880" y="44735"/>
                      </a:cubicBezTo>
                      <a:cubicBezTo>
                        <a:pt x="4917" y="44882"/>
                        <a:pt x="5028" y="44993"/>
                        <a:pt x="5176" y="44993"/>
                      </a:cubicBezTo>
                      <a:lnTo>
                        <a:pt x="8282" y="44993"/>
                      </a:lnTo>
                      <a:cubicBezTo>
                        <a:pt x="8429" y="44993"/>
                        <a:pt x="8577" y="44882"/>
                        <a:pt x="8577" y="44735"/>
                      </a:cubicBezTo>
                      <a:cubicBezTo>
                        <a:pt x="8577" y="44735"/>
                        <a:pt x="10241" y="26286"/>
                        <a:pt x="10241" y="13236"/>
                      </a:cubicBezTo>
                      <a:cubicBezTo>
                        <a:pt x="10241" y="9908"/>
                        <a:pt x="10130" y="6914"/>
                        <a:pt x="9834" y="4695"/>
                      </a:cubicBezTo>
                      <a:cubicBezTo>
                        <a:pt x="9723" y="3549"/>
                        <a:pt x="9539" y="2625"/>
                        <a:pt x="9317" y="1923"/>
                      </a:cubicBezTo>
                      <a:cubicBezTo>
                        <a:pt x="9169" y="1553"/>
                        <a:pt x="9058" y="1257"/>
                        <a:pt x="8910" y="998"/>
                      </a:cubicBezTo>
                      <a:cubicBezTo>
                        <a:pt x="8725" y="739"/>
                        <a:pt x="8540" y="555"/>
                        <a:pt x="8318" y="444"/>
                      </a:cubicBezTo>
                      <a:cubicBezTo>
                        <a:pt x="7616" y="111"/>
                        <a:pt x="6877" y="0"/>
                        <a:pt x="62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6" name="Google Shape;2794;p51">
                  <a:extLst>
                    <a:ext uri="{FF2B5EF4-FFF2-40B4-BE49-F238E27FC236}">
                      <a16:creationId xmlns:a16="http://schemas.microsoft.com/office/drawing/2014/main" id="{F4D015CA-C6C8-6965-3124-349FB7D663DD}"/>
                    </a:ext>
                  </a:extLst>
                </p:cNvPr>
                <p:cNvSpPr/>
                <p:nvPr/>
              </p:nvSpPr>
              <p:spPr>
                <a:xfrm>
                  <a:off x="4111750" y="4889025"/>
                  <a:ext cx="198750" cy="14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50" h="5879" extrusionOk="0">
                      <a:moveTo>
                        <a:pt x="0" y="1"/>
                      </a:moveTo>
                      <a:lnTo>
                        <a:pt x="111" y="5879"/>
                      </a:lnTo>
                      <a:lnTo>
                        <a:pt x="7949" y="5879"/>
                      </a:lnTo>
                      <a:lnTo>
                        <a:pt x="4881" y="3920"/>
                      </a:lnTo>
                      <a:lnTo>
                        <a:pt x="3956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7" name="Google Shape;2795;p51">
                  <a:extLst>
                    <a:ext uri="{FF2B5EF4-FFF2-40B4-BE49-F238E27FC236}">
                      <a16:creationId xmlns:a16="http://schemas.microsoft.com/office/drawing/2014/main" id="{BB33847F-387E-25F9-2573-448983D62D6E}"/>
                    </a:ext>
                  </a:extLst>
                </p:cNvPr>
                <p:cNvSpPr/>
                <p:nvPr/>
              </p:nvSpPr>
              <p:spPr>
                <a:xfrm>
                  <a:off x="4103425" y="4881625"/>
                  <a:ext cx="215375" cy="16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5" h="6471" extrusionOk="0">
                      <a:moveTo>
                        <a:pt x="4046" y="592"/>
                      </a:moveTo>
                      <a:lnTo>
                        <a:pt x="4918" y="4289"/>
                      </a:lnTo>
                      <a:cubicBezTo>
                        <a:pt x="4918" y="4363"/>
                        <a:pt x="4955" y="4437"/>
                        <a:pt x="5029" y="4474"/>
                      </a:cubicBezTo>
                      <a:lnTo>
                        <a:pt x="7210" y="5842"/>
                      </a:lnTo>
                      <a:lnTo>
                        <a:pt x="740" y="5842"/>
                      </a:lnTo>
                      <a:lnTo>
                        <a:pt x="629" y="592"/>
                      </a:lnTo>
                      <a:close/>
                      <a:moveTo>
                        <a:pt x="333" y="1"/>
                      </a:moveTo>
                      <a:cubicBezTo>
                        <a:pt x="222" y="1"/>
                        <a:pt x="149" y="38"/>
                        <a:pt x="112" y="75"/>
                      </a:cubicBezTo>
                      <a:cubicBezTo>
                        <a:pt x="38" y="149"/>
                        <a:pt x="1" y="223"/>
                        <a:pt x="1" y="297"/>
                      </a:cubicBezTo>
                      <a:lnTo>
                        <a:pt x="149" y="6175"/>
                      </a:lnTo>
                      <a:cubicBezTo>
                        <a:pt x="149" y="6323"/>
                        <a:pt x="296" y="6471"/>
                        <a:pt x="444" y="6471"/>
                      </a:cubicBezTo>
                      <a:lnTo>
                        <a:pt x="8282" y="6471"/>
                      </a:lnTo>
                      <a:cubicBezTo>
                        <a:pt x="8430" y="6471"/>
                        <a:pt x="8541" y="6397"/>
                        <a:pt x="8578" y="6249"/>
                      </a:cubicBezTo>
                      <a:cubicBezTo>
                        <a:pt x="8615" y="6138"/>
                        <a:pt x="8541" y="5990"/>
                        <a:pt x="8430" y="5916"/>
                      </a:cubicBezTo>
                      <a:lnTo>
                        <a:pt x="5472" y="4031"/>
                      </a:lnTo>
                      <a:lnTo>
                        <a:pt x="4585" y="223"/>
                      </a:lnTo>
                      <a:cubicBezTo>
                        <a:pt x="4548" y="75"/>
                        <a:pt x="4437" y="1"/>
                        <a:pt x="42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8" name="Google Shape;2796;p51">
                  <a:extLst>
                    <a:ext uri="{FF2B5EF4-FFF2-40B4-BE49-F238E27FC236}">
                      <a16:creationId xmlns:a16="http://schemas.microsoft.com/office/drawing/2014/main" id="{C7441408-7A7B-CEC0-7FF9-7E0B0E0F49E2}"/>
                    </a:ext>
                  </a:extLst>
                </p:cNvPr>
                <p:cNvSpPr/>
                <p:nvPr/>
              </p:nvSpPr>
              <p:spPr>
                <a:xfrm>
                  <a:off x="4149650" y="4973025"/>
                  <a:ext cx="84125" cy="1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5" h="560" extrusionOk="0">
                      <a:moveTo>
                        <a:pt x="1497" y="1"/>
                      </a:moveTo>
                      <a:cubicBezTo>
                        <a:pt x="998" y="1"/>
                        <a:pt x="468" y="141"/>
                        <a:pt x="0" y="560"/>
                      </a:cubicBezTo>
                      <a:lnTo>
                        <a:pt x="3365" y="560"/>
                      </a:lnTo>
                      <a:cubicBezTo>
                        <a:pt x="3365" y="560"/>
                        <a:pt x="2494" y="1"/>
                        <a:pt x="149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9" name="Google Shape;2797;p51">
                  <a:extLst>
                    <a:ext uri="{FF2B5EF4-FFF2-40B4-BE49-F238E27FC236}">
                      <a16:creationId xmlns:a16="http://schemas.microsoft.com/office/drawing/2014/main" id="{6B32DCB5-20FB-6CD4-5B83-6B0BDD2087C2}"/>
                    </a:ext>
                  </a:extLst>
                </p:cNvPr>
                <p:cNvSpPr/>
                <p:nvPr/>
              </p:nvSpPr>
              <p:spPr>
                <a:xfrm>
                  <a:off x="4141325" y="4964825"/>
                  <a:ext cx="100775" cy="2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1" h="1189" extrusionOk="0">
                      <a:moveTo>
                        <a:pt x="1812" y="0"/>
                      </a:moveTo>
                      <a:cubicBezTo>
                        <a:pt x="1257" y="0"/>
                        <a:pt x="666" y="185"/>
                        <a:pt x="111" y="666"/>
                      </a:cubicBezTo>
                      <a:cubicBezTo>
                        <a:pt x="0" y="777"/>
                        <a:pt x="0" y="961"/>
                        <a:pt x="111" y="1072"/>
                      </a:cubicBezTo>
                      <a:cubicBezTo>
                        <a:pt x="171" y="1152"/>
                        <a:pt x="251" y="1188"/>
                        <a:pt x="331" y="1188"/>
                      </a:cubicBezTo>
                      <a:cubicBezTo>
                        <a:pt x="399" y="1188"/>
                        <a:pt x="467" y="1161"/>
                        <a:pt x="518" y="1109"/>
                      </a:cubicBezTo>
                      <a:cubicBezTo>
                        <a:pt x="925" y="740"/>
                        <a:pt x="1368" y="629"/>
                        <a:pt x="1812" y="629"/>
                      </a:cubicBezTo>
                      <a:cubicBezTo>
                        <a:pt x="2256" y="629"/>
                        <a:pt x="2699" y="740"/>
                        <a:pt x="2995" y="888"/>
                      </a:cubicBezTo>
                      <a:cubicBezTo>
                        <a:pt x="3180" y="961"/>
                        <a:pt x="3291" y="998"/>
                        <a:pt x="3402" y="1072"/>
                      </a:cubicBezTo>
                      <a:lnTo>
                        <a:pt x="3476" y="1109"/>
                      </a:lnTo>
                      <a:lnTo>
                        <a:pt x="3513" y="1146"/>
                      </a:lnTo>
                      <a:cubicBezTo>
                        <a:pt x="3562" y="1171"/>
                        <a:pt x="3615" y="1183"/>
                        <a:pt x="3669" y="1183"/>
                      </a:cubicBezTo>
                      <a:cubicBezTo>
                        <a:pt x="3776" y="1183"/>
                        <a:pt x="3882" y="1134"/>
                        <a:pt x="3956" y="1035"/>
                      </a:cubicBezTo>
                      <a:cubicBezTo>
                        <a:pt x="4030" y="888"/>
                        <a:pt x="3993" y="703"/>
                        <a:pt x="3845" y="629"/>
                      </a:cubicBezTo>
                      <a:cubicBezTo>
                        <a:pt x="3808" y="629"/>
                        <a:pt x="2921" y="37"/>
                        <a:pt x="181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0" name="Google Shape;2798;p51">
                  <a:extLst>
                    <a:ext uri="{FF2B5EF4-FFF2-40B4-BE49-F238E27FC236}">
                      <a16:creationId xmlns:a16="http://schemas.microsoft.com/office/drawing/2014/main" id="{D88FD53D-5770-C921-3015-6DEF11ECC9AE}"/>
                    </a:ext>
                  </a:extLst>
                </p:cNvPr>
                <p:cNvSpPr/>
                <p:nvPr/>
              </p:nvSpPr>
              <p:spPr>
                <a:xfrm>
                  <a:off x="4605300" y="3247525"/>
                  <a:ext cx="720950" cy="36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38" h="14605" extrusionOk="0">
                      <a:moveTo>
                        <a:pt x="518" y="1"/>
                      </a:moveTo>
                      <a:cubicBezTo>
                        <a:pt x="223" y="1"/>
                        <a:pt x="1" y="333"/>
                        <a:pt x="149" y="592"/>
                      </a:cubicBezTo>
                      <a:lnTo>
                        <a:pt x="6175" y="14345"/>
                      </a:lnTo>
                      <a:cubicBezTo>
                        <a:pt x="6249" y="14493"/>
                        <a:pt x="6397" y="14604"/>
                        <a:pt x="6544" y="14604"/>
                      </a:cubicBezTo>
                      <a:lnTo>
                        <a:pt x="28320" y="14604"/>
                      </a:lnTo>
                      <a:cubicBezTo>
                        <a:pt x="28653" y="14604"/>
                        <a:pt x="28838" y="14271"/>
                        <a:pt x="28727" y="14013"/>
                      </a:cubicBezTo>
                      <a:lnTo>
                        <a:pt x="22701" y="259"/>
                      </a:lnTo>
                      <a:cubicBezTo>
                        <a:pt x="22627" y="112"/>
                        <a:pt x="22479" y="1"/>
                        <a:pt x="2229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1" name="Google Shape;2799;p51">
                  <a:extLst>
                    <a:ext uri="{FF2B5EF4-FFF2-40B4-BE49-F238E27FC236}">
                      <a16:creationId xmlns:a16="http://schemas.microsoft.com/office/drawing/2014/main" id="{38DF6671-088A-687D-488D-20B01060451B}"/>
                    </a:ext>
                  </a:extLst>
                </p:cNvPr>
                <p:cNvSpPr/>
                <p:nvPr/>
              </p:nvSpPr>
              <p:spPr>
                <a:xfrm>
                  <a:off x="4599750" y="3240125"/>
                  <a:ext cx="732050" cy="37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82" h="15196" extrusionOk="0">
                      <a:moveTo>
                        <a:pt x="22516" y="592"/>
                      </a:moveTo>
                      <a:lnTo>
                        <a:pt x="22627" y="666"/>
                      </a:lnTo>
                      <a:lnTo>
                        <a:pt x="28653" y="14419"/>
                      </a:lnTo>
                      <a:lnTo>
                        <a:pt x="28653" y="14456"/>
                      </a:lnTo>
                      <a:lnTo>
                        <a:pt x="28653" y="14567"/>
                      </a:lnTo>
                      <a:lnTo>
                        <a:pt x="28542" y="14604"/>
                      </a:lnTo>
                      <a:lnTo>
                        <a:pt x="6766" y="14604"/>
                      </a:lnTo>
                      <a:lnTo>
                        <a:pt x="6656" y="14530"/>
                      </a:lnTo>
                      <a:lnTo>
                        <a:pt x="629" y="777"/>
                      </a:lnTo>
                      <a:lnTo>
                        <a:pt x="629" y="740"/>
                      </a:lnTo>
                      <a:lnTo>
                        <a:pt x="666" y="629"/>
                      </a:lnTo>
                      <a:lnTo>
                        <a:pt x="740" y="592"/>
                      </a:lnTo>
                      <a:close/>
                      <a:moveTo>
                        <a:pt x="740" y="1"/>
                      </a:moveTo>
                      <a:cubicBezTo>
                        <a:pt x="334" y="1"/>
                        <a:pt x="1" y="334"/>
                        <a:pt x="1" y="740"/>
                      </a:cubicBezTo>
                      <a:cubicBezTo>
                        <a:pt x="1" y="814"/>
                        <a:pt x="38" y="925"/>
                        <a:pt x="75" y="999"/>
                      </a:cubicBezTo>
                      <a:lnTo>
                        <a:pt x="6101" y="14752"/>
                      </a:lnTo>
                      <a:cubicBezTo>
                        <a:pt x="6212" y="15048"/>
                        <a:pt x="6471" y="15196"/>
                        <a:pt x="6766" y="15196"/>
                      </a:cubicBezTo>
                      <a:lnTo>
                        <a:pt x="28542" y="15196"/>
                      </a:lnTo>
                      <a:cubicBezTo>
                        <a:pt x="28986" y="15196"/>
                        <a:pt x="29282" y="14863"/>
                        <a:pt x="29282" y="14456"/>
                      </a:cubicBezTo>
                      <a:cubicBezTo>
                        <a:pt x="29282" y="14382"/>
                        <a:pt x="29282" y="14272"/>
                        <a:pt x="29245" y="14198"/>
                      </a:cubicBezTo>
                      <a:lnTo>
                        <a:pt x="23181" y="445"/>
                      </a:lnTo>
                      <a:cubicBezTo>
                        <a:pt x="23071" y="149"/>
                        <a:pt x="22812" y="1"/>
                        <a:pt x="225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2" name="Google Shape;2800;p51">
                  <a:extLst>
                    <a:ext uri="{FF2B5EF4-FFF2-40B4-BE49-F238E27FC236}">
                      <a16:creationId xmlns:a16="http://schemas.microsoft.com/office/drawing/2014/main" id="{02B87F83-81D0-C372-7B10-C90C11999719}"/>
                    </a:ext>
                  </a:extLst>
                </p:cNvPr>
                <p:cNvSpPr/>
                <p:nvPr/>
              </p:nvSpPr>
              <p:spPr>
                <a:xfrm>
                  <a:off x="4658900" y="3274325"/>
                  <a:ext cx="614675" cy="31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87" h="12460" extrusionOk="0">
                      <a:moveTo>
                        <a:pt x="408" y="1"/>
                      </a:moveTo>
                      <a:cubicBezTo>
                        <a:pt x="149" y="1"/>
                        <a:pt x="1" y="260"/>
                        <a:pt x="75" y="518"/>
                      </a:cubicBezTo>
                      <a:lnTo>
                        <a:pt x="5251" y="12238"/>
                      </a:lnTo>
                      <a:cubicBezTo>
                        <a:pt x="5288" y="12386"/>
                        <a:pt x="5436" y="12460"/>
                        <a:pt x="5547" y="12460"/>
                      </a:cubicBezTo>
                      <a:lnTo>
                        <a:pt x="24143" y="12460"/>
                      </a:lnTo>
                      <a:cubicBezTo>
                        <a:pt x="24402" y="12460"/>
                        <a:pt x="24586" y="12201"/>
                        <a:pt x="24476" y="11942"/>
                      </a:cubicBezTo>
                      <a:lnTo>
                        <a:pt x="19337" y="223"/>
                      </a:lnTo>
                      <a:cubicBezTo>
                        <a:pt x="19263" y="75"/>
                        <a:pt x="19152" y="1"/>
                        <a:pt x="19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3" name="Google Shape;2801;p51">
                  <a:extLst>
                    <a:ext uri="{FF2B5EF4-FFF2-40B4-BE49-F238E27FC236}">
                      <a16:creationId xmlns:a16="http://schemas.microsoft.com/office/drawing/2014/main" id="{B34782DB-E2C1-4629-BC25-B0EA09BD221A}"/>
                    </a:ext>
                  </a:extLst>
                </p:cNvPr>
                <p:cNvSpPr/>
                <p:nvPr/>
              </p:nvSpPr>
              <p:spPr>
                <a:xfrm>
                  <a:off x="4652450" y="3266950"/>
                  <a:ext cx="626675" cy="32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67" h="13051" extrusionOk="0">
                      <a:moveTo>
                        <a:pt x="19262" y="592"/>
                      </a:moveTo>
                      <a:lnTo>
                        <a:pt x="19299" y="629"/>
                      </a:lnTo>
                      <a:lnTo>
                        <a:pt x="24438" y="12385"/>
                      </a:lnTo>
                      <a:lnTo>
                        <a:pt x="24475" y="12385"/>
                      </a:lnTo>
                      <a:lnTo>
                        <a:pt x="24438" y="12422"/>
                      </a:lnTo>
                      <a:lnTo>
                        <a:pt x="24401" y="12459"/>
                      </a:lnTo>
                      <a:lnTo>
                        <a:pt x="5805" y="12459"/>
                      </a:lnTo>
                      <a:lnTo>
                        <a:pt x="5768" y="12422"/>
                      </a:lnTo>
                      <a:lnTo>
                        <a:pt x="629" y="666"/>
                      </a:lnTo>
                      <a:lnTo>
                        <a:pt x="666" y="592"/>
                      </a:lnTo>
                      <a:close/>
                      <a:moveTo>
                        <a:pt x="666" y="0"/>
                      </a:moveTo>
                      <a:cubicBezTo>
                        <a:pt x="296" y="0"/>
                        <a:pt x="0" y="296"/>
                        <a:pt x="0" y="666"/>
                      </a:cubicBezTo>
                      <a:cubicBezTo>
                        <a:pt x="0" y="739"/>
                        <a:pt x="37" y="850"/>
                        <a:pt x="74" y="924"/>
                      </a:cubicBezTo>
                      <a:lnTo>
                        <a:pt x="5213" y="12644"/>
                      </a:lnTo>
                      <a:cubicBezTo>
                        <a:pt x="5324" y="12903"/>
                        <a:pt x="5546" y="13051"/>
                        <a:pt x="5805" y="13051"/>
                      </a:cubicBezTo>
                      <a:lnTo>
                        <a:pt x="24401" y="13051"/>
                      </a:lnTo>
                      <a:cubicBezTo>
                        <a:pt x="24807" y="13051"/>
                        <a:pt x="25066" y="12755"/>
                        <a:pt x="25066" y="12385"/>
                      </a:cubicBezTo>
                      <a:cubicBezTo>
                        <a:pt x="25066" y="12311"/>
                        <a:pt x="25066" y="12200"/>
                        <a:pt x="25029" y="12126"/>
                      </a:cubicBezTo>
                      <a:lnTo>
                        <a:pt x="19890" y="407"/>
                      </a:lnTo>
                      <a:cubicBezTo>
                        <a:pt x="19779" y="148"/>
                        <a:pt x="19521" y="0"/>
                        <a:pt x="1926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4" name="Google Shape;2802;p51">
                  <a:extLst>
                    <a:ext uri="{FF2B5EF4-FFF2-40B4-BE49-F238E27FC236}">
                      <a16:creationId xmlns:a16="http://schemas.microsoft.com/office/drawing/2014/main" id="{DB7E907E-5089-FA6E-3A9F-BCB29152E0EC}"/>
                    </a:ext>
                  </a:extLst>
                </p:cNvPr>
                <p:cNvSpPr/>
                <p:nvPr/>
              </p:nvSpPr>
              <p:spPr>
                <a:xfrm>
                  <a:off x="4761500" y="3589500"/>
                  <a:ext cx="818000" cy="2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20" h="1073" extrusionOk="0">
                      <a:moveTo>
                        <a:pt x="1" y="1"/>
                      </a:moveTo>
                      <a:lnTo>
                        <a:pt x="1" y="1073"/>
                      </a:lnTo>
                      <a:lnTo>
                        <a:pt x="32720" y="1073"/>
                      </a:lnTo>
                      <a:lnTo>
                        <a:pt x="3272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5" name="Google Shape;2803;p51">
                  <a:extLst>
                    <a:ext uri="{FF2B5EF4-FFF2-40B4-BE49-F238E27FC236}">
                      <a16:creationId xmlns:a16="http://schemas.microsoft.com/office/drawing/2014/main" id="{9E605BF1-3099-001A-BBBA-44082490762B}"/>
                    </a:ext>
                  </a:extLst>
                </p:cNvPr>
                <p:cNvSpPr/>
                <p:nvPr/>
              </p:nvSpPr>
              <p:spPr>
                <a:xfrm>
                  <a:off x="4754100" y="3582125"/>
                  <a:ext cx="832800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12" h="1701" extrusionOk="0">
                      <a:moveTo>
                        <a:pt x="32720" y="629"/>
                      </a:moveTo>
                      <a:lnTo>
                        <a:pt x="32720" y="1072"/>
                      </a:lnTo>
                      <a:lnTo>
                        <a:pt x="592" y="1072"/>
                      </a:lnTo>
                      <a:lnTo>
                        <a:pt x="592" y="629"/>
                      </a:lnTo>
                      <a:close/>
                      <a:moveTo>
                        <a:pt x="297" y="0"/>
                      </a:moveTo>
                      <a:cubicBezTo>
                        <a:pt x="223" y="0"/>
                        <a:pt x="149" y="37"/>
                        <a:pt x="75" y="74"/>
                      </a:cubicBezTo>
                      <a:cubicBezTo>
                        <a:pt x="38" y="148"/>
                        <a:pt x="1" y="222"/>
                        <a:pt x="1" y="296"/>
                      </a:cubicBezTo>
                      <a:lnTo>
                        <a:pt x="1" y="1368"/>
                      </a:lnTo>
                      <a:cubicBezTo>
                        <a:pt x="1" y="1442"/>
                        <a:pt x="38" y="1553"/>
                        <a:pt x="75" y="1590"/>
                      </a:cubicBezTo>
                      <a:cubicBezTo>
                        <a:pt x="149" y="1664"/>
                        <a:pt x="223" y="1701"/>
                        <a:pt x="297" y="1701"/>
                      </a:cubicBezTo>
                      <a:lnTo>
                        <a:pt x="33016" y="1701"/>
                      </a:lnTo>
                      <a:cubicBezTo>
                        <a:pt x="33090" y="1701"/>
                        <a:pt x="33164" y="1664"/>
                        <a:pt x="33238" y="1590"/>
                      </a:cubicBezTo>
                      <a:cubicBezTo>
                        <a:pt x="33311" y="1553"/>
                        <a:pt x="33311" y="1442"/>
                        <a:pt x="33311" y="1368"/>
                      </a:cubicBezTo>
                      <a:lnTo>
                        <a:pt x="33311" y="296"/>
                      </a:lnTo>
                      <a:cubicBezTo>
                        <a:pt x="33311" y="222"/>
                        <a:pt x="33311" y="148"/>
                        <a:pt x="33238" y="74"/>
                      </a:cubicBezTo>
                      <a:cubicBezTo>
                        <a:pt x="33164" y="37"/>
                        <a:pt x="33090" y="0"/>
                        <a:pt x="330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6" name="Google Shape;2804;p51">
                  <a:extLst>
                    <a:ext uri="{FF2B5EF4-FFF2-40B4-BE49-F238E27FC236}">
                      <a16:creationId xmlns:a16="http://schemas.microsoft.com/office/drawing/2014/main" id="{455F2DA8-3282-A842-830E-162D9E8AFD66}"/>
                    </a:ext>
                  </a:extLst>
                </p:cNvPr>
                <p:cNvSpPr/>
                <p:nvPr/>
              </p:nvSpPr>
              <p:spPr>
                <a:xfrm>
                  <a:off x="4761500" y="3589500"/>
                  <a:ext cx="396550" cy="2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2" h="1073" extrusionOk="0">
                      <a:moveTo>
                        <a:pt x="1" y="1"/>
                      </a:moveTo>
                      <a:lnTo>
                        <a:pt x="1" y="1073"/>
                      </a:lnTo>
                      <a:lnTo>
                        <a:pt x="15861" y="1073"/>
                      </a:lnTo>
                      <a:lnTo>
                        <a:pt x="1586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7" name="Google Shape;2805;p51">
                  <a:extLst>
                    <a:ext uri="{FF2B5EF4-FFF2-40B4-BE49-F238E27FC236}">
                      <a16:creationId xmlns:a16="http://schemas.microsoft.com/office/drawing/2014/main" id="{BE1807E2-BF65-6455-E029-F615E7992B70}"/>
                    </a:ext>
                  </a:extLst>
                </p:cNvPr>
                <p:cNvSpPr/>
                <p:nvPr/>
              </p:nvSpPr>
              <p:spPr>
                <a:xfrm>
                  <a:off x="4754100" y="3582125"/>
                  <a:ext cx="41132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3" h="1701" extrusionOk="0">
                      <a:moveTo>
                        <a:pt x="15861" y="629"/>
                      </a:moveTo>
                      <a:lnTo>
                        <a:pt x="15861" y="1072"/>
                      </a:lnTo>
                      <a:lnTo>
                        <a:pt x="592" y="1072"/>
                      </a:lnTo>
                      <a:lnTo>
                        <a:pt x="592" y="629"/>
                      </a:lnTo>
                      <a:close/>
                      <a:moveTo>
                        <a:pt x="297" y="0"/>
                      </a:moveTo>
                      <a:cubicBezTo>
                        <a:pt x="223" y="0"/>
                        <a:pt x="149" y="37"/>
                        <a:pt x="75" y="74"/>
                      </a:cubicBezTo>
                      <a:cubicBezTo>
                        <a:pt x="38" y="148"/>
                        <a:pt x="1" y="222"/>
                        <a:pt x="1" y="296"/>
                      </a:cubicBezTo>
                      <a:lnTo>
                        <a:pt x="1" y="1368"/>
                      </a:lnTo>
                      <a:cubicBezTo>
                        <a:pt x="1" y="1442"/>
                        <a:pt x="38" y="1553"/>
                        <a:pt x="75" y="1590"/>
                      </a:cubicBezTo>
                      <a:cubicBezTo>
                        <a:pt x="149" y="1664"/>
                        <a:pt x="223" y="1701"/>
                        <a:pt x="297" y="1701"/>
                      </a:cubicBezTo>
                      <a:lnTo>
                        <a:pt x="16157" y="1701"/>
                      </a:lnTo>
                      <a:cubicBezTo>
                        <a:pt x="16231" y="1701"/>
                        <a:pt x="16305" y="1664"/>
                        <a:pt x="16379" y="1590"/>
                      </a:cubicBezTo>
                      <a:cubicBezTo>
                        <a:pt x="16453" y="1553"/>
                        <a:pt x="16453" y="1442"/>
                        <a:pt x="16453" y="1368"/>
                      </a:cubicBezTo>
                      <a:lnTo>
                        <a:pt x="16453" y="296"/>
                      </a:lnTo>
                      <a:cubicBezTo>
                        <a:pt x="16453" y="222"/>
                        <a:pt x="16453" y="148"/>
                        <a:pt x="16379" y="74"/>
                      </a:cubicBezTo>
                      <a:cubicBezTo>
                        <a:pt x="16305" y="37"/>
                        <a:pt x="16231" y="0"/>
                        <a:pt x="161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8" name="Google Shape;2806;p51">
                  <a:extLst>
                    <a:ext uri="{FF2B5EF4-FFF2-40B4-BE49-F238E27FC236}">
                      <a16:creationId xmlns:a16="http://schemas.microsoft.com/office/drawing/2014/main" id="{DCABF667-5417-A35E-AE69-970779E90233}"/>
                    </a:ext>
                  </a:extLst>
                </p:cNvPr>
                <p:cNvSpPr/>
                <p:nvPr/>
              </p:nvSpPr>
              <p:spPr>
                <a:xfrm>
                  <a:off x="4818800" y="2599625"/>
                  <a:ext cx="476025" cy="47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41" h="19041" extrusionOk="0">
                      <a:moveTo>
                        <a:pt x="9539" y="0"/>
                      </a:moveTo>
                      <a:cubicBezTo>
                        <a:pt x="4253" y="0"/>
                        <a:pt x="1" y="4252"/>
                        <a:pt x="1" y="9502"/>
                      </a:cubicBezTo>
                      <a:cubicBezTo>
                        <a:pt x="1" y="14788"/>
                        <a:pt x="4253" y="19040"/>
                        <a:pt x="9539" y="19040"/>
                      </a:cubicBezTo>
                      <a:cubicBezTo>
                        <a:pt x="14789" y="19040"/>
                        <a:pt x="19041" y="14788"/>
                        <a:pt x="19041" y="9502"/>
                      </a:cubicBezTo>
                      <a:cubicBezTo>
                        <a:pt x="19041" y="4252"/>
                        <a:pt x="14789" y="0"/>
                        <a:pt x="953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9" name="Google Shape;2807;p51">
                  <a:extLst>
                    <a:ext uri="{FF2B5EF4-FFF2-40B4-BE49-F238E27FC236}">
                      <a16:creationId xmlns:a16="http://schemas.microsoft.com/office/drawing/2014/main" id="{E1F00D63-CF50-34AB-0C9B-40C53674F79C}"/>
                    </a:ext>
                  </a:extLst>
                </p:cNvPr>
                <p:cNvSpPr/>
                <p:nvPr/>
              </p:nvSpPr>
              <p:spPr>
                <a:xfrm>
                  <a:off x="4811425" y="2592225"/>
                  <a:ext cx="490800" cy="49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32" h="19632" extrusionOk="0">
                      <a:moveTo>
                        <a:pt x="9834" y="592"/>
                      </a:moveTo>
                      <a:cubicBezTo>
                        <a:pt x="12348" y="592"/>
                        <a:pt x="14677" y="1627"/>
                        <a:pt x="16341" y="3291"/>
                      </a:cubicBezTo>
                      <a:cubicBezTo>
                        <a:pt x="18005" y="4954"/>
                        <a:pt x="19040" y="7284"/>
                        <a:pt x="19040" y="9798"/>
                      </a:cubicBezTo>
                      <a:cubicBezTo>
                        <a:pt x="19040" y="12349"/>
                        <a:pt x="18005" y="14641"/>
                        <a:pt x="16341" y="16304"/>
                      </a:cubicBezTo>
                      <a:cubicBezTo>
                        <a:pt x="14677" y="18005"/>
                        <a:pt x="12348" y="19003"/>
                        <a:pt x="9834" y="19003"/>
                      </a:cubicBezTo>
                      <a:cubicBezTo>
                        <a:pt x="7283" y="19003"/>
                        <a:pt x="4991" y="18005"/>
                        <a:pt x="3291" y="16304"/>
                      </a:cubicBezTo>
                      <a:cubicBezTo>
                        <a:pt x="1627" y="14641"/>
                        <a:pt x="629" y="12349"/>
                        <a:pt x="629" y="9798"/>
                      </a:cubicBezTo>
                      <a:cubicBezTo>
                        <a:pt x="629" y="7284"/>
                        <a:pt x="1627" y="4954"/>
                        <a:pt x="3291" y="3291"/>
                      </a:cubicBezTo>
                      <a:cubicBezTo>
                        <a:pt x="4991" y="1627"/>
                        <a:pt x="7283" y="592"/>
                        <a:pt x="9834" y="592"/>
                      </a:cubicBezTo>
                      <a:close/>
                      <a:moveTo>
                        <a:pt x="9834" y="0"/>
                      </a:moveTo>
                      <a:cubicBezTo>
                        <a:pt x="4400" y="0"/>
                        <a:pt x="0" y="4400"/>
                        <a:pt x="0" y="9798"/>
                      </a:cubicBezTo>
                      <a:cubicBezTo>
                        <a:pt x="0" y="15232"/>
                        <a:pt x="4400" y="19632"/>
                        <a:pt x="9834" y="19632"/>
                      </a:cubicBezTo>
                      <a:cubicBezTo>
                        <a:pt x="15232" y="19632"/>
                        <a:pt x="19632" y="15232"/>
                        <a:pt x="19632" y="9798"/>
                      </a:cubicBezTo>
                      <a:cubicBezTo>
                        <a:pt x="19632" y="4400"/>
                        <a:pt x="15232" y="0"/>
                        <a:pt x="98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0" name="Google Shape;2808;p51">
                  <a:extLst>
                    <a:ext uri="{FF2B5EF4-FFF2-40B4-BE49-F238E27FC236}">
                      <a16:creationId xmlns:a16="http://schemas.microsoft.com/office/drawing/2014/main" id="{51744D89-D984-9818-9A16-F990C8D21236}"/>
                    </a:ext>
                  </a:extLst>
                </p:cNvPr>
                <p:cNvSpPr/>
                <p:nvPr/>
              </p:nvSpPr>
              <p:spPr>
                <a:xfrm>
                  <a:off x="5000900" y="3058050"/>
                  <a:ext cx="93375" cy="30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5" h="12275" extrusionOk="0">
                      <a:moveTo>
                        <a:pt x="3734" y="1"/>
                      </a:moveTo>
                      <a:lnTo>
                        <a:pt x="0" y="481"/>
                      </a:lnTo>
                      <a:lnTo>
                        <a:pt x="1738" y="12275"/>
                      </a:lnTo>
                      <a:lnTo>
                        <a:pt x="37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1" name="Google Shape;2809;p51">
                  <a:extLst>
                    <a:ext uri="{FF2B5EF4-FFF2-40B4-BE49-F238E27FC236}">
                      <a16:creationId xmlns:a16="http://schemas.microsoft.com/office/drawing/2014/main" id="{04A77366-1EF7-6A4D-683E-D8133BC40B00}"/>
                    </a:ext>
                  </a:extLst>
                </p:cNvPr>
                <p:cNvSpPr/>
                <p:nvPr/>
              </p:nvSpPr>
              <p:spPr>
                <a:xfrm>
                  <a:off x="4992575" y="3050475"/>
                  <a:ext cx="110000" cy="32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0" h="12874" extrusionOk="0">
                      <a:moveTo>
                        <a:pt x="4071" y="1"/>
                      </a:moveTo>
                      <a:cubicBezTo>
                        <a:pt x="3920" y="1"/>
                        <a:pt x="3804" y="106"/>
                        <a:pt x="3771" y="267"/>
                      </a:cubicBezTo>
                      <a:lnTo>
                        <a:pt x="2108" y="10582"/>
                      </a:lnTo>
                      <a:lnTo>
                        <a:pt x="629" y="747"/>
                      </a:lnTo>
                      <a:cubicBezTo>
                        <a:pt x="592" y="599"/>
                        <a:pt x="444" y="489"/>
                        <a:pt x="296" y="489"/>
                      </a:cubicBezTo>
                      <a:cubicBezTo>
                        <a:pt x="111" y="525"/>
                        <a:pt x="0" y="673"/>
                        <a:pt x="37" y="858"/>
                      </a:cubicBezTo>
                      <a:lnTo>
                        <a:pt x="1775" y="12615"/>
                      </a:lnTo>
                      <a:cubicBezTo>
                        <a:pt x="1812" y="12763"/>
                        <a:pt x="1923" y="12874"/>
                        <a:pt x="2071" y="12874"/>
                      </a:cubicBezTo>
                      <a:cubicBezTo>
                        <a:pt x="2219" y="12874"/>
                        <a:pt x="2366" y="12763"/>
                        <a:pt x="2366" y="12615"/>
                      </a:cubicBezTo>
                      <a:lnTo>
                        <a:pt x="4400" y="341"/>
                      </a:lnTo>
                      <a:cubicBezTo>
                        <a:pt x="4400" y="193"/>
                        <a:pt x="4289" y="8"/>
                        <a:pt x="4141" y="8"/>
                      </a:cubicBezTo>
                      <a:cubicBezTo>
                        <a:pt x="4117" y="3"/>
                        <a:pt x="4094" y="1"/>
                        <a:pt x="407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2" name="Google Shape;2810;p51">
                  <a:extLst>
                    <a:ext uri="{FF2B5EF4-FFF2-40B4-BE49-F238E27FC236}">
                      <a16:creationId xmlns:a16="http://schemas.microsoft.com/office/drawing/2014/main" id="{DEAAF3BD-359E-6DEE-27CE-B7511C897449}"/>
                    </a:ext>
                  </a:extLst>
                </p:cNvPr>
                <p:cNvSpPr/>
                <p:nvPr/>
              </p:nvSpPr>
              <p:spPr>
                <a:xfrm>
                  <a:off x="3524850" y="3248450"/>
                  <a:ext cx="631275" cy="37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51" h="14974" extrusionOk="0">
                      <a:moveTo>
                        <a:pt x="1553" y="1"/>
                      </a:moveTo>
                      <a:cubicBezTo>
                        <a:pt x="703" y="1"/>
                        <a:pt x="0" y="666"/>
                        <a:pt x="0" y="1516"/>
                      </a:cubicBezTo>
                      <a:lnTo>
                        <a:pt x="0" y="14974"/>
                      </a:lnTo>
                      <a:lnTo>
                        <a:pt x="25251" y="14974"/>
                      </a:lnTo>
                      <a:lnTo>
                        <a:pt x="25251" y="1516"/>
                      </a:lnTo>
                      <a:cubicBezTo>
                        <a:pt x="25251" y="666"/>
                        <a:pt x="24586" y="1"/>
                        <a:pt x="237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3" name="Google Shape;2811;p51">
                  <a:extLst>
                    <a:ext uri="{FF2B5EF4-FFF2-40B4-BE49-F238E27FC236}">
                      <a16:creationId xmlns:a16="http://schemas.microsoft.com/office/drawing/2014/main" id="{DD0B6005-33C0-9561-166B-7C82962E6EDB}"/>
                    </a:ext>
                  </a:extLst>
                </p:cNvPr>
                <p:cNvSpPr/>
                <p:nvPr/>
              </p:nvSpPr>
              <p:spPr>
                <a:xfrm>
                  <a:off x="3517450" y="3240125"/>
                  <a:ext cx="647000" cy="39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80" h="15640" extrusionOk="0">
                      <a:moveTo>
                        <a:pt x="24031" y="629"/>
                      </a:moveTo>
                      <a:cubicBezTo>
                        <a:pt x="24697" y="629"/>
                        <a:pt x="25251" y="1184"/>
                        <a:pt x="25251" y="1849"/>
                      </a:cubicBezTo>
                      <a:lnTo>
                        <a:pt x="25251" y="15011"/>
                      </a:lnTo>
                      <a:lnTo>
                        <a:pt x="592" y="15011"/>
                      </a:lnTo>
                      <a:lnTo>
                        <a:pt x="592" y="1849"/>
                      </a:lnTo>
                      <a:cubicBezTo>
                        <a:pt x="629" y="1184"/>
                        <a:pt x="1146" y="629"/>
                        <a:pt x="1849" y="629"/>
                      </a:cubicBezTo>
                      <a:close/>
                      <a:moveTo>
                        <a:pt x="1849" y="1"/>
                      </a:moveTo>
                      <a:cubicBezTo>
                        <a:pt x="814" y="1"/>
                        <a:pt x="0" y="851"/>
                        <a:pt x="0" y="1849"/>
                      </a:cubicBezTo>
                      <a:lnTo>
                        <a:pt x="0" y="15307"/>
                      </a:lnTo>
                      <a:cubicBezTo>
                        <a:pt x="0" y="15418"/>
                        <a:pt x="37" y="15492"/>
                        <a:pt x="74" y="15529"/>
                      </a:cubicBezTo>
                      <a:cubicBezTo>
                        <a:pt x="148" y="15603"/>
                        <a:pt x="222" y="15639"/>
                        <a:pt x="296" y="15639"/>
                      </a:cubicBezTo>
                      <a:lnTo>
                        <a:pt x="25547" y="15639"/>
                      </a:lnTo>
                      <a:cubicBezTo>
                        <a:pt x="25658" y="15639"/>
                        <a:pt x="25732" y="15603"/>
                        <a:pt x="25769" y="15529"/>
                      </a:cubicBezTo>
                      <a:cubicBezTo>
                        <a:pt x="25843" y="15492"/>
                        <a:pt x="25880" y="15418"/>
                        <a:pt x="25880" y="15307"/>
                      </a:cubicBezTo>
                      <a:lnTo>
                        <a:pt x="25880" y="1849"/>
                      </a:lnTo>
                      <a:cubicBezTo>
                        <a:pt x="25880" y="851"/>
                        <a:pt x="25029" y="1"/>
                        <a:pt x="240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4" name="Google Shape;2812;p51">
                  <a:extLst>
                    <a:ext uri="{FF2B5EF4-FFF2-40B4-BE49-F238E27FC236}">
                      <a16:creationId xmlns:a16="http://schemas.microsoft.com/office/drawing/2014/main" id="{F8AF02A4-EE38-9327-2614-9201E21F4C48}"/>
                    </a:ext>
                  </a:extLst>
                </p:cNvPr>
                <p:cNvSpPr/>
                <p:nvPr/>
              </p:nvSpPr>
              <p:spPr>
                <a:xfrm>
                  <a:off x="4051675" y="2338050"/>
                  <a:ext cx="475100" cy="47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04" h="19004" extrusionOk="0">
                      <a:moveTo>
                        <a:pt x="9502" y="0"/>
                      </a:moveTo>
                      <a:cubicBezTo>
                        <a:pt x="4252" y="0"/>
                        <a:pt x="0" y="4252"/>
                        <a:pt x="0" y="9502"/>
                      </a:cubicBezTo>
                      <a:cubicBezTo>
                        <a:pt x="0" y="14752"/>
                        <a:pt x="4252" y="19003"/>
                        <a:pt x="9502" y="19003"/>
                      </a:cubicBezTo>
                      <a:cubicBezTo>
                        <a:pt x="14752" y="19003"/>
                        <a:pt x="19003" y="14752"/>
                        <a:pt x="19003" y="9502"/>
                      </a:cubicBezTo>
                      <a:cubicBezTo>
                        <a:pt x="19003" y="4252"/>
                        <a:pt x="14752" y="0"/>
                        <a:pt x="950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5" name="Google Shape;2813;p51">
                  <a:extLst>
                    <a:ext uri="{FF2B5EF4-FFF2-40B4-BE49-F238E27FC236}">
                      <a16:creationId xmlns:a16="http://schemas.microsoft.com/office/drawing/2014/main" id="{8F6BAF94-7499-E89B-F502-09C104CCE036}"/>
                    </a:ext>
                  </a:extLst>
                </p:cNvPr>
                <p:cNvSpPr/>
                <p:nvPr/>
              </p:nvSpPr>
              <p:spPr>
                <a:xfrm>
                  <a:off x="4043350" y="2329725"/>
                  <a:ext cx="491725" cy="49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69" h="19670" extrusionOk="0">
                      <a:moveTo>
                        <a:pt x="9835" y="629"/>
                      </a:moveTo>
                      <a:cubicBezTo>
                        <a:pt x="12386" y="629"/>
                        <a:pt x="14678" y="1664"/>
                        <a:pt x="16342" y="3328"/>
                      </a:cubicBezTo>
                      <a:cubicBezTo>
                        <a:pt x="18005" y="4992"/>
                        <a:pt x="19040" y="7284"/>
                        <a:pt x="19040" y="9835"/>
                      </a:cubicBezTo>
                      <a:cubicBezTo>
                        <a:pt x="19040" y="12386"/>
                        <a:pt x="18005" y="14678"/>
                        <a:pt x="16342" y="16342"/>
                      </a:cubicBezTo>
                      <a:cubicBezTo>
                        <a:pt x="14678" y="18005"/>
                        <a:pt x="12386" y="19041"/>
                        <a:pt x="9835" y="19041"/>
                      </a:cubicBezTo>
                      <a:cubicBezTo>
                        <a:pt x="7284" y="19041"/>
                        <a:pt x="4992" y="18005"/>
                        <a:pt x="3328" y="16342"/>
                      </a:cubicBezTo>
                      <a:cubicBezTo>
                        <a:pt x="1664" y="14678"/>
                        <a:pt x="629" y="12386"/>
                        <a:pt x="629" y="9835"/>
                      </a:cubicBezTo>
                      <a:cubicBezTo>
                        <a:pt x="629" y="7284"/>
                        <a:pt x="1664" y="4992"/>
                        <a:pt x="3328" y="3328"/>
                      </a:cubicBezTo>
                      <a:cubicBezTo>
                        <a:pt x="4992" y="1664"/>
                        <a:pt x="7284" y="629"/>
                        <a:pt x="9835" y="629"/>
                      </a:cubicBezTo>
                      <a:close/>
                      <a:moveTo>
                        <a:pt x="9835" y="1"/>
                      </a:moveTo>
                      <a:cubicBezTo>
                        <a:pt x="4400" y="1"/>
                        <a:pt x="1" y="4400"/>
                        <a:pt x="1" y="9835"/>
                      </a:cubicBezTo>
                      <a:cubicBezTo>
                        <a:pt x="1" y="15270"/>
                        <a:pt x="4400" y="19669"/>
                        <a:pt x="9835" y="19669"/>
                      </a:cubicBezTo>
                      <a:cubicBezTo>
                        <a:pt x="15269" y="19669"/>
                        <a:pt x="19669" y="15270"/>
                        <a:pt x="19669" y="9835"/>
                      </a:cubicBezTo>
                      <a:cubicBezTo>
                        <a:pt x="19669" y="4400"/>
                        <a:pt x="15269" y="1"/>
                        <a:pt x="98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6" name="Google Shape;2814;p51">
                  <a:extLst>
                    <a:ext uri="{FF2B5EF4-FFF2-40B4-BE49-F238E27FC236}">
                      <a16:creationId xmlns:a16="http://schemas.microsoft.com/office/drawing/2014/main" id="{4804642D-E7F7-0878-1B08-9E15320B4CC2}"/>
                    </a:ext>
                  </a:extLst>
                </p:cNvPr>
                <p:cNvSpPr/>
                <p:nvPr/>
              </p:nvSpPr>
              <p:spPr>
                <a:xfrm>
                  <a:off x="4112675" y="2789100"/>
                  <a:ext cx="193200" cy="36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8" h="14752" extrusionOk="0">
                      <a:moveTo>
                        <a:pt x="7727" y="0"/>
                      </a:moveTo>
                      <a:lnTo>
                        <a:pt x="4511" y="481"/>
                      </a:lnTo>
                      <a:lnTo>
                        <a:pt x="0" y="14751"/>
                      </a:lnTo>
                      <a:lnTo>
                        <a:pt x="772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7" name="Google Shape;2815;p51">
                  <a:extLst>
                    <a:ext uri="{FF2B5EF4-FFF2-40B4-BE49-F238E27FC236}">
                      <a16:creationId xmlns:a16="http://schemas.microsoft.com/office/drawing/2014/main" id="{E4D52799-6E14-0C55-5354-7AA3AC519728}"/>
                    </a:ext>
                  </a:extLst>
                </p:cNvPr>
                <p:cNvSpPr/>
                <p:nvPr/>
              </p:nvSpPr>
              <p:spPr>
                <a:xfrm>
                  <a:off x="4103425" y="2780975"/>
                  <a:ext cx="211675" cy="38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7" h="15402" extrusionOk="0">
                      <a:moveTo>
                        <a:pt x="8121" y="0"/>
                      </a:moveTo>
                      <a:cubicBezTo>
                        <a:pt x="8006" y="0"/>
                        <a:pt x="7893" y="69"/>
                        <a:pt x="7838" y="177"/>
                      </a:cubicBezTo>
                      <a:lnTo>
                        <a:pt x="1701" y="11897"/>
                      </a:lnTo>
                      <a:lnTo>
                        <a:pt x="5140" y="917"/>
                      </a:lnTo>
                      <a:cubicBezTo>
                        <a:pt x="5214" y="769"/>
                        <a:pt x="5103" y="584"/>
                        <a:pt x="4955" y="510"/>
                      </a:cubicBezTo>
                      <a:cubicBezTo>
                        <a:pt x="4935" y="505"/>
                        <a:pt x="4915" y="503"/>
                        <a:pt x="4895" y="503"/>
                      </a:cubicBezTo>
                      <a:cubicBezTo>
                        <a:pt x="4761" y="503"/>
                        <a:pt x="4617" y="603"/>
                        <a:pt x="4585" y="732"/>
                      </a:cubicBezTo>
                      <a:lnTo>
                        <a:pt x="75" y="15003"/>
                      </a:lnTo>
                      <a:cubicBezTo>
                        <a:pt x="1" y="15150"/>
                        <a:pt x="75" y="15298"/>
                        <a:pt x="222" y="15372"/>
                      </a:cubicBezTo>
                      <a:cubicBezTo>
                        <a:pt x="262" y="15392"/>
                        <a:pt x="304" y="15401"/>
                        <a:pt x="346" y="15401"/>
                      </a:cubicBezTo>
                      <a:cubicBezTo>
                        <a:pt x="461" y="15401"/>
                        <a:pt x="575" y="15333"/>
                        <a:pt x="629" y="15224"/>
                      </a:cubicBezTo>
                      <a:lnTo>
                        <a:pt x="8393" y="473"/>
                      </a:lnTo>
                      <a:cubicBezTo>
                        <a:pt x="8467" y="325"/>
                        <a:pt x="8393" y="140"/>
                        <a:pt x="8245" y="29"/>
                      </a:cubicBezTo>
                      <a:cubicBezTo>
                        <a:pt x="8205" y="10"/>
                        <a:pt x="8163" y="0"/>
                        <a:pt x="81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8" name="Google Shape;2816;p51">
                  <a:extLst>
                    <a:ext uri="{FF2B5EF4-FFF2-40B4-BE49-F238E27FC236}">
                      <a16:creationId xmlns:a16="http://schemas.microsoft.com/office/drawing/2014/main" id="{0056814C-3A6B-DB2E-9D51-B91B83C59B23}"/>
                    </a:ext>
                  </a:extLst>
                </p:cNvPr>
                <p:cNvSpPr/>
                <p:nvPr/>
              </p:nvSpPr>
              <p:spPr>
                <a:xfrm>
                  <a:off x="2612600" y="3247525"/>
                  <a:ext cx="720950" cy="36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38" h="14605" extrusionOk="0">
                      <a:moveTo>
                        <a:pt x="6544" y="1"/>
                      </a:moveTo>
                      <a:cubicBezTo>
                        <a:pt x="6359" y="1"/>
                        <a:pt x="6211" y="112"/>
                        <a:pt x="6137" y="259"/>
                      </a:cubicBezTo>
                      <a:lnTo>
                        <a:pt x="111" y="14013"/>
                      </a:lnTo>
                      <a:cubicBezTo>
                        <a:pt x="0" y="14271"/>
                        <a:pt x="222" y="14604"/>
                        <a:pt x="518" y="14604"/>
                      </a:cubicBezTo>
                      <a:lnTo>
                        <a:pt x="22293" y="14604"/>
                      </a:lnTo>
                      <a:cubicBezTo>
                        <a:pt x="22478" y="14604"/>
                        <a:pt x="22626" y="14493"/>
                        <a:pt x="22663" y="14345"/>
                      </a:cubicBezTo>
                      <a:lnTo>
                        <a:pt x="28726" y="592"/>
                      </a:lnTo>
                      <a:cubicBezTo>
                        <a:pt x="28837" y="333"/>
                        <a:pt x="28615" y="1"/>
                        <a:pt x="283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9" name="Google Shape;2817;p51">
                  <a:extLst>
                    <a:ext uri="{FF2B5EF4-FFF2-40B4-BE49-F238E27FC236}">
                      <a16:creationId xmlns:a16="http://schemas.microsoft.com/office/drawing/2014/main" id="{42CEB54E-A1A7-25B3-4204-BB8FD983DA48}"/>
                    </a:ext>
                  </a:extLst>
                </p:cNvPr>
                <p:cNvSpPr/>
                <p:nvPr/>
              </p:nvSpPr>
              <p:spPr>
                <a:xfrm>
                  <a:off x="2607050" y="3240125"/>
                  <a:ext cx="732025" cy="37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81" h="15196" extrusionOk="0">
                      <a:moveTo>
                        <a:pt x="28542" y="592"/>
                      </a:moveTo>
                      <a:lnTo>
                        <a:pt x="28616" y="629"/>
                      </a:lnTo>
                      <a:lnTo>
                        <a:pt x="28652" y="740"/>
                      </a:lnTo>
                      <a:lnTo>
                        <a:pt x="28652" y="777"/>
                      </a:lnTo>
                      <a:lnTo>
                        <a:pt x="22626" y="14530"/>
                      </a:lnTo>
                      <a:lnTo>
                        <a:pt x="22515" y="14604"/>
                      </a:lnTo>
                      <a:lnTo>
                        <a:pt x="740" y="14604"/>
                      </a:lnTo>
                      <a:lnTo>
                        <a:pt x="666" y="14567"/>
                      </a:lnTo>
                      <a:lnTo>
                        <a:pt x="629" y="14456"/>
                      </a:lnTo>
                      <a:lnTo>
                        <a:pt x="629" y="14419"/>
                      </a:lnTo>
                      <a:lnTo>
                        <a:pt x="6655" y="666"/>
                      </a:lnTo>
                      <a:lnTo>
                        <a:pt x="6766" y="592"/>
                      </a:lnTo>
                      <a:close/>
                      <a:moveTo>
                        <a:pt x="6766" y="1"/>
                      </a:moveTo>
                      <a:cubicBezTo>
                        <a:pt x="6470" y="1"/>
                        <a:pt x="6211" y="149"/>
                        <a:pt x="6100" y="445"/>
                      </a:cubicBezTo>
                      <a:lnTo>
                        <a:pt x="74" y="14198"/>
                      </a:lnTo>
                      <a:lnTo>
                        <a:pt x="74" y="14161"/>
                      </a:lnTo>
                      <a:cubicBezTo>
                        <a:pt x="37" y="14272"/>
                        <a:pt x="0" y="14382"/>
                        <a:pt x="0" y="14456"/>
                      </a:cubicBezTo>
                      <a:cubicBezTo>
                        <a:pt x="0" y="14863"/>
                        <a:pt x="296" y="15196"/>
                        <a:pt x="740" y="15196"/>
                      </a:cubicBezTo>
                      <a:lnTo>
                        <a:pt x="22515" y="15196"/>
                      </a:lnTo>
                      <a:cubicBezTo>
                        <a:pt x="22811" y="15196"/>
                        <a:pt x="23070" y="15048"/>
                        <a:pt x="23181" y="14752"/>
                      </a:cubicBezTo>
                      <a:lnTo>
                        <a:pt x="29207" y="999"/>
                      </a:lnTo>
                      <a:cubicBezTo>
                        <a:pt x="29244" y="925"/>
                        <a:pt x="29281" y="814"/>
                        <a:pt x="29281" y="740"/>
                      </a:cubicBezTo>
                      <a:cubicBezTo>
                        <a:pt x="29281" y="334"/>
                        <a:pt x="28948" y="1"/>
                        <a:pt x="285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0" name="Google Shape;2818;p51">
                  <a:extLst>
                    <a:ext uri="{FF2B5EF4-FFF2-40B4-BE49-F238E27FC236}">
                      <a16:creationId xmlns:a16="http://schemas.microsoft.com/office/drawing/2014/main" id="{DEC64087-4E85-EB83-7517-62BB4F024975}"/>
                    </a:ext>
                  </a:extLst>
                </p:cNvPr>
                <p:cNvSpPr/>
                <p:nvPr/>
              </p:nvSpPr>
              <p:spPr>
                <a:xfrm>
                  <a:off x="2665275" y="3274325"/>
                  <a:ext cx="615575" cy="31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23" h="12460" extrusionOk="0">
                      <a:moveTo>
                        <a:pt x="5583" y="1"/>
                      </a:moveTo>
                      <a:cubicBezTo>
                        <a:pt x="5435" y="1"/>
                        <a:pt x="5324" y="75"/>
                        <a:pt x="5250" y="223"/>
                      </a:cubicBezTo>
                      <a:lnTo>
                        <a:pt x="111" y="11942"/>
                      </a:lnTo>
                      <a:cubicBezTo>
                        <a:pt x="0" y="12201"/>
                        <a:pt x="185" y="12460"/>
                        <a:pt x="444" y="12460"/>
                      </a:cubicBezTo>
                      <a:lnTo>
                        <a:pt x="19040" y="12460"/>
                      </a:lnTo>
                      <a:cubicBezTo>
                        <a:pt x="19188" y="12460"/>
                        <a:pt x="19299" y="12386"/>
                        <a:pt x="19373" y="12238"/>
                      </a:cubicBezTo>
                      <a:lnTo>
                        <a:pt x="24512" y="518"/>
                      </a:lnTo>
                      <a:cubicBezTo>
                        <a:pt x="24623" y="260"/>
                        <a:pt x="24438" y="1"/>
                        <a:pt x="2417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1" name="Google Shape;2819;p51">
                  <a:extLst>
                    <a:ext uri="{FF2B5EF4-FFF2-40B4-BE49-F238E27FC236}">
                      <a16:creationId xmlns:a16="http://schemas.microsoft.com/office/drawing/2014/main" id="{F9D048A1-9E93-35FC-3C73-6AF475C4D5F0}"/>
                    </a:ext>
                  </a:extLst>
                </p:cNvPr>
                <p:cNvSpPr/>
                <p:nvPr/>
              </p:nvSpPr>
              <p:spPr>
                <a:xfrm>
                  <a:off x="2659725" y="3266950"/>
                  <a:ext cx="626675" cy="32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67" h="13051" extrusionOk="0">
                      <a:moveTo>
                        <a:pt x="24401" y="592"/>
                      </a:moveTo>
                      <a:lnTo>
                        <a:pt x="24438" y="629"/>
                      </a:lnTo>
                      <a:lnTo>
                        <a:pt x="24438" y="666"/>
                      </a:lnTo>
                      <a:lnTo>
                        <a:pt x="19299" y="12422"/>
                      </a:lnTo>
                      <a:lnTo>
                        <a:pt x="19262" y="12459"/>
                      </a:lnTo>
                      <a:lnTo>
                        <a:pt x="666" y="12459"/>
                      </a:lnTo>
                      <a:lnTo>
                        <a:pt x="629" y="12422"/>
                      </a:lnTo>
                      <a:lnTo>
                        <a:pt x="629" y="12385"/>
                      </a:lnTo>
                      <a:lnTo>
                        <a:pt x="5768" y="629"/>
                      </a:lnTo>
                      <a:lnTo>
                        <a:pt x="5805" y="592"/>
                      </a:lnTo>
                      <a:close/>
                      <a:moveTo>
                        <a:pt x="5805" y="0"/>
                      </a:moveTo>
                      <a:cubicBezTo>
                        <a:pt x="5546" y="0"/>
                        <a:pt x="5324" y="148"/>
                        <a:pt x="5213" y="407"/>
                      </a:cubicBezTo>
                      <a:lnTo>
                        <a:pt x="38" y="12126"/>
                      </a:lnTo>
                      <a:cubicBezTo>
                        <a:pt x="1" y="12200"/>
                        <a:pt x="1" y="12311"/>
                        <a:pt x="1" y="12385"/>
                      </a:cubicBezTo>
                      <a:cubicBezTo>
                        <a:pt x="1" y="12755"/>
                        <a:pt x="296" y="13051"/>
                        <a:pt x="666" y="13051"/>
                      </a:cubicBezTo>
                      <a:lnTo>
                        <a:pt x="19262" y="13051"/>
                      </a:lnTo>
                      <a:cubicBezTo>
                        <a:pt x="19521" y="13051"/>
                        <a:pt x="19743" y="12903"/>
                        <a:pt x="19854" y="12644"/>
                      </a:cubicBezTo>
                      <a:lnTo>
                        <a:pt x="24993" y="924"/>
                      </a:lnTo>
                      <a:cubicBezTo>
                        <a:pt x="25067" y="850"/>
                        <a:pt x="25067" y="739"/>
                        <a:pt x="25067" y="666"/>
                      </a:cubicBezTo>
                      <a:cubicBezTo>
                        <a:pt x="25067" y="296"/>
                        <a:pt x="24771" y="0"/>
                        <a:pt x="2440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2" name="Google Shape;2820;p51">
                  <a:extLst>
                    <a:ext uri="{FF2B5EF4-FFF2-40B4-BE49-F238E27FC236}">
                      <a16:creationId xmlns:a16="http://schemas.microsoft.com/office/drawing/2014/main" id="{E3F98BE2-64EC-46BA-2431-2FDDF20616E7}"/>
                    </a:ext>
                  </a:extLst>
                </p:cNvPr>
                <p:cNvSpPr/>
                <p:nvPr/>
              </p:nvSpPr>
              <p:spPr>
                <a:xfrm>
                  <a:off x="2359350" y="3589500"/>
                  <a:ext cx="818000" cy="2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20" h="1073" extrusionOk="0">
                      <a:moveTo>
                        <a:pt x="0" y="1"/>
                      </a:moveTo>
                      <a:lnTo>
                        <a:pt x="0" y="1073"/>
                      </a:lnTo>
                      <a:lnTo>
                        <a:pt x="32719" y="1073"/>
                      </a:lnTo>
                      <a:lnTo>
                        <a:pt x="3271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3" name="Google Shape;2821;p51">
                  <a:extLst>
                    <a:ext uri="{FF2B5EF4-FFF2-40B4-BE49-F238E27FC236}">
                      <a16:creationId xmlns:a16="http://schemas.microsoft.com/office/drawing/2014/main" id="{2EB9358D-953C-B0BD-5840-03F7A2CA0CCF}"/>
                    </a:ext>
                  </a:extLst>
                </p:cNvPr>
                <p:cNvSpPr/>
                <p:nvPr/>
              </p:nvSpPr>
              <p:spPr>
                <a:xfrm>
                  <a:off x="2351950" y="3582125"/>
                  <a:ext cx="833700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48" h="1701" extrusionOk="0">
                      <a:moveTo>
                        <a:pt x="32719" y="629"/>
                      </a:moveTo>
                      <a:lnTo>
                        <a:pt x="32719" y="1072"/>
                      </a:lnTo>
                      <a:lnTo>
                        <a:pt x="592" y="1072"/>
                      </a:lnTo>
                      <a:lnTo>
                        <a:pt x="592" y="629"/>
                      </a:lnTo>
                      <a:close/>
                      <a:moveTo>
                        <a:pt x="296" y="0"/>
                      </a:moveTo>
                      <a:cubicBezTo>
                        <a:pt x="222" y="0"/>
                        <a:pt x="148" y="37"/>
                        <a:pt x="74" y="74"/>
                      </a:cubicBezTo>
                      <a:cubicBezTo>
                        <a:pt x="37" y="148"/>
                        <a:pt x="0" y="222"/>
                        <a:pt x="0" y="296"/>
                      </a:cubicBezTo>
                      <a:lnTo>
                        <a:pt x="0" y="1368"/>
                      </a:lnTo>
                      <a:cubicBezTo>
                        <a:pt x="0" y="1442"/>
                        <a:pt x="37" y="1553"/>
                        <a:pt x="74" y="1590"/>
                      </a:cubicBezTo>
                      <a:cubicBezTo>
                        <a:pt x="148" y="1664"/>
                        <a:pt x="222" y="1701"/>
                        <a:pt x="296" y="1701"/>
                      </a:cubicBezTo>
                      <a:lnTo>
                        <a:pt x="33015" y="1701"/>
                      </a:lnTo>
                      <a:cubicBezTo>
                        <a:pt x="33089" y="1701"/>
                        <a:pt x="33200" y="1664"/>
                        <a:pt x="33237" y="1590"/>
                      </a:cubicBezTo>
                      <a:cubicBezTo>
                        <a:pt x="33311" y="1553"/>
                        <a:pt x="33348" y="1442"/>
                        <a:pt x="33348" y="1368"/>
                      </a:cubicBezTo>
                      <a:lnTo>
                        <a:pt x="33348" y="296"/>
                      </a:lnTo>
                      <a:cubicBezTo>
                        <a:pt x="33348" y="222"/>
                        <a:pt x="33311" y="148"/>
                        <a:pt x="33237" y="74"/>
                      </a:cubicBezTo>
                      <a:cubicBezTo>
                        <a:pt x="33200" y="37"/>
                        <a:pt x="33089" y="0"/>
                        <a:pt x="3301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4" name="Google Shape;2822;p51">
                  <a:extLst>
                    <a:ext uri="{FF2B5EF4-FFF2-40B4-BE49-F238E27FC236}">
                      <a16:creationId xmlns:a16="http://schemas.microsoft.com/office/drawing/2014/main" id="{E0BFB8EE-485E-77B8-BC90-2708E88B5B7D}"/>
                    </a:ext>
                  </a:extLst>
                </p:cNvPr>
                <p:cNvSpPr/>
                <p:nvPr/>
              </p:nvSpPr>
              <p:spPr>
                <a:xfrm>
                  <a:off x="2780800" y="3589500"/>
                  <a:ext cx="396550" cy="2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2" h="1073" extrusionOk="0">
                      <a:moveTo>
                        <a:pt x="1" y="1"/>
                      </a:moveTo>
                      <a:lnTo>
                        <a:pt x="1" y="1073"/>
                      </a:lnTo>
                      <a:lnTo>
                        <a:pt x="15861" y="1073"/>
                      </a:lnTo>
                      <a:lnTo>
                        <a:pt x="1586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5" name="Google Shape;2823;p51">
                  <a:extLst>
                    <a:ext uri="{FF2B5EF4-FFF2-40B4-BE49-F238E27FC236}">
                      <a16:creationId xmlns:a16="http://schemas.microsoft.com/office/drawing/2014/main" id="{7DB9C84C-E4E7-56A9-94C6-79A7FA22D7C6}"/>
                    </a:ext>
                  </a:extLst>
                </p:cNvPr>
                <p:cNvSpPr/>
                <p:nvPr/>
              </p:nvSpPr>
              <p:spPr>
                <a:xfrm>
                  <a:off x="2773400" y="3582125"/>
                  <a:ext cx="412250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90" h="1701" extrusionOk="0">
                      <a:moveTo>
                        <a:pt x="15861" y="629"/>
                      </a:moveTo>
                      <a:lnTo>
                        <a:pt x="15861" y="1072"/>
                      </a:lnTo>
                      <a:lnTo>
                        <a:pt x="593" y="1072"/>
                      </a:lnTo>
                      <a:lnTo>
                        <a:pt x="593" y="629"/>
                      </a:lnTo>
                      <a:close/>
                      <a:moveTo>
                        <a:pt x="297" y="0"/>
                      </a:moveTo>
                      <a:cubicBezTo>
                        <a:pt x="223" y="0"/>
                        <a:pt x="149" y="37"/>
                        <a:pt x="75" y="74"/>
                      </a:cubicBezTo>
                      <a:cubicBezTo>
                        <a:pt x="38" y="148"/>
                        <a:pt x="1" y="222"/>
                        <a:pt x="1" y="296"/>
                      </a:cubicBezTo>
                      <a:lnTo>
                        <a:pt x="1" y="1368"/>
                      </a:lnTo>
                      <a:cubicBezTo>
                        <a:pt x="1" y="1442"/>
                        <a:pt x="38" y="1553"/>
                        <a:pt x="75" y="1590"/>
                      </a:cubicBezTo>
                      <a:cubicBezTo>
                        <a:pt x="149" y="1664"/>
                        <a:pt x="223" y="1701"/>
                        <a:pt x="297" y="1701"/>
                      </a:cubicBezTo>
                      <a:lnTo>
                        <a:pt x="16157" y="1701"/>
                      </a:lnTo>
                      <a:cubicBezTo>
                        <a:pt x="16231" y="1701"/>
                        <a:pt x="16342" y="1664"/>
                        <a:pt x="16379" y="1590"/>
                      </a:cubicBezTo>
                      <a:cubicBezTo>
                        <a:pt x="16453" y="1553"/>
                        <a:pt x="16490" y="1442"/>
                        <a:pt x="16490" y="1368"/>
                      </a:cubicBezTo>
                      <a:lnTo>
                        <a:pt x="16490" y="296"/>
                      </a:lnTo>
                      <a:cubicBezTo>
                        <a:pt x="16490" y="222"/>
                        <a:pt x="16453" y="148"/>
                        <a:pt x="16379" y="74"/>
                      </a:cubicBezTo>
                      <a:cubicBezTo>
                        <a:pt x="16342" y="37"/>
                        <a:pt x="16231" y="0"/>
                        <a:pt x="161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6" name="Google Shape;2824;p51">
                  <a:extLst>
                    <a:ext uri="{FF2B5EF4-FFF2-40B4-BE49-F238E27FC236}">
                      <a16:creationId xmlns:a16="http://schemas.microsoft.com/office/drawing/2014/main" id="{1A4CCBB6-8F3C-6F55-6E49-A171ED316E8E}"/>
                    </a:ext>
                  </a:extLst>
                </p:cNvPr>
                <p:cNvSpPr/>
                <p:nvPr/>
              </p:nvSpPr>
              <p:spPr>
                <a:xfrm>
                  <a:off x="2617200" y="2599625"/>
                  <a:ext cx="476025" cy="47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41" h="19041" extrusionOk="0">
                      <a:moveTo>
                        <a:pt x="9539" y="0"/>
                      </a:moveTo>
                      <a:cubicBezTo>
                        <a:pt x="4290" y="0"/>
                        <a:pt x="1" y="4252"/>
                        <a:pt x="1" y="9502"/>
                      </a:cubicBezTo>
                      <a:cubicBezTo>
                        <a:pt x="1" y="14788"/>
                        <a:pt x="4290" y="19040"/>
                        <a:pt x="9539" y="19040"/>
                      </a:cubicBezTo>
                      <a:cubicBezTo>
                        <a:pt x="14789" y="19040"/>
                        <a:pt x="19041" y="14788"/>
                        <a:pt x="19041" y="9502"/>
                      </a:cubicBezTo>
                      <a:cubicBezTo>
                        <a:pt x="19041" y="4252"/>
                        <a:pt x="14789" y="0"/>
                        <a:pt x="953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7" name="Google Shape;2825;p51">
                  <a:extLst>
                    <a:ext uri="{FF2B5EF4-FFF2-40B4-BE49-F238E27FC236}">
                      <a16:creationId xmlns:a16="http://schemas.microsoft.com/office/drawing/2014/main" id="{7039A02D-6887-9961-366F-1C8AA22026B3}"/>
                    </a:ext>
                  </a:extLst>
                </p:cNvPr>
                <p:cNvSpPr/>
                <p:nvPr/>
              </p:nvSpPr>
              <p:spPr>
                <a:xfrm>
                  <a:off x="2609825" y="2592225"/>
                  <a:ext cx="490800" cy="49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32" h="19632" extrusionOk="0">
                      <a:moveTo>
                        <a:pt x="9834" y="592"/>
                      </a:moveTo>
                      <a:cubicBezTo>
                        <a:pt x="12385" y="592"/>
                        <a:pt x="14678" y="1627"/>
                        <a:pt x="16341" y="3291"/>
                      </a:cubicBezTo>
                      <a:cubicBezTo>
                        <a:pt x="18005" y="4954"/>
                        <a:pt x="19040" y="7284"/>
                        <a:pt x="19040" y="9798"/>
                      </a:cubicBezTo>
                      <a:cubicBezTo>
                        <a:pt x="19040" y="12349"/>
                        <a:pt x="18005" y="14641"/>
                        <a:pt x="16341" y="16304"/>
                      </a:cubicBezTo>
                      <a:cubicBezTo>
                        <a:pt x="14678" y="18005"/>
                        <a:pt x="12385" y="19003"/>
                        <a:pt x="9834" y="19003"/>
                      </a:cubicBezTo>
                      <a:cubicBezTo>
                        <a:pt x="7283" y="19003"/>
                        <a:pt x="4991" y="18005"/>
                        <a:pt x="3328" y="16304"/>
                      </a:cubicBezTo>
                      <a:cubicBezTo>
                        <a:pt x="1664" y="14641"/>
                        <a:pt x="629" y="12349"/>
                        <a:pt x="629" y="9798"/>
                      </a:cubicBezTo>
                      <a:cubicBezTo>
                        <a:pt x="629" y="7284"/>
                        <a:pt x="1664" y="4954"/>
                        <a:pt x="3328" y="3291"/>
                      </a:cubicBezTo>
                      <a:cubicBezTo>
                        <a:pt x="4991" y="1627"/>
                        <a:pt x="7283" y="592"/>
                        <a:pt x="9834" y="592"/>
                      </a:cubicBezTo>
                      <a:close/>
                      <a:moveTo>
                        <a:pt x="9834" y="0"/>
                      </a:moveTo>
                      <a:cubicBezTo>
                        <a:pt x="4400" y="0"/>
                        <a:pt x="0" y="4400"/>
                        <a:pt x="0" y="9798"/>
                      </a:cubicBezTo>
                      <a:cubicBezTo>
                        <a:pt x="0" y="15232"/>
                        <a:pt x="4400" y="19632"/>
                        <a:pt x="9834" y="19632"/>
                      </a:cubicBezTo>
                      <a:cubicBezTo>
                        <a:pt x="15232" y="19632"/>
                        <a:pt x="19632" y="15232"/>
                        <a:pt x="19632" y="9798"/>
                      </a:cubicBezTo>
                      <a:cubicBezTo>
                        <a:pt x="19632" y="4400"/>
                        <a:pt x="15232" y="0"/>
                        <a:pt x="98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8" name="Google Shape;2826;p51">
                  <a:extLst>
                    <a:ext uri="{FF2B5EF4-FFF2-40B4-BE49-F238E27FC236}">
                      <a16:creationId xmlns:a16="http://schemas.microsoft.com/office/drawing/2014/main" id="{FE13A603-69FE-20F9-1CC1-25F0227D1FDB}"/>
                    </a:ext>
                  </a:extLst>
                </p:cNvPr>
                <p:cNvSpPr/>
                <p:nvPr/>
              </p:nvSpPr>
              <p:spPr>
                <a:xfrm>
                  <a:off x="2855675" y="3045125"/>
                  <a:ext cx="68425" cy="30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7" h="12016" extrusionOk="0">
                      <a:moveTo>
                        <a:pt x="2736" y="0"/>
                      </a:moveTo>
                      <a:lnTo>
                        <a:pt x="0" y="1220"/>
                      </a:lnTo>
                      <a:lnTo>
                        <a:pt x="2219" y="12016"/>
                      </a:lnTo>
                      <a:lnTo>
                        <a:pt x="273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9" name="Google Shape;2827;p51">
                  <a:extLst>
                    <a:ext uri="{FF2B5EF4-FFF2-40B4-BE49-F238E27FC236}">
                      <a16:creationId xmlns:a16="http://schemas.microsoft.com/office/drawing/2014/main" id="{7BF0CE3F-51E2-683C-FA8C-A0DBB4D13C00}"/>
                    </a:ext>
                  </a:extLst>
                </p:cNvPr>
                <p:cNvSpPr/>
                <p:nvPr/>
              </p:nvSpPr>
              <p:spPr>
                <a:xfrm>
                  <a:off x="2847350" y="3037950"/>
                  <a:ext cx="84125" cy="31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5" h="12636" extrusionOk="0">
                      <a:moveTo>
                        <a:pt x="2736" y="768"/>
                      </a:moveTo>
                      <a:lnTo>
                        <a:pt x="2367" y="9789"/>
                      </a:lnTo>
                      <a:lnTo>
                        <a:pt x="677" y="1664"/>
                      </a:lnTo>
                      <a:lnTo>
                        <a:pt x="677" y="1664"/>
                      </a:lnTo>
                      <a:lnTo>
                        <a:pt x="2736" y="768"/>
                      </a:lnTo>
                      <a:close/>
                      <a:moveTo>
                        <a:pt x="3083" y="1"/>
                      </a:moveTo>
                      <a:cubicBezTo>
                        <a:pt x="3032" y="1"/>
                        <a:pt x="2977" y="10"/>
                        <a:pt x="2921" y="28"/>
                      </a:cubicBezTo>
                      <a:lnTo>
                        <a:pt x="185" y="1211"/>
                      </a:lnTo>
                      <a:cubicBezTo>
                        <a:pt x="75" y="1285"/>
                        <a:pt x="1" y="1433"/>
                        <a:pt x="38" y="1544"/>
                      </a:cubicBezTo>
                      <a:lnTo>
                        <a:pt x="2256" y="12376"/>
                      </a:lnTo>
                      <a:cubicBezTo>
                        <a:pt x="2293" y="12524"/>
                        <a:pt x="2441" y="12635"/>
                        <a:pt x="2589" y="12635"/>
                      </a:cubicBezTo>
                      <a:cubicBezTo>
                        <a:pt x="2736" y="12598"/>
                        <a:pt x="2847" y="12487"/>
                        <a:pt x="2847" y="12340"/>
                      </a:cubicBezTo>
                      <a:lnTo>
                        <a:pt x="3365" y="324"/>
                      </a:lnTo>
                      <a:cubicBezTo>
                        <a:pt x="3365" y="213"/>
                        <a:pt x="3328" y="102"/>
                        <a:pt x="3217" y="28"/>
                      </a:cubicBezTo>
                      <a:cubicBezTo>
                        <a:pt x="3180" y="10"/>
                        <a:pt x="3134" y="1"/>
                        <a:pt x="30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0" name="Google Shape;2828;p51">
                  <a:extLst>
                    <a:ext uri="{FF2B5EF4-FFF2-40B4-BE49-F238E27FC236}">
                      <a16:creationId xmlns:a16="http://schemas.microsoft.com/office/drawing/2014/main" id="{1BD57997-E730-B9E8-CE49-F168F75DD50B}"/>
                    </a:ext>
                  </a:extLst>
                </p:cNvPr>
                <p:cNvSpPr/>
                <p:nvPr/>
              </p:nvSpPr>
              <p:spPr>
                <a:xfrm>
                  <a:off x="4462975" y="3403725"/>
                  <a:ext cx="145125" cy="21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05" h="8541" extrusionOk="0">
                      <a:moveTo>
                        <a:pt x="0" y="1"/>
                      </a:moveTo>
                      <a:lnTo>
                        <a:pt x="0" y="8541"/>
                      </a:lnTo>
                      <a:lnTo>
                        <a:pt x="5805" y="8541"/>
                      </a:lnTo>
                      <a:lnTo>
                        <a:pt x="580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1" name="Google Shape;2829;p51">
                  <a:extLst>
                    <a:ext uri="{FF2B5EF4-FFF2-40B4-BE49-F238E27FC236}">
                      <a16:creationId xmlns:a16="http://schemas.microsoft.com/office/drawing/2014/main" id="{14E94555-ADA8-53DF-C270-E8A71DD9D331}"/>
                    </a:ext>
                  </a:extLst>
                </p:cNvPr>
                <p:cNvSpPr/>
                <p:nvPr/>
              </p:nvSpPr>
              <p:spPr>
                <a:xfrm>
                  <a:off x="4455575" y="3396325"/>
                  <a:ext cx="159925" cy="2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7" h="9133" extrusionOk="0">
                      <a:moveTo>
                        <a:pt x="5768" y="592"/>
                      </a:moveTo>
                      <a:lnTo>
                        <a:pt x="5768" y="8504"/>
                      </a:lnTo>
                      <a:lnTo>
                        <a:pt x="629" y="8504"/>
                      </a:lnTo>
                      <a:lnTo>
                        <a:pt x="629" y="592"/>
                      </a:lnTo>
                      <a:close/>
                      <a:moveTo>
                        <a:pt x="296" y="1"/>
                      </a:moveTo>
                      <a:cubicBezTo>
                        <a:pt x="222" y="1"/>
                        <a:pt x="148" y="38"/>
                        <a:pt x="74" y="75"/>
                      </a:cubicBezTo>
                      <a:cubicBezTo>
                        <a:pt x="37" y="149"/>
                        <a:pt x="0" y="223"/>
                        <a:pt x="0" y="297"/>
                      </a:cubicBezTo>
                      <a:lnTo>
                        <a:pt x="0" y="8837"/>
                      </a:lnTo>
                      <a:cubicBezTo>
                        <a:pt x="0" y="8911"/>
                        <a:pt x="37" y="8985"/>
                        <a:pt x="74" y="9059"/>
                      </a:cubicBezTo>
                      <a:cubicBezTo>
                        <a:pt x="148" y="9096"/>
                        <a:pt x="222" y="9133"/>
                        <a:pt x="296" y="9133"/>
                      </a:cubicBezTo>
                      <a:lnTo>
                        <a:pt x="6101" y="9133"/>
                      </a:lnTo>
                      <a:cubicBezTo>
                        <a:pt x="6175" y="9133"/>
                        <a:pt x="6248" y="9096"/>
                        <a:pt x="6285" y="9059"/>
                      </a:cubicBezTo>
                      <a:cubicBezTo>
                        <a:pt x="6359" y="8985"/>
                        <a:pt x="6396" y="8911"/>
                        <a:pt x="6396" y="8837"/>
                      </a:cubicBezTo>
                      <a:lnTo>
                        <a:pt x="6396" y="297"/>
                      </a:lnTo>
                      <a:cubicBezTo>
                        <a:pt x="6396" y="223"/>
                        <a:pt x="6359" y="149"/>
                        <a:pt x="6285" y="75"/>
                      </a:cubicBezTo>
                      <a:cubicBezTo>
                        <a:pt x="6248" y="38"/>
                        <a:pt x="6175" y="1"/>
                        <a:pt x="61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2" name="Google Shape;2830;p51">
                  <a:extLst>
                    <a:ext uri="{FF2B5EF4-FFF2-40B4-BE49-F238E27FC236}">
                      <a16:creationId xmlns:a16="http://schemas.microsoft.com/office/drawing/2014/main" id="{677CA7DD-9EFC-7EB4-A604-72E9C0FB6B7B}"/>
                    </a:ext>
                  </a:extLst>
                </p:cNvPr>
                <p:cNvSpPr/>
                <p:nvPr/>
              </p:nvSpPr>
              <p:spPr>
                <a:xfrm>
                  <a:off x="4570175" y="3443475"/>
                  <a:ext cx="77675" cy="14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7" h="5768" extrusionOk="0">
                      <a:moveTo>
                        <a:pt x="481" y="0"/>
                      </a:moveTo>
                      <a:cubicBezTo>
                        <a:pt x="186" y="0"/>
                        <a:pt x="1" y="222"/>
                        <a:pt x="1" y="481"/>
                      </a:cubicBezTo>
                      <a:cubicBezTo>
                        <a:pt x="1" y="740"/>
                        <a:pt x="186" y="962"/>
                        <a:pt x="481" y="962"/>
                      </a:cubicBezTo>
                      <a:lnTo>
                        <a:pt x="1258" y="962"/>
                      </a:lnTo>
                      <a:cubicBezTo>
                        <a:pt x="1738" y="962"/>
                        <a:pt x="2145" y="1368"/>
                        <a:pt x="2145" y="1849"/>
                      </a:cubicBezTo>
                      <a:lnTo>
                        <a:pt x="2145" y="3919"/>
                      </a:lnTo>
                      <a:cubicBezTo>
                        <a:pt x="2145" y="4437"/>
                        <a:pt x="1738" y="4844"/>
                        <a:pt x="1258" y="4844"/>
                      </a:cubicBezTo>
                      <a:lnTo>
                        <a:pt x="629" y="4844"/>
                      </a:lnTo>
                      <a:cubicBezTo>
                        <a:pt x="371" y="4844"/>
                        <a:pt x="149" y="5028"/>
                        <a:pt x="149" y="5287"/>
                      </a:cubicBezTo>
                      <a:cubicBezTo>
                        <a:pt x="149" y="5583"/>
                        <a:pt x="371" y="5768"/>
                        <a:pt x="629" y="5768"/>
                      </a:cubicBezTo>
                      <a:lnTo>
                        <a:pt x="1258" y="5768"/>
                      </a:lnTo>
                      <a:cubicBezTo>
                        <a:pt x="2256" y="5768"/>
                        <a:pt x="3106" y="4955"/>
                        <a:pt x="3106" y="3919"/>
                      </a:cubicBezTo>
                      <a:lnTo>
                        <a:pt x="3106" y="1849"/>
                      </a:lnTo>
                      <a:cubicBezTo>
                        <a:pt x="3106" y="851"/>
                        <a:pt x="2256" y="0"/>
                        <a:pt x="125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3" name="Google Shape;2831;p51">
                  <a:extLst>
                    <a:ext uri="{FF2B5EF4-FFF2-40B4-BE49-F238E27FC236}">
                      <a16:creationId xmlns:a16="http://schemas.microsoft.com/office/drawing/2014/main" id="{17453BC0-ACC0-2701-B5AC-42FF20724562}"/>
                    </a:ext>
                  </a:extLst>
                </p:cNvPr>
                <p:cNvSpPr/>
                <p:nvPr/>
              </p:nvSpPr>
              <p:spPr>
                <a:xfrm>
                  <a:off x="4561875" y="3436075"/>
                  <a:ext cx="93375" cy="15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5" h="6397" extrusionOk="0">
                      <a:moveTo>
                        <a:pt x="1590" y="592"/>
                      </a:moveTo>
                      <a:cubicBezTo>
                        <a:pt x="2440" y="629"/>
                        <a:pt x="3106" y="1295"/>
                        <a:pt x="3106" y="2145"/>
                      </a:cubicBezTo>
                      <a:lnTo>
                        <a:pt x="3106" y="4215"/>
                      </a:lnTo>
                      <a:cubicBezTo>
                        <a:pt x="3106" y="5066"/>
                        <a:pt x="2440" y="5768"/>
                        <a:pt x="1590" y="5768"/>
                      </a:cubicBezTo>
                      <a:lnTo>
                        <a:pt x="961" y="5768"/>
                      </a:lnTo>
                      <a:cubicBezTo>
                        <a:pt x="887" y="5768"/>
                        <a:pt x="813" y="5694"/>
                        <a:pt x="813" y="5583"/>
                      </a:cubicBezTo>
                      <a:cubicBezTo>
                        <a:pt x="813" y="5509"/>
                        <a:pt x="887" y="5435"/>
                        <a:pt x="961" y="5435"/>
                      </a:cubicBezTo>
                      <a:lnTo>
                        <a:pt x="1590" y="5435"/>
                      </a:lnTo>
                      <a:cubicBezTo>
                        <a:pt x="2255" y="5435"/>
                        <a:pt x="2773" y="4881"/>
                        <a:pt x="2773" y="4215"/>
                      </a:cubicBezTo>
                      <a:lnTo>
                        <a:pt x="2773" y="2145"/>
                      </a:lnTo>
                      <a:cubicBezTo>
                        <a:pt x="2773" y="1480"/>
                        <a:pt x="2255" y="962"/>
                        <a:pt x="1590" y="962"/>
                      </a:cubicBezTo>
                      <a:lnTo>
                        <a:pt x="813" y="962"/>
                      </a:lnTo>
                      <a:cubicBezTo>
                        <a:pt x="703" y="962"/>
                        <a:pt x="629" y="888"/>
                        <a:pt x="629" y="777"/>
                      </a:cubicBezTo>
                      <a:cubicBezTo>
                        <a:pt x="629" y="703"/>
                        <a:pt x="703" y="592"/>
                        <a:pt x="813" y="592"/>
                      </a:cubicBezTo>
                      <a:close/>
                      <a:moveTo>
                        <a:pt x="813" y="1"/>
                      </a:moveTo>
                      <a:cubicBezTo>
                        <a:pt x="370" y="1"/>
                        <a:pt x="0" y="333"/>
                        <a:pt x="0" y="777"/>
                      </a:cubicBezTo>
                      <a:cubicBezTo>
                        <a:pt x="0" y="1221"/>
                        <a:pt x="370" y="1553"/>
                        <a:pt x="813" y="1553"/>
                      </a:cubicBezTo>
                      <a:lnTo>
                        <a:pt x="1590" y="1553"/>
                      </a:lnTo>
                      <a:cubicBezTo>
                        <a:pt x="1886" y="1553"/>
                        <a:pt x="2181" y="1812"/>
                        <a:pt x="2181" y="2145"/>
                      </a:cubicBezTo>
                      <a:lnTo>
                        <a:pt x="2181" y="4215"/>
                      </a:lnTo>
                      <a:cubicBezTo>
                        <a:pt x="2181" y="4548"/>
                        <a:pt x="1886" y="4807"/>
                        <a:pt x="1590" y="4807"/>
                      </a:cubicBezTo>
                      <a:lnTo>
                        <a:pt x="961" y="4807"/>
                      </a:lnTo>
                      <a:cubicBezTo>
                        <a:pt x="518" y="4807"/>
                        <a:pt x="185" y="5177"/>
                        <a:pt x="185" y="5583"/>
                      </a:cubicBezTo>
                      <a:cubicBezTo>
                        <a:pt x="185" y="6027"/>
                        <a:pt x="518" y="6397"/>
                        <a:pt x="961" y="6397"/>
                      </a:cubicBezTo>
                      <a:lnTo>
                        <a:pt x="1590" y="6397"/>
                      </a:lnTo>
                      <a:cubicBezTo>
                        <a:pt x="2773" y="6397"/>
                        <a:pt x="3734" y="5398"/>
                        <a:pt x="3734" y="4215"/>
                      </a:cubicBezTo>
                      <a:lnTo>
                        <a:pt x="3734" y="2145"/>
                      </a:lnTo>
                      <a:cubicBezTo>
                        <a:pt x="3734" y="962"/>
                        <a:pt x="2773" y="1"/>
                        <a:pt x="15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4" name="Google Shape;2832;p51">
                  <a:extLst>
                    <a:ext uri="{FF2B5EF4-FFF2-40B4-BE49-F238E27FC236}">
                      <a16:creationId xmlns:a16="http://schemas.microsoft.com/office/drawing/2014/main" id="{AE711416-9EA0-E1A1-B2B2-856B941EE902}"/>
                    </a:ext>
                  </a:extLst>
                </p:cNvPr>
                <p:cNvSpPr/>
                <p:nvPr/>
              </p:nvSpPr>
              <p:spPr>
                <a:xfrm>
                  <a:off x="4999975" y="3728150"/>
                  <a:ext cx="140500" cy="134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0" h="53844" extrusionOk="0">
                      <a:moveTo>
                        <a:pt x="0" y="0"/>
                      </a:moveTo>
                      <a:lnTo>
                        <a:pt x="4474" y="53312"/>
                      </a:lnTo>
                      <a:cubicBezTo>
                        <a:pt x="4506" y="53634"/>
                        <a:pt x="4762" y="53844"/>
                        <a:pt x="5048" y="53844"/>
                      </a:cubicBezTo>
                      <a:cubicBezTo>
                        <a:pt x="5090" y="53844"/>
                        <a:pt x="5133" y="53839"/>
                        <a:pt x="5176" y="53830"/>
                      </a:cubicBezTo>
                      <a:cubicBezTo>
                        <a:pt x="5435" y="53756"/>
                        <a:pt x="5620" y="53497"/>
                        <a:pt x="5620" y="53201"/>
                      </a:cubicBezTo>
                      <a:lnTo>
                        <a:pt x="255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5" name="Google Shape;2833;p51">
                  <a:extLst>
                    <a:ext uri="{FF2B5EF4-FFF2-40B4-BE49-F238E27FC236}">
                      <a16:creationId xmlns:a16="http://schemas.microsoft.com/office/drawing/2014/main" id="{5D5BF79A-3DCA-9413-6339-ECE965E9FE7A}"/>
                    </a:ext>
                  </a:extLst>
                </p:cNvPr>
                <p:cNvSpPr/>
                <p:nvPr/>
              </p:nvSpPr>
              <p:spPr>
                <a:xfrm>
                  <a:off x="4991650" y="3720750"/>
                  <a:ext cx="156225" cy="136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9" h="54422" extrusionOk="0">
                      <a:moveTo>
                        <a:pt x="2588" y="629"/>
                      </a:moveTo>
                      <a:lnTo>
                        <a:pt x="5620" y="53497"/>
                      </a:lnTo>
                      <a:lnTo>
                        <a:pt x="5620" y="53534"/>
                      </a:lnTo>
                      <a:lnTo>
                        <a:pt x="5620" y="53571"/>
                      </a:lnTo>
                      <a:cubicBezTo>
                        <a:pt x="5620" y="53682"/>
                        <a:pt x="5546" y="53793"/>
                        <a:pt x="5435" y="53793"/>
                      </a:cubicBezTo>
                      <a:lnTo>
                        <a:pt x="5361" y="53830"/>
                      </a:lnTo>
                      <a:cubicBezTo>
                        <a:pt x="5250" y="53830"/>
                        <a:pt x="5139" y="53719"/>
                        <a:pt x="5102" y="53571"/>
                      </a:cubicBezTo>
                      <a:lnTo>
                        <a:pt x="5099" y="53572"/>
                      </a:lnTo>
                      <a:lnTo>
                        <a:pt x="5099" y="53572"/>
                      </a:lnTo>
                      <a:lnTo>
                        <a:pt x="657" y="629"/>
                      </a:lnTo>
                      <a:close/>
                      <a:moveTo>
                        <a:pt x="333" y="1"/>
                      </a:moveTo>
                      <a:cubicBezTo>
                        <a:pt x="222" y="1"/>
                        <a:pt x="148" y="38"/>
                        <a:pt x="111" y="112"/>
                      </a:cubicBezTo>
                      <a:cubicBezTo>
                        <a:pt x="37" y="149"/>
                        <a:pt x="0" y="259"/>
                        <a:pt x="0" y="333"/>
                      </a:cubicBezTo>
                      <a:lnTo>
                        <a:pt x="4511" y="53645"/>
                      </a:lnTo>
                      <a:lnTo>
                        <a:pt x="4511" y="53682"/>
                      </a:lnTo>
                      <a:cubicBezTo>
                        <a:pt x="4548" y="54126"/>
                        <a:pt x="4954" y="54422"/>
                        <a:pt x="5361" y="54422"/>
                      </a:cubicBezTo>
                      <a:lnTo>
                        <a:pt x="5583" y="54422"/>
                      </a:lnTo>
                      <a:cubicBezTo>
                        <a:pt x="5990" y="54311"/>
                        <a:pt x="6248" y="53941"/>
                        <a:pt x="6248" y="53571"/>
                      </a:cubicBezTo>
                      <a:lnTo>
                        <a:pt x="6248" y="53460"/>
                      </a:lnTo>
                      <a:lnTo>
                        <a:pt x="3180" y="296"/>
                      </a:lnTo>
                      <a:cubicBezTo>
                        <a:pt x="3180" y="112"/>
                        <a:pt x="3069" y="1"/>
                        <a:pt x="28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6" name="Google Shape;2834;p51">
                  <a:extLst>
                    <a:ext uri="{FF2B5EF4-FFF2-40B4-BE49-F238E27FC236}">
                      <a16:creationId xmlns:a16="http://schemas.microsoft.com/office/drawing/2014/main" id="{3A4BCE60-22D9-1839-1C81-A17FD788FBB5}"/>
                    </a:ext>
                  </a:extLst>
                </p:cNvPr>
                <p:cNvSpPr/>
                <p:nvPr/>
              </p:nvSpPr>
              <p:spPr>
                <a:xfrm>
                  <a:off x="5752325" y="3728150"/>
                  <a:ext cx="141425" cy="134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7" h="53992" extrusionOk="0">
                      <a:moveTo>
                        <a:pt x="0" y="0"/>
                      </a:moveTo>
                      <a:lnTo>
                        <a:pt x="4474" y="53497"/>
                      </a:lnTo>
                      <a:cubicBezTo>
                        <a:pt x="4538" y="53786"/>
                        <a:pt x="4770" y="53992"/>
                        <a:pt x="5048" y="53992"/>
                      </a:cubicBezTo>
                      <a:cubicBezTo>
                        <a:pt x="5090" y="53992"/>
                        <a:pt x="5133" y="53987"/>
                        <a:pt x="5176" y="53978"/>
                      </a:cubicBezTo>
                      <a:cubicBezTo>
                        <a:pt x="5472" y="53941"/>
                        <a:pt x="5657" y="53645"/>
                        <a:pt x="5620" y="53386"/>
                      </a:cubicBezTo>
                      <a:lnTo>
                        <a:pt x="255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7" name="Google Shape;2835;p51">
                  <a:extLst>
                    <a:ext uri="{FF2B5EF4-FFF2-40B4-BE49-F238E27FC236}">
                      <a16:creationId xmlns:a16="http://schemas.microsoft.com/office/drawing/2014/main" id="{E3E4B2A7-B197-70C5-909E-3F1B2EBD3E50}"/>
                    </a:ext>
                  </a:extLst>
                </p:cNvPr>
                <p:cNvSpPr/>
                <p:nvPr/>
              </p:nvSpPr>
              <p:spPr>
                <a:xfrm>
                  <a:off x="5744000" y="3720750"/>
                  <a:ext cx="156225" cy="136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9" h="54607" extrusionOk="0">
                      <a:moveTo>
                        <a:pt x="2588" y="629"/>
                      </a:moveTo>
                      <a:lnTo>
                        <a:pt x="5657" y="53682"/>
                      </a:lnTo>
                      <a:lnTo>
                        <a:pt x="5657" y="53719"/>
                      </a:lnTo>
                      <a:cubicBezTo>
                        <a:pt x="5657" y="53867"/>
                        <a:pt x="5583" y="53978"/>
                        <a:pt x="5435" y="53978"/>
                      </a:cubicBezTo>
                      <a:lnTo>
                        <a:pt x="5398" y="53978"/>
                      </a:lnTo>
                      <a:cubicBezTo>
                        <a:pt x="5250" y="53978"/>
                        <a:pt x="5139" y="53904"/>
                        <a:pt x="5139" y="53756"/>
                      </a:cubicBezTo>
                      <a:lnTo>
                        <a:pt x="657" y="629"/>
                      </a:lnTo>
                      <a:close/>
                      <a:moveTo>
                        <a:pt x="333" y="1"/>
                      </a:moveTo>
                      <a:cubicBezTo>
                        <a:pt x="222" y="1"/>
                        <a:pt x="148" y="38"/>
                        <a:pt x="111" y="112"/>
                      </a:cubicBezTo>
                      <a:cubicBezTo>
                        <a:pt x="37" y="149"/>
                        <a:pt x="0" y="259"/>
                        <a:pt x="0" y="333"/>
                      </a:cubicBezTo>
                      <a:lnTo>
                        <a:pt x="4511" y="53830"/>
                      </a:lnTo>
                      <a:cubicBezTo>
                        <a:pt x="4585" y="54274"/>
                        <a:pt x="4955" y="54606"/>
                        <a:pt x="5398" y="54606"/>
                      </a:cubicBezTo>
                      <a:cubicBezTo>
                        <a:pt x="5472" y="54606"/>
                        <a:pt x="5509" y="54606"/>
                        <a:pt x="5583" y="54569"/>
                      </a:cubicBezTo>
                      <a:cubicBezTo>
                        <a:pt x="5990" y="54495"/>
                        <a:pt x="6248" y="54126"/>
                        <a:pt x="6248" y="53719"/>
                      </a:cubicBezTo>
                      <a:lnTo>
                        <a:pt x="6248" y="53645"/>
                      </a:lnTo>
                      <a:lnTo>
                        <a:pt x="3217" y="296"/>
                      </a:lnTo>
                      <a:cubicBezTo>
                        <a:pt x="3180" y="112"/>
                        <a:pt x="3069" y="1"/>
                        <a:pt x="28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8" name="Google Shape;2836;p51">
                  <a:extLst>
                    <a:ext uri="{FF2B5EF4-FFF2-40B4-BE49-F238E27FC236}">
                      <a16:creationId xmlns:a16="http://schemas.microsoft.com/office/drawing/2014/main" id="{7B23C4F8-8AE5-6D48-4408-A90C79DFDDA8}"/>
                    </a:ext>
                  </a:extLst>
                </p:cNvPr>
                <p:cNvSpPr/>
                <p:nvPr/>
              </p:nvSpPr>
              <p:spPr>
                <a:xfrm>
                  <a:off x="2587625" y="3728150"/>
                  <a:ext cx="123875" cy="133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5" h="53512" extrusionOk="0">
                      <a:moveTo>
                        <a:pt x="2404" y="0"/>
                      </a:moveTo>
                      <a:lnTo>
                        <a:pt x="38" y="52869"/>
                      </a:lnTo>
                      <a:cubicBezTo>
                        <a:pt x="1" y="53164"/>
                        <a:pt x="186" y="53423"/>
                        <a:pt x="482" y="53497"/>
                      </a:cubicBezTo>
                      <a:cubicBezTo>
                        <a:pt x="520" y="53507"/>
                        <a:pt x="559" y="53511"/>
                        <a:pt x="598" y="53511"/>
                      </a:cubicBezTo>
                      <a:cubicBezTo>
                        <a:pt x="859" y="53511"/>
                        <a:pt x="1115" y="53306"/>
                        <a:pt x="1147" y="53016"/>
                      </a:cubicBezTo>
                      <a:lnTo>
                        <a:pt x="495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9" name="Google Shape;2837;p51">
                  <a:extLst>
                    <a:ext uri="{FF2B5EF4-FFF2-40B4-BE49-F238E27FC236}">
                      <a16:creationId xmlns:a16="http://schemas.microsoft.com/office/drawing/2014/main" id="{88D40CBC-77B6-7225-6B40-0EE76950C6E0}"/>
                    </a:ext>
                  </a:extLst>
                </p:cNvPr>
                <p:cNvSpPr/>
                <p:nvPr/>
              </p:nvSpPr>
              <p:spPr>
                <a:xfrm>
                  <a:off x="2580250" y="3720750"/>
                  <a:ext cx="138650" cy="135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6" h="54089" extrusionOk="0">
                      <a:moveTo>
                        <a:pt x="4917" y="629"/>
                      </a:moveTo>
                      <a:lnTo>
                        <a:pt x="1149" y="53239"/>
                      </a:lnTo>
                      <a:lnTo>
                        <a:pt x="1149" y="53239"/>
                      </a:lnTo>
                      <a:lnTo>
                        <a:pt x="1146" y="53238"/>
                      </a:lnTo>
                      <a:cubicBezTo>
                        <a:pt x="1146" y="53386"/>
                        <a:pt x="998" y="53497"/>
                        <a:pt x="887" y="53497"/>
                      </a:cubicBezTo>
                      <a:lnTo>
                        <a:pt x="850" y="53460"/>
                      </a:lnTo>
                      <a:cubicBezTo>
                        <a:pt x="703" y="53460"/>
                        <a:pt x="629" y="53349"/>
                        <a:pt x="629" y="53202"/>
                      </a:cubicBezTo>
                      <a:lnTo>
                        <a:pt x="629" y="53165"/>
                      </a:lnTo>
                      <a:lnTo>
                        <a:pt x="2982" y="629"/>
                      </a:lnTo>
                      <a:close/>
                      <a:moveTo>
                        <a:pt x="2699" y="1"/>
                      </a:moveTo>
                      <a:cubicBezTo>
                        <a:pt x="2514" y="1"/>
                        <a:pt x="2366" y="112"/>
                        <a:pt x="2366" y="296"/>
                      </a:cubicBezTo>
                      <a:lnTo>
                        <a:pt x="0" y="53128"/>
                      </a:lnTo>
                      <a:lnTo>
                        <a:pt x="0" y="53202"/>
                      </a:lnTo>
                      <a:cubicBezTo>
                        <a:pt x="0" y="53608"/>
                        <a:pt x="296" y="53978"/>
                        <a:pt x="703" y="54089"/>
                      </a:cubicBezTo>
                      <a:lnTo>
                        <a:pt x="887" y="54089"/>
                      </a:lnTo>
                      <a:cubicBezTo>
                        <a:pt x="1331" y="54089"/>
                        <a:pt x="1701" y="53793"/>
                        <a:pt x="1775" y="53349"/>
                      </a:cubicBezTo>
                      <a:lnTo>
                        <a:pt x="1775" y="53312"/>
                      </a:lnTo>
                      <a:lnTo>
                        <a:pt x="5546" y="333"/>
                      </a:lnTo>
                      <a:cubicBezTo>
                        <a:pt x="5546" y="259"/>
                        <a:pt x="5509" y="149"/>
                        <a:pt x="5472" y="112"/>
                      </a:cubicBezTo>
                      <a:cubicBezTo>
                        <a:pt x="5398" y="38"/>
                        <a:pt x="5324" y="1"/>
                        <a:pt x="525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0" name="Google Shape;2838;p51">
                  <a:extLst>
                    <a:ext uri="{FF2B5EF4-FFF2-40B4-BE49-F238E27FC236}">
                      <a16:creationId xmlns:a16="http://schemas.microsoft.com/office/drawing/2014/main" id="{48EA6FE0-88CE-EADA-0BFA-083C568BD2EC}"/>
                    </a:ext>
                  </a:extLst>
                </p:cNvPr>
                <p:cNvSpPr/>
                <p:nvPr/>
              </p:nvSpPr>
              <p:spPr>
                <a:xfrm>
                  <a:off x="1894425" y="3728150"/>
                  <a:ext cx="122975" cy="133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9" h="53327" extrusionOk="0">
                      <a:moveTo>
                        <a:pt x="2367" y="0"/>
                      </a:moveTo>
                      <a:lnTo>
                        <a:pt x="38" y="52684"/>
                      </a:lnTo>
                      <a:cubicBezTo>
                        <a:pt x="1" y="52979"/>
                        <a:pt x="186" y="53238"/>
                        <a:pt x="445" y="53312"/>
                      </a:cubicBezTo>
                      <a:cubicBezTo>
                        <a:pt x="488" y="53322"/>
                        <a:pt x="531" y="53326"/>
                        <a:pt x="574" y="53326"/>
                      </a:cubicBezTo>
                      <a:cubicBezTo>
                        <a:pt x="859" y="53326"/>
                        <a:pt x="1115" y="53121"/>
                        <a:pt x="1147" y="52832"/>
                      </a:cubicBezTo>
                      <a:lnTo>
                        <a:pt x="491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1" name="Google Shape;2839;p51">
                  <a:extLst>
                    <a:ext uri="{FF2B5EF4-FFF2-40B4-BE49-F238E27FC236}">
                      <a16:creationId xmlns:a16="http://schemas.microsoft.com/office/drawing/2014/main" id="{4A43554A-22F6-E7F3-7FBF-674840E9552D}"/>
                    </a:ext>
                  </a:extLst>
                </p:cNvPr>
                <p:cNvSpPr/>
                <p:nvPr/>
              </p:nvSpPr>
              <p:spPr>
                <a:xfrm>
                  <a:off x="1887050" y="3720750"/>
                  <a:ext cx="138650" cy="134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6" h="53941" extrusionOk="0">
                      <a:moveTo>
                        <a:pt x="4880" y="629"/>
                      </a:moveTo>
                      <a:lnTo>
                        <a:pt x="1146" y="53091"/>
                      </a:lnTo>
                      <a:cubicBezTo>
                        <a:pt x="1109" y="53202"/>
                        <a:pt x="998" y="53312"/>
                        <a:pt x="887" y="53312"/>
                      </a:cubicBezTo>
                      <a:lnTo>
                        <a:pt x="814" y="53312"/>
                      </a:lnTo>
                      <a:cubicBezTo>
                        <a:pt x="703" y="53275"/>
                        <a:pt x="629" y="53165"/>
                        <a:pt x="629" y="53017"/>
                      </a:cubicBezTo>
                      <a:lnTo>
                        <a:pt x="629" y="52980"/>
                      </a:lnTo>
                      <a:lnTo>
                        <a:pt x="2982" y="629"/>
                      </a:lnTo>
                      <a:close/>
                      <a:moveTo>
                        <a:pt x="2662" y="1"/>
                      </a:moveTo>
                      <a:cubicBezTo>
                        <a:pt x="2514" y="1"/>
                        <a:pt x="2366" y="112"/>
                        <a:pt x="2366" y="296"/>
                      </a:cubicBezTo>
                      <a:lnTo>
                        <a:pt x="2" y="52943"/>
                      </a:lnTo>
                      <a:lnTo>
                        <a:pt x="2" y="52943"/>
                      </a:lnTo>
                      <a:lnTo>
                        <a:pt x="0" y="52943"/>
                      </a:lnTo>
                      <a:lnTo>
                        <a:pt x="0" y="53017"/>
                      </a:lnTo>
                      <a:cubicBezTo>
                        <a:pt x="0" y="53423"/>
                        <a:pt x="296" y="53793"/>
                        <a:pt x="666" y="53904"/>
                      </a:cubicBezTo>
                      <a:cubicBezTo>
                        <a:pt x="740" y="53904"/>
                        <a:pt x="814" y="53941"/>
                        <a:pt x="887" y="53941"/>
                      </a:cubicBezTo>
                      <a:cubicBezTo>
                        <a:pt x="1331" y="53941"/>
                        <a:pt x="1701" y="53608"/>
                        <a:pt x="1775" y="53165"/>
                      </a:cubicBezTo>
                      <a:lnTo>
                        <a:pt x="1775" y="53128"/>
                      </a:lnTo>
                      <a:lnTo>
                        <a:pt x="5546" y="333"/>
                      </a:lnTo>
                      <a:cubicBezTo>
                        <a:pt x="5546" y="259"/>
                        <a:pt x="5509" y="149"/>
                        <a:pt x="5435" y="112"/>
                      </a:cubicBezTo>
                      <a:cubicBezTo>
                        <a:pt x="5398" y="38"/>
                        <a:pt x="5324" y="1"/>
                        <a:pt x="52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2" name="Google Shape;2840;p51">
                  <a:extLst>
                    <a:ext uri="{FF2B5EF4-FFF2-40B4-BE49-F238E27FC236}">
                      <a16:creationId xmlns:a16="http://schemas.microsoft.com/office/drawing/2014/main" id="{9864D7D2-8846-4DF3-526C-428042153A17}"/>
                    </a:ext>
                  </a:extLst>
                </p:cNvPr>
                <p:cNvSpPr/>
                <p:nvPr/>
              </p:nvSpPr>
              <p:spPr>
                <a:xfrm>
                  <a:off x="1912000" y="3654200"/>
                  <a:ext cx="3986375" cy="11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455" h="4586" extrusionOk="0">
                      <a:moveTo>
                        <a:pt x="0" y="1"/>
                      </a:moveTo>
                      <a:lnTo>
                        <a:pt x="0" y="4585"/>
                      </a:lnTo>
                      <a:lnTo>
                        <a:pt x="159455" y="4585"/>
                      </a:lnTo>
                      <a:lnTo>
                        <a:pt x="15945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3" name="Google Shape;2841;p51">
                  <a:extLst>
                    <a:ext uri="{FF2B5EF4-FFF2-40B4-BE49-F238E27FC236}">
                      <a16:creationId xmlns:a16="http://schemas.microsoft.com/office/drawing/2014/main" id="{D54E3D1C-6FE0-BDD3-D9E5-6E8E9E756858}"/>
                    </a:ext>
                  </a:extLst>
                </p:cNvPr>
                <p:cNvSpPr/>
                <p:nvPr/>
              </p:nvSpPr>
              <p:spPr>
                <a:xfrm>
                  <a:off x="1904600" y="3646800"/>
                  <a:ext cx="4001175" cy="13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047" h="5214" extrusionOk="0">
                      <a:moveTo>
                        <a:pt x="159455" y="629"/>
                      </a:moveTo>
                      <a:lnTo>
                        <a:pt x="159455" y="4585"/>
                      </a:lnTo>
                      <a:lnTo>
                        <a:pt x="592" y="4585"/>
                      </a:lnTo>
                      <a:lnTo>
                        <a:pt x="592" y="629"/>
                      </a:lnTo>
                      <a:close/>
                      <a:moveTo>
                        <a:pt x="296" y="1"/>
                      </a:moveTo>
                      <a:cubicBezTo>
                        <a:pt x="222" y="1"/>
                        <a:pt x="149" y="38"/>
                        <a:pt x="75" y="112"/>
                      </a:cubicBezTo>
                      <a:cubicBezTo>
                        <a:pt x="38" y="149"/>
                        <a:pt x="1" y="223"/>
                        <a:pt x="1" y="297"/>
                      </a:cubicBezTo>
                      <a:lnTo>
                        <a:pt x="1" y="4881"/>
                      </a:lnTo>
                      <a:cubicBezTo>
                        <a:pt x="1" y="4955"/>
                        <a:pt x="38" y="5066"/>
                        <a:pt x="75" y="5103"/>
                      </a:cubicBezTo>
                      <a:cubicBezTo>
                        <a:pt x="149" y="5177"/>
                        <a:pt x="222" y="5214"/>
                        <a:pt x="296" y="5214"/>
                      </a:cubicBezTo>
                      <a:lnTo>
                        <a:pt x="159751" y="5214"/>
                      </a:lnTo>
                      <a:cubicBezTo>
                        <a:pt x="159824" y="5214"/>
                        <a:pt x="159898" y="5177"/>
                        <a:pt x="159972" y="5103"/>
                      </a:cubicBezTo>
                      <a:cubicBezTo>
                        <a:pt x="160046" y="5066"/>
                        <a:pt x="160046" y="4955"/>
                        <a:pt x="160046" y="4881"/>
                      </a:cubicBezTo>
                      <a:lnTo>
                        <a:pt x="160046" y="297"/>
                      </a:lnTo>
                      <a:cubicBezTo>
                        <a:pt x="160046" y="223"/>
                        <a:pt x="160046" y="149"/>
                        <a:pt x="159972" y="112"/>
                      </a:cubicBezTo>
                      <a:cubicBezTo>
                        <a:pt x="159898" y="38"/>
                        <a:pt x="159824" y="1"/>
                        <a:pt x="15975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4" name="Google Shape;2842;p51">
                  <a:extLst>
                    <a:ext uri="{FF2B5EF4-FFF2-40B4-BE49-F238E27FC236}">
                      <a16:creationId xmlns:a16="http://schemas.microsoft.com/office/drawing/2014/main" id="{69682168-7129-F7C4-3B49-FE927D785EEC}"/>
                    </a:ext>
                  </a:extLst>
                </p:cNvPr>
                <p:cNvSpPr/>
                <p:nvPr/>
              </p:nvSpPr>
              <p:spPr>
                <a:xfrm>
                  <a:off x="1912000" y="3654200"/>
                  <a:ext cx="3986375" cy="3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455" h="1591" extrusionOk="0">
                      <a:moveTo>
                        <a:pt x="0" y="1"/>
                      </a:moveTo>
                      <a:lnTo>
                        <a:pt x="0" y="1591"/>
                      </a:lnTo>
                      <a:lnTo>
                        <a:pt x="159455" y="1591"/>
                      </a:lnTo>
                      <a:lnTo>
                        <a:pt x="15945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5" name="Google Shape;2843;p51">
                  <a:extLst>
                    <a:ext uri="{FF2B5EF4-FFF2-40B4-BE49-F238E27FC236}">
                      <a16:creationId xmlns:a16="http://schemas.microsoft.com/office/drawing/2014/main" id="{3FFB2DB8-B3F2-FA35-5E3C-2E59622C134F}"/>
                    </a:ext>
                  </a:extLst>
                </p:cNvPr>
                <p:cNvSpPr/>
                <p:nvPr/>
              </p:nvSpPr>
              <p:spPr>
                <a:xfrm>
                  <a:off x="1904600" y="3646800"/>
                  <a:ext cx="4001175" cy="5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047" h="2183" extrusionOk="0">
                      <a:moveTo>
                        <a:pt x="159455" y="629"/>
                      </a:moveTo>
                      <a:lnTo>
                        <a:pt x="159455" y="1591"/>
                      </a:lnTo>
                      <a:lnTo>
                        <a:pt x="592" y="1591"/>
                      </a:lnTo>
                      <a:lnTo>
                        <a:pt x="592" y="629"/>
                      </a:lnTo>
                      <a:close/>
                      <a:moveTo>
                        <a:pt x="296" y="1"/>
                      </a:moveTo>
                      <a:cubicBezTo>
                        <a:pt x="222" y="1"/>
                        <a:pt x="149" y="38"/>
                        <a:pt x="75" y="112"/>
                      </a:cubicBezTo>
                      <a:cubicBezTo>
                        <a:pt x="38" y="149"/>
                        <a:pt x="1" y="223"/>
                        <a:pt x="1" y="297"/>
                      </a:cubicBezTo>
                      <a:lnTo>
                        <a:pt x="1" y="1887"/>
                      </a:lnTo>
                      <a:cubicBezTo>
                        <a:pt x="1" y="1960"/>
                        <a:pt x="38" y="2034"/>
                        <a:pt x="75" y="2108"/>
                      </a:cubicBezTo>
                      <a:cubicBezTo>
                        <a:pt x="149" y="2145"/>
                        <a:pt x="222" y="2182"/>
                        <a:pt x="296" y="2182"/>
                      </a:cubicBezTo>
                      <a:lnTo>
                        <a:pt x="159751" y="2182"/>
                      </a:lnTo>
                      <a:cubicBezTo>
                        <a:pt x="159824" y="2182"/>
                        <a:pt x="159898" y="2145"/>
                        <a:pt x="159972" y="2108"/>
                      </a:cubicBezTo>
                      <a:cubicBezTo>
                        <a:pt x="160046" y="2034"/>
                        <a:pt x="160046" y="1960"/>
                        <a:pt x="160046" y="1887"/>
                      </a:cubicBezTo>
                      <a:lnTo>
                        <a:pt x="160046" y="297"/>
                      </a:lnTo>
                      <a:cubicBezTo>
                        <a:pt x="160046" y="223"/>
                        <a:pt x="160046" y="149"/>
                        <a:pt x="159972" y="112"/>
                      </a:cubicBezTo>
                      <a:cubicBezTo>
                        <a:pt x="159898" y="38"/>
                        <a:pt x="159824" y="1"/>
                        <a:pt x="15975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6" name="Google Shape;2844;p51">
                  <a:extLst>
                    <a:ext uri="{FF2B5EF4-FFF2-40B4-BE49-F238E27FC236}">
                      <a16:creationId xmlns:a16="http://schemas.microsoft.com/office/drawing/2014/main" id="{1C4A672F-0E2D-0280-D812-BBA43E8BB4C0}"/>
                    </a:ext>
                  </a:extLst>
                </p:cNvPr>
                <p:cNvSpPr/>
                <p:nvPr/>
              </p:nvSpPr>
              <p:spPr>
                <a:xfrm>
                  <a:off x="4901075" y="3654200"/>
                  <a:ext cx="997300" cy="11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92" h="4586" extrusionOk="0">
                      <a:moveTo>
                        <a:pt x="0" y="1"/>
                      </a:moveTo>
                      <a:lnTo>
                        <a:pt x="0" y="4585"/>
                      </a:lnTo>
                      <a:lnTo>
                        <a:pt x="39892" y="4585"/>
                      </a:lnTo>
                      <a:lnTo>
                        <a:pt x="398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7" name="Google Shape;2845;p51">
                  <a:extLst>
                    <a:ext uri="{FF2B5EF4-FFF2-40B4-BE49-F238E27FC236}">
                      <a16:creationId xmlns:a16="http://schemas.microsoft.com/office/drawing/2014/main" id="{0EC4BC0A-17D9-8B35-EDBB-A7004D94E4BE}"/>
                    </a:ext>
                  </a:extLst>
                </p:cNvPr>
                <p:cNvSpPr/>
                <p:nvPr/>
              </p:nvSpPr>
              <p:spPr>
                <a:xfrm>
                  <a:off x="4893675" y="3646800"/>
                  <a:ext cx="1012100" cy="13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4" h="5214" extrusionOk="0">
                      <a:moveTo>
                        <a:pt x="39892" y="629"/>
                      </a:moveTo>
                      <a:lnTo>
                        <a:pt x="39892" y="4585"/>
                      </a:lnTo>
                      <a:lnTo>
                        <a:pt x="592" y="4585"/>
                      </a:lnTo>
                      <a:lnTo>
                        <a:pt x="592" y="629"/>
                      </a:lnTo>
                      <a:close/>
                      <a:moveTo>
                        <a:pt x="296" y="1"/>
                      </a:moveTo>
                      <a:cubicBezTo>
                        <a:pt x="222" y="1"/>
                        <a:pt x="148" y="38"/>
                        <a:pt x="74" y="112"/>
                      </a:cubicBezTo>
                      <a:cubicBezTo>
                        <a:pt x="1" y="149"/>
                        <a:pt x="1" y="223"/>
                        <a:pt x="1" y="297"/>
                      </a:cubicBezTo>
                      <a:lnTo>
                        <a:pt x="1" y="4881"/>
                      </a:lnTo>
                      <a:cubicBezTo>
                        <a:pt x="1" y="4955"/>
                        <a:pt x="1" y="5066"/>
                        <a:pt x="74" y="5103"/>
                      </a:cubicBezTo>
                      <a:cubicBezTo>
                        <a:pt x="148" y="5177"/>
                        <a:pt x="222" y="5214"/>
                        <a:pt x="296" y="5214"/>
                      </a:cubicBezTo>
                      <a:lnTo>
                        <a:pt x="40188" y="5214"/>
                      </a:lnTo>
                      <a:cubicBezTo>
                        <a:pt x="40261" y="5214"/>
                        <a:pt x="40335" y="5177"/>
                        <a:pt x="40409" y="5103"/>
                      </a:cubicBezTo>
                      <a:cubicBezTo>
                        <a:pt x="40483" y="5066"/>
                        <a:pt x="40483" y="4955"/>
                        <a:pt x="40483" y="4881"/>
                      </a:cubicBezTo>
                      <a:lnTo>
                        <a:pt x="40483" y="297"/>
                      </a:lnTo>
                      <a:cubicBezTo>
                        <a:pt x="40483" y="223"/>
                        <a:pt x="40483" y="149"/>
                        <a:pt x="40409" y="112"/>
                      </a:cubicBezTo>
                      <a:cubicBezTo>
                        <a:pt x="40335" y="38"/>
                        <a:pt x="40261" y="1"/>
                        <a:pt x="401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8" name="Google Shape;2846;p51">
                  <a:extLst>
                    <a:ext uri="{FF2B5EF4-FFF2-40B4-BE49-F238E27FC236}">
                      <a16:creationId xmlns:a16="http://schemas.microsoft.com/office/drawing/2014/main" id="{2E915B56-7784-F892-7D8B-FAC9207B6749}"/>
                    </a:ext>
                  </a:extLst>
                </p:cNvPr>
                <p:cNvSpPr/>
                <p:nvPr/>
              </p:nvSpPr>
              <p:spPr>
                <a:xfrm>
                  <a:off x="1876875" y="3616300"/>
                  <a:ext cx="4057550" cy="4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02" h="1739" extrusionOk="0">
                      <a:moveTo>
                        <a:pt x="1" y="1"/>
                      </a:moveTo>
                      <a:lnTo>
                        <a:pt x="1" y="1739"/>
                      </a:lnTo>
                      <a:lnTo>
                        <a:pt x="162301" y="1739"/>
                      </a:lnTo>
                      <a:lnTo>
                        <a:pt x="16230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9" name="Google Shape;2847;p51">
                  <a:extLst>
                    <a:ext uri="{FF2B5EF4-FFF2-40B4-BE49-F238E27FC236}">
                      <a16:creationId xmlns:a16="http://schemas.microsoft.com/office/drawing/2014/main" id="{226B39E8-FBD6-2A20-37F8-45B495C5D6E3}"/>
                    </a:ext>
                  </a:extLst>
                </p:cNvPr>
                <p:cNvSpPr/>
                <p:nvPr/>
              </p:nvSpPr>
              <p:spPr>
                <a:xfrm>
                  <a:off x="1868550" y="3608925"/>
                  <a:ext cx="4073275" cy="5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931" h="2367" extrusionOk="0">
                      <a:moveTo>
                        <a:pt x="162302" y="629"/>
                      </a:moveTo>
                      <a:lnTo>
                        <a:pt x="162302" y="1738"/>
                      </a:lnTo>
                      <a:lnTo>
                        <a:pt x="629" y="1738"/>
                      </a:lnTo>
                      <a:lnTo>
                        <a:pt x="629" y="629"/>
                      </a:lnTo>
                      <a:close/>
                      <a:moveTo>
                        <a:pt x="334" y="0"/>
                      </a:moveTo>
                      <a:cubicBezTo>
                        <a:pt x="223" y="0"/>
                        <a:pt x="149" y="37"/>
                        <a:pt x="112" y="74"/>
                      </a:cubicBezTo>
                      <a:cubicBezTo>
                        <a:pt x="38" y="148"/>
                        <a:pt x="1" y="222"/>
                        <a:pt x="1" y="296"/>
                      </a:cubicBezTo>
                      <a:lnTo>
                        <a:pt x="1" y="2034"/>
                      </a:lnTo>
                      <a:cubicBezTo>
                        <a:pt x="1" y="2144"/>
                        <a:pt x="38" y="2218"/>
                        <a:pt x="112" y="2255"/>
                      </a:cubicBezTo>
                      <a:cubicBezTo>
                        <a:pt x="149" y="2329"/>
                        <a:pt x="223" y="2366"/>
                        <a:pt x="334" y="2366"/>
                      </a:cubicBezTo>
                      <a:lnTo>
                        <a:pt x="162634" y="2366"/>
                      </a:lnTo>
                      <a:cubicBezTo>
                        <a:pt x="162708" y="2366"/>
                        <a:pt x="162782" y="2329"/>
                        <a:pt x="162819" y="2255"/>
                      </a:cubicBezTo>
                      <a:cubicBezTo>
                        <a:pt x="162893" y="2218"/>
                        <a:pt x="162930" y="2144"/>
                        <a:pt x="162930" y="2034"/>
                      </a:cubicBezTo>
                      <a:lnTo>
                        <a:pt x="162930" y="296"/>
                      </a:lnTo>
                      <a:cubicBezTo>
                        <a:pt x="162930" y="222"/>
                        <a:pt x="162893" y="148"/>
                        <a:pt x="162819" y="74"/>
                      </a:cubicBezTo>
                      <a:cubicBezTo>
                        <a:pt x="162782" y="37"/>
                        <a:pt x="162708" y="0"/>
                        <a:pt x="1626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0" name="Google Shape;2848;p51">
                  <a:extLst>
                    <a:ext uri="{FF2B5EF4-FFF2-40B4-BE49-F238E27FC236}">
                      <a16:creationId xmlns:a16="http://schemas.microsoft.com/office/drawing/2014/main" id="{DABF4E06-0C07-3071-554D-C9EB70D1F1B4}"/>
                    </a:ext>
                  </a:extLst>
                </p:cNvPr>
                <p:cNvSpPr/>
                <p:nvPr/>
              </p:nvSpPr>
              <p:spPr>
                <a:xfrm>
                  <a:off x="4942650" y="3616300"/>
                  <a:ext cx="991775" cy="4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71" h="1739" extrusionOk="0">
                      <a:moveTo>
                        <a:pt x="1" y="1"/>
                      </a:moveTo>
                      <a:lnTo>
                        <a:pt x="1" y="1739"/>
                      </a:lnTo>
                      <a:lnTo>
                        <a:pt x="39670" y="1739"/>
                      </a:lnTo>
                      <a:lnTo>
                        <a:pt x="3967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1" name="Google Shape;2849;p51">
                  <a:extLst>
                    <a:ext uri="{FF2B5EF4-FFF2-40B4-BE49-F238E27FC236}">
                      <a16:creationId xmlns:a16="http://schemas.microsoft.com/office/drawing/2014/main" id="{69D85E6F-58E5-9FD7-E078-2C94AEDDF7E4}"/>
                    </a:ext>
                  </a:extLst>
                </p:cNvPr>
                <p:cNvSpPr/>
                <p:nvPr/>
              </p:nvSpPr>
              <p:spPr>
                <a:xfrm>
                  <a:off x="4935275" y="3608925"/>
                  <a:ext cx="1006550" cy="5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2" h="2367" extrusionOk="0">
                      <a:moveTo>
                        <a:pt x="39633" y="629"/>
                      </a:moveTo>
                      <a:lnTo>
                        <a:pt x="39633" y="1738"/>
                      </a:lnTo>
                      <a:lnTo>
                        <a:pt x="592" y="1738"/>
                      </a:lnTo>
                      <a:lnTo>
                        <a:pt x="592" y="629"/>
                      </a:lnTo>
                      <a:close/>
                      <a:moveTo>
                        <a:pt x="296" y="0"/>
                      </a:moveTo>
                      <a:cubicBezTo>
                        <a:pt x="222" y="0"/>
                        <a:pt x="148" y="37"/>
                        <a:pt x="74" y="74"/>
                      </a:cubicBezTo>
                      <a:cubicBezTo>
                        <a:pt x="0" y="148"/>
                        <a:pt x="0" y="222"/>
                        <a:pt x="0" y="296"/>
                      </a:cubicBezTo>
                      <a:lnTo>
                        <a:pt x="0" y="2034"/>
                      </a:lnTo>
                      <a:cubicBezTo>
                        <a:pt x="0" y="2144"/>
                        <a:pt x="0" y="2218"/>
                        <a:pt x="74" y="2255"/>
                      </a:cubicBezTo>
                      <a:cubicBezTo>
                        <a:pt x="148" y="2329"/>
                        <a:pt x="222" y="2366"/>
                        <a:pt x="296" y="2366"/>
                      </a:cubicBezTo>
                      <a:lnTo>
                        <a:pt x="39965" y="2366"/>
                      </a:lnTo>
                      <a:cubicBezTo>
                        <a:pt x="40039" y="2366"/>
                        <a:pt x="40113" y="2329"/>
                        <a:pt x="40150" y="2255"/>
                      </a:cubicBezTo>
                      <a:cubicBezTo>
                        <a:pt x="40224" y="2218"/>
                        <a:pt x="40261" y="2144"/>
                        <a:pt x="40261" y="2034"/>
                      </a:cubicBezTo>
                      <a:lnTo>
                        <a:pt x="40261" y="296"/>
                      </a:lnTo>
                      <a:cubicBezTo>
                        <a:pt x="40261" y="222"/>
                        <a:pt x="40224" y="148"/>
                        <a:pt x="40150" y="74"/>
                      </a:cubicBezTo>
                      <a:cubicBezTo>
                        <a:pt x="40113" y="37"/>
                        <a:pt x="40039" y="0"/>
                        <a:pt x="3996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2" name="Google Shape;2850;p51">
                  <a:extLst>
                    <a:ext uri="{FF2B5EF4-FFF2-40B4-BE49-F238E27FC236}">
                      <a16:creationId xmlns:a16="http://schemas.microsoft.com/office/drawing/2014/main" id="{C802F8DE-3DEB-6EE8-6AD2-AF0BDEB4434B}"/>
                    </a:ext>
                  </a:extLst>
                </p:cNvPr>
                <p:cNvSpPr/>
                <p:nvPr/>
              </p:nvSpPr>
              <p:spPr>
                <a:xfrm>
                  <a:off x="5555450" y="2786125"/>
                  <a:ext cx="416875" cy="36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5" h="14626" extrusionOk="0">
                      <a:moveTo>
                        <a:pt x="6176" y="1"/>
                      </a:moveTo>
                      <a:cubicBezTo>
                        <a:pt x="5854" y="1"/>
                        <a:pt x="5521" y="27"/>
                        <a:pt x="5176" y="82"/>
                      </a:cubicBezTo>
                      <a:cubicBezTo>
                        <a:pt x="555" y="785"/>
                        <a:pt x="0" y="2966"/>
                        <a:pt x="296" y="4260"/>
                      </a:cubicBezTo>
                      <a:cubicBezTo>
                        <a:pt x="296" y="4260"/>
                        <a:pt x="2736" y="9842"/>
                        <a:pt x="4289" y="12320"/>
                      </a:cubicBezTo>
                      <a:cubicBezTo>
                        <a:pt x="5353" y="13953"/>
                        <a:pt x="6550" y="14625"/>
                        <a:pt x="7480" y="14625"/>
                      </a:cubicBezTo>
                      <a:cubicBezTo>
                        <a:pt x="7939" y="14625"/>
                        <a:pt x="8333" y="14461"/>
                        <a:pt x="8615" y="14168"/>
                      </a:cubicBezTo>
                      <a:lnTo>
                        <a:pt x="11055" y="11728"/>
                      </a:lnTo>
                      <a:lnTo>
                        <a:pt x="14086" y="14464"/>
                      </a:lnTo>
                      <a:lnTo>
                        <a:pt x="16674" y="10582"/>
                      </a:lnTo>
                      <a:cubicBezTo>
                        <a:pt x="16674" y="10582"/>
                        <a:pt x="14382" y="7550"/>
                        <a:pt x="13384" y="5702"/>
                      </a:cubicBezTo>
                      <a:cubicBezTo>
                        <a:pt x="12426" y="3958"/>
                        <a:pt x="10141" y="1"/>
                        <a:pt x="617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3" name="Google Shape;2851;p51">
                  <a:extLst>
                    <a:ext uri="{FF2B5EF4-FFF2-40B4-BE49-F238E27FC236}">
                      <a16:creationId xmlns:a16="http://schemas.microsoft.com/office/drawing/2014/main" id="{7F91B527-C71F-A8E2-4E18-74B0F22EF343}"/>
                    </a:ext>
                  </a:extLst>
                </p:cNvPr>
                <p:cNvSpPr/>
                <p:nvPr/>
              </p:nvSpPr>
              <p:spPr>
                <a:xfrm>
                  <a:off x="5552675" y="2778000"/>
                  <a:ext cx="427950" cy="38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18" h="15270" extrusionOk="0">
                      <a:moveTo>
                        <a:pt x="6249" y="629"/>
                      </a:moveTo>
                      <a:cubicBezTo>
                        <a:pt x="8134" y="629"/>
                        <a:pt x="9650" y="1553"/>
                        <a:pt x="10796" y="2736"/>
                      </a:cubicBezTo>
                      <a:cubicBezTo>
                        <a:pt x="11942" y="3919"/>
                        <a:pt x="12755" y="5287"/>
                        <a:pt x="13199" y="6175"/>
                      </a:cubicBezTo>
                      <a:cubicBezTo>
                        <a:pt x="14086" y="7790"/>
                        <a:pt x="15895" y="10246"/>
                        <a:pt x="16396" y="10917"/>
                      </a:cubicBezTo>
                      <a:lnTo>
                        <a:pt x="16396" y="10917"/>
                      </a:lnTo>
                      <a:lnTo>
                        <a:pt x="14123" y="14308"/>
                      </a:lnTo>
                      <a:lnTo>
                        <a:pt x="11387" y="11831"/>
                      </a:lnTo>
                      <a:cubicBezTo>
                        <a:pt x="11332" y="11776"/>
                        <a:pt x="11258" y="11748"/>
                        <a:pt x="11180" y="11748"/>
                      </a:cubicBezTo>
                      <a:cubicBezTo>
                        <a:pt x="11101" y="11748"/>
                        <a:pt x="11018" y="11776"/>
                        <a:pt x="10944" y="11831"/>
                      </a:cubicBezTo>
                      <a:cubicBezTo>
                        <a:pt x="10944" y="11831"/>
                        <a:pt x="9391" y="13421"/>
                        <a:pt x="8504" y="14271"/>
                      </a:cubicBezTo>
                      <a:cubicBezTo>
                        <a:pt x="8282" y="14493"/>
                        <a:pt x="7986" y="14641"/>
                        <a:pt x="7616" y="14641"/>
                      </a:cubicBezTo>
                      <a:cubicBezTo>
                        <a:pt x="6840" y="14641"/>
                        <a:pt x="5694" y="14049"/>
                        <a:pt x="4659" y="12460"/>
                      </a:cubicBezTo>
                      <a:cubicBezTo>
                        <a:pt x="3919" y="11277"/>
                        <a:pt x="2884" y="9243"/>
                        <a:pt x="2108" y="7543"/>
                      </a:cubicBezTo>
                      <a:cubicBezTo>
                        <a:pt x="1701" y="6692"/>
                        <a:pt x="1331" y="5916"/>
                        <a:pt x="1073" y="5361"/>
                      </a:cubicBezTo>
                      <a:cubicBezTo>
                        <a:pt x="883" y="4955"/>
                        <a:pt x="753" y="4647"/>
                        <a:pt x="697" y="4512"/>
                      </a:cubicBezTo>
                      <a:lnTo>
                        <a:pt x="697" y="4512"/>
                      </a:lnTo>
                      <a:lnTo>
                        <a:pt x="703" y="4511"/>
                      </a:lnTo>
                      <a:cubicBezTo>
                        <a:pt x="666" y="4363"/>
                        <a:pt x="629" y="4178"/>
                        <a:pt x="629" y="4030"/>
                      </a:cubicBezTo>
                      <a:cubicBezTo>
                        <a:pt x="629" y="3439"/>
                        <a:pt x="851" y="2810"/>
                        <a:pt x="1516" y="2182"/>
                      </a:cubicBezTo>
                      <a:cubicBezTo>
                        <a:pt x="2182" y="1590"/>
                        <a:pt x="3365" y="999"/>
                        <a:pt x="5324" y="703"/>
                      </a:cubicBezTo>
                      <a:cubicBezTo>
                        <a:pt x="5657" y="666"/>
                        <a:pt x="5953" y="629"/>
                        <a:pt x="6249" y="629"/>
                      </a:cubicBezTo>
                      <a:close/>
                      <a:moveTo>
                        <a:pt x="6249" y="1"/>
                      </a:moveTo>
                      <a:cubicBezTo>
                        <a:pt x="5916" y="1"/>
                        <a:pt x="5583" y="37"/>
                        <a:pt x="5250" y="111"/>
                      </a:cubicBezTo>
                      <a:cubicBezTo>
                        <a:pt x="3217" y="407"/>
                        <a:pt x="1923" y="999"/>
                        <a:pt x="1110" y="1738"/>
                      </a:cubicBezTo>
                      <a:cubicBezTo>
                        <a:pt x="296" y="2441"/>
                        <a:pt x="1" y="3291"/>
                        <a:pt x="38" y="4030"/>
                      </a:cubicBezTo>
                      <a:cubicBezTo>
                        <a:pt x="38" y="4252"/>
                        <a:pt x="38" y="4437"/>
                        <a:pt x="74" y="4659"/>
                      </a:cubicBezTo>
                      <a:lnTo>
                        <a:pt x="111" y="4696"/>
                      </a:lnTo>
                      <a:cubicBezTo>
                        <a:pt x="111" y="4696"/>
                        <a:pt x="740" y="6101"/>
                        <a:pt x="1516" y="7801"/>
                      </a:cubicBezTo>
                      <a:cubicBezTo>
                        <a:pt x="2330" y="9539"/>
                        <a:pt x="3365" y="11535"/>
                        <a:pt x="4141" y="12792"/>
                      </a:cubicBezTo>
                      <a:cubicBezTo>
                        <a:pt x="5250" y="14493"/>
                        <a:pt x="6507" y="15232"/>
                        <a:pt x="7616" y="15269"/>
                      </a:cubicBezTo>
                      <a:cubicBezTo>
                        <a:pt x="8134" y="15269"/>
                        <a:pt x="8615" y="15048"/>
                        <a:pt x="8947" y="14715"/>
                      </a:cubicBezTo>
                      <a:lnTo>
                        <a:pt x="10500" y="13162"/>
                      </a:lnTo>
                      <a:lnTo>
                        <a:pt x="11193" y="12469"/>
                      </a:lnTo>
                      <a:lnTo>
                        <a:pt x="13975" y="15011"/>
                      </a:lnTo>
                      <a:cubicBezTo>
                        <a:pt x="14030" y="15065"/>
                        <a:pt x="14103" y="15099"/>
                        <a:pt x="14168" y="15099"/>
                      </a:cubicBezTo>
                      <a:cubicBezTo>
                        <a:pt x="14192" y="15099"/>
                        <a:pt x="14214" y="15094"/>
                        <a:pt x="14234" y="15085"/>
                      </a:cubicBezTo>
                      <a:cubicBezTo>
                        <a:pt x="14308" y="15085"/>
                        <a:pt x="14419" y="15048"/>
                        <a:pt x="14456" y="14974"/>
                      </a:cubicBezTo>
                      <a:lnTo>
                        <a:pt x="17044" y="11092"/>
                      </a:lnTo>
                      <a:cubicBezTo>
                        <a:pt x="17118" y="10981"/>
                        <a:pt x="17118" y="10833"/>
                        <a:pt x="17044" y="10722"/>
                      </a:cubicBezTo>
                      <a:cubicBezTo>
                        <a:pt x="17044" y="10722"/>
                        <a:pt x="16896" y="10537"/>
                        <a:pt x="16674" y="10204"/>
                      </a:cubicBezTo>
                      <a:cubicBezTo>
                        <a:pt x="15972" y="9280"/>
                        <a:pt x="14493" y="7247"/>
                        <a:pt x="13754" y="5879"/>
                      </a:cubicBezTo>
                      <a:cubicBezTo>
                        <a:pt x="13273" y="4992"/>
                        <a:pt x="12460" y="3550"/>
                        <a:pt x="11240" y="2293"/>
                      </a:cubicBezTo>
                      <a:cubicBezTo>
                        <a:pt x="10020" y="1073"/>
                        <a:pt x="8356" y="1"/>
                        <a:pt x="62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4" name="Google Shape;2852;p51">
                  <a:extLst>
                    <a:ext uri="{FF2B5EF4-FFF2-40B4-BE49-F238E27FC236}">
                      <a16:creationId xmlns:a16="http://schemas.microsoft.com/office/drawing/2014/main" id="{0C7A3C8C-B4FF-4F25-09FD-E03A14E53DBE}"/>
                    </a:ext>
                  </a:extLst>
                </p:cNvPr>
                <p:cNvSpPr/>
                <p:nvPr/>
              </p:nvSpPr>
              <p:spPr>
                <a:xfrm>
                  <a:off x="5414950" y="2624850"/>
                  <a:ext cx="546275" cy="39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1" h="15647" extrusionOk="0">
                      <a:moveTo>
                        <a:pt x="13545" y="0"/>
                      </a:moveTo>
                      <a:cubicBezTo>
                        <a:pt x="11427" y="0"/>
                        <a:pt x="9026" y="650"/>
                        <a:pt x="6619" y="2060"/>
                      </a:cubicBezTo>
                      <a:cubicBezTo>
                        <a:pt x="999" y="5387"/>
                        <a:pt x="1" y="11265"/>
                        <a:pt x="3033" y="12153"/>
                      </a:cubicBezTo>
                      <a:cubicBezTo>
                        <a:pt x="3273" y="12221"/>
                        <a:pt x="3520" y="12252"/>
                        <a:pt x="3773" y="12252"/>
                      </a:cubicBezTo>
                      <a:cubicBezTo>
                        <a:pt x="6670" y="12252"/>
                        <a:pt x="10204" y="8124"/>
                        <a:pt x="10205" y="8123"/>
                      </a:cubicBezTo>
                      <a:lnTo>
                        <a:pt x="10205" y="8123"/>
                      </a:lnTo>
                      <a:cubicBezTo>
                        <a:pt x="8763" y="10711"/>
                        <a:pt x="11351" y="10711"/>
                        <a:pt x="11351" y="10711"/>
                      </a:cubicBezTo>
                      <a:cubicBezTo>
                        <a:pt x="11351" y="10711"/>
                        <a:pt x="11499" y="12412"/>
                        <a:pt x="12238" y="13595"/>
                      </a:cubicBezTo>
                      <a:cubicBezTo>
                        <a:pt x="12355" y="13785"/>
                        <a:pt x="12456" y="13864"/>
                        <a:pt x="12544" y="13864"/>
                      </a:cubicBezTo>
                      <a:cubicBezTo>
                        <a:pt x="12986" y="13864"/>
                        <a:pt x="13089" y="11857"/>
                        <a:pt x="13089" y="11857"/>
                      </a:cubicBezTo>
                      <a:cubicBezTo>
                        <a:pt x="13089" y="11857"/>
                        <a:pt x="15529" y="14297"/>
                        <a:pt x="17414" y="15295"/>
                      </a:cubicBezTo>
                      <a:cubicBezTo>
                        <a:pt x="17865" y="15539"/>
                        <a:pt x="18268" y="15646"/>
                        <a:pt x="18625" y="15646"/>
                      </a:cubicBezTo>
                      <a:cubicBezTo>
                        <a:pt x="19731" y="15646"/>
                        <a:pt x="20397" y="14620"/>
                        <a:pt x="20704" y="13447"/>
                      </a:cubicBezTo>
                      <a:cubicBezTo>
                        <a:pt x="21148" y="11857"/>
                        <a:pt x="21851" y="6829"/>
                        <a:pt x="19854" y="3206"/>
                      </a:cubicBezTo>
                      <a:cubicBezTo>
                        <a:pt x="18692" y="1156"/>
                        <a:pt x="16370" y="0"/>
                        <a:pt x="135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5" name="Google Shape;2853;p51">
                  <a:extLst>
                    <a:ext uri="{FF2B5EF4-FFF2-40B4-BE49-F238E27FC236}">
                      <a16:creationId xmlns:a16="http://schemas.microsoft.com/office/drawing/2014/main" id="{48D15B30-1C83-39A0-9176-2CF133F7624E}"/>
                    </a:ext>
                  </a:extLst>
                </p:cNvPr>
                <p:cNvSpPr/>
                <p:nvPr/>
              </p:nvSpPr>
              <p:spPr>
                <a:xfrm>
                  <a:off x="5440850" y="2617175"/>
                  <a:ext cx="512050" cy="40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2" h="16268" extrusionOk="0">
                      <a:moveTo>
                        <a:pt x="12496" y="629"/>
                      </a:moveTo>
                      <a:cubicBezTo>
                        <a:pt x="15269" y="629"/>
                        <a:pt x="17450" y="1738"/>
                        <a:pt x="18559" y="3698"/>
                      </a:cubicBezTo>
                      <a:cubicBezTo>
                        <a:pt x="19558" y="5472"/>
                        <a:pt x="19853" y="7654"/>
                        <a:pt x="19853" y="9576"/>
                      </a:cubicBezTo>
                      <a:cubicBezTo>
                        <a:pt x="19853" y="11351"/>
                        <a:pt x="19595" y="12940"/>
                        <a:pt x="19373" y="13680"/>
                      </a:cubicBezTo>
                      <a:cubicBezTo>
                        <a:pt x="19225" y="14234"/>
                        <a:pt x="19003" y="14752"/>
                        <a:pt x="18707" y="15122"/>
                      </a:cubicBezTo>
                      <a:cubicBezTo>
                        <a:pt x="18374" y="15454"/>
                        <a:pt x="18042" y="15639"/>
                        <a:pt x="17598" y="15676"/>
                      </a:cubicBezTo>
                      <a:cubicBezTo>
                        <a:pt x="17302" y="15676"/>
                        <a:pt x="16933" y="15565"/>
                        <a:pt x="16526" y="15343"/>
                      </a:cubicBezTo>
                      <a:cubicBezTo>
                        <a:pt x="15639" y="14863"/>
                        <a:pt x="14567" y="14013"/>
                        <a:pt x="13716" y="13273"/>
                      </a:cubicBezTo>
                      <a:cubicBezTo>
                        <a:pt x="13310" y="12903"/>
                        <a:pt x="12940" y="12571"/>
                        <a:pt x="12681" y="12349"/>
                      </a:cubicBezTo>
                      <a:cubicBezTo>
                        <a:pt x="12533" y="12201"/>
                        <a:pt x="12459" y="12127"/>
                        <a:pt x="12385" y="12053"/>
                      </a:cubicBezTo>
                      <a:cubicBezTo>
                        <a:pt x="12311" y="11979"/>
                        <a:pt x="12274" y="11942"/>
                        <a:pt x="12274" y="11942"/>
                      </a:cubicBezTo>
                      <a:cubicBezTo>
                        <a:pt x="12220" y="11888"/>
                        <a:pt x="12126" y="11854"/>
                        <a:pt x="12037" y="11854"/>
                      </a:cubicBezTo>
                      <a:cubicBezTo>
                        <a:pt x="12004" y="11854"/>
                        <a:pt x="11971" y="11858"/>
                        <a:pt x="11942" y="11868"/>
                      </a:cubicBezTo>
                      <a:cubicBezTo>
                        <a:pt x="11831" y="11905"/>
                        <a:pt x="11757" y="12016"/>
                        <a:pt x="11757" y="12127"/>
                      </a:cubicBezTo>
                      <a:cubicBezTo>
                        <a:pt x="11757" y="12127"/>
                        <a:pt x="11757" y="12275"/>
                        <a:pt x="11720" y="12460"/>
                      </a:cubicBezTo>
                      <a:cubicBezTo>
                        <a:pt x="11720" y="12719"/>
                        <a:pt x="11646" y="13125"/>
                        <a:pt x="11572" y="13458"/>
                      </a:cubicBezTo>
                      <a:cubicBezTo>
                        <a:pt x="11544" y="13571"/>
                        <a:pt x="11515" y="13684"/>
                        <a:pt x="11487" y="13764"/>
                      </a:cubicBezTo>
                      <a:lnTo>
                        <a:pt x="11487" y="13764"/>
                      </a:lnTo>
                      <a:cubicBezTo>
                        <a:pt x="11479" y="13750"/>
                        <a:pt x="11470" y="13734"/>
                        <a:pt x="11461" y="13717"/>
                      </a:cubicBezTo>
                      <a:cubicBezTo>
                        <a:pt x="11128" y="13199"/>
                        <a:pt x="10906" y="12497"/>
                        <a:pt x="10796" y="11942"/>
                      </a:cubicBezTo>
                      <a:cubicBezTo>
                        <a:pt x="10722" y="11683"/>
                        <a:pt x="10685" y="11425"/>
                        <a:pt x="10685" y="11240"/>
                      </a:cubicBezTo>
                      <a:cubicBezTo>
                        <a:pt x="10648" y="11166"/>
                        <a:pt x="10648" y="11092"/>
                        <a:pt x="10648" y="11055"/>
                      </a:cubicBezTo>
                      <a:lnTo>
                        <a:pt x="10648" y="10981"/>
                      </a:lnTo>
                      <a:cubicBezTo>
                        <a:pt x="10611" y="10833"/>
                        <a:pt x="10500" y="10685"/>
                        <a:pt x="10315" y="10685"/>
                      </a:cubicBezTo>
                      <a:cubicBezTo>
                        <a:pt x="10241" y="10685"/>
                        <a:pt x="9908" y="10685"/>
                        <a:pt x="9575" y="10537"/>
                      </a:cubicBezTo>
                      <a:cubicBezTo>
                        <a:pt x="9428" y="10463"/>
                        <a:pt x="9317" y="10389"/>
                        <a:pt x="9206" y="10278"/>
                      </a:cubicBezTo>
                      <a:cubicBezTo>
                        <a:pt x="9132" y="10131"/>
                        <a:pt x="9058" y="9983"/>
                        <a:pt x="9058" y="9761"/>
                      </a:cubicBezTo>
                      <a:cubicBezTo>
                        <a:pt x="9058" y="9502"/>
                        <a:pt x="9169" y="9095"/>
                        <a:pt x="9465" y="8578"/>
                      </a:cubicBezTo>
                      <a:cubicBezTo>
                        <a:pt x="9539" y="8430"/>
                        <a:pt x="9502" y="8245"/>
                        <a:pt x="9354" y="8171"/>
                      </a:cubicBezTo>
                      <a:cubicBezTo>
                        <a:pt x="9307" y="8125"/>
                        <a:pt x="9248" y="8104"/>
                        <a:pt x="9186" y="8104"/>
                      </a:cubicBezTo>
                      <a:cubicBezTo>
                        <a:pt x="9101" y="8104"/>
                        <a:pt x="9011" y="8144"/>
                        <a:pt x="8947" y="8208"/>
                      </a:cubicBezTo>
                      <a:lnTo>
                        <a:pt x="8910" y="8245"/>
                      </a:lnTo>
                      <a:cubicBezTo>
                        <a:pt x="8725" y="8467"/>
                        <a:pt x="7801" y="9502"/>
                        <a:pt x="6618" y="10426"/>
                      </a:cubicBezTo>
                      <a:cubicBezTo>
                        <a:pt x="5435" y="11388"/>
                        <a:pt x="3956" y="12238"/>
                        <a:pt x="2736" y="12238"/>
                      </a:cubicBezTo>
                      <a:cubicBezTo>
                        <a:pt x="2514" y="12238"/>
                        <a:pt x="2292" y="12201"/>
                        <a:pt x="2070" y="12164"/>
                      </a:cubicBezTo>
                      <a:cubicBezTo>
                        <a:pt x="1590" y="12016"/>
                        <a:pt x="1257" y="11757"/>
                        <a:pt x="998" y="11351"/>
                      </a:cubicBezTo>
                      <a:cubicBezTo>
                        <a:pt x="740" y="10981"/>
                        <a:pt x="629" y="10463"/>
                        <a:pt x="629" y="9872"/>
                      </a:cubicBezTo>
                      <a:cubicBezTo>
                        <a:pt x="629" y="8800"/>
                        <a:pt x="1035" y="7506"/>
                        <a:pt x="1886" y="6249"/>
                      </a:cubicBezTo>
                      <a:cubicBezTo>
                        <a:pt x="2699" y="4955"/>
                        <a:pt x="3993" y="3661"/>
                        <a:pt x="5731" y="2626"/>
                      </a:cubicBezTo>
                      <a:cubicBezTo>
                        <a:pt x="8097" y="1258"/>
                        <a:pt x="10463" y="629"/>
                        <a:pt x="12496" y="629"/>
                      </a:cubicBezTo>
                      <a:close/>
                      <a:moveTo>
                        <a:pt x="12496" y="1"/>
                      </a:moveTo>
                      <a:cubicBezTo>
                        <a:pt x="10315" y="1"/>
                        <a:pt x="7875" y="666"/>
                        <a:pt x="5435" y="2108"/>
                      </a:cubicBezTo>
                      <a:cubicBezTo>
                        <a:pt x="3623" y="3180"/>
                        <a:pt x="2255" y="4511"/>
                        <a:pt x="1368" y="5879"/>
                      </a:cubicBezTo>
                      <a:cubicBezTo>
                        <a:pt x="444" y="7284"/>
                        <a:pt x="0" y="8652"/>
                        <a:pt x="0" y="9872"/>
                      </a:cubicBezTo>
                      <a:cubicBezTo>
                        <a:pt x="0" y="10537"/>
                        <a:pt x="148" y="11166"/>
                        <a:pt x="481" y="11683"/>
                      </a:cubicBezTo>
                      <a:cubicBezTo>
                        <a:pt x="776" y="12201"/>
                        <a:pt x="1294" y="12571"/>
                        <a:pt x="1886" y="12756"/>
                      </a:cubicBezTo>
                      <a:cubicBezTo>
                        <a:pt x="2181" y="12829"/>
                        <a:pt x="2440" y="12866"/>
                        <a:pt x="2736" y="12866"/>
                      </a:cubicBezTo>
                      <a:cubicBezTo>
                        <a:pt x="4363" y="12829"/>
                        <a:pt x="5989" y="11757"/>
                        <a:pt x="7246" y="10722"/>
                      </a:cubicBezTo>
                      <a:cubicBezTo>
                        <a:pt x="7697" y="10351"/>
                        <a:pt x="8100" y="9975"/>
                        <a:pt x="8433" y="9646"/>
                      </a:cubicBezTo>
                      <a:lnTo>
                        <a:pt x="8433" y="9646"/>
                      </a:lnTo>
                      <a:cubicBezTo>
                        <a:pt x="8431" y="9685"/>
                        <a:pt x="8429" y="9723"/>
                        <a:pt x="8429" y="9761"/>
                      </a:cubicBezTo>
                      <a:cubicBezTo>
                        <a:pt x="8429" y="10131"/>
                        <a:pt x="8577" y="10463"/>
                        <a:pt x="8762" y="10685"/>
                      </a:cubicBezTo>
                      <a:cubicBezTo>
                        <a:pt x="9058" y="11018"/>
                        <a:pt x="9428" y="11166"/>
                        <a:pt x="9760" y="11240"/>
                      </a:cubicBezTo>
                      <a:cubicBezTo>
                        <a:pt x="9864" y="11266"/>
                        <a:pt x="9963" y="11283"/>
                        <a:pt x="10049" y="11293"/>
                      </a:cubicBezTo>
                      <a:lnTo>
                        <a:pt x="10049" y="11293"/>
                      </a:lnTo>
                      <a:cubicBezTo>
                        <a:pt x="10075" y="11486"/>
                        <a:pt x="10123" y="11766"/>
                        <a:pt x="10204" y="12090"/>
                      </a:cubicBezTo>
                      <a:cubicBezTo>
                        <a:pt x="10315" y="12682"/>
                        <a:pt x="10537" y="13421"/>
                        <a:pt x="10943" y="14049"/>
                      </a:cubicBezTo>
                      <a:cubicBezTo>
                        <a:pt x="11017" y="14160"/>
                        <a:pt x="11091" y="14271"/>
                        <a:pt x="11165" y="14345"/>
                      </a:cubicBezTo>
                      <a:cubicBezTo>
                        <a:pt x="11239" y="14419"/>
                        <a:pt x="11350" y="14456"/>
                        <a:pt x="11498" y="14456"/>
                      </a:cubicBezTo>
                      <a:cubicBezTo>
                        <a:pt x="11683" y="14456"/>
                        <a:pt x="11831" y="14345"/>
                        <a:pt x="11905" y="14271"/>
                      </a:cubicBezTo>
                      <a:cubicBezTo>
                        <a:pt x="12016" y="14086"/>
                        <a:pt x="12089" y="13902"/>
                        <a:pt x="12163" y="13680"/>
                      </a:cubicBezTo>
                      <a:cubicBezTo>
                        <a:pt x="12226" y="13412"/>
                        <a:pt x="12269" y="13104"/>
                        <a:pt x="12298" y="12836"/>
                      </a:cubicBezTo>
                      <a:lnTo>
                        <a:pt x="12298" y="12836"/>
                      </a:lnTo>
                      <a:cubicBezTo>
                        <a:pt x="12557" y="13081"/>
                        <a:pt x="12909" y="13405"/>
                        <a:pt x="13310" y="13754"/>
                      </a:cubicBezTo>
                      <a:cubicBezTo>
                        <a:pt x="14160" y="14493"/>
                        <a:pt x="15269" y="15343"/>
                        <a:pt x="16230" y="15898"/>
                      </a:cubicBezTo>
                      <a:cubicBezTo>
                        <a:pt x="16711" y="16157"/>
                        <a:pt x="17154" y="16268"/>
                        <a:pt x="17598" y="16268"/>
                      </a:cubicBezTo>
                      <a:cubicBezTo>
                        <a:pt x="18264" y="16268"/>
                        <a:pt x="18781" y="15972"/>
                        <a:pt x="19151" y="15491"/>
                      </a:cubicBezTo>
                      <a:cubicBezTo>
                        <a:pt x="19558" y="15048"/>
                        <a:pt x="19816" y="14456"/>
                        <a:pt x="19964" y="13828"/>
                      </a:cubicBezTo>
                      <a:cubicBezTo>
                        <a:pt x="20186" y="13014"/>
                        <a:pt x="20482" y="11425"/>
                        <a:pt x="20482" y="9576"/>
                      </a:cubicBezTo>
                      <a:cubicBezTo>
                        <a:pt x="20482" y="7580"/>
                        <a:pt x="20149" y="5287"/>
                        <a:pt x="19077" y="3365"/>
                      </a:cubicBezTo>
                      <a:cubicBezTo>
                        <a:pt x="17857" y="1221"/>
                        <a:pt x="15417" y="1"/>
                        <a:pt x="1249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6" name="Google Shape;2854;p51">
                  <a:extLst>
                    <a:ext uri="{FF2B5EF4-FFF2-40B4-BE49-F238E27FC236}">
                      <a16:creationId xmlns:a16="http://schemas.microsoft.com/office/drawing/2014/main" id="{7BD6BCF0-8209-8DB5-B030-5070A75B93D6}"/>
                    </a:ext>
                  </a:extLst>
                </p:cNvPr>
                <p:cNvSpPr/>
                <p:nvPr/>
              </p:nvSpPr>
              <p:spPr>
                <a:xfrm>
                  <a:off x="5732875" y="2898975"/>
                  <a:ext cx="70300" cy="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2" h="3628" extrusionOk="0">
                      <a:moveTo>
                        <a:pt x="1120" y="1"/>
                      </a:moveTo>
                      <a:cubicBezTo>
                        <a:pt x="0" y="1"/>
                        <a:pt x="519" y="2888"/>
                        <a:pt x="519" y="2888"/>
                      </a:cubicBezTo>
                      <a:lnTo>
                        <a:pt x="1961" y="3628"/>
                      </a:lnTo>
                      <a:cubicBezTo>
                        <a:pt x="2664" y="2334"/>
                        <a:pt x="2812" y="448"/>
                        <a:pt x="1370" y="42"/>
                      </a:cubicBezTo>
                      <a:cubicBezTo>
                        <a:pt x="1279" y="14"/>
                        <a:pt x="1196" y="1"/>
                        <a:pt x="11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7" name="Google Shape;2855;p51">
                  <a:extLst>
                    <a:ext uri="{FF2B5EF4-FFF2-40B4-BE49-F238E27FC236}">
                      <a16:creationId xmlns:a16="http://schemas.microsoft.com/office/drawing/2014/main" id="{DDAD5FE7-5106-EE64-F308-392D7FC3F116}"/>
                    </a:ext>
                  </a:extLst>
                </p:cNvPr>
                <p:cNvSpPr/>
                <p:nvPr/>
              </p:nvSpPr>
              <p:spPr>
                <a:xfrm>
                  <a:off x="5735675" y="2890750"/>
                  <a:ext cx="67500" cy="10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0" h="4253" extrusionOk="0">
                      <a:moveTo>
                        <a:pt x="1036" y="1"/>
                      </a:moveTo>
                      <a:cubicBezTo>
                        <a:pt x="814" y="1"/>
                        <a:pt x="592" y="75"/>
                        <a:pt x="444" y="223"/>
                      </a:cubicBezTo>
                      <a:cubicBezTo>
                        <a:pt x="223" y="445"/>
                        <a:pt x="149" y="703"/>
                        <a:pt x="75" y="999"/>
                      </a:cubicBezTo>
                      <a:cubicBezTo>
                        <a:pt x="1" y="1258"/>
                        <a:pt x="1" y="1591"/>
                        <a:pt x="1" y="1886"/>
                      </a:cubicBezTo>
                      <a:cubicBezTo>
                        <a:pt x="1" y="2626"/>
                        <a:pt x="112" y="3291"/>
                        <a:pt x="112" y="3291"/>
                      </a:cubicBezTo>
                      <a:cubicBezTo>
                        <a:pt x="149" y="3439"/>
                        <a:pt x="296" y="3550"/>
                        <a:pt x="444" y="3550"/>
                      </a:cubicBezTo>
                      <a:cubicBezTo>
                        <a:pt x="629" y="3513"/>
                        <a:pt x="740" y="3328"/>
                        <a:pt x="703" y="3180"/>
                      </a:cubicBezTo>
                      <a:cubicBezTo>
                        <a:pt x="703" y="3180"/>
                        <a:pt x="703" y="3143"/>
                        <a:pt x="703" y="3070"/>
                      </a:cubicBezTo>
                      <a:cubicBezTo>
                        <a:pt x="666" y="2848"/>
                        <a:pt x="592" y="2367"/>
                        <a:pt x="592" y="1886"/>
                      </a:cubicBezTo>
                      <a:cubicBezTo>
                        <a:pt x="592" y="1517"/>
                        <a:pt x="629" y="1147"/>
                        <a:pt x="740" y="925"/>
                      </a:cubicBezTo>
                      <a:cubicBezTo>
                        <a:pt x="777" y="814"/>
                        <a:pt x="814" y="740"/>
                        <a:pt x="851" y="666"/>
                      </a:cubicBezTo>
                      <a:cubicBezTo>
                        <a:pt x="925" y="629"/>
                        <a:pt x="962" y="629"/>
                        <a:pt x="1036" y="629"/>
                      </a:cubicBezTo>
                      <a:cubicBezTo>
                        <a:pt x="1073" y="629"/>
                        <a:pt x="1110" y="629"/>
                        <a:pt x="1184" y="666"/>
                      </a:cubicBezTo>
                      <a:cubicBezTo>
                        <a:pt x="1517" y="740"/>
                        <a:pt x="1701" y="925"/>
                        <a:pt x="1849" y="1147"/>
                      </a:cubicBezTo>
                      <a:cubicBezTo>
                        <a:pt x="1997" y="1406"/>
                        <a:pt x="2071" y="1702"/>
                        <a:pt x="2071" y="2034"/>
                      </a:cubicBezTo>
                      <a:cubicBezTo>
                        <a:pt x="2071" y="2589"/>
                        <a:pt x="1886" y="3254"/>
                        <a:pt x="1590" y="3809"/>
                      </a:cubicBezTo>
                      <a:cubicBezTo>
                        <a:pt x="1480" y="3957"/>
                        <a:pt x="1553" y="4142"/>
                        <a:pt x="1701" y="4216"/>
                      </a:cubicBezTo>
                      <a:cubicBezTo>
                        <a:pt x="1751" y="4240"/>
                        <a:pt x="1804" y="4253"/>
                        <a:pt x="1856" y="4253"/>
                      </a:cubicBezTo>
                      <a:cubicBezTo>
                        <a:pt x="1960" y="4253"/>
                        <a:pt x="2059" y="4203"/>
                        <a:pt x="2108" y="4105"/>
                      </a:cubicBezTo>
                      <a:cubicBezTo>
                        <a:pt x="2441" y="3476"/>
                        <a:pt x="2700" y="2737"/>
                        <a:pt x="2700" y="2034"/>
                      </a:cubicBezTo>
                      <a:cubicBezTo>
                        <a:pt x="2700" y="1628"/>
                        <a:pt x="2589" y="1184"/>
                        <a:pt x="2367" y="851"/>
                      </a:cubicBezTo>
                      <a:cubicBezTo>
                        <a:pt x="2182" y="482"/>
                        <a:pt x="1812" y="186"/>
                        <a:pt x="1369" y="75"/>
                      </a:cubicBezTo>
                      <a:cubicBezTo>
                        <a:pt x="1258" y="38"/>
                        <a:pt x="1147" y="1"/>
                        <a:pt x="10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8" name="Google Shape;2856;p51">
                  <a:extLst>
                    <a:ext uri="{FF2B5EF4-FFF2-40B4-BE49-F238E27FC236}">
                      <a16:creationId xmlns:a16="http://schemas.microsoft.com/office/drawing/2014/main" id="{9A5A3AA3-0C4C-864E-E68A-4EE21830076B}"/>
                    </a:ext>
                  </a:extLst>
                </p:cNvPr>
                <p:cNvSpPr/>
                <p:nvPr/>
              </p:nvSpPr>
              <p:spPr>
                <a:xfrm>
                  <a:off x="5487050" y="4141300"/>
                  <a:ext cx="251425" cy="78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57" h="31426" extrusionOk="0">
                      <a:moveTo>
                        <a:pt x="7395" y="0"/>
                      </a:moveTo>
                      <a:lnTo>
                        <a:pt x="1" y="407"/>
                      </a:lnTo>
                      <a:lnTo>
                        <a:pt x="6581" y="31241"/>
                      </a:lnTo>
                      <a:lnTo>
                        <a:pt x="10057" y="31425"/>
                      </a:lnTo>
                      <a:lnTo>
                        <a:pt x="739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9" name="Google Shape;2857;p51">
                  <a:extLst>
                    <a:ext uri="{FF2B5EF4-FFF2-40B4-BE49-F238E27FC236}">
                      <a16:creationId xmlns:a16="http://schemas.microsoft.com/office/drawing/2014/main" id="{28140A25-58F1-5C33-9673-5F1F4818F9A8}"/>
                    </a:ext>
                  </a:extLst>
                </p:cNvPr>
                <p:cNvSpPr/>
                <p:nvPr/>
              </p:nvSpPr>
              <p:spPr>
                <a:xfrm>
                  <a:off x="5478725" y="4133900"/>
                  <a:ext cx="268075" cy="80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23" h="32055" extrusionOk="0">
                      <a:moveTo>
                        <a:pt x="7432" y="629"/>
                      </a:moveTo>
                      <a:lnTo>
                        <a:pt x="10057" y="31389"/>
                      </a:lnTo>
                      <a:lnTo>
                        <a:pt x="7173" y="31241"/>
                      </a:lnTo>
                      <a:lnTo>
                        <a:pt x="704" y="1017"/>
                      </a:lnTo>
                      <a:lnTo>
                        <a:pt x="704" y="1017"/>
                      </a:lnTo>
                      <a:lnTo>
                        <a:pt x="7432" y="629"/>
                      </a:lnTo>
                      <a:close/>
                      <a:moveTo>
                        <a:pt x="7728" y="1"/>
                      </a:moveTo>
                      <a:lnTo>
                        <a:pt x="334" y="407"/>
                      </a:lnTo>
                      <a:cubicBezTo>
                        <a:pt x="223" y="407"/>
                        <a:pt x="149" y="444"/>
                        <a:pt x="75" y="518"/>
                      </a:cubicBezTo>
                      <a:cubicBezTo>
                        <a:pt x="38" y="592"/>
                        <a:pt x="1" y="703"/>
                        <a:pt x="38" y="777"/>
                      </a:cubicBezTo>
                      <a:lnTo>
                        <a:pt x="6619" y="31574"/>
                      </a:lnTo>
                      <a:cubicBezTo>
                        <a:pt x="6619" y="31721"/>
                        <a:pt x="6767" y="31832"/>
                        <a:pt x="6877" y="31832"/>
                      </a:cubicBezTo>
                      <a:lnTo>
                        <a:pt x="10390" y="32054"/>
                      </a:lnTo>
                      <a:cubicBezTo>
                        <a:pt x="10464" y="32054"/>
                        <a:pt x="10574" y="32017"/>
                        <a:pt x="10611" y="31943"/>
                      </a:cubicBezTo>
                      <a:cubicBezTo>
                        <a:pt x="10685" y="31869"/>
                        <a:pt x="10722" y="31795"/>
                        <a:pt x="10722" y="31721"/>
                      </a:cubicBezTo>
                      <a:lnTo>
                        <a:pt x="8024" y="296"/>
                      </a:lnTo>
                      <a:cubicBezTo>
                        <a:pt x="8024" y="111"/>
                        <a:pt x="7876" y="1"/>
                        <a:pt x="772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0" name="Google Shape;2858;p51">
                  <a:extLst>
                    <a:ext uri="{FF2B5EF4-FFF2-40B4-BE49-F238E27FC236}">
                      <a16:creationId xmlns:a16="http://schemas.microsoft.com/office/drawing/2014/main" id="{487CAC98-2C09-212B-BFE0-D3842AC42E31}"/>
                    </a:ext>
                  </a:extLst>
                </p:cNvPr>
                <p:cNvSpPr/>
                <p:nvPr/>
              </p:nvSpPr>
              <p:spPr>
                <a:xfrm>
                  <a:off x="5471350" y="4922300"/>
                  <a:ext cx="282850" cy="117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4" h="4696" extrusionOk="0">
                      <a:moveTo>
                        <a:pt x="7209" y="1"/>
                      </a:moveTo>
                      <a:lnTo>
                        <a:pt x="0" y="4696"/>
                      </a:lnTo>
                      <a:lnTo>
                        <a:pt x="11313" y="4696"/>
                      </a:lnTo>
                      <a:lnTo>
                        <a:pt x="10685" y="185"/>
                      </a:lnTo>
                      <a:lnTo>
                        <a:pt x="720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1" name="Google Shape;2859;p51">
                  <a:extLst>
                    <a:ext uri="{FF2B5EF4-FFF2-40B4-BE49-F238E27FC236}">
                      <a16:creationId xmlns:a16="http://schemas.microsoft.com/office/drawing/2014/main" id="{697C7A7F-C155-A6A6-8678-C63DE629728A}"/>
                    </a:ext>
                  </a:extLst>
                </p:cNvPr>
                <p:cNvSpPr/>
                <p:nvPr/>
              </p:nvSpPr>
              <p:spPr>
                <a:xfrm>
                  <a:off x="5463025" y="4913975"/>
                  <a:ext cx="299475" cy="13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9" h="5362" extrusionOk="0">
                      <a:moveTo>
                        <a:pt x="7624" y="636"/>
                      </a:moveTo>
                      <a:lnTo>
                        <a:pt x="10759" y="814"/>
                      </a:lnTo>
                      <a:lnTo>
                        <a:pt x="11276" y="4733"/>
                      </a:lnTo>
                      <a:lnTo>
                        <a:pt x="1368" y="4733"/>
                      </a:lnTo>
                      <a:lnTo>
                        <a:pt x="7624" y="636"/>
                      </a:lnTo>
                      <a:close/>
                      <a:moveTo>
                        <a:pt x="7542" y="1"/>
                      </a:moveTo>
                      <a:cubicBezTo>
                        <a:pt x="7505" y="1"/>
                        <a:pt x="7431" y="38"/>
                        <a:pt x="7358" y="75"/>
                      </a:cubicBezTo>
                      <a:lnTo>
                        <a:pt x="185" y="4807"/>
                      </a:lnTo>
                      <a:cubicBezTo>
                        <a:pt x="74" y="4881"/>
                        <a:pt x="0" y="4992"/>
                        <a:pt x="37" y="5140"/>
                      </a:cubicBezTo>
                      <a:cubicBezTo>
                        <a:pt x="74" y="5251"/>
                        <a:pt x="222" y="5362"/>
                        <a:pt x="333" y="5362"/>
                      </a:cubicBezTo>
                      <a:lnTo>
                        <a:pt x="11646" y="5362"/>
                      </a:lnTo>
                      <a:cubicBezTo>
                        <a:pt x="11720" y="5362"/>
                        <a:pt x="11831" y="5325"/>
                        <a:pt x="11868" y="5251"/>
                      </a:cubicBezTo>
                      <a:cubicBezTo>
                        <a:pt x="11942" y="5177"/>
                        <a:pt x="11979" y="5103"/>
                        <a:pt x="11942" y="4992"/>
                      </a:cubicBezTo>
                      <a:lnTo>
                        <a:pt x="11350" y="481"/>
                      </a:lnTo>
                      <a:cubicBezTo>
                        <a:pt x="11313" y="334"/>
                        <a:pt x="11202" y="223"/>
                        <a:pt x="11055" y="223"/>
                      </a:cubicBezTo>
                      <a:lnTo>
                        <a:pt x="75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2" name="Google Shape;2860;p51">
                  <a:extLst>
                    <a:ext uri="{FF2B5EF4-FFF2-40B4-BE49-F238E27FC236}">
                      <a16:creationId xmlns:a16="http://schemas.microsoft.com/office/drawing/2014/main" id="{7612EF64-7406-9691-8D21-6AB916BE9B02}"/>
                    </a:ext>
                  </a:extLst>
                </p:cNvPr>
                <p:cNvSpPr/>
                <p:nvPr/>
              </p:nvSpPr>
              <p:spPr>
                <a:xfrm>
                  <a:off x="5231950" y="3802100"/>
                  <a:ext cx="1096200" cy="112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48" h="45105" extrusionOk="0">
                      <a:moveTo>
                        <a:pt x="41704" y="0"/>
                      </a:moveTo>
                      <a:lnTo>
                        <a:pt x="28024" y="148"/>
                      </a:lnTo>
                      <a:lnTo>
                        <a:pt x="26730" y="3180"/>
                      </a:lnTo>
                      <a:cubicBezTo>
                        <a:pt x="26730" y="3180"/>
                        <a:pt x="16674" y="5028"/>
                        <a:pt x="11351" y="6174"/>
                      </a:cubicBezTo>
                      <a:cubicBezTo>
                        <a:pt x="6027" y="7357"/>
                        <a:pt x="1" y="9502"/>
                        <a:pt x="1" y="10796"/>
                      </a:cubicBezTo>
                      <a:cubicBezTo>
                        <a:pt x="1" y="12089"/>
                        <a:pt x="4474" y="44956"/>
                        <a:pt x="4474" y="44956"/>
                      </a:cubicBezTo>
                      <a:lnTo>
                        <a:pt x="7210" y="45104"/>
                      </a:lnTo>
                      <a:lnTo>
                        <a:pt x="7765" y="15269"/>
                      </a:lnTo>
                      <a:cubicBezTo>
                        <a:pt x="7765" y="15269"/>
                        <a:pt x="24290" y="14086"/>
                        <a:pt x="28912" y="13938"/>
                      </a:cubicBezTo>
                      <a:cubicBezTo>
                        <a:pt x="29406" y="13926"/>
                        <a:pt x="29890" y="13924"/>
                        <a:pt x="30365" y="13924"/>
                      </a:cubicBezTo>
                      <a:cubicBezTo>
                        <a:pt x="30708" y="13924"/>
                        <a:pt x="31045" y="13925"/>
                        <a:pt x="31379" y="13925"/>
                      </a:cubicBezTo>
                      <a:cubicBezTo>
                        <a:pt x="34868" y="13925"/>
                        <a:pt x="37847" y="13782"/>
                        <a:pt x="40557" y="10500"/>
                      </a:cubicBezTo>
                      <a:cubicBezTo>
                        <a:pt x="43848" y="6470"/>
                        <a:pt x="41704" y="0"/>
                        <a:pt x="4170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3" name="Google Shape;2861;p51">
                  <a:extLst>
                    <a:ext uri="{FF2B5EF4-FFF2-40B4-BE49-F238E27FC236}">
                      <a16:creationId xmlns:a16="http://schemas.microsoft.com/office/drawing/2014/main" id="{BA0C1D8A-4AF0-04D9-F69C-F7C3E7350F5E}"/>
                    </a:ext>
                  </a:extLst>
                </p:cNvPr>
                <p:cNvSpPr/>
                <p:nvPr/>
              </p:nvSpPr>
              <p:spPr>
                <a:xfrm>
                  <a:off x="5223650" y="3794700"/>
                  <a:ext cx="1075850" cy="114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34" h="45697" extrusionOk="0">
                      <a:moveTo>
                        <a:pt x="41808" y="594"/>
                      </a:moveTo>
                      <a:cubicBezTo>
                        <a:pt x="41961" y="1163"/>
                        <a:pt x="42405" y="2897"/>
                        <a:pt x="42405" y="4917"/>
                      </a:cubicBezTo>
                      <a:cubicBezTo>
                        <a:pt x="42405" y="6803"/>
                        <a:pt x="41999" y="8947"/>
                        <a:pt x="40631" y="10611"/>
                      </a:cubicBezTo>
                      <a:cubicBezTo>
                        <a:pt x="39041" y="12570"/>
                        <a:pt x="37377" y="13347"/>
                        <a:pt x="35492" y="13679"/>
                      </a:cubicBezTo>
                      <a:cubicBezTo>
                        <a:pt x="33606" y="14012"/>
                        <a:pt x="31536" y="13864"/>
                        <a:pt x="29207" y="13938"/>
                      </a:cubicBezTo>
                      <a:cubicBezTo>
                        <a:pt x="24585" y="14086"/>
                        <a:pt x="8060" y="15232"/>
                        <a:pt x="8060" y="15232"/>
                      </a:cubicBezTo>
                      <a:cubicBezTo>
                        <a:pt x="7912" y="15269"/>
                        <a:pt x="7764" y="15380"/>
                        <a:pt x="7764" y="15528"/>
                      </a:cubicBezTo>
                      <a:lnTo>
                        <a:pt x="7246" y="45068"/>
                      </a:lnTo>
                      <a:lnTo>
                        <a:pt x="5102" y="44969"/>
                      </a:lnTo>
                      <a:lnTo>
                        <a:pt x="5102" y="44969"/>
                      </a:lnTo>
                      <a:cubicBezTo>
                        <a:pt x="5067" y="44733"/>
                        <a:pt x="5005" y="44337"/>
                        <a:pt x="4917" y="43811"/>
                      </a:cubicBezTo>
                      <a:cubicBezTo>
                        <a:pt x="4510" y="40631"/>
                        <a:pt x="3438" y="32756"/>
                        <a:pt x="2440" y="25473"/>
                      </a:cubicBezTo>
                      <a:cubicBezTo>
                        <a:pt x="1959" y="21850"/>
                        <a:pt x="1516" y="18375"/>
                        <a:pt x="1183" y="15750"/>
                      </a:cubicBezTo>
                      <a:cubicBezTo>
                        <a:pt x="998" y="14456"/>
                        <a:pt x="887" y="13347"/>
                        <a:pt x="776" y="12533"/>
                      </a:cubicBezTo>
                      <a:cubicBezTo>
                        <a:pt x="739" y="12127"/>
                        <a:pt x="702" y="11794"/>
                        <a:pt x="665" y="11535"/>
                      </a:cubicBezTo>
                      <a:cubicBezTo>
                        <a:pt x="629" y="11313"/>
                        <a:pt x="629" y="11128"/>
                        <a:pt x="629" y="11092"/>
                      </a:cubicBezTo>
                      <a:cubicBezTo>
                        <a:pt x="629" y="11055"/>
                        <a:pt x="665" y="10944"/>
                        <a:pt x="813" y="10759"/>
                      </a:cubicBezTo>
                      <a:cubicBezTo>
                        <a:pt x="1072" y="10500"/>
                        <a:pt x="1590" y="10167"/>
                        <a:pt x="2329" y="9798"/>
                      </a:cubicBezTo>
                      <a:cubicBezTo>
                        <a:pt x="4473" y="8725"/>
                        <a:pt x="8281" y="7542"/>
                        <a:pt x="11757" y="6803"/>
                      </a:cubicBezTo>
                      <a:cubicBezTo>
                        <a:pt x="14419" y="6211"/>
                        <a:pt x="18263" y="5472"/>
                        <a:pt x="21443" y="4843"/>
                      </a:cubicBezTo>
                      <a:cubicBezTo>
                        <a:pt x="23033" y="4548"/>
                        <a:pt x="24438" y="4289"/>
                        <a:pt x="25473" y="4067"/>
                      </a:cubicBezTo>
                      <a:cubicBezTo>
                        <a:pt x="26508" y="3882"/>
                        <a:pt x="27136" y="3771"/>
                        <a:pt x="27136" y="3771"/>
                      </a:cubicBezTo>
                      <a:cubicBezTo>
                        <a:pt x="27247" y="3734"/>
                        <a:pt x="27321" y="3697"/>
                        <a:pt x="27358" y="3586"/>
                      </a:cubicBezTo>
                      <a:lnTo>
                        <a:pt x="28574" y="737"/>
                      </a:lnTo>
                      <a:lnTo>
                        <a:pt x="28574" y="737"/>
                      </a:lnTo>
                      <a:lnTo>
                        <a:pt x="41808" y="594"/>
                      </a:lnTo>
                      <a:close/>
                      <a:moveTo>
                        <a:pt x="42036" y="0"/>
                      </a:moveTo>
                      <a:lnTo>
                        <a:pt x="28356" y="148"/>
                      </a:lnTo>
                      <a:cubicBezTo>
                        <a:pt x="28246" y="148"/>
                        <a:pt x="28135" y="222"/>
                        <a:pt x="28098" y="333"/>
                      </a:cubicBezTo>
                      <a:lnTo>
                        <a:pt x="26854" y="3211"/>
                      </a:lnTo>
                      <a:lnTo>
                        <a:pt x="26854" y="3211"/>
                      </a:lnTo>
                      <a:cubicBezTo>
                        <a:pt x="25505" y="3459"/>
                        <a:pt x="16524" y="5116"/>
                        <a:pt x="11609" y="6174"/>
                      </a:cubicBezTo>
                      <a:cubicBezTo>
                        <a:pt x="8947" y="6766"/>
                        <a:pt x="6100" y="7579"/>
                        <a:pt x="3882" y="8430"/>
                      </a:cubicBezTo>
                      <a:cubicBezTo>
                        <a:pt x="2810" y="8873"/>
                        <a:pt x="1849" y="9317"/>
                        <a:pt x="1183" y="9724"/>
                      </a:cubicBezTo>
                      <a:cubicBezTo>
                        <a:pt x="850" y="9945"/>
                        <a:pt x="555" y="10130"/>
                        <a:pt x="370" y="10352"/>
                      </a:cubicBezTo>
                      <a:cubicBezTo>
                        <a:pt x="148" y="10574"/>
                        <a:pt x="0" y="10796"/>
                        <a:pt x="0" y="11092"/>
                      </a:cubicBezTo>
                      <a:cubicBezTo>
                        <a:pt x="0" y="11202"/>
                        <a:pt x="37" y="11387"/>
                        <a:pt x="74" y="11720"/>
                      </a:cubicBezTo>
                      <a:cubicBezTo>
                        <a:pt x="555" y="16415"/>
                        <a:pt x="4510" y="45289"/>
                        <a:pt x="4510" y="45289"/>
                      </a:cubicBezTo>
                      <a:cubicBezTo>
                        <a:pt x="4547" y="45437"/>
                        <a:pt x="4658" y="45548"/>
                        <a:pt x="4806" y="45548"/>
                      </a:cubicBezTo>
                      <a:lnTo>
                        <a:pt x="7542" y="45696"/>
                      </a:lnTo>
                      <a:cubicBezTo>
                        <a:pt x="7616" y="45696"/>
                        <a:pt x="7690" y="45696"/>
                        <a:pt x="7764" y="45622"/>
                      </a:cubicBezTo>
                      <a:cubicBezTo>
                        <a:pt x="7838" y="45585"/>
                        <a:pt x="7875" y="45474"/>
                        <a:pt x="7875" y="45400"/>
                      </a:cubicBezTo>
                      <a:lnTo>
                        <a:pt x="8388" y="15840"/>
                      </a:lnTo>
                      <a:lnTo>
                        <a:pt x="8388" y="15840"/>
                      </a:lnTo>
                      <a:cubicBezTo>
                        <a:pt x="8803" y="15811"/>
                        <a:pt x="9641" y="15752"/>
                        <a:pt x="10758" y="15676"/>
                      </a:cubicBezTo>
                      <a:cubicBezTo>
                        <a:pt x="15639" y="15343"/>
                        <a:pt x="25805" y="14678"/>
                        <a:pt x="29244" y="14567"/>
                      </a:cubicBezTo>
                      <a:cubicBezTo>
                        <a:pt x="31536" y="14493"/>
                        <a:pt x="33606" y="14641"/>
                        <a:pt x="35603" y="14271"/>
                      </a:cubicBezTo>
                      <a:cubicBezTo>
                        <a:pt x="37562" y="13938"/>
                        <a:pt x="39411" y="13051"/>
                        <a:pt x="41111" y="10981"/>
                      </a:cubicBezTo>
                      <a:cubicBezTo>
                        <a:pt x="42627" y="9169"/>
                        <a:pt x="43034" y="6877"/>
                        <a:pt x="43034" y="4917"/>
                      </a:cubicBezTo>
                      <a:cubicBezTo>
                        <a:pt x="43034" y="2329"/>
                        <a:pt x="42331" y="222"/>
                        <a:pt x="42331" y="185"/>
                      </a:cubicBezTo>
                      <a:cubicBezTo>
                        <a:pt x="42294" y="74"/>
                        <a:pt x="42146" y="0"/>
                        <a:pt x="420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4" name="Google Shape;2862;p51">
                  <a:extLst>
                    <a:ext uri="{FF2B5EF4-FFF2-40B4-BE49-F238E27FC236}">
                      <a16:creationId xmlns:a16="http://schemas.microsoft.com/office/drawing/2014/main" id="{E49B023C-411C-BB5E-2F1F-E59646BA8D47}"/>
                    </a:ext>
                  </a:extLst>
                </p:cNvPr>
                <p:cNvSpPr/>
                <p:nvPr/>
              </p:nvSpPr>
              <p:spPr>
                <a:xfrm>
                  <a:off x="5111800" y="4926000"/>
                  <a:ext cx="308725" cy="13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49" h="5399" extrusionOk="0">
                      <a:moveTo>
                        <a:pt x="9280" y="0"/>
                      </a:moveTo>
                      <a:lnTo>
                        <a:pt x="8837" y="259"/>
                      </a:lnTo>
                      <a:lnTo>
                        <a:pt x="1" y="5398"/>
                      </a:lnTo>
                      <a:lnTo>
                        <a:pt x="12349" y="5398"/>
                      </a:lnTo>
                      <a:lnTo>
                        <a:pt x="12016" y="148"/>
                      </a:lnTo>
                      <a:lnTo>
                        <a:pt x="928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5" name="Google Shape;2863;p51">
                  <a:extLst>
                    <a:ext uri="{FF2B5EF4-FFF2-40B4-BE49-F238E27FC236}">
                      <a16:creationId xmlns:a16="http://schemas.microsoft.com/office/drawing/2014/main" id="{750A286A-32D6-58A7-8D81-0647A23B6885}"/>
                    </a:ext>
                  </a:extLst>
                </p:cNvPr>
                <p:cNvSpPr/>
                <p:nvPr/>
              </p:nvSpPr>
              <p:spPr>
                <a:xfrm>
                  <a:off x="5103475" y="4918600"/>
                  <a:ext cx="324450" cy="15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8" h="6027" extrusionOk="0">
                      <a:moveTo>
                        <a:pt x="9698" y="597"/>
                      </a:moveTo>
                      <a:lnTo>
                        <a:pt x="12053" y="740"/>
                      </a:lnTo>
                      <a:lnTo>
                        <a:pt x="12349" y="5398"/>
                      </a:lnTo>
                      <a:lnTo>
                        <a:pt x="1480" y="5398"/>
                      </a:lnTo>
                      <a:lnTo>
                        <a:pt x="9317" y="851"/>
                      </a:lnTo>
                      <a:lnTo>
                        <a:pt x="9698" y="597"/>
                      </a:lnTo>
                      <a:close/>
                      <a:moveTo>
                        <a:pt x="9650" y="1"/>
                      </a:moveTo>
                      <a:cubicBezTo>
                        <a:pt x="9576" y="1"/>
                        <a:pt x="9539" y="1"/>
                        <a:pt x="9465" y="38"/>
                      </a:cubicBezTo>
                      <a:lnTo>
                        <a:pt x="9022" y="296"/>
                      </a:lnTo>
                      <a:lnTo>
                        <a:pt x="186" y="5435"/>
                      </a:lnTo>
                      <a:cubicBezTo>
                        <a:pt x="38" y="5509"/>
                        <a:pt x="1" y="5657"/>
                        <a:pt x="38" y="5805"/>
                      </a:cubicBezTo>
                      <a:cubicBezTo>
                        <a:pt x="75" y="5916"/>
                        <a:pt x="186" y="6027"/>
                        <a:pt x="334" y="6027"/>
                      </a:cubicBezTo>
                      <a:lnTo>
                        <a:pt x="12682" y="6027"/>
                      </a:lnTo>
                      <a:cubicBezTo>
                        <a:pt x="12756" y="6027"/>
                        <a:pt x="12830" y="5990"/>
                        <a:pt x="12904" y="5916"/>
                      </a:cubicBezTo>
                      <a:cubicBezTo>
                        <a:pt x="12941" y="5842"/>
                        <a:pt x="12978" y="5768"/>
                        <a:pt x="12978" y="5694"/>
                      </a:cubicBezTo>
                      <a:lnTo>
                        <a:pt x="12682" y="407"/>
                      </a:lnTo>
                      <a:cubicBezTo>
                        <a:pt x="12645" y="259"/>
                        <a:pt x="12534" y="149"/>
                        <a:pt x="12386" y="149"/>
                      </a:cubicBezTo>
                      <a:lnTo>
                        <a:pt x="96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6" name="Google Shape;2864;p51">
                  <a:extLst>
                    <a:ext uri="{FF2B5EF4-FFF2-40B4-BE49-F238E27FC236}">
                      <a16:creationId xmlns:a16="http://schemas.microsoft.com/office/drawing/2014/main" id="{D0367620-09B0-2D45-9C35-93C11992B2E4}"/>
                    </a:ext>
                  </a:extLst>
                </p:cNvPr>
                <p:cNvSpPr/>
                <p:nvPr/>
              </p:nvSpPr>
              <p:spPr>
                <a:xfrm>
                  <a:off x="5408500" y="3494300"/>
                  <a:ext cx="201500" cy="9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0" h="3624" extrusionOk="0">
                      <a:moveTo>
                        <a:pt x="2884" y="1"/>
                      </a:moveTo>
                      <a:cubicBezTo>
                        <a:pt x="1960" y="1"/>
                        <a:pt x="0" y="2367"/>
                        <a:pt x="0" y="2700"/>
                      </a:cubicBezTo>
                      <a:cubicBezTo>
                        <a:pt x="0" y="2933"/>
                        <a:pt x="46" y="3306"/>
                        <a:pt x="321" y="3306"/>
                      </a:cubicBezTo>
                      <a:cubicBezTo>
                        <a:pt x="394" y="3306"/>
                        <a:pt x="483" y="3279"/>
                        <a:pt x="592" y="3217"/>
                      </a:cubicBezTo>
                      <a:cubicBezTo>
                        <a:pt x="1109" y="2885"/>
                        <a:pt x="2366" y="2071"/>
                        <a:pt x="2366" y="2071"/>
                      </a:cubicBezTo>
                      <a:lnTo>
                        <a:pt x="7542" y="3624"/>
                      </a:lnTo>
                      <a:lnTo>
                        <a:pt x="8060" y="1443"/>
                      </a:lnTo>
                      <a:lnTo>
                        <a:pt x="5287" y="297"/>
                      </a:lnTo>
                      <a:cubicBezTo>
                        <a:pt x="5287" y="297"/>
                        <a:pt x="3808" y="1"/>
                        <a:pt x="288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7" name="Google Shape;2865;p51">
                  <a:extLst>
                    <a:ext uri="{FF2B5EF4-FFF2-40B4-BE49-F238E27FC236}">
                      <a16:creationId xmlns:a16="http://schemas.microsoft.com/office/drawing/2014/main" id="{7233C0BE-1C7C-F06E-A7D3-731283302357}"/>
                    </a:ext>
                  </a:extLst>
                </p:cNvPr>
                <p:cNvSpPr/>
                <p:nvPr/>
              </p:nvSpPr>
              <p:spPr>
                <a:xfrm>
                  <a:off x="5400175" y="3486925"/>
                  <a:ext cx="218150" cy="10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26" h="4231" extrusionOk="0">
                      <a:moveTo>
                        <a:pt x="3217" y="592"/>
                      </a:moveTo>
                      <a:cubicBezTo>
                        <a:pt x="3660" y="592"/>
                        <a:pt x="4252" y="666"/>
                        <a:pt x="4696" y="739"/>
                      </a:cubicBezTo>
                      <a:cubicBezTo>
                        <a:pt x="4954" y="776"/>
                        <a:pt x="5139" y="813"/>
                        <a:pt x="5287" y="850"/>
                      </a:cubicBezTo>
                      <a:cubicBezTo>
                        <a:pt x="5362" y="869"/>
                        <a:pt x="5428" y="878"/>
                        <a:pt x="5474" y="883"/>
                      </a:cubicBezTo>
                      <a:lnTo>
                        <a:pt x="5474" y="883"/>
                      </a:lnTo>
                      <a:lnTo>
                        <a:pt x="5472" y="887"/>
                      </a:lnTo>
                      <a:lnTo>
                        <a:pt x="8023" y="1923"/>
                      </a:lnTo>
                      <a:lnTo>
                        <a:pt x="7653" y="3512"/>
                      </a:lnTo>
                      <a:lnTo>
                        <a:pt x="2773" y="2070"/>
                      </a:lnTo>
                      <a:cubicBezTo>
                        <a:pt x="2752" y="2060"/>
                        <a:pt x="2730" y="2055"/>
                        <a:pt x="2707" y="2055"/>
                      </a:cubicBezTo>
                      <a:cubicBezTo>
                        <a:pt x="2653" y="2055"/>
                        <a:pt x="2593" y="2081"/>
                        <a:pt x="2514" y="2107"/>
                      </a:cubicBezTo>
                      <a:cubicBezTo>
                        <a:pt x="2514" y="2107"/>
                        <a:pt x="2219" y="2329"/>
                        <a:pt x="1849" y="2551"/>
                      </a:cubicBezTo>
                      <a:cubicBezTo>
                        <a:pt x="1479" y="2810"/>
                        <a:pt x="1036" y="3106"/>
                        <a:pt x="777" y="3253"/>
                      </a:cubicBezTo>
                      <a:cubicBezTo>
                        <a:pt x="743" y="3271"/>
                        <a:pt x="716" y="3280"/>
                        <a:pt x="698" y="3285"/>
                      </a:cubicBezTo>
                      <a:lnTo>
                        <a:pt x="698" y="3285"/>
                      </a:lnTo>
                      <a:cubicBezTo>
                        <a:pt x="688" y="3272"/>
                        <a:pt x="666" y="3237"/>
                        <a:pt x="666" y="3180"/>
                      </a:cubicBezTo>
                      <a:cubicBezTo>
                        <a:pt x="635" y="3149"/>
                        <a:pt x="630" y="3092"/>
                        <a:pt x="629" y="3031"/>
                      </a:cubicBezTo>
                      <a:lnTo>
                        <a:pt x="629" y="3031"/>
                      </a:lnTo>
                      <a:cubicBezTo>
                        <a:pt x="632" y="3026"/>
                        <a:pt x="669" y="2953"/>
                        <a:pt x="740" y="2847"/>
                      </a:cubicBezTo>
                      <a:cubicBezTo>
                        <a:pt x="962" y="2514"/>
                        <a:pt x="1442" y="1923"/>
                        <a:pt x="1960" y="1442"/>
                      </a:cubicBezTo>
                      <a:cubicBezTo>
                        <a:pt x="2182" y="1183"/>
                        <a:pt x="2477" y="961"/>
                        <a:pt x="2699" y="813"/>
                      </a:cubicBezTo>
                      <a:cubicBezTo>
                        <a:pt x="2921" y="666"/>
                        <a:pt x="3143" y="592"/>
                        <a:pt x="3217" y="592"/>
                      </a:cubicBezTo>
                      <a:close/>
                      <a:moveTo>
                        <a:pt x="3217" y="0"/>
                      </a:moveTo>
                      <a:cubicBezTo>
                        <a:pt x="2847" y="0"/>
                        <a:pt x="2551" y="185"/>
                        <a:pt x="2182" y="407"/>
                      </a:cubicBezTo>
                      <a:cubicBezTo>
                        <a:pt x="1701" y="776"/>
                        <a:pt x="1183" y="1331"/>
                        <a:pt x="740" y="1812"/>
                      </a:cubicBezTo>
                      <a:cubicBezTo>
                        <a:pt x="555" y="2033"/>
                        <a:pt x="370" y="2255"/>
                        <a:pt x="259" y="2440"/>
                      </a:cubicBezTo>
                      <a:cubicBezTo>
                        <a:pt x="185" y="2551"/>
                        <a:pt x="148" y="2625"/>
                        <a:pt x="111" y="2699"/>
                      </a:cubicBezTo>
                      <a:lnTo>
                        <a:pt x="37" y="2810"/>
                      </a:lnTo>
                      <a:cubicBezTo>
                        <a:pt x="37" y="2884"/>
                        <a:pt x="0" y="2921"/>
                        <a:pt x="0" y="2995"/>
                      </a:cubicBezTo>
                      <a:cubicBezTo>
                        <a:pt x="0" y="3143"/>
                        <a:pt x="37" y="3327"/>
                        <a:pt x="111" y="3512"/>
                      </a:cubicBezTo>
                      <a:cubicBezTo>
                        <a:pt x="148" y="3586"/>
                        <a:pt x="185" y="3697"/>
                        <a:pt x="296" y="3771"/>
                      </a:cubicBezTo>
                      <a:cubicBezTo>
                        <a:pt x="370" y="3845"/>
                        <a:pt x="518" y="3919"/>
                        <a:pt x="666" y="3919"/>
                      </a:cubicBezTo>
                      <a:cubicBezTo>
                        <a:pt x="814" y="3919"/>
                        <a:pt x="962" y="3845"/>
                        <a:pt x="1110" y="3771"/>
                      </a:cubicBezTo>
                      <a:cubicBezTo>
                        <a:pt x="1529" y="3501"/>
                        <a:pt x="2436" y="2915"/>
                        <a:pt x="2763" y="2703"/>
                      </a:cubicBezTo>
                      <a:lnTo>
                        <a:pt x="2763" y="2703"/>
                      </a:lnTo>
                      <a:lnTo>
                        <a:pt x="7801" y="4215"/>
                      </a:lnTo>
                      <a:cubicBezTo>
                        <a:pt x="7823" y="4226"/>
                        <a:pt x="7845" y="4230"/>
                        <a:pt x="7866" y="4230"/>
                      </a:cubicBezTo>
                      <a:cubicBezTo>
                        <a:pt x="7918" y="4230"/>
                        <a:pt x="7971" y="4204"/>
                        <a:pt x="8023" y="4178"/>
                      </a:cubicBezTo>
                      <a:cubicBezTo>
                        <a:pt x="8097" y="4141"/>
                        <a:pt x="8171" y="4067"/>
                        <a:pt x="8171" y="3993"/>
                      </a:cubicBezTo>
                      <a:lnTo>
                        <a:pt x="8688" y="1812"/>
                      </a:lnTo>
                      <a:cubicBezTo>
                        <a:pt x="8725" y="1664"/>
                        <a:pt x="8652" y="1516"/>
                        <a:pt x="8504" y="1442"/>
                      </a:cubicBezTo>
                      <a:lnTo>
                        <a:pt x="5731" y="333"/>
                      </a:lnTo>
                      <a:lnTo>
                        <a:pt x="5657" y="296"/>
                      </a:lnTo>
                      <a:cubicBezTo>
                        <a:pt x="5657" y="296"/>
                        <a:pt x="4215" y="0"/>
                        <a:pt x="32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8" name="Google Shape;2866;p51">
                  <a:extLst>
                    <a:ext uri="{FF2B5EF4-FFF2-40B4-BE49-F238E27FC236}">
                      <a16:creationId xmlns:a16="http://schemas.microsoft.com/office/drawing/2014/main" id="{934CD9B2-2C5C-78FE-D8FE-C2765C522E8A}"/>
                    </a:ext>
                  </a:extLst>
                </p:cNvPr>
                <p:cNvSpPr/>
                <p:nvPr/>
              </p:nvSpPr>
              <p:spPr>
                <a:xfrm>
                  <a:off x="5410350" y="3530350"/>
                  <a:ext cx="171000" cy="4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0" h="1961" extrusionOk="0">
                      <a:moveTo>
                        <a:pt x="5213" y="1"/>
                      </a:moveTo>
                      <a:cubicBezTo>
                        <a:pt x="5213" y="1"/>
                        <a:pt x="1775" y="223"/>
                        <a:pt x="1035" y="333"/>
                      </a:cubicBezTo>
                      <a:cubicBezTo>
                        <a:pt x="333" y="407"/>
                        <a:pt x="0" y="1258"/>
                        <a:pt x="961" y="1258"/>
                      </a:cubicBezTo>
                      <a:cubicBezTo>
                        <a:pt x="1886" y="1258"/>
                        <a:pt x="3106" y="1147"/>
                        <a:pt x="3106" y="1147"/>
                      </a:cubicBezTo>
                      <a:cubicBezTo>
                        <a:pt x="3106" y="1147"/>
                        <a:pt x="3845" y="1775"/>
                        <a:pt x="5213" y="1886"/>
                      </a:cubicBezTo>
                      <a:cubicBezTo>
                        <a:pt x="6544" y="1960"/>
                        <a:pt x="6840" y="1960"/>
                        <a:pt x="6840" y="1960"/>
                      </a:cubicBezTo>
                      <a:lnTo>
                        <a:pt x="521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9" name="Google Shape;2867;p51">
                  <a:extLst>
                    <a:ext uri="{FF2B5EF4-FFF2-40B4-BE49-F238E27FC236}">
                      <a16:creationId xmlns:a16="http://schemas.microsoft.com/office/drawing/2014/main" id="{26CC590E-5D1C-6182-8F53-04B8DAFC382D}"/>
                    </a:ext>
                  </a:extLst>
                </p:cNvPr>
                <p:cNvSpPr/>
                <p:nvPr/>
              </p:nvSpPr>
              <p:spPr>
                <a:xfrm>
                  <a:off x="5412200" y="3522950"/>
                  <a:ext cx="177475" cy="6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99" h="2589" extrusionOk="0">
                      <a:moveTo>
                        <a:pt x="5102" y="1"/>
                      </a:moveTo>
                      <a:cubicBezTo>
                        <a:pt x="5102" y="1"/>
                        <a:pt x="4252" y="38"/>
                        <a:pt x="3290" y="112"/>
                      </a:cubicBezTo>
                      <a:cubicBezTo>
                        <a:pt x="2366" y="186"/>
                        <a:pt x="1331" y="260"/>
                        <a:pt x="924" y="297"/>
                      </a:cubicBezTo>
                      <a:cubicBezTo>
                        <a:pt x="665" y="334"/>
                        <a:pt x="444" y="445"/>
                        <a:pt x="296" y="592"/>
                      </a:cubicBezTo>
                      <a:cubicBezTo>
                        <a:pt x="111" y="777"/>
                        <a:pt x="0" y="962"/>
                        <a:pt x="0" y="1184"/>
                      </a:cubicBezTo>
                      <a:cubicBezTo>
                        <a:pt x="0" y="1369"/>
                        <a:pt x="74" y="1591"/>
                        <a:pt x="259" y="1702"/>
                      </a:cubicBezTo>
                      <a:cubicBezTo>
                        <a:pt x="444" y="1812"/>
                        <a:pt x="629" y="1849"/>
                        <a:pt x="887" y="1849"/>
                      </a:cubicBezTo>
                      <a:cubicBezTo>
                        <a:pt x="1642" y="1849"/>
                        <a:pt x="2618" y="1776"/>
                        <a:pt x="2951" y="1748"/>
                      </a:cubicBezTo>
                      <a:lnTo>
                        <a:pt x="2951" y="1748"/>
                      </a:lnTo>
                      <a:cubicBezTo>
                        <a:pt x="3210" y="1939"/>
                        <a:pt x="3940" y="2389"/>
                        <a:pt x="5102" y="2478"/>
                      </a:cubicBezTo>
                      <a:cubicBezTo>
                        <a:pt x="6433" y="2589"/>
                        <a:pt x="6766" y="2589"/>
                        <a:pt x="6766" y="2589"/>
                      </a:cubicBezTo>
                      <a:cubicBezTo>
                        <a:pt x="6950" y="2589"/>
                        <a:pt x="7098" y="2441"/>
                        <a:pt x="7098" y="2256"/>
                      </a:cubicBezTo>
                      <a:cubicBezTo>
                        <a:pt x="7098" y="2108"/>
                        <a:pt x="6950" y="1960"/>
                        <a:pt x="6766" y="1960"/>
                      </a:cubicBezTo>
                      <a:cubicBezTo>
                        <a:pt x="6692" y="1960"/>
                        <a:pt x="6322" y="1960"/>
                        <a:pt x="5139" y="1849"/>
                      </a:cubicBezTo>
                      <a:cubicBezTo>
                        <a:pt x="4510" y="1812"/>
                        <a:pt x="4030" y="1628"/>
                        <a:pt x="3697" y="1480"/>
                      </a:cubicBezTo>
                      <a:cubicBezTo>
                        <a:pt x="3549" y="1406"/>
                        <a:pt x="3438" y="1332"/>
                        <a:pt x="3364" y="1295"/>
                      </a:cubicBezTo>
                      <a:lnTo>
                        <a:pt x="3253" y="1221"/>
                      </a:lnTo>
                      <a:cubicBezTo>
                        <a:pt x="3199" y="1167"/>
                        <a:pt x="3145" y="1133"/>
                        <a:pt x="3091" y="1133"/>
                      </a:cubicBezTo>
                      <a:cubicBezTo>
                        <a:pt x="3071" y="1133"/>
                        <a:pt x="3051" y="1137"/>
                        <a:pt x="3032" y="1147"/>
                      </a:cubicBezTo>
                      <a:cubicBezTo>
                        <a:pt x="3032" y="1147"/>
                        <a:pt x="2699" y="1147"/>
                        <a:pt x="2292" y="1184"/>
                      </a:cubicBezTo>
                      <a:cubicBezTo>
                        <a:pt x="1886" y="1221"/>
                        <a:pt x="1331" y="1221"/>
                        <a:pt x="887" y="1221"/>
                      </a:cubicBezTo>
                      <a:cubicBezTo>
                        <a:pt x="702" y="1221"/>
                        <a:pt x="629" y="1184"/>
                        <a:pt x="592" y="1184"/>
                      </a:cubicBezTo>
                      <a:lnTo>
                        <a:pt x="629" y="1147"/>
                      </a:lnTo>
                      <a:cubicBezTo>
                        <a:pt x="665" y="1073"/>
                        <a:pt x="813" y="962"/>
                        <a:pt x="1035" y="925"/>
                      </a:cubicBezTo>
                      <a:cubicBezTo>
                        <a:pt x="1368" y="851"/>
                        <a:pt x="2403" y="777"/>
                        <a:pt x="3327" y="740"/>
                      </a:cubicBezTo>
                      <a:cubicBezTo>
                        <a:pt x="4289" y="666"/>
                        <a:pt x="5139" y="592"/>
                        <a:pt x="5139" y="592"/>
                      </a:cubicBezTo>
                      <a:cubicBezTo>
                        <a:pt x="5324" y="592"/>
                        <a:pt x="5435" y="445"/>
                        <a:pt x="5435" y="297"/>
                      </a:cubicBezTo>
                      <a:cubicBezTo>
                        <a:pt x="5435" y="112"/>
                        <a:pt x="5287" y="1"/>
                        <a:pt x="51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0" name="Google Shape;2868;p51">
                  <a:extLst>
                    <a:ext uri="{FF2B5EF4-FFF2-40B4-BE49-F238E27FC236}">
                      <a16:creationId xmlns:a16="http://schemas.microsoft.com/office/drawing/2014/main" id="{D8EEC591-E6E2-29AF-B077-D5047F43BC20}"/>
                    </a:ext>
                  </a:extLst>
                </p:cNvPr>
                <p:cNvSpPr/>
                <p:nvPr/>
              </p:nvSpPr>
              <p:spPr>
                <a:xfrm>
                  <a:off x="5597050" y="3530350"/>
                  <a:ext cx="448275" cy="19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1" h="7876" extrusionOk="0">
                      <a:moveTo>
                        <a:pt x="518" y="1"/>
                      </a:moveTo>
                      <a:lnTo>
                        <a:pt x="0" y="2182"/>
                      </a:lnTo>
                      <a:lnTo>
                        <a:pt x="17487" y="7875"/>
                      </a:lnTo>
                      <a:lnTo>
                        <a:pt x="17931" y="2810"/>
                      </a:lnTo>
                      <a:lnTo>
                        <a:pt x="518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1" name="Google Shape;2869;p51">
                  <a:extLst>
                    <a:ext uri="{FF2B5EF4-FFF2-40B4-BE49-F238E27FC236}">
                      <a16:creationId xmlns:a16="http://schemas.microsoft.com/office/drawing/2014/main" id="{C2154A48-5DD4-E864-1148-5A32F01FEE14}"/>
                    </a:ext>
                  </a:extLst>
                </p:cNvPr>
                <p:cNvSpPr/>
                <p:nvPr/>
              </p:nvSpPr>
              <p:spPr>
                <a:xfrm>
                  <a:off x="5588725" y="3522775"/>
                  <a:ext cx="464000" cy="21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60" h="8490" extrusionOk="0">
                      <a:moveTo>
                        <a:pt x="1084" y="643"/>
                      </a:moveTo>
                      <a:lnTo>
                        <a:pt x="17931" y="3372"/>
                      </a:lnTo>
                      <a:lnTo>
                        <a:pt x="17561" y="7772"/>
                      </a:lnTo>
                      <a:lnTo>
                        <a:pt x="703" y="2263"/>
                      </a:lnTo>
                      <a:lnTo>
                        <a:pt x="1084" y="643"/>
                      </a:lnTo>
                      <a:close/>
                      <a:moveTo>
                        <a:pt x="830" y="1"/>
                      </a:moveTo>
                      <a:cubicBezTo>
                        <a:pt x="703" y="1"/>
                        <a:pt x="587" y="101"/>
                        <a:pt x="555" y="230"/>
                      </a:cubicBezTo>
                      <a:lnTo>
                        <a:pt x="37" y="2411"/>
                      </a:lnTo>
                      <a:cubicBezTo>
                        <a:pt x="0" y="2559"/>
                        <a:pt x="74" y="2744"/>
                        <a:pt x="259" y="2781"/>
                      </a:cubicBezTo>
                      <a:lnTo>
                        <a:pt x="17746" y="8474"/>
                      </a:lnTo>
                      <a:cubicBezTo>
                        <a:pt x="17768" y="8485"/>
                        <a:pt x="17793" y="8490"/>
                        <a:pt x="17819" y="8490"/>
                      </a:cubicBezTo>
                      <a:cubicBezTo>
                        <a:pt x="17882" y="8490"/>
                        <a:pt x="17953" y="8463"/>
                        <a:pt x="18005" y="8437"/>
                      </a:cubicBezTo>
                      <a:cubicBezTo>
                        <a:pt x="18079" y="8400"/>
                        <a:pt x="18153" y="8289"/>
                        <a:pt x="18153" y="8215"/>
                      </a:cubicBezTo>
                      <a:lnTo>
                        <a:pt x="18560" y="3113"/>
                      </a:lnTo>
                      <a:cubicBezTo>
                        <a:pt x="18560" y="2966"/>
                        <a:pt x="18449" y="2818"/>
                        <a:pt x="18301" y="2818"/>
                      </a:cubicBezTo>
                      <a:lnTo>
                        <a:pt x="888" y="8"/>
                      </a:lnTo>
                      <a:cubicBezTo>
                        <a:pt x="868" y="3"/>
                        <a:pt x="849" y="1"/>
                        <a:pt x="8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2" name="Google Shape;2870;p51">
                  <a:extLst>
                    <a:ext uri="{FF2B5EF4-FFF2-40B4-BE49-F238E27FC236}">
                      <a16:creationId xmlns:a16="http://schemas.microsoft.com/office/drawing/2014/main" id="{5EB40256-D554-2547-2CE4-B83A4F60D2F7}"/>
                    </a:ext>
                  </a:extLst>
                </p:cNvPr>
                <p:cNvSpPr/>
                <p:nvPr/>
              </p:nvSpPr>
              <p:spPr>
                <a:xfrm>
                  <a:off x="5831800" y="3033350"/>
                  <a:ext cx="475100" cy="853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04" h="34123" extrusionOk="0">
                      <a:moveTo>
                        <a:pt x="9555" y="1"/>
                      </a:moveTo>
                      <a:cubicBezTo>
                        <a:pt x="8899" y="1"/>
                        <a:pt x="8262" y="269"/>
                        <a:pt x="7654" y="841"/>
                      </a:cubicBezTo>
                      <a:cubicBezTo>
                        <a:pt x="7654" y="841"/>
                        <a:pt x="2330" y="6571"/>
                        <a:pt x="1147" y="8605"/>
                      </a:cubicBezTo>
                      <a:cubicBezTo>
                        <a:pt x="1" y="10601"/>
                        <a:pt x="3476" y="19955"/>
                        <a:pt x="3772" y="22690"/>
                      </a:cubicBezTo>
                      <a:cubicBezTo>
                        <a:pt x="4030" y="25426"/>
                        <a:pt x="4918" y="27164"/>
                        <a:pt x="3624" y="28606"/>
                      </a:cubicBezTo>
                      <a:cubicBezTo>
                        <a:pt x="2330" y="30048"/>
                        <a:pt x="3476" y="30898"/>
                        <a:pt x="4178" y="31489"/>
                      </a:cubicBezTo>
                      <a:cubicBezTo>
                        <a:pt x="4861" y="32002"/>
                        <a:pt x="10182" y="34123"/>
                        <a:pt x="13583" y="34123"/>
                      </a:cubicBezTo>
                      <a:cubicBezTo>
                        <a:pt x="13864" y="34123"/>
                        <a:pt x="14131" y="34108"/>
                        <a:pt x="14382" y="34077"/>
                      </a:cubicBezTo>
                      <a:cubicBezTo>
                        <a:pt x="17710" y="33634"/>
                        <a:pt x="18412" y="31342"/>
                        <a:pt x="18708" y="27718"/>
                      </a:cubicBezTo>
                      <a:cubicBezTo>
                        <a:pt x="19004" y="24132"/>
                        <a:pt x="18708" y="11488"/>
                        <a:pt x="15824" y="6312"/>
                      </a:cubicBezTo>
                      <a:cubicBezTo>
                        <a:pt x="13687" y="2428"/>
                        <a:pt x="11530" y="1"/>
                        <a:pt x="955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3" name="Google Shape;2871;p51">
                  <a:extLst>
                    <a:ext uri="{FF2B5EF4-FFF2-40B4-BE49-F238E27FC236}">
                      <a16:creationId xmlns:a16="http://schemas.microsoft.com/office/drawing/2014/main" id="{EFEDCBF4-22BE-2C60-5704-2144FCF24043}"/>
                    </a:ext>
                  </a:extLst>
                </p:cNvPr>
                <p:cNvSpPr/>
                <p:nvPr/>
              </p:nvSpPr>
              <p:spPr>
                <a:xfrm>
                  <a:off x="5847525" y="3025700"/>
                  <a:ext cx="462150" cy="86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86" h="34717" extrusionOk="0">
                      <a:moveTo>
                        <a:pt x="8910" y="592"/>
                      </a:moveTo>
                      <a:cubicBezTo>
                        <a:pt x="9760" y="592"/>
                        <a:pt x="10759" y="1147"/>
                        <a:pt x="11757" y="2219"/>
                      </a:cubicBezTo>
                      <a:cubicBezTo>
                        <a:pt x="12792" y="3254"/>
                        <a:pt x="13864" y="4844"/>
                        <a:pt x="14936" y="6766"/>
                      </a:cubicBezTo>
                      <a:cubicBezTo>
                        <a:pt x="16082" y="8800"/>
                        <a:pt x="16822" y="12090"/>
                        <a:pt x="17265" y="15528"/>
                      </a:cubicBezTo>
                      <a:cubicBezTo>
                        <a:pt x="17709" y="19004"/>
                        <a:pt x="17857" y="22553"/>
                        <a:pt x="17857" y="25141"/>
                      </a:cubicBezTo>
                      <a:cubicBezTo>
                        <a:pt x="17857" y="26361"/>
                        <a:pt x="17820" y="27359"/>
                        <a:pt x="17783" y="28024"/>
                      </a:cubicBezTo>
                      <a:cubicBezTo>
                        <a:pt x="17635" y="29799"/>
                        <a:pt x="17376" y="31241"/>
                        <a:pt x="16785" y="32239"/>
                      </a:cubicBezTo>
                      <a:cubicBezTo>
                        <a:pt x="16193" y="33237"/>
                        <a:pt x="15306" y="33866"/>
                        <a:pt x="13716" y="34051"/>
                      </a:cubicBezTo>
                      <a:cubicBezTo>
                        <a:pt x="13494" y="34088"/>
                        <a:pt x="13199" y="34125"/>
                        <a:pt x="12903" y="34125"/>
                      </a:cubicBezTo>
                      <a:cubicBezTo>
                        <a:pt x="11276" y="34125"/>
                        <a:pt x="9095" y="33607"/>
                        <a:pt x="7283" y="33016"/>
                      </a:cubicBezTo>
                      <a:cubicBezTo>
                        <a:pt x="6396" y="32720"/>
                        <a:pt x="5583" y="32387"/>
                        <a:pt x="4954" y="32128"/>
                      </a:cubicBezTo>
                      <a:cubicBezTo>
                        <a:pt x="4621" y="31980"/>
                        <a:pt x="4363" y="31869"/>
                        <a:pt x="4141" y="31759"/>
                      </a:cubicBezTo>
                      <a:cubicBezTo>
                        <a:pt x="3956" y="31685"/>
                        <a:pt x="3808" y="31574"/>
                        <a:pt x="3734" y="31537"/>
                      </a:cubicBezTo>
                      <a:cubicBezTo>
                        <a:pt x="3512" y="31352"/>
                        <a:pt x="3217" y="31130"/>
                        <a:pt x="3032" y="30908"/>
                      </a:cubicBezTo>
                      <a:cubicBezTo>
                        <a:pt x="2810" y="30649"/>
                        <a:pt x="2699" y="30428"/>
                        <a:pt x="2699" y="30132"/>
                      </a:cubicBezTo>
                      <a:cubicBezTo>
                        <a:pt x="2699" y="29873"/>
                        <a:pt x="2810" y="29540"/>
                        <a:pt x="3217" y="29097"/>
                      </a:cubicBezTo>
                      <a:cubicBezTo>
                        <a:pt x="3771" y="28468"/>
                        <a:pt x="3993" y="27729"/>
                        <a:pt x="3993" y="26989"/>
                      </a:cubicBezTo>
                      <a:cubicBezTo>
                        <a:pt x="3993" y="25843"/>
                        <a:pt x="3586" y="24586"/>
                        <a:pt x="3438" y="22959"/>
                      </a:cubicBezTo>
                      <a:cubicBezTo>
                        <a:pt x="3291" y="21739"/>
                        <a:pt x="2588" y="19373"/>
                        <a:pt x="1923" y="16859"/>
                      </a:cubicBezTo>
                      <a:cubicBezTo>
                        <a:pt x="1257" y="14345"/>
                        <a:pt x="592" y="11720"/>
                        <a:pt x="592" y="10168"/>
                      </a:cubicBezTo>
                      <a:cubicBezTo>
                        <a:pt x="592" y="9650"/>
                        <a:pt x="703" y="9280"/>
                        <a:pt x="814" y="9058"/>
                      </a:cubicBezTo>
                      <a:cubicBezTo>
                        <a:pt x="1072" y="8578"/>
                        <a:pt x="1627" y="7838"/>
                        <a:pt x="2255" y="7025"/>
                      </a:cubicBezTo>
                      <a:cubicBezTo>
                        <a:pt x="3254" y="5805"/>
                        <a:pt x="4511" y="4400"/>
                        <a:pt x="5509" y="3291"/>
                      </a:cubicBezTo>
                      <a:cubicBezTo>
                        <a:pt x="5989" y="2700"/>
                        <a:pt x="6433" y="2219"/>
                        <a:pt x="6729" y="1886"/>
                      </a:cubicBezTo>
                      <a:cubicBezTo>
                        <a:pt x="7062" y="1553"/>
                        <a:pt x="7246" y="1369"/>
                        <a:pt x="7246" y="1369"/>
                      </a:cubicBezTo>
                      <a:lnTo>
                        <a:pt x="7229" y="1351"/>
                      </a:lnTo>
                      <a:lnTo>
                        <a:pt x="7229" y="1351"/>
                      </a:lnTo>
                      <a:cubicBezTo>
                        <a:pt x="7813" y="809"/>
                        <a:pt x="8361" y="592"/>
                        <a:pt x="8910" y="592"/>
                      </a:cubicBezTo>
                      <a:close/>
                      <a:moveTo>
                        <a:pt x="8910" y="1"/>
                      </a:moveTo>
                      <a:cubicBezTo>
                        <a:pt x="8171" y="1"/>
                        <a:pt x="7431" y="296"/>
                        <a:pt x="6803" y="925"/>
                      </a:cubicBezTo>
                      <a:lnTo>
                        <a:pt x="6766" y="925"/>
                      </a:lnTo>
                      <a:cubicBezTo>
                        <a:pt x="6766" y="925"/>
                        <a:pt x="5435" y="2367"/>
                        <a:pt x="3956" y="4067"/>
                      </a:cubicBezTo>
                      <a:cubicBezTo>
                        <a:pt x="3217" y="4918"/>
                        <a:pt x="2440" y="5842"/>
                        <a:pt x="1775" y="6655"/>
                      </a:cubicBezTo>
                      <a:cubicBezTo>
                        <a:pt x="1109" y="7469"/>
                        <a:pt x="592" y="8208"/>
                        <a:pt x="259" y="8763"/>
                      </a:cubicBezTo>
                      <a:cubicBezTo>
                        <a:pt x="74" y="9132"/>
                        <a:pt x="0" y="9613"/>
                        <a:pt x="0" y="10168"/>
                      </a:cubicBezTo>
                      <a:cubicBezTo>
                        <a:pt x="0" y="11868"/>
                        <a:pt x="666" y="14493"/>
                        <a:pt x="1331" y="17007"/>
                      </a:cubicBezTo>
                      <a:cubicBezTo>
                        <a:pt x="1997" y="19521"/>
                        <a:pt x="2699" y="21924"/>
                        <a:pt x="2810" y="23033"/>
                      </a:cubicBezTo>
                      <a:cubicBezTo>
                        <a:pt x="2995" y="24697"/>
                        <a:pt x="3364" y="25991"/>
                        <a:pt x="3364" y="26989"/>
                      </a:cubicBezTo>
                      <a:cubicBezTo>
                        <a:pt x="3364" y="27655"/>
                        <a:pt x="3217" y="28172"/>
                        <a:pt x="2736" y="28690"/>
                      </a:cubicBezTo>
                      <a:cubicBezTo>
                        <a:pt x="2292" y="29208"/>
                        <a:pt x="2071" y="29688"/>
                        <a:pt x="2071" y="30132"/>
                      </a:cubicBezTo>
                      <a:cubicBezTo>
                        <a:pt x="2071" y="30612"/>
                        <a:pt x="2292" y="30982"/>
                        <a:pt x="2551" y="31278"/>
                      </a:cubicBezTo>
                      <a:cubicBezTo>
                        <a:pt x="2810" y="31574"/>
                        <a:pt x="3143" y="31832"/>
                        <a:pt x="3364" y="32017"/>
                      </a:cubicBezTo>
                      <a:cubicBezTo>
                        <a:pt x="3475" y="32128"/>
                        <a:pt x="3660" y="32202"/>
                        <a:pt x="3882" y="32313"/>
                      </a:cubicBezTo>
                      <a:cubicBezTo>
                        <a:pt x="4658" y="32720"/>
                        <a:pt x="6137" y="33311"/>
                        <a:pt x="7801" y="33829"/>
                      </a:cubicBezTo>
                      <a:cubicBezTo>
                        <a:pt x="9502" y="34309"/>
                        <a:pt x="11387" y="34716"/>
                        <a:pt x="12903" y="34716"/>
                      </a:cubicBezTo>
                      <a:cubicBezTo>
                        <a:pt x="13236" y="34716"/>
                        <a:pt x="13531" y="34716"/>
                        <a:pt x="13827" y="34679"/>
                      </a:cubicBezTo>
                      <a:cubicBezTo>
                        <a:pt x="15528" y="34457"/>
                        <a:pt x="16674" y="33718"/>
                        <a:pt x="17339" y="32535"/>
                      </a:cubicBezTo>
                      <a:cubicBezTo>
                        <a:pt x="18005" y="31389"/>
                        <a:pt x="18227" y="29873"/>
                        <a:pt x="18375" y="28061"/>
                      </a:cubicBezTo>
                      <a:cubicBezTo>
                        <a:pt x="18448" y="27359"/>
                        <a:pt x="18485" y="26361"/>
                        <a:pt x="18485" y="25141"/>
                      </a:cubicBezTo>
                      <a:cubicBezTo>
                        <a:pt x="18485" y="22553"/>
                        <a:pt x="18338" y="18930"/>
                        <a:pt x="17857" y="15454"/>
                      </a:cubicBezTo>
                      <a:cubicBezTo>
                        <a:pt x="17413" y="11979"/>
                        <a:pt x="16674" y="8615"/>
                        <a:pt x="15491" y="6471"/>
                      </a:cubicBezTo>
                      <a:cubicBezTo>
                        <a:pt x="14382" y="4511"/>
                        <a:pt x="13310" y="2921"/>
                        <a:pt x="12200" y="1775"/>
                      </a:cubicBezTo>
                      <a:cubicBezTo>
                        <a:pt x="11128" y="666"/>
                        <a:pt x="10019" y="1"/>
                        <a:pt x="89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4" name="Google Shape;2872;p51">
                  <a:extLst>
                    <a:ext uri="{FF2B5EF4-FFF2-40B4-BE49-F238E27FC236}">
                      <a16:creationId xmlns:a16="http://schemas.microsoft.com/office/drawing/2014/main" id="{C4E99E5C-D25E-9BCE-BA4A-7B2A39DB130B}"/>
                    </a:ext>
                  </a:extLst>
                </p:cNvPr>
                <p:cNvSpPr/>
                <p:nvPr/>
              </p:nvSpPr>
              <p:spPr>
                <a:xfrm>
                  <a:off x="5828100" y="2996750"/>
                  <a:ext cx="275450" cy="26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18" h="10513" extrusionOk="0">
                      <a:moveTo>
                        <a:pt x="7766" y="0"/>
                      </a:moveTo>
                      <a:cubicBezTo>
                        <a:pt x="7188" y="0"/>
                        <a:pt x="6562" y="157"/>
                        <a:pt x="5916" y="567"/>
                      </a:cubicBezTo>
                      <a:lnTo>
                        <a:pt x="1" y="8331"/>
                      </a:lnTo>
                      <a:lnTo>
                        <a:pt x="740" y="10512"/>
                      </a:lnTo>
                      <a:cubicBezTo>
                        <a:pt x="740" y="10512"/>
                        <a:pt x="4215" y="6815"/>
                        <a:pt x="5657" y="5928"/>
                      </a:cubicBezTo>
                      <a:cubicBezTo>
                        <a:pt x="7099" y="5078"/>
                        <a:pt x="11018" y="1639"/>
                        <a:pt x="11018" y="1639"/>
                      </a:cubicBezTo>
                      <a:cubicBezTo>
                        <a:pt x="11018" y="1639"/>
                        <a:pt x="9638" y="0"/>
                        <a:pt x="776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5" name="Google Shape;2873;p51">
                  <a:extLst>
                    <a:ext uri="{FF2B5EF4-FFF2-40B4-BE49-F238E27FC236}">
                      <a16:creationId xmlns:a16="http://schemas.microsoft.com/office/drawing/2014/main" id="{1FDB37B6-3815-CF5A-6E26-A33374927082}"/>
                    </a:ext>
                  </a:extLst>
                </p:cNvPr>
                <p:cNvSpPr/>
                <p:nvPr/>
              </p:nvSpPr>
              <p:spPr>
                <a:xfrm>
                  <a:off x="5820725" y="2989650"/>
                  <a:ext cx="291150" cy="27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6" h="11093" extrusionOk="0">
                      <a:moveTo>
                        <a:pt x="8060" y="592"/>
                      </a:moveTo>
                      <a:cubicBezTo>
                        <a:pt x="8910" y="592"/>
                        <a:pt x="9649" y="962"/>
                        <a:pt x="10204" y="1369"/>
                      </a:cubicBezTo>
                      <a:cubicBezTo>
                        <a:pt x="10463" y="1554"/>
                        <a:pt x="10685" y="1738"/>
                        <a:pt x="10832" y="1886"/>
                      </a:cubicBezTo>
                      <a:cubicBezTo>
                        <a:pt x="10838" y="1892"/>
                        <a:pt x="10843" y="1897"/>
                        <a:pt x="10848" y="1902"/>
                      </a:cubicBezTo>
                      <a:lnTo>
                        <a:pt x="10848" y="1902"/>
                      </a:lnTo>
                      <a:cubicBezTo>
                        <a:pt x="10749" y="1985"/>
                        <a:pt x="10619" y="2091"/>
                        <a:pt x="10463" y="2219"/>
                      </a:cubicBezTo>
                      <a:cubicBezTo>
                        <a:pt x="9871" y="2737"/>
                        <a:pt x="8984" y="3513"/>
                        <a:pt x="8097" y="4252"/>
                      </a:cubicBezTo>
                      <a:cubicBezTo>
                        <a:pt x="7209" y="4992"/>
                        <a:pt x="6322" y="5657"/>
                        <a:pt x="5804" y="5953"/>
                      </a:cubicBezTo>
                      <a:cubicBezTo>
                        <a:pt x="5398" y="6212"/>
                        <a:pt x="4917" y="6619"/>
                        <a:pt x="4400" y="7062"/>
                      </a:cubicBezTo>
                      <a:cubicBezTo>
                        <a:pt x="3195" y="8129"/>
                        <a:pt x="1809" y="9541"/>
                        <a:pt x="1170" y="10202"/>
                      </a:cubicBezTo>
                      <a:lnTo>
                        <a:pt x="1170" y="10202"/>
                      </a:lnTo>
                      <a:lnTo>
                        <a:pt x="665" y="8689"/>
                      </a:lnTo>
                      <a:lnTo>
                        <a:pt x="6456" y="1054"/>
                      </a:lnTo>
                      <a:lnTo>
                        <a:pt x="6456" y="1054"/>
                      </a:lnTo>
                      <a:cubicBezTo>
                        <a:pt x="7045" y="725"/>
                        <a:pt x="7569" y="592"/>
                        <a:pt x="8060" y="592"/>
                      </a:cubicBezTo>
                      <a:close/>
                      <a:moveTo>
                        <a:pt x="8060" y="1"/>
                      </a:moveTo>
                      <a:cubicBezTo>
                        <a:pt x="7431" y="1"/>
                        <a:pt x="6729" y="149"/>
                        <a:pt x="6063" y="592"/>
                      </a:cubicBezTo>
                      <a:lnTo>
                        <a:pt x="5952" y="666"/>
                      </a:lnTo>
                      <a:lnTo>
                        <a:pt x="74" y="8430"/>
                      </a:lnTo>
                      <a:cubicBezTo>
                        <a:pt x="0" y="8504"/>
                        <a:pt x="0" y="8615"/>
                        <a:pt x="37" y="8726"/>
                      </a:cubicBezTo>
                      <a:lnTo>
                        <a:pt x="739" y="10870"/>
                      </a:lnTo>
                      <a:cubicBezTo>
                        <a:pt x="776" y="10981"/>
                        <a:pt x="850" y="11055"/>
                        <a:pt x="961" y="11092"/>
                      </a:cubicBezTo>
                      <a:cubicBezTo>
                        <a:pt x="1072" y="11092"/>
                        <a:pt x="1183" y="11055"/>
                        <a:pt x="1257" y="10981"/>
                      </a:cubicBezTo>
                      <a:cubicBezTo>
                        <a:pt x="1257" y="10981"/>
                        <a:pt x="1479" y="10759"/>
                        <a:pt x="1812" y="10390"/>
                      </a:cubicBezTo>
                      <a:cubicBezTo>
                        <a:pt x="2329" y="9872"/>
                        <a:pt x="3179" y="9059"/>
                        <a:pt x="3993" y="8282"/>
                      </a:cubicBezTo>
                      <a:cubicBezTo>
                        <a:pt x="4806" y="7506"/>
                        <a:pt x="5620" y="6803"/>
                        <a:pt x="6137" y="6508"/>
                      </a:cubicBezTo>
                      <a:cubicBezTo>
                        <a:pt x="6877" y="6027"/>
                        <a:pt x="8207" y="4955"/>
                        <a:pt x="9354" y="3994"/>
                      </a:cubicBezTo>
                      <a:cubicBezTo>
                        <a:pt x="10537" y="2995"/>
                        <a:pt x="11498" y="2145"/>
                        <a:pt x="11498" y="2145"/>
                      </a:cubicBezTo>
                      <a:cubicBezTo>
                        <a:pt x="11646" y="2034"/>
                        <a:pt x="11646" y="1849"/>
                        <a:pt x="11535" y="1701"/>
                      </a:cubicBezTo>
                      <a:cubicBezTo>
                        <a:pt x="11535" y="1701"/>
                        <a:pt x="11165" y="1295"/>
                        <a:pt x="10574" y="851"/>
                      </a:cubicBezTo>
                      <a:cubicBezTo>
                        <a:pt x="9945" y="444"/>
                        <a:pt x="9095" y="1"/>
                        <a:pt x="80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6" name="Google Shape;2874;p51">
                  <a:extLst>
                    <a:ext uri="{FF2B5EF4-FFF2-40B4-BE49-F238E27FC236}">
                      <a16:creationId xmlns:a16="http://schemas.microsoft.com/office/drawing/2014/main" id="{9A1F22C3-CA72-37E6-B5B9-213C8081A1F8}"/>
                    </a:ext>
                  </a:extLst>
                </p:cNvPr>
                <p:cNvSpPr/>
                <p:nvPr/>
              </p:nvSpPr>
              <p:spPr>
                <a:xfrm>
                  <a:off x="5256900" y="3187450"/>
                  <a:ext cx="816150" cy="60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6" h="24397" extrusionOk="0">
                      <a:moveTo>
                        <a:pt x="29060" y="1"/>
                      </a:moveTo>
                      <a:cubicBezTo>
                        <a:pt x="29060" y="1"/>
                        <a:pt x="25732" y="1590"/>
                        <a:pt x="24032" y="3882"/>
                      </a:cubicBezTo>
                      <a:cubicBezTo>
                        <a:pt x="22294" y="6175"/>
                        <a:pt x="15381" y="17820"/>
                        <a:pt x="15381" y="17820"/>
                      </a:cubicBezTo>
                      <a:lnTo>
                        <a:pt x="149" y="15085"/>
                      </a:lnTo>
                      <a:lnTo>
                        <a:pt x="1" y="17118"/>
                      </a:lnTo>
                      <a:cubicBezTo>
                        <a:pt x="1" y="17118"/>
                        <a:pt x="8911" y="21702"/>
                        <a:pt x="13089" y="22738"/>
                      </a:cubicBezTo>
                      <a:cubicBezTo>
                        <a:pt x="16084" y="23453"/>
                        <a:pt x="18338" y="24397"/>
                        <a:pt x="19633" y="24397"/>
                      </a:cubicBezTo>
                      <a:cubicBezTo>
                        <a:pt x="20144" y="24397"/>
                        <a:pt x="20506" y="24250"/>
                        <a:pt x="20704" y="23884"/>
                      </a:cubicBezTo>
                      <a:cubicBezTo>
                        <a:pt x="21444" y="22590"/>
                        <a:pt x="27914" y="11794"/>
                        <a:pt x="27914" y="11794"/>
                      </a:cubicBezTo>
                      <a:lnTo>
                        <a:pt x="32646" y="8208"/>
                      </a:lnTo>
                      <a:lnTo>
                        <a:pt x="2906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7" name="Google Shape;2875;p51">
                  <a:extLst>
                    <a:ext uri="{FF2B5EF4-FFF2-40B4-BE49-F238E27FC236}">
                      <a16:creationId xmlns:a16="http://schemas.microsoft.com/office/drawing/2014/main" id="{A549B08D-9EE5-3738-2811-E4A4C09D8A40}"/>
                    </a:ext>
                  </a:extLst>
                </p:cNvPr>
                <p:cNvSpPr/>
                <p:nvPr/>
              </p:nvSpPr>
              <p:spPr>
                <a:xfrm>
                  <a:off x="5248600" y="3179325"/>
                  <a:ext cx="832775" cy="6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11" h="25022" extrusionOk="0">
                      <a:moveTo>
                        <a:pt x="29368" y="1"/>
                      </a:moveTo>
                      <a:cubicBezTo>
                        <a:pt x="29326" y="1"/>
                        <a:pt x="29284" y="10"/>
                        <a:pt x="29244" y="30"/>
                      </a:cubicBezTo>
                      <a:cubicBezTo>
                        <a:pt x="29244" y="67"/>
                        <a:pt x="25917" y="1620"/>
                        <a:pt x="24105" y="4023"/>
                      </a:cubicBezTo>
                      <a:cubicBezTo>
                        <a:pt x="23661" y="4614"/>
                        <a:pt x="22922" y="5760"/>
                        <a:pt x="21998" y="7202"/>
                      </a:cubicBezTo>
                      <a:cubicBezTo>
                        <a:pt x="19602" y="11029"/>
                        <a:pt x="16218" y="16711"/>
                        <a:pt x="15565" y="17810"/>
                      </a:cubicBezTo>
                      <a:lnTo>
                        <a:pt x="15565" y="17810"/>
                      </a:lnTo>
                      <a:lnTo>
                        <a:pt x="518" y="15114"/>
                      </a:lnTo>
                      <a:cubicBezTo>
                        <a:pt x="444" y="15114"/>
                        <a:pt x="333" y="15114"/>
                        <a:pt x="296" y="15188"/>
                      </a:cubicBezTo>
                      <a:cubicBezTo>
                        <a:pt x="222" y="15225"/>
                        <a:pt x="185" y="15299"/>
                        <a:pt x="148" y="15410"/>
                      </a:cubicBezTo>
                      <a:lnTo>
                        <a:pt x="37" y="17406"/>
                      </a:lnTo>
                      <a:cubicBezTo>
                        <a:pt x="0" y="17554"/>
                        <a:pt x="74" y="17665"/>
                        <a:pt x="185" y="17702"/>
                      </a:cubicBezTo>
                      <a:cubicBezTo>
                        <a:pt x="185" y="17702"/>
                        <a:pt x="2403" y="18848"/>
                        <a:pt x="5176" y="20142"/>
                      </a:cubicBezTo>
                      <a:cubicBezTo>
                        <a:pt x="7949" y="21436"/>
                        <a:pt x="11202" y="22841"/>
                        <a:pt x="13347" y="23358"/>
                      </a:cubicBezTo>
                      <a:cubicBezTo>
                        <a:pt x="14825" y="23691"/>
                        <a:pt x="16119" y="24098"/>
                        <a:pt x="17229" y="24430"/>
                      </a:cubicBezTo>
                      <a:cubicBezTo>
                        <a:pt x="18338" y="24763"/>
                        <a:pt x="19225" y="25022"/>
                        <a:pt x="19964" y="25022"/>
                      </a:cubicBezTo>
                      <a:cubicBezTo>
                        <a:pt x="20260" y="25022"/>
                        <a:pt x="20519" y="24985"/>
                        <a:pt x="20741" y="24874"/>
                      </a:cubicBezTo>
                      <a:cubicBezTo>
                        <a:pt x="20963" y="24763"/>
                        <a:pt x="21184" y="24578"/>
                        <a:pt x="21295" y="24357"/>
                      </a:cubicBezTo>
                      <a:cubicBezTo>
                        <a:pt x="21665" y="23728"/>
                        <a:pt x="23477" y="20696"/>
                        <a:pt x="25177" y="17813"/>
                      </a:cubicBezTo>
                      <a:cubicBezTo>
                        <a:pt x="26028" y="16408"/>
                        <a:pt x="26841" y="15003"/>
                        <a:pt x="27469" y="13968"/>
                      </a:cubicBezTo>
                      <a:cubicBezTo>
                        <a:pt x="28016" y="13068"/>
                        <a:pt x="28395" y="12447"/>
                        <a:pt x="28484" y="12300"/>
                      </a:cubicBezTo>
                      <a:lnTo>
                        <a:pt x="28484" y="12300"/>
                      </a:lnTo>
                      <a:lnTo>
                        <a:pt x="33163" y="8755"/>
                      </a:lnTo>
                      <a:cubicBezTo>
                        <a:pt x="33311" y="8644"/>
                        <a:pt x="33311" y="8459"/>
                        <a:pt x="33237" y="8348"/>
                      </a:cubicBezTo>
                      <a:cubicBezTo>
                        <a:pt x="33170" y="8259"/>
                        <a:pt x="33075" y="8210"/>
                        <a:pt x="32979" y="8210"/>
                      </a:cubicBezTo>
                      <a:cubicBezTo>
                        <a:pt x="32916" y="8210"/>
                        <a:pt x="32851" y="8231"/>
                        <a:pt x="32793" y="8274"/>
                      </a:cubicBezTo>
                      <a:lnTo>
                        <a:pt x="28061" y="11860"/>
                      </a:lnTo>
                      <a:lnTo>
                        <a:pt x="27950" y="11971"/>
                      </a:lnTo>
                      <a:cubicBezTo>
                        <a:pt x="27950" y="11971"/>
                        <a:pt x="26360" y="14633"/>
                        <a:pt x="24660" y="17517"/>
                      </a:cubicBezTo>
                      <a:cubicBezTo>
                        <a:pt x="22922" y="20364"/>
                        <a:pt x="21147" y="23395"/>
                        <a:pt x="20778" y="24061"/>
                      </a:cubicBezTo>
                      <a:cubicBezTo>
                        <a:pt x="20704" y="24172"/>
                        <a:pt x="20630" y="24246"/>
                        <a:pt x="20482" y="24320"/>
                      </a:cubicBezTo>
                      <a:cubicBezTo>
                        <a:pt x="20371" y="24357"/>
                        <a:pt x="20186" y="24393"/>
                        <a:pt x="19964" y="24393"/>
                      </a:cubicBezTo>
                      <a:cubicBezTo>
                        <a:pt x="19373" y="24393"/>
                        <a:pt x="18486" y="24172"/>
                        <a:pt x="17413" y="23839"/>
                      </a:cubicBezTo>
                      <a:cubicBezTo>
                        <a:pt x="16304" y="23543"/>
                        <a:pt x="15010" y="23100"/>
                        <a:pt x="13494" y="22730"/>
                      </a:cubicBezTo>
                      <a:cubicBezTo>
                        <a:pt x="11461" y="22249"/>
                        <a:pt x="8171" y="20844"/>
                        <a:pt x="5435" y="19587"/>
                      </a:cubicBezTo>
                      <a:cubicBezTo>
                        <a:pt x="4067" y="18959"/>
                        <a:pt x="2810" y="18330"/>
                        <a:pt x="1923" y="17887"/>
                      </a:cubicBezTo>
                      <a:cubicBezTo>
                        <a:pt x="1318" y="17584"/>
                        <a:pt x="868" y="17351"/>
                        <a:pt x="643" y="17233"/>
                      </a:cubicBezTo>
                      <a:lnTo>
                        <a:pt x="643" y="17233"/>
                      </a:lnTo>
                      <a:lnTo>
                        <a:pt x="740" y="15779"/>
                      </a:lnTo>
                      <a:lnTo>
                        <a:pt x="15676" y="18441"/>
                      </a:lnTo>
                      <a:cubicBezTo>
                        <a:pt x="15695" y="18448"/>
                        <a:pt x="15716" y="18451"/>
                        <a:pt x="15737" y="18451"/>
                      </a:cubicBezTo>
                      <a:cubicBezTo>
                        <a:pt x="15836" y="18451"/>
                        <a:pt x="15941" y="18385"/>
                        <a:pt x="15972" y="18293"/>
                      </a:cubicBezTo>
                      <a:cubicBezTo>
                        <a:pt x="15972" y="18293"/>
                        <a:pt x="16415" y="17591"/>
                        <a:pt x="17081" y="16445"/>
                      </a:cubicBezTo>
                      <a:cubicBezTo>
                        <a:pt x="18116" y="14781"/>
                        <a:pt x="19669" y="12156"/>
                        <a:pt x="21110" y="9790"/>
                      </a:cubicBezTo>
                      <a:cubicBezTo>
                        <a:pt x="22589" y="7424"/>
                        <a:pt x="23957" y="5243"/>
                        <a:pt x="24586" y="4392"/>
                      </a:cubicBezTo>
                      <a:cubicBezTo>
                        <a:pt x="25436" y="3283"/>
                        <a:pt x="26656" y="2322"/>
                        <a:pt x="27691" y="1656"/>
                      </a:cubicBezTo>
                      <a:cubicBezTo>
                        <a:pt x="28209" y="1324"/>
                        <a:pt x="28652" y="1065"/>
                        <a:pt x="28985" y="880"/>
                      </a:cubicBezTo>
                      <a:cubicBezTo>
                        <a:pt x="29170" y="769"/>
                        <a:pt x="29281" y="695"/>
                        <a:pt x="29392" y="658"/>
                      </a:cubicBezTo>
                      <a:cubicBezTo>
                        <a:pt x="29466" y="621"/>
                        <a:pt x="29503" y="584"/>
                        <a:pt x="29503" y="584"/>
                      </a:cubicBezTo>
                      <a:cubicBezTo>
                        <a:pt x="29688" y="510"/>
                        <a:pt x="29725" y="326"/>
                        <a:pt x="29651" y="178"/>
                      </a:cubicBezTo>
                      <a:cubicBezTo>
                        <a:pt x="29597" y="69"/>
                        <a:pt x="29483" y="1"/>
                        <a:pt x="293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8" name="Google Shape;2876;p51">
                  <a:extLst>
                    <a:ext uri="{FF2B5EF4-FFF2-40B4-BE49-F238E27FC236}">
                      <a16:creationId xmlns:a16="http://schemas.microsoft.com/office/drawing/2014/main" id="{9BE7A7FB-BA74-FB10-BF89-EC3E720F62D1}"/>
                    </a:ext>
                  </a:extLst>
                </p:cNvPr>
                <p:cNvSpPr/>
                <p:nvPr/>
              </p:nvSpPr>
              <p:spPr>
                <a:xfrm>
                  <a:off x="5945500" y="3431225"/>
                  <a:ext cx="158050" cy="5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22" h="2349" extrusionOk="0">
                      <a:moveTo>
                        <a:pt x="5955" y="1"/>
                      </a:moveTo>
                      <a:cubicBezTo>
                        <a:pt x="5929" y="1"/>
                        <a:pt x="5903" y="4"/>
                        <a:pt x="5878" y="10"/>
                      </a:cubicBezTo>
                      <a:lnTo>
                        <a:pt x="259" y="1747"/>
                      </a:lnTo>
                      <a:cubicBezTo>
                        <a:pt x="111" y="1784"/>
                        <a:pt x="0" y="1969"/>
                        <a:pt x="74" y="2117"/>
                      </a:cubicBezTo>
                      <a:cubicBezTo>
                        <a:pt x="105" y="2271"/>
                        <a:pt x="238" y="2348"/>
                        <a:pt x="368" y="2348"/>
                      </a:cubicBezTo>
                      <a:cubicBezTo>
                        <a:pt x="393" y="2348"/>
                        <a:pt x="419" y="2345"/>
                        <a:pt x="444" y="2339"/>
                      </a:cubicBezTo>
                      <a:lnTo>
                        <a:pt x="6063" y="601"/>
                      </a:lnTo>
                      <a:cubicBezTo>
                        <a:pt x="6211" y="564"/>
                        <a:pt x="6322" y="380"/>
                        <a:pt x="6248" y="232"/>
                      </a:cubicBezTo>
                      <a:cubicBezTo>
                        <a:pt x="6217" y="78"/>
                        <a:pt x="6084" y="1"/>
                        <a:pt x="595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9" name="Google Shape;2877;p51">
                  <a:extLst>
                    <a:ext uri="{FF2B5EF4-FFF2-40B4-BE49-F238E27FC236}">
                      <a16:creationId xmlns:a16="http://schemas.microsoft.com/office/drawing/2014/main" id="{F36A3B30-8B1B-658F-49DA-19E9C6FFF78C}"/>
                    </a:ext>
                  </a:extLst>
                </p:cNvPr>
                <p:cNvSpPr/>
                <p:nvPr/>
              </p:nvSpPr>
              <p:spPr>
                <a:xfrm>
                  <a:off x="5066625" y="3521850"/>
                  <a:ext cx="194000" cy="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60" h="3816" extrusionOk="0">
                      <a:moveTo>
                        <a:pt x="3169" y="1"/>
                      </a:moveTo>
                      <a:cubicBezTo>
                        <a:pt x="2001" y="1"/>
                        <a:pt x="1" y="2029"/>
                        <a:pt x="144" y="2744"/>
                      </a:cubicBezTo>
                      <a:cubicBezTo>
                        <a:pt x="168" y="2894"/>
                        <a:pt x="286" y="2953"/>
                        <a:pt x="457" y="2953"/>
                      </a:cubicBezTo>
                      <a:cubicBezTo>
                        <a:pt x="1087" y="2953"/>
                        <a:pt x="2436" y="2152"/>
                        <a:pt x="2436" y="2152"/>
                      </a:cubicBezTo>
                      <a:cubicBezTo>
                        <a:pt x="2436" y="2152"/>
                        <a:pt x="2843" y="2855"/>
                        <a:pt x="4580" y="3446"/>
                      </a:cubicBezTo>
                      <a:cubicBezTo>
                        <a:pt x="5449" y="3742"/>
                        <a:pt x="6207" y="3816"/>
                        <a:pt x="6748" y="3816"/>
                      </a:cubicBezTo>
                      <a:cubicBezTo>
                        <a:pt x="7288" y="3816"/>
                        <a:pt x="7612" y="3742"/>
                        <a:pt x="7612" y="3742"/>
                      </a:cubicBezTo>
                      <a:lnTo>
                        <a:pt x="7760" y="1709"/>
                      </a:lnTo>
                      <a:cubicBezTo>
                        <a:pt x="7760" y="1709"/>
                        <a:pt x="4432" y="156"/>
                        <a:pt x="3286" y="8"/>
                      </a:cubicBezTo>
                      <a:cubicBezTo>
                        <a:pt x="3248" y="3"/>
                        <a:pt x="3209" y="1"/>
                        <a:pt x="316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0" name="Google Shape;2878;p51">
                  <a:extLst>
                    <a:ext uri="{FF2B5EF4-FFF2-40B4-BE49-F238E27FC236}">
                      <a16:creationId xmlns:a16="http://schemas.microsoft.com/office/drawing/2014/main" id="{CB853E66-B246-BEC8-DD5D-EE6AF91B8D39}"/>
                    </a:ext>
                  </a:extLst>
                </p:cNvPr>
                <p:cNvSpPr/>
                <p:nvPr/>
              </p:nvSpPr>
              <p:spPr>
                <a:xfrm>
                  <a:off x="5061900" y="3513725"/>
                  <a:ext cx="206125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5" h="4437" extrusionOk="0">
                      <a:moveTo>
                        <a:pt x="3438" y="629"/>
                      </a:moveTo>
                      <a:cubicBezTo>
                        <a:pt x="3697" y="666"/>
                        <a:pt x="4104" y="777"/>
                        <a:pt x="4548" y="924"/>
                      </a:cubicBezTo>
                      <a:cubicBezTo>
                        <a:pt x="5250" y="1183"/>
                        <a:pt x="6063" y="1553"/>
                        <a:pt x="6692" y="1812"/>
                      </a:cubicBezTo>
                      <a:cubicBezTo>
                        <a:pt x="7025" y="1960"/>
                        <a:pt x="7283" y="2071"/>
                        <a:pt x="7505" y="2181"/>
                      </a:cubicBezTo>
                      <a:cubicBezTo>
                        <a:pt x="7542" y="2196"/>
                        <a:pt x="7575" y="2211"/>
                        <a:pt x="7605" y="2225"/>
                      </a:cubicBezTo>
                      <a:lnTo>
                        <a:pt x="7605" y="2225"/>
                      </a:lnTo>
                      <a:lnTo>
                        <a:pt x="7519" y="3787"/>
                      </a:lnTo>
                      <a:lnTo>
                        <a:pt x="7519" y="3787"/>
                      </a:lnTo>
                      <a:cubicBezTo>
                        <a:pt x="7386" y="3797"/>
                        <a:pt x="7197" y="3808"/>
                        <a:pt x="6951" y="3808"/>
                      </a:cubicBezTo>
                      <a:cubicBezTo>
                        <a:pt x="6433" y="3808"/>
                        <a:pt x="5694" y="3771"/>
                        <a:pt x="4880" y="3475"/>
                      </a:cubicBezTo>
                      <a:cubicBezTo>
                        <a:pt x="4030" y="3217"/>
                        <a:pt x="3549" y="2884"/>
                        <a:pt x="3254" y="2662"/>
                      </a:cubicBezTo>
                      <a:cubicBezTo>
                        <a:pt x="3106" y="2551"/>
                        <a:pt x="2995" y="2440"/>
                        <a:pt x="2958" y="2403"/>
                      </a:cubicBezTo>
                      <a:lnTo>
                        <a:pt x="2884" y="2329"/>
                      </a:lnTo>
                      <a:cubicBezTo>
                        <a:pt x="2835" y="2231"/>
                        <a:pt x="2720" y="2165"/>
                        <a:pt x="2615" y="2165"/>
                      </a:cubicBezTo>
                      <a:cubicBezTo>
                        <a:pt x="2563" y="2165"/>
                        <a:pt x="2514" y="2181"/>
                        <a:pt x="2477" y="2218"/>
                      </a:cubicBezTo>
                      <a:lnTo>
                        <a:pt x="2403" y="2255"/>
                      </a:lnTo>
                      <a:cubicBezTo>
                        <a:pt x="2292" y="2329"/>
                        <a:pt x="1960" y="2514"/>
                        <a:pt x="1590" y="2662"/>
                      </a:cubicBezTo>
                      <a:cubicBezTo>
                        <a:pt x="1405" y="2736"/>
                        <a:pt x="1220" y="2810"/>
                        <a:pt x="1072" y="2884"/>
                      </a:cubicBezTo>
                      <a:cubicBezTo>
                        <a:pt x="887" y="2921"/>
                        <a:pt x="740" y="2958"/>
                        <a:pt x="666" y="2958"/>
                      </a:cubicBezTo>
                      <a:lnTo>
                        <a:pt x="622" y="2958"/>
                      </a:lnTo>
                      <a:cubicBezTo>
                        <a:pt x="621" y="2855"/>
                        <a:pt x="726" y="2629"/>
                        <a:pt x="887" y="2403"/>
                      </a:cubicBezTo>
                      <a:cubicBezTo>
                        <a:pt x="1146" y="2034"/>
                        <a:pt x="1590" y="1553"/>
                        <a:pt x="2071" y="1220"/>
                      </a:cubicBezTo>
                      <a:cubicBezTo>
                        <a:pt x="2551" y="851"/>
                        <a:pt x="3069" y="629"/>
                        <a:pt x="3364" y="629"/>
                      </a:cubicBezTo>
                      <a:close/>
                      <a:moveTo>
                        <a:pt x="3364" y="0"/>
                      </a:moveTo>
                      <a:cubicBezTo>
                        <a:pt x="2995" y="0"/>
                        <a:pt x="2625" y="148"/>
                        <a:pt x="2255" y="370"/>
                      </a:cubicBezTo>
                      <a:cubicBezTo>
                        <a:pt x="1701" y="666"/>
                        <a:pt x="1183" y="1109"/>
                        <a:pt x="740" y="1590"/>
                      </a:cubicBezTo>
                      <a:cubicBezTo>
                        <a:pt x="555" y="1849"/>
                        <a:pt x="370" y="2071"/>
                        <a:pt x="222" y="2292"/>
                      </a:cubicBezTo>
                      <a:cubicBezTo>
                        <a:pt x="111" y="2514"/>
                        <a:pt x="0" y="2736"/>
                        <a:pt x="0" y="2995"/>
                      </a:cubicBezTo>
                      <a:lnTo>
                        <a:pt x="0" y="3106"/>
                      </a:lnTo>
                      <a:cubicBezTo>
                        <a:pt x="37" y="3254"/>
                        <a:pt x="148" y="3402"/>
                        <a:pt x="259" y="3475"/>
                      </a:cubicBezTo>
                      <a:cubicBezTo>
                        <a:pt x="407" y="3549"/>
                        <a:pt x="518" y="3586"/>
                        <a:pt x="666" y="3586"/>
                      </a:cubicBezTo>
                      <a:cubicBezTo>
                        <a:pt x="887" y="3586"/>
                        <a:pt x="1109" y="3512"/>
                        <a:pt x="1331" y="3438"/>
                      </a:cubicBezTo>
                      <a:cubicBezTo>
                        <a:pt x="1796" y="3267"/>
                        <a:pt x="2277" y="3015"/>
                        <a:pt x="2549" y="2864"/>
                      </a:cubicBezTo>
                      <a:lnTo>
                        <a:pt x="2549" y="2864"/>
                      </a:lnTo>
                      <a:cubicBezTo>
                        <a:pt x="2821" y="3156"/>
                        <a:pt x="3437" y="3656"/>
                        <a:pt x="4695" y="4067"/>
                      </a:cubicBezTo>
                      <a:cubicBezTo>
                        <a:pt x="5583" y="4363"/>
                        <a:pt x="6359" y="4437"/>
                        <a:pt x="6951" y="4437"/>
                      </a:cubicBezTo>
                      <a:cubicBezTo>
                        <a:pt x="7505" y="4437"/>
                        <a:pt x="7838" y="4363"/>
                        <a:pt x="7875" y="4363"/>
                      </a:cubicBezTo>
                      <a:cubicBezTo>
                        <a:pt x="7986" y="4326"/>
                        <a:pt x="8097" y="4215"/>
                        <a:pt x="8097" y="4067"/>
                      </a:cubicBezTo>
                      <a:lnTo>
                        <a:pt x="8245" y="2071"/>
                      </a:lnTo>
                      <a:cubicBezTo>
                        <a:pt x="8245" y="1923"/>
                        <a:pt x="8171" y="1812"/>
                        <a:pt x="8060" y="1775"/>
                      </a:cubicBezTo>
                      <a:cubicBezTo>
                        <a:pt x="8060" y="1775"/>
                        <a:pt x="7246" y="1368"/>
                        <a:pt x="6248" y="961"/>
                      </a:cubicBezTo>
                      <a:cubicBezTo>
                        <a:pt x="5768" y="740"/>
                        <a:pt x="5250" y="518"/>
                        <a:pt x="4769" y="370"/>
                      </a:cubicBezTo>
                      <a:cubicBezTo>
                        <a:pt x="4289" y="185"/>
                        <a:pt x="3845" y="74"/>
                        <a:pt x="351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1" name="Google Shape;2879;p51">
                  <a:extLst>
                    <a:ext uri="{FF2B5EF4-FFF2-40B4-BE49-F238E27FC236}">
                      <a16:creationId xmlns:a16="http://schemas.microsoft.com/office/drawing/2014/main" id="{8044EEE1-6A39-6819-A485-B67488E69937}"/>
                    </a:ext>
                  </a:extLst>
                </p:cNvPr>
                <p:cNvSpPr/>
                <p:nvPr/>
              </p:nvSpPr>
              <p:spPr>
                <a:xfrm>
                  <a:off x="5958425" y="4206925"/>
                  <a:ext cx="147900" cy="8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6" h="34841" extrusionOk="0">
                      <a:moveTo>
                        <a:pt x="3402" y="0"/>
                      </a:moveTo>
                      <a:lnTo>
                        <a:pt x="38" y="34235"/>
                      </a:lnTo>
                      <a:cubicBezTo>
                        <a:pt x="1" y="34531"/>
                        <a:pt x="185" y="34790"/>
                        <a:pt x="481" y="34827"/>
                      </a:cubicBezTo>
                      <a:cubicBezTo>
                        <a:pt x="525" y="34836"/>
                        <a:pt x="567" y="34841"/>
                        <a:pt x="609" y="34841"/>
                      </a:cubicBezTo>
                      <a:cubicBezTo>
                        <a:pt x="887" y="34841"/>
                        <a:pt x="1119" y="34635"/>
                        <a:pt x="1184" y="34346"/>
                      </a:cubicBezTo>
                      <a:lnTo>
                        <a:pt x="5916" y="555"/>
                      </a:lnTo>
                      <a:lnTo>
                        <a:pt x="340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2" name="Google Shape;2880;p51">
                  <a:extLst>
                    <a:ext uri="{FF2B5EF4-FFF2-40B4-BE49-F238E27FC236}">
                      <a16:creationId xmlns:a16="http://schemas.microsoft.com/office/drawing/2014/main" id="{6502DFF5-D40B-341A-D83C-179CE67E3054}"/>
                    </a:ext>
                  </a:extLst>
                </p:cNvPr>
                <p:cNvSpPr/>
                <p:nvPr/>
              </p:nvSpPr>
              <p:spPr>
                <a:xfrm>
                  <a:off x="5951950" y="4199525"/>
                  <a:ext cx="162700" cy="88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08" h="35456" extrusionOk="0">
                      <a:moveTo>
                        <a:pt x="3920" y="703"/>
                      </a:moveTo>
                      <a:lnTo>
                        <a:pt x="5835" y="1125"/>
                      </a:lnTo>
                      <a:lnTo>
                        <a:pt x="5835" y="1125"/>
                      </a:lnTo>
                      <a:lnTo>
                        <a:pt x="1110" y="34605"/>
                      </a:lnTo>
                      <a:cubicBezTo>
                        <a:pt x="1110" y="34753"/>
                        <a:pt x="999" y="34827"/>
                        <a:pt x="851" y="34827"/>
                      </a:cubicBezTo>
                      <a:lnTo>
                        <a:pt x="814" y="34827"/>
                      </a:lnTo>
                      <a:cubicBezTo>
                        <a:pt x="666" y="34790"/>
                        <a:pt x="592" y="34716"/>
                        <a:pt x="592" y="34568"/>
                      </a:cubicBezTo>
                      <a:lnTo>
                        <a:pt x="3920" y="703"/>
                      </a:lnTo>
                      <a:close/>
                      <a:moveTo>
                        <a:pt x="3698" y="0"/>
                      </a:moveTo>
                      <a:cubicBezTo>
                        <a:pt x="3624" y="0"/>
                        <a:pt x="3550" y="0"/>
                        <a:pt x="3476" y="74"/>
                      </a:cubicBezTo>
                      <a:cubicBezTo>
                        <a:pt x="3402" y="111"/>
                        <a:pt x="3328" y="185"/>
                        <a:pt x="3328" y="296"/>
                      </a:cubicBezTo>
                      <a:lnTo>
                        <a:pt x="1" y="34494"/>
                      </a:lnTo>
                      <a:lnTo>
                        <a:pt x="1" y="34568"/>
                      </a:lnTo>
                      <a:cubicBezTo>
                        <a:pt x="1" y="34975"/>
                        <a:pt x="260" y="35344"/>
                        <a:pt x="666" y="35418"/>
                      </a:cubicBezTo>
                      <a:cubicBezTo>
                        <a:pt x="740" y="35455"/>
                        <a:pt x="777" y="35455"/>
                        <a:pt x="851" y="35455"/>
                      </a:cubicBezTo>
                      <a:cubicBezTo>
                        <a:pt x="1295" y="35455"/>
                        <a:pt x="1665" y="35160"/>
                        <a:pt x="1738" y="34716"/>
                      </a:cubicBezTo>
                      <a:lnTo>
                        <a:pt x="6471" y="925"/>
                      </a:lnTo>
                      <a:cubicBezTo>
                        <a:pt x="6508" y="740"/>
                        <a:pt x="6397" y="592"/>
                        <a:pt x="6249" y="555"/>
                      </a:cubicBezTo>
                      <a:lnTo>
                        <a:pt x="369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3" name="Google Shape;2881;p51">
                  <a:extLst>
                    <a:ext uri="{FF2B5EF4-FFF2-40B4-BE49-F238E27FC236}">
                      <a16:creationId xmlns:a16="http://schemas.microsoft.com/office/drawing/2014/main" id="{78520637-7EB7-706D-2922-D4B3561DB308}"/>
                    </a:ext>
                  </a:extLst>
                </p:cNvPr>
                <p:cNvSpPr/>
                <p:nvPr/>
              </p:nvSpPr>
              <p:spPr>
                <a:xfrm>
                  <a:off x="6388200" y="4228175"/>
                  <a:ext cx="260675" cy="84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7" h="33883" extrusionOk="0">
                      <a:moveTo>
                        <a:pt x="2367" y="1"/>
                      </a:moveTo>
                      <a:lnTo>
                        <a:pt x="1" y="1258"/>
                      </a:lnTo>
                      <a:lnTo>
                        <a:pt x="9244" y="33459"/>
                      </a:lnTo>
                      <a:cubicBezTo>
                        <a:pt x="9307" y="33711"/>
                        <a:pt x="9503" y="33882"/>
                        <a:pt x="9743" y="33882"/>
                      </a:cubicBezTo>
                      <a:cubicBezTo>
                        <a:pt x="9785" y="33882"/>
                        <a:pt x="9828" y="33877"/>
                        <a:pt x="9872" y="33866"/>
                      </a:cubicBezTo>
                      <a:cubicBezTo>
                        <a:pt x="10205" y="33829"/>
                        <a:pt x="10427" y="33496"/>
                        <a:pt x="10316" y="33200"/>
                      </a:cubicBezTo>
                      <a:lnTo>
                        <a:pt x="236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4" name="Google Shape;2882;p51">
                  <a:extLst>
                    <a:ext uri="{FF2B5EF4-FFF2-40B4-BE49-F238E27FC236}">
                      <a16:creationId xmlns:a16="http://schemas.microsoft.com/office/drawing/2014/main" id="{CD33E946-5048-3747-3D44-144EF1A29B58}"/>
                    </a:ext>
                  </a:extLst>
                </p:cNvPr>
                <p:cNvSpPr/>
                <p:nvPr/>
              </p:nvSpPr>
              <p:spPr>
                <a:xfrm>
                  <a:off x="6379900" y="4220175"/>
                  <a:ext cx="274525" cy="86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81" h="34519" extrusionOk="0">
                      <a:moveTo>
                        <a:pt x="2493" y="769"/>
                      </a:moveTo>
                      <a:lnTo>
                        <a:pt x="10352" y="33594"/>
                      </a:lnTo>
                      <a:lnTo>
                        <a:pt x="10352" y="33631"/>
                      </a:lnTo>
                      <a:cubicBezTo>
                        <a:pt x="10352" y="33779"/>
                        <a:pt x="10278" y="33890"/>
                        <a:pt x="10130" y="33890"/>
                      </a:cubicBezTo>
                      <a:lnTo>
                        <a:pt x="10093" y="33890"/>
                      </a:lnTo>
                      <a:cubicBezTo>
                        <a:pt x="9982" y="33890"/>
                        <a:pt x="9871" y="33816"/>
                        <a:pt x="9871" y="33705"/>
                      </a:cubicBezTo>
                      <a:lnTo>
                        <a:pt x="703" y="1725"/>
                      </a:lnTo>
                      <a:lnTo>
                        <a:pt x="2493" y="769"/>
                      </a:lnTo>
                      <a:close/>
                      <a:moveTo>
                        <a:pt x="2741" y="1"/>
                      </a:moveTo>
                      <a:cubicBezTo>
                        <a:pt x="2687" y="1"/>
                        <a:pt x="2631" y="18"/>
                        <a:pt x="2588" y="62"/>
                      </a:cubicBezTo>
                      <a:lnTo>
                        <a:pt x="185" y="1319"/>
                      </a:lnTo>
                      <a:cubicBezTo>
                        <a:pt x="74" y="1393"/>
                        <a:pt x="0" y="1541"/>
                        <a:pt x="37" y="1688"/>
                      </a:cubicBezTo>
                      <a:lnTo>
                        <a:pt x="9280" y="33890"/>
                      </a:lnTo>
                      <a:cubicBezTo>
                        <a:pt x="9391" y="34260"/>
                        <a:pt x="9723" y="34518"/>
                        <a:pt x="10093" y="34518"/>
                      </a:cubicBezTo>
                      <a:lnTo>
                        <a:pt x="10241" y="34518"/>
                      </a:lnTo>
                      <a:cubicBezTo>
                        <a:pt x="10685" y="34445"/>
                        <a:pt x="10980" y="34075"/>
                        <a:pt x="10980" y="33631"/>
                      </a:cubicBezTo>
                      <a:cubicBezTo>
                        <a:pt x="10980" y="33557"/>
                        <a:pt x="10980" y="33520"/>
                        <a:pt x="10980" y="33446"/>
                      </a:cubicBezTo>
                      <a:lnTo>
                        <a:pt x="3032" y="247"/>
                      </a:lnTo>
                      <a:cubicBezTo>
                        <a:pt x="2995" y="173"/>
                        <a:pt x="2921" y="62"/>
                        <a:pt x="2847" y="25"/>
                      </a:cubicBezTo>
                      <a:cubicBezTo>
                        <a:pt x="2816" y="9"/>
                        <a:pt x="2779" y="1"/>
                        <a:pt x="274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5" name="Google Shape;2883;p51">
                  <a:extLst>
                    <a:ext uri="{FF2B5EF4-FFF2-40B4-BE49-F238E27FC236}">
                      <a16:creationId xmlns:a16="http://schemas.microsoft.com/office/drawing/2014/main" id="{9869DB4B-9F97-CBC8-897B-900D96FF0BAA}"/>
                    </a:ext>
                  </a:extLst>
                </p:cNvPr>
                <p:cNvSpPr/>
                <p:nvPr/>
              </p:nvSpPr>
              <p:spPr>
                <a:xfrm>
                  <a:off x="6024975" y="4218000"/>
                  <a:ext cx="189500" cy="85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80" h="34388" extrusionOk="0">
                      <a:moveTo>
                        <a:pt x="2478" y="1"/>
                      </a:moveTo>
                      <a:lnTo>
                        <a:pt x="1" y="1073"/>
                      </a:lnTo>
                      <a:lnTo>
                        <a:pt x="6433" y="33940"/>
                      </a:lnTo>
                      <a:cubicBezTo>
                        <a:pt x="6468" y="34180"/>
                        <a:pt x="6692" y="34388"/>
                        <a:pt x="6960" y="34388"/>
                      </a:cubicBezTo>
                      <a:cubicBezTo>
                        <a:pt x="6981" y="34388"/>
                        <a:pt x="7003" y="34386"/>
                        <a:pt x="7025" y="34384"/>
                      </a:cubicBezTo>
                      <a:cubicBezTo>
                        <a:pt x="7358" y="34384"/>
                        <a:pt x="7579" y="34088"/>
                        <a:pt x="7543" y="33755"/>
                      </a:cubicBezTo>
                      <a:lnTo>
                        <a:pt x="247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6" name="Google Shape;2884;p51">
                  <a:extLst>
                    <a:ext uri="{FF2B5EF4-FFF2-40B4-BE49-F238E27FC236}">
                      <a16:creationId xmlns:a16="http://schemas.microsoft.com/office/drawing/2014/main" id="{59B1627D-AC35-7099-B5CC-2721C74F5941}"/>
                    </a:ext>
                  </a:extLst>
                </p:cNvPr>
                <p:cNvSpPr/>
                <p:nvPr/>
              </p:nvSpPr>
              <p:spPr>
                <a:xfrm>
                  <a:off x="6016650" y="4210000"/>
                  <a:ext cx="205225" cy="87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9" h="35037" extrusionOk="0">
                      <a:moveTo>
                        <a:pt x="2576" y="766"/>
                      </a:moveTo>
                      <a:lnTo>
                        <a:pt x="7580" y="34112"/>
                      </a:lnTo>
                      <a:lnTo>
                        <a:pt x="7580" y="34149"/>
                      </a:lnTo>
                      <a:cubicBezTo>
                        <a:pt x="7580" y="34297"/>
                        <a:pt x="7469" y="34408"/>
                        <a:pt x="7321" y="34408"/>
                      </a:cubicBezTo>
                      <a:cubicBezTo>
                        <a:pt x="7173" y="34408"/>
                        <a:pt x="7062" y="34334"/>
                        <a:pt x="7062" y="34186"/>
                      </a:cubicBezTo>
                      <a:lnTo>
                        <a:pt x="703" y="1578"/>
                      </a:lnTo>
                      <a:lnTo>
                        <a:pt x="2576" y="766"/>
                      </a:lnTo>
                      <a:close/>
                      <a:moveTo>
                        <a:pt x="2805" y="1"/>
                      </a:moveTo>
                      <a:cubicBezTo>
                        <a:pt x="2767" y="1"/>
                        <a:pt x="2730" y="10"/>
                        <a:pt x="2700" y="25"/>
                      </a:cubicBezTo>
                      <a:lnTo>
                        <a:pt x="223" y="1097"/>
                      </a:lnTo>
                      <a:cubicBezTo>
                        <a:pt x="75" y="1134"/>
                        <a:pt x="1" y="1282"/>
                        <a:pt x="38" y="1430"/>
                      </a:cubicBezTo>
                      <a:lnTo>
                        <a:pt x="6434" y="34334"/>
                      </a:lnTo>
                      <a:cubicBezTo>
                        <a:pt x="6545" y="34741"/>
                        <a:pt x="6877" y="35036"/>
                        <a:pt x="7321" y="35036"/>
                      </a:cubicBezTo>
                      <a:lnTo>
                        <a:pt x="7358" y="35036"/>
                      </a:lnTo>
                      <a:cubicBezTo>
                        <a:pt x="7839" y="34999"/>
                        <a:pt x="8208" y="34593"/>
                        <a:pt x="8208" y="34149"/>
                      </a:cubicBezTo>
                      <a:lnTo>
                        <a:pt x="8171" y="34001"/>
                      </a:lnTo>
                      <a:lnTo>
                        <a:pt x="3106" y="284"/>
                      </a:lnTo>
                      <a:cubicBezTo>
                        <a:pt x="3106" y="173"/>
                        <a:pt x="3069" y="99"/>
                        <a:pt x="2958" y="62"/>
                      </a:cubicBezTo>
                      <a:cubicBezTo>
                        <a:pt x="2915" y="19"/>
                        <a:pt x="2859" y="1"/>
                        <a:pt x="280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7" name="Google Shape;2885;p51">
                  <a:extLst>
                    <a:ext uri="{FF2B5EF4-FFF2-40B4-BE49-F238E27FC236}">
                      <a16:creationId xmlns:a16="http://schemas.microsoft.com/office/drawing/2014/main" id="{F7927FD6-E202-F1E9-A06A-BE63AAEEDD7D}"/>
                    </a:ext>
                  </a:extLst>
                </p:cNvPr>
                <p:cNvSpPr/>
                <p:nvPr/>
              </p:nvSpPr>
              <p:spPr>
                <a:xfrm>
                  <a:off x="5491675" y="4206925"/>
                  <a:ext cx="147900" cy="8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6" h="34841" extrusionOk="0">
                      <a:moveTo>
                        <a:pt x="3365" y="0"/>
                      </a:moveTo>
                      <a:lnTo>
                        <a:pt x="37" y="34235"/>
                      </a:lnTo>
                      <a:cubicBezTo>
                        <a:pt x="0" y="34531"/>
                        <a:pt x="185" y="34790"/>
                        <a:pt x="481" y="34827"/>
                      </a:cubicBezTo>
                      <a:cubicBezTo>
                        <a:pt x="520" y="34836"/>
                        <a:pt x="559" y="34841"/>
                        <a:pt x="598" y="34841"/>
                      </a:cubicBezTo>
                      <a:cubicBezTo>
                        <a:pt x="859" y="34841"/>
                        <a:pt x="1114" y="34635"/>
                        <a:pt x="1147" y="34346"/>
                      </a:cubicBezTo>
                      <a:lnTo>
                        <a:pt x="5916" y="555"/>
                      </a:lnTo>
                      <a:lnTo>
                        <a:pt x="336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8" name="Google Shape;2886;p51">
                  <a:extLst>
                    <a:ext uri="{FF2B5EF4-FFF2-40B4-BE49-F238E27FC236}">
                      <a16:creationId xmlns:a16="http://schemas.microsoft.com/office/drawing/2014/main" id="{885DF7AA-F0B9-BCF6-3E86-D247A44B13E5}"/>
                    </a:ext>
                  </a:extLst>
                </p:cNvPr>
                <p:cNvSpPr/>
                <p:nvPr/>
              </p:nvSpPr>
              <p:spPr>
                <a:xfrm>
                  <a:off x="5484275" y="4199525"/>
                  <a:ext cx="163625" cy="88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5" h="35456" extrusionOk="0">
                      <a:moveTo>
                        <a:pt x="3957" y="703"/>
                      </a:moveTo>
                      <a:lnTo>
                        <a:pt x="5872" y="1125"/>
                      </a:lnTo>
                      <a:lnTo>
                        <a:pt x="5872" y="1125"/>
                      </a:lnTo>
                      <a:lnTo>
                        <a:pt x="1147" y="34605"/>
                      </a:lnTo>
                      <a:cubicBezTo>
                        <a:pt x="1147" y="34753"/>
                        <a:pt x="1036" y="34827"/>
                        <a:pt x="888" y="34827"/>
                      </a:cubicBezTo>
                      <a:lnTo>
                        <a:pt x="851" y="34827"/>
                      </a:lnTo>
                      <a:cubicBezTo>
                        <a:pt x="703" y="34790"/>
                        <a:pt x="629" y="34716"/>
                        <a:pt x="629" y="34568"/>
                      </a:cubicBezTo>
                      <a:lnTo>
                        <a:pt x="3957" y="703"/>
                      </a:lnTo>
                      <a:close/>
                      <a:moveTo>
                        <a:pt x="3735" y="0"/>
                      </a:moveTo>
                      <a:cubicBezTo>
                        <a:pt x="3661" y="0"/>
                        <a:pt x="3550" y="0"/>
                        <a:pt x="3513" y="74"/>
                      </a:cubicBezTo>
                      <a:cubicBezTo>
                        <a:pt x="3439" y="111"/>
                        <a:pt x="3365" y="185"/>
                        <a:pt x="3365" y="296"/>
                      </a:cubicBezTo>
                      <a:lnTo>
                        <a:pt x="38" y="34494"/>
                      </a:lnTo>
                      <a:lnTo>
                        <a:pt x="1" y="34568"/>
                      </a:lnTo>
                      <a:cubicBezTo>
                        <a:pt x="1" y="34975"/>
                        <a:pt x="296" y="35344"/>
                        <a:pt x="703" y="35418"/>
                      </a:cubicBezTo>
                      <a:cubicBezTo>
                        <a:pt x="777" y="35455"/>
                        <a:pt x="814" y="35455"/>
                        <a:pt x="888" y="35455"/>
                      </a:cubicBezTo>
                      <a:cubicBezTo>
                        <a:pt x="1332" y="35455"/>
                        <a:pt x="1701" y="35160"/>
                        <a:pt x="1775" y="34716"/>
                      </a:cubicBezTo>
                      <a:lnTo>
                        <a:pt x="6508" y="925"/>
                      </a:lnTo>
                      <a:cubicBezTo>
                        <a:pt x="6545" y="740"/>
                        <a:pt x="6434" y="592"/>
                        <a:pt x="6286" y="555"/>
                      </a:cubicBezTo>
                      <a:lnTo>
                        <a:pt x="373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9" name="Google Shape;2887;p51">
                  <a:extLst>
                    <a:ext uri="{FF2B5EF4-FFF2-40B4-BE49-F238E27FC236}">
                      <a16:creationId xmlns:a16="http://schemas.microsoft.com/office/drawing/2014/main" id="{2C0F2E44-AF43-4C44-5DDE-A94063D4ECC3}"/>
                    </a:ext>
                  </a:extLst>
                </p:cNvPr>
                <p:cNvSpPr/>
                <p:nvPr/>
              </p:nvSpPr>
              <p:spPr>
                <a:xfrm>
                  <a:off x="5447300" y="3236425"/>
                  <a:ext cx="1197875" cy="104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15" h="41963" extrusionOk="0">
                      <a:moveTo>
                        <a:pt x="29171" y="1"/>
                      </a:moveTo>
                      <a:cubicBezTo>
                        <a:pt x="26879" y="1"/>
                        <a:pt x="25104" y="2034"/>
                        <a:pt x="25437" y="4290"/>
                      </a:cubicBezTo>
                      <a:cubicBezTo>
                        <a:pt x="26546" y="11906"/>
                        <a:pt x="27433" y="31315"/>
                        <a:pt x="26842" y="31463"/>
                      </a:cubicBezTo>
                      <a:cubicBezTo>
                        <a:pt x="26831" y="31466"/>
                        <a:pt x="26816" y="31467"/>
                        <a:pt x="26798" y="31467"/>
                      </a:cubicBezTo>
                      <a:cubicBezTo>
                        <a:pt x="25697" y="31467"/>
                        <a:pt x="11235" y="26262"/>
                        <a:pt x="4776" y="26262"/>
                      </a:cubicBezTo>
                      <a:cubicBezTo>
                        <a:pt x="3239" y="26262"/>
                        <a:pt x="2156" y="26556"/>
                        <a:pt x="1812" y="27285"/>
                      </a:cubicBezTo>
                      <a:cubicBezTo>
                        <a:pt x="1" y="31130"/>
                        <a:pt x="592" y="41963"/>
                        <a:pt x="592" y="41963"/>
                      </a:cubicBezTo>
                      <a:lnTo>
                        <a:pt x="41778" y="41963"/>
                      </a:lnTo>
                      <a:lnTo>
                        <a:pt x="47545" y="4327"/>
                      </a:lnTo>
                      <a:cubicBezTo>
                        <a:pt x="47915" y="2071"/>
                        <a:pt x="46140" y="1"/>
                        <a:pt x="438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0" name="Google Shape;2888;p51">
                  <a:extLst>
                    <a:ext uri="{FF2B5EF4-FFF2-40B4-BE49-F238E27FC236}">
                      <a16:creationId xmlns:a16="http://schemas.microsoft.com/office/drawing/2014/main" id="{A888EFAA-BAAA-0505-43F4-9D598B27998E}"/>
                    </a:ext>
                  </a:extLst>
                </p:cNvPr>
                <p:cNvSpPr/>
                <p:nvPr/>
              </p:nvSpPr>
              <p:spPr>
                <a:xfrm>
                  <a:off x="5451925" y="3229050"/>
                  <a:ext cx="1193250" cy="10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30" h="42554" extrusionOk="0">
                      <a:moveTo>
                        <a:pt x="43626" y="592"/>
                      </a:moveTo>
                      <a:cubicBezTo>
                        <a:pt x="44624" y="592"/>
                        <a:pt x="45475" y="998"/>
                        <a:pt x="46103" y="1627"/>
                      </a:cubicBezTo>
                      <a:cubicBezTo>
                        <a:pt x="46732" y="2255"/>
                        <a:pt x="47101" y="3106"/>
                        <a:pt x="47101" y="4067"/>
                      </a:cubicBezTo>
                      <a:cubicBezTo>
                        <a:pt x="47101" y="4215"/>
                        <a:pt x="47101" y="4400"/>
                        <a:pt x="47064" y="4585"/>
                      </a:cubicBezTo>
                      <a:lnTo>
                        <a:pt x="41297" y="41962"/>
                      </a:lnTo>
                      <a:lnTo>
                        <a:pt x="720" y="41962"/>
                      </a:lnTo>
                      <a:cubicBezTo>
                        <a:pt x="706" y="41768"/>
                        <a:pt x="686" y="41469"/>
                        <a:pt x="666" y="41075"/>
                      </a:cubicBezTo>
                      <a:cubicBezTo>
                        <a:pt x="666" y="40335"/>
                        <a:pt x="629" y="39337"/>
                        <a:pt x="629" y="38154"/>
                      </a:cubicBezTo>
                      <a:cubicBezTo>
                        <a:pt x="629" y="36416"/>
                        <a:pt x="703" y="34346"/>
                        <a:pt x="888" y="32461"/>
                      </a:cubicBezTo>
                      <a:cubicBezTo>
                        <a:pt x="1073" y="30538"/>
                        <a:pt x="1406" y="28800"/>
                        <a:pt x="1923" y="27728"/>
                      </a:cubicBezTo>
                      <a:cubicBezTo>
                        <a:pt x="2034" y="27469"/>
                        <a:pt x="2293" y="27248"/>
                        <a:pt x="2774" y="27100"/>
                      </a:cubicBezTo>
                      <a:cubicBezTo>
                        <a:pt x="3217" y="26952"/>
                        <a:pt x="3846" y="26878"/>
                        <a:pt x="4585" y="26878"/>
                      </a:cubicBezTo>
                      <a:cubicBezTo>
                        <a:pt x="7765" y="26878"/>
                        <a:pt x="12977" y="28172"/>
                        <a:pt x="17525" y="29466"/>
                      </a:cubicBezTo>
                      <a:cubicBezTo>
                        <a:pt x="19817" y="30094"/>
                        <a:pt x="21924" y="30760"/>
                        <a:pt x="23551" y="31240"/>
                      </a:cubicBezTo>
                      <a:cubicBezTo>
                        <a:pt x="24327" y="31499"/>
                        <a:pt x="25030" y="31684"/>
                        <a:pt x="25547" y="31832"/>
                      </a:cubicBezTo>
                      <a:cubicBezTo>
                        <a:pt x="25806" y="31906"/>
                        <a:pt x="26028" y="31980"/>
                        <a:pt x="26176" y="32017"/>
                      </a:cubicBezTo>
                      <a:cubicBezTo>
                        <a:pt x="26361" y="32054"/>
                        <a:pt x="26472" y="32091"/>
                        <a:pt x="26620" y="32091"/>
                      </a:cubicBezTo>
                      <a:lnTo>
                        <a:pt x="26730" y="32054"/>
                      </a:lnTo>
                      <a:cubicBezTo>
                        <a:pt x="26804" y="32054"/>
                        <a:pt x="26878" y="31980"/>
                        <a:pt x="26915" y="31943"/>
                      </a:cubicBezTo>
                      <a:cubicBezTo>
                        <a:pt x="26989" y="31869"/>
                        <a:pt x="26989" y="31795"/>
                        <a:pt x="26989" y="31758"/>
                      </a:cubicBezTo>
                      <a:cubicBezTo>
                        <a:pt x="27063" y="31536"/>
                        <a:pt x="27100" y="31240"/>
                        <a:pt x="27100" y="30797"/>
                      </a:cubicBezTo>
                      <a:cubicBezTo>
                        <a:pt x="27137" y="30353"/>
                        <a:pt x="27137" y="29762"/>
                        <a:pt x="27137" y="29096"/>
                      </a:cubicBezTo>
                      <a:cubicBezTo>
                        <a:pt x="27137" y="23477"/>
                        <a:pt x="26435" y="10463"/>
                        <a:pt x="25584" y="4548"/>
                      </a:cubicBezTo>
                      <a:cubicBezTo>
                        <a:pt x="25547" y="4400"/>
                        <a:pt x="25547" y="4215"/>
                        <a:pt x="25547" y="4067"/>
                      </a:cubicBezTo>
                      <a:cubicBezTo>
                        <a:pt x="25547" y="3106"/>
                        <a:pt x="25917" y="2255"/>
                        <a:pt x="26546" y="1627"/>
                      </a:cubicBezTo>
                      <a:cubicBezTo>
                        <a:pt x="27174" y="998"/>
                        <a:pt x="28024" y="592"/>
                        <a:pt x="28986" y="592"/>
                      </a:cubicBezTo>
                      <a:close/>
                      <a:moveTo>
                        <a:pt x="28986" y="0"/>
                      </a:moveTo>
                      <a:cubicBezTo>
                        <a:pt x="26694" y="0"/>
                        <a:pt x="24919" y="1849"/>
                        <a:pt x="24919" y="4067"/>
                      </a:cubicBezTo>
                      <a:cubicBezTo>
                        <a:pt x="24919" y="4252"/>
                        <a:pt x="24919" y="4437"/>
                        <a:pt x="24956" y="4659"/>
                      </a:cubicBezTo>
                      <a:cubicBezTo>
                        <a:pt x="25806" y="10500"/>
                        <a:pt x="26546" y="23514"/>
                        <a:pt x="26546" y="29096"/>
                      </a:cubicBezTo>
                      <a:cubicBezTo>
                        <a:pt x="26546" y="29910"/>
                        <a:pt x="26509" y="30575"/>
                        <a:pt x="26472" y="31019"/>
                      </a:cubicBezTo>
                      <a:cubicBezTo>
                        <a:pt x="26472" y="31208"/>
                        <a:pt x="26445" y="31344"/>
                        <a:pt x="26437" y="31448"/>
                      </a:cubicBezTo>
                      <a:lnTo>
                        <a:pt x="26437" y="31448"/>
                      </a:lnTo>
                      <a:cubicBezTo>
                        <a:pt x="26402" y="31443"/>
                        <a:pt x="26365" y="31436"/>
                        <a:pt x="26324" y="31425"/>
                      </a:cubicBezTo>
                      <a:cubicBezTo>
                        <a:pt x="25732" y="31277"/>
                        <a:pt x="24438" y="30871"/>
                        <a:pt x="22775" y="30353"/>
                      </a:cubicBezTo>
                      <a:cubicBezTo>
                        <a:pt x="20261" y="29614"/>
                        <a:pt x="16859" y="28579"/>
                        <a:pt x="13532" y="27728"/>
                      </a:cubicBezTo>
                      <a:cubicBezTo>
                        <a:pt x="10205" y="26915"/>
                        <a:pt x="6914" y="26249"/>
                        <a:pt x="4585" y="26249"/>
                      </a:cubicBezTo>
                      <a:cubicBezTo>
                        <a:pt x="3809" y="26249"/>
                        <a:pt x="3106" y="26323"/>
                        <a:pt x="2552" y="26508"/>
                      </a:cubicBezTo>
                      <a:cubicBezTo>
                        <a:pt x="2034" y="26693"/>
                        <a:pt x="1554" y="26989"/>
                        <a:pt x="1332" y="27433"/>
                      </a:cubicBezTo>
                      <a:cubicBezTo>
                        <a:pt x="777" y="28653"/>
                        <a:pt x="444" y="30464"/>
                        <a:pt x="260" y="32387"/>
                      </a:cubicBezTo>
                      <a:cubicBezTo>
                        <a:pt x="75" y="34309"/>
                        <a:pt x="1" y="36416"/>
                        <a:pt x="1" y="38154"/>
                      </a:cubicBezTo>
                      <a:cubicBezTo>
                        <a:pt x="1" y="40520"/>
                        <a:pt x="112" y="42258"/>
                        <a:pt x="112" y="42258"/>
                      </a:cubicBezTo>
                      <a:cubicBezTo>
                        <a:pt x="112" y="42443"/>
                        <a:pt x="260" y="42554"/>
                        <a:pt x="407" y="42554"/>
                      </a:cubicBezTo>
                      <a:lnTo>
                        <a:pt x="41593" y="42554"/>
                      </a:lnTo>
                      <a:cubicBezTo>
                        <a:pt x="41741" y="42554"/>
                        <a:pt x="41851" y="42443"/>
                        <a:pt x="41888" y="42295"/>
                      </a:cubicBezTo>
                      <a:lnTo>
                        <a:pt x="47656" y="4696"/>
                      </a:lnTo>
                      <a:cubicBezTo>
                        <a:pt x="47693" y="4474"/>
                        <a:pt x="47730" y="4252"/>
                        <a:pt x="47730" y="4067"/>
                      </a:cubicBezTo>
                      <a:cubicBezTo>
                        <a:pt x="47730" y="1849"/>
                        <a:pt x="45918" y="0"/>
                        <a:pt x="436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1" name="Google Shape;2889;p51">
                  <a:extLst>
                    <a:ext uri="{FF2B5EF4-FFF2-40B4-BE49-F238E27FC236}">
                      <a16:creationId xmlns:a16="http://schemas.microsoft.com/office/drawing/2014/main" id="{06C8CCED-6E84-2E61-0A32-7A145F487F3E}"/>
                    </a:ext>
                  </a:extLst>
                </p:cNvPr>
                <p:cNvSpPr/>
                <p:nvPr/>
              </p:nvSpPr>
              <p:spPr>
                <a:xfrm>
                  <a:off x="5447300" y="3236425"/>
                  <a:ext cx="824475" cy="104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79" h="41963" extrusionOk="0">
                      <a:moveTo>
                        <a:pt x="29023" y="1"/>
                      </a:moveTo>
                      <a:cubicBezTo>
                        <a:pt x="26805" y="75"/>
                        <a:pt x="25141" y="2071"/>
                        <a:pt x="25437" y="4290"/>
                      </a:cubicBezTo>
                      <a:cubicBezTo>
                        <a:pt x="26546" y="11906"/>
                        <a:pt x="27433" y="31315"/>
                        <a:pt x="26842" y="31463"/>
                      </a:cubicBezTo>
                      <a:cubicBezTo>
                        <a:pt x="26831" y="31466"/>
                        <a:pt x="26816" y="31467"/>
                        <a:pt x="26798" y="31467"/>
                      </a:cubicBezTo>
                      <a:cubicBezTo>
                        <a:pt x="25697" y="31467"/>
                        <a:pt x="11235" y="26262"/>
                        <a:pt x="4776" y="26262"/>
                      </a:cubicBezTo>
                      <a:cubicBezTo>
                        <a:pt x="3239" y="26262"/>
                        <a:pt x="2156" y="26556"/>
                        <a:pt x="1812" y="27285"/>
                      </a:cubicBezTo>
                      <a:cubicBezTo>
                        <a:pt x="1" y="31130"/>
                        <a:pt x="592" y="41963"/>
                        <a:pt x="592" y="41963"/>
                      </a:cubicBezTo>
                      <a:lnTo>
                        <a:pt x="26842" y="41963"/>
                      </a:lnTo>
                      <a:lnTo>
                        <a:pt x="32609" y="4327"/>
                      </a:lnTo>
                      <a:cubicBezTo>
                        <a:pt x="32979" y="2108"/>
                        <a:pt x="31278" y="75"/>
                        <a:pt x="2902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2" name="Google Shape;2890;p51">
                  <a:extLst>
                    <a:ext uri="{FF2B5EF4-FFF2-40B4-BE49-F238E27FC236}">
                      <a16:creationId xmlns:a16="http://schemas.microsoft.com/office/drawing/2014/main" id="{D6BB8278-574F-0AF8-B5F0-109ACE4C8EDD}"/>
                    </a:ext>
                  </a:extLst>
                </p:cNvPr>
                <p:cNvSpPr/>
                <p:nvPr/>
              </p:nvSpPr>
              <p:spPr>
                <a:xfrm>
                  <a:off x="5451925" y="3229050"/>
                  <a:ext cx="819850" cy="10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94" h="42554" extrusionOk="0">
                      <a:moveTo>
                        <a:pt x="28856" y="629"/>
                      </a:moveTo>
                      <a:lnTo>
                        <a:pt x="28856" y="629"/>
                      </a:lnTo>
                      <a:cubicBezTo>
                        <a:pt x="30733" y="676"/>
                        <a:pt x="32165" y="2225"/>
                        <a:pt x="32165" y="4067"/>
                      </a:cubicBezTo>
                      <a:cubicBezTo>
                        <a:pt x="32165" y="4215"/>
                        <a:pt x="32165" y="4400"/>
                        <a:pt x="32128" y="4585"/>
                      </a:cubicBezTo>
                      <a:lnTo>
                        <a:pt x="26398" y="41962"/>
                      </a:lnTo>
                      <a:lnTo>
                        <a:pt x="720" y="41962"/>
                      </a:lnTo>
                      <a:cubicBezTo>
                        <a:pt x="706" y="41768"/>
                        <a:pt x="686" y="41469"/>
                        <a:pt x="666" y="41075"/>
                      </a:cubicBezTo>
                      <a:cubicBezTo>
                        <a:pt x="666" y="40335"/>
                        <a:pt x="629" y="39337"/>
                        <a:pt x="629" y="38154"/>
                      </a:cubicBezTo>
                      <a:cubicBezTo>
                        <a:pt x="629" y="36416"/>
                        <a:pt x="703" y="34346"/>
                        <a:pt x="888" y="32461"/>
                      </a:cubicBezTo>
                      <a:cubicBezTo>
                        <a:pt x="1073" y="30538"/>
                        <a:pt x="1406" y="28800"/>
                        <a:pt x="1923" y="27728"/>
                      </a:cubicBezTo>
                      <a:cubicBezTo>
                        <a:pt x="2034" y="27469"/>
                        <a:pt x="2293" y="27248"/>
                        <a:pt x="2774" y="27100"/>
                      </a:cubicBezTo>
                      <a:cubicBezTo>
                        <a:pt x="3217" y="26952"/>
                        <a:pt x="3846" y="26878"/>
                        <a:pt x="4585" y="26878"/>
                      </a:cubicBezTo>
                      <a:cubicBezTo>
                        <a:pt x="7765" y="26878"/>
                        <a:pt x="12977" y="28172"/>
                        <a:pt x="17525" y="29466"/>
                      </a:cubicBezTo>
                      <a:cubicBezTo>
                        <a:pt x="19817" y="30094"/>
                        <a:pt x="21924" y="30760"/>
                        <a:pt x="23551" y="31240"/>
                      </a:cubicBezTo>
                      <a:cubicBezTo>
                        <a:pt x="24327" y="31499"/>
                        <a:pt x="25030" y="31684"/>
                        <a:pt x="25547" y="31832"/>
                      </a:cubicBezTo>
                      <a:cubicBezTo>
                        <a:pt x="25806" y="31906"/>
                        <a:pt x="26028" y="31980"/>
                        <a:pt x="26176" y="32017"/>
                      </a:cubicBezTo>
                      <a:cubicBezTo>
                        <a:pt x="26361" y="32054"/>
                        <a:pt x="26472" y="32091"/>
                        <a:pt x="26620" y="32091"/>
                      </a:cubicBezTo>
                      <a:lnTo>
                        <a:pt x="26730" y="32054"/>
                      </a:lnTo>
                      <a:cubicBezTo>
                        <a:pt x="26804" y="32054"/>
                        <a:pt x="26878" y="31980"/>
                        <a:pt x="26915" y="31943"/>
                      </a:cubicBezTo>
                      <a:cubicBezTo>
                        <a:pt x="26989" y="31869"/>
                        <a:pt x="26989" y="31795"/>
                        <a:pt x="26989" y="31758"/>
                      </a:cubicBezTo>
                      <a:cubicBezTo>
                        <a:pt x="27063" y="31536"/>
                        <a:pt x="27100" y="31240"/>
                        <a:pt x="27100" y="30797"/>
                      </a:cubicBezTo>
                      <a:cubicBezTo>
                        <a:pt x="27137" y="30353"/>
                        <a:pt x="27137" y="29762"/>
                        <a:pt x="27137" y="29096"/>
                      </a:cubicBezTo>
                      <a:cubicBezTo>
                        <a:pt x="27137" y="23477"/>
                        <a:pt x="26435" y="10463"/>
                        <a:pt x="25584" y="4548"/>
                      </a:cubicBezTo>
                      <a:cubicBezTo>
                        <a:pt x="25547" y="4400"/>
                        <a:pt x="25547" y="4215"/>
                        <a:pt x="25547" y="4067"/>
                      </a:cubicBezTo>
                      <a:cubicBezTo>
                        <a:pt x="25547" y="2225"/>
                        <a:pt x="26980" y="676"/>
                        <a:pt x="28856" y="629"/>
                      </a:cubicBezTo>
                      <a:close/>
                      <a:moveTo>
                        <a:pt x="28838" y="0"/>
                      </a:moveTo>
                      <a:cubicBezTo>
                        <a:pt x="26620" y="74"/>
                        <a:pt x="24919" y="1886"/>
                        <a:pt x="24919" y="4067"/>
                      </a:cubicBezTo>
                      <a:cubicBezTo>
                        <a:pt x="24919" y="4252"/>
                        <a:pt x="24919" y="4437"/>
                        <a:pt x="24956" y="4659"/>
                      </a:cubicBezTo>
                      <a:cubicBezTo>
                        <a:pt x="25806" y="10500"/>
                        <a:pt x="26546" y="23514"/>
                        <a:pt x="26546" y="29096"/>
                      </a:cubicBezTo>
                      <a:cubicBezTo>
                        <a:pt x="26546" y="29910"/>
                        <a:pt x="26509" y="30575"/>
                        <a:pt x="26472" y="31019"/>
                      </a:cubicBezTo>
                      <a:cubicBezTo>
                        <a:pt x="26472" y="31208"/>
                        <a:pt x="26445" y="31344"/>
                        <a:pt x="26437" y="31448"/>
                      </a:cubicBezTo>
                      <a:lnTo>
                        <a:pt x="26437" y="31448"/>
                      </a:lnTo>
                      <a:cubicBezTo>
                        <a:pt x="26402" y="31443"/>
                        <a:pt x="26365" y="31436"/>
                        <a:pt x="26324" y="31425"/>
                      </a:cubicBezTo>
                      <a:cubicBezTo>
                        <a:pt x="25732" y="31277"/>
                        <a:pt x="24438" y="30871"/>
                        <a:pt x="22775" y="30353"/>
                      </a:cubicBezTo>
                      <a:cubicBezTo>
                        <a:pt x="20261" y="29614"/>
                        <a:pt x="16859" y="28579"/>
                        <a:pt x="13532" y="27728"/>
                      </a:cubicBezTo>
                      <a:cubicBezTo>
                        <a:pt x="10205" y="26915"/>
                        <a:pt x="6914" y="26249"/>
                        <a:pt x="4585" y="26249"/>
                      </a:cubicBezTo>
                      <a:cubicBezTo>
                        <a:pt x="3809" y="26249"/>
                        <a:pt x="3106" y="26323"/>
                        <a:pt x="2552" y="26508"/>
                      </a:cubicBezTo>
                      <a:cubicBezTo>
                        <a:pt x="2034" y="26693"/>
                        <a:pt x="1554" y="26989"/>
                        <a:pt x="1332" y="27433"/>
                      </a:cubicBezTo>
                      <a:cubicBezTo>
                        <a:pt x="777" y="28653"/>
                        <a:pt x="444" y="30464"/>
                        <a:pt x="260" y="32387"/>
                      </a:cubicBezTo>
                      <a:cubicBezTo>
                        <a:pt x="75" y="34309"/>
                        <a:pt x="1" y="36416"/>
                        <a:pt x="1" y="38154"/>
                      </a:cubicBezTo>
                      <a:cubicBezTo>
                        <a:pt x="1" y="40520"/>
                        <a:pt x="112" y="42258"/>
                        <a:pt x="112" y="42258"/>
                      </a:cubicBezTo>
                      <a:cubicBezTo>
                        <a:pt x="112" y="42443"/>
                        <a:pt x="260" y="42554"/>
                        <a:pt x="407" y="42554"/>
                      </a:cubicBezTo>
                      <a:lnTo>
                        <a:pt x="26657" y="42554"/>
                      </a:lnTo>
                      <a:cubicBezTo>
                        <a:pt x="26804" y="42554"/>
                        <a:pt x="26915" y="42443"/>
                        <a:pt x="26952" y="42295"/>
                      </a:cubicBezTo>
                      <a:lnTo>
                        <a:pt x="32757" y="4696"/>
                      </a:lnTo>
                      <a:cubicBezTo>
                        <a:pt x="32757" y="4474"/>
                        <a:pt x="32794" y="4252"/>
                        <a:pt x="32794" y="4067"/>
                      </a:cubicBezTo>
                      <a:cubicBezTo>
                        <a:pt x="32794" y="1886"/>
                        <a:pt x="31056" y="74"/>
                        <a:pt x="2887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3" name="Google Shape;2891;p51">
                  <a:extLst>
                    <a:ext uri="{FF2B5EF4-FFF2-40B4-BE49-F238E27FC236}">
                      <a16:creationId xmlns:a16="http://schemas.microsoft.com/office/drawing/2014/main" id="{8A0BDCD9-BC3B-A2FA-4521-3921E77B4224}"/>
                    </a:ext>
                  </a:extLst>
                </p:cNvPr>
                <p:cNvSpPr/>
                <p:nvPr/>
              </p:nvSpPr>
              <p:spPr>
                <a:xfrm>
                  <a:off x="1921250" y="3013700"/>
                  <a:ext cx="161750" cy="17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70" h="7099" extrusionOk="0">
                      <a:moveTo>
                        <a:pt x="4880" y="0"/>
                      </a:moveTo>
                      <a:lnTo>
                        <a:pt x="0" y="4510"/>
                      </a:lnTo>
                      <a:lnTo>
                        <a:pt x="2921" y="7098"/>
                      </a:lnTo>
                      <a:lnTo>
                        <a:pt x="6470" y="4510"/>
                      </a:lnTo>
                      <a:lnTo>
                        <a:pt x="4880" y="0"/>
                      </a:ln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4" name="Google Shape;2892;p51">
                  <a:extLst>
                    <a:ext uri="{FF2B5EF4-FFF2-40B4-BE49-F238E27FC236}">
                      <a16:creationId xmlns:a16="http://schemas.microsoft.com/office/drawing/2014/main" id="{D86C2282-BE77-465A-B763-72A3DAC28077}"/>
                    </a:ext>
                  </a:extLst>
                </p:cNvPr>
                <p:cNvSpPr/>
                <p:nvPr/>
              </p:nvSpPr>
              <p:spPr>
                <a:xfrm>
                  <a:off x="1913850" y="3005375"/>
                  <a:ext cx="178400" cy="19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6" h="7746" extrusionOk="0">
                      <a:moveTo>
                        <a:pt x="5028" y="851"/>
                      </a:moveTo>
                      <a:lnTo>
                        <a:pt x="6435" y="4754"/>
                      </a:lnTo>
                      <a:lnTo>
                        <a:pt x="3254" y="7062"/>
                      </a:lnTo>
                      <a:lnTo>
                        <a:pt x="777" y="4843"/>
                      </a:lnTo>
                      <a:lnTo>
                        <a:pt x="5028" y="851"/>
                      </a:lnTo>
                      <a:close/>
                      <a:moveTo>
                        <a:pt x="5250" y="0"/>
                      </a:moveTo>
                      <a:cubicBezTo>
                        <a:pt x="5139" y="0"/>
                        <a:pt x="5028" y="37"/>
                        <a:pt x="4954" y="74"/>
                      </a:cubicBezTo>
                      <a:lnTo>
                        <a:pt x="74" y="4622"/>
                      </a:lnTo>
                      <a:cubicBezTo>
                        <a:pt x="37" y="4696"/>
                        <a:pt x="0" y="4770"/>
                        <a:pt x="0" y="4843"/>
                      </a:cubicBezTo>
                      <a:cubicBezTo>
                        <a:pt x="0" y="4954"/>
                        <a:pt x="37" y="5028"/>
                        <a:pt x="111" y="5065"/>
                      </a:cubicBezTo>
                      <a:lnTo>
                        <a:pt x="2995" y="7690"/>
                      </a:lnTo>
                      <a:cubicBezTo>
                        <a:pt x="3050" y="7727"/>
                        <a:pt x="3124" y="7746"/>
                        <a:pt x="3198" y="7746"/>
                      </a:cubicBezTo>
                      <a:cubicBezTo>
                        <a:pt x="3272" y="7746"/>
                        <a:pt x="3346" y="7727"/>
                        <a:pt x="3402" y="7690"/>
                      </a:cubicBezTo>
                      <a:lnTo>
                        <a:pt x="6951" y="5102"/>
                      </a:lnTo>
                      <a:cubicBezTo>
                        <a:pt x="7062" y="5028"/>
                        <a:pt x="7136" y="4880"/>
                        <a:pt x="7062" y="4733"/>
                      </a:cubicBezTo>
                      <a:lnTo>
                        <a:pt x="5435" y="222"/>
                      </a:lnTo>
                      <a:cubicBezTo>
                        <a:pt x="5435" y="111"/>
                        <a:pt x="5324" y="37"/>
                        <a:pt x="5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5" name="Google Shape;2893;p51">
                  <a:extLst>
                    <a:ext uri="{FF2B5EF4-FFF2-40B4-BE49-F238E27FC236}">
                      <a16:creationId xmlns:a16="http://schemas.microsoft.com/office/drawing/2014/main" id="{D4C206BF-2658-B1DD-1943-43B73D13BF67}"/>
                    </a:ext>
                  </a:extLst>
                </p:cNvPr>
                <p:cNvSpPr/>
                <p:nvPr/>
              </p:nvSpPr>
              <p:spPr>
                <a:xfrm>
                  <a:off x="2021050" y="3965400"/>
                  <a:ext cx="612825" cy="10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3" h="41863" extrusionOk="0">
                      <a:moveTo>
                        <a:pt x="19199" y="0"/>
                      </a:moveTo>
                      <a:cubicBezTo>
                        <a:pt x="13895" y="0"/>
                        <a:pt x="1258" y="2156"/>
                        <a:pt x="1258" y="2156"/>
                      </a:cubicBezTo>
                      <a:cubicBezTo>
                        <a:pt x="1258" y="2156"/>
                        <a:pt x="1" y="6879"/>
                        <a:pt x="2405" y="6879"/>
                      </a:cubicBezTo>
                      <a:cubicBezTo>
                        <a:pt x="2508" y="6879"/>
                        <a:pt x="2619" y="6870"/>
                        <a:pt x="2737" y="6851"/>
                      </a:cubicBezTo>
                      <a:cubicBezTo>
                        <a:pt x="4610" y="6556"/>
                        <a:pt x="9622" y="6506"/>
                        <a:pt x="12754" y="6506"/>
                      </a:cubicBezTo>
                      <a:cubicBezTo>
                        <a:pt x="14321" y="6506"/>
                        <a:pt x="15418" y="6519"/>
                        <a:pt x="15418" y="6519"/>
                      </a:cubicBezTo>
                      <a:cubicBezTo>
                        <a:pt x="15418" y="6519"/>
                        <a:pt x="9096" y="21270"/>
                        <a:pt x="7506" y="29182"/>
                      </a:cubicBezTo>
                      <a:cubicBezTo>
                        <a:pt x="6656" y="33470"/>
                        <a:pt x="4253" y="35800"/>
                        <a:pt x="3698" y="37648"/>
                      </a:cubicBezTo>
                      <a:cubicBezTo>
                        <a:pt x="3143" y="39460"/>
                        <a:pt x="4807" y="38757"/>
                        <a:pt x="6471" y="39829"/>
                      </a:cubicBezTo>
                      <a:cubicBezTo>
                        <a:pt x="8097" y="40938"/>
                        <a:pt x="10870" y="41863"/>
                        <a:pt x="12904" y="41863"/>
                      </a:cubicBezTo>
                      <a:cubicBezTo>
                        <a:pt x="14900" y="41863"/>
                        <a:pt x="9391" y="38203"/>
                        <a:pt x="9391" y="35245"/>
                      </a:cubicBezTo>
                      <a:cubicBezTo>
                        <a:pt x="9391" y="32287"/>
                        <a:pt x="16083" y="22527"/>
                        <a:pt x="19374" y="17018"/>
                      </a:cubicBezTo>
                      <a:cubicBezTo>
                        <a:pt x="21967" y="12729"/>
                        <a:pt x="22246" y="12240"/>
                        <a:pt x="22122" y="12240"/>
                      </a:cubicBezTo>
                      <a:cubicBezTo>
                        <a:pt x="22085" y="12240"/>
                        <a:pt x="22013" y="12282"/>
                        <a:pt x="21955" y="12282"/>
                      </a:cubicBezTo>
                      <a:cubicBezTo>
                        <a:pt x="21846" y="12282"/>
                        <a:pt x="21787" y="12130"/>
                        <a:pt x="22109" y="11251"/>
                      </a:cubicBezTo>
                      <a:cubicBezTo>
                        <a:pt x="22516" y="10733"/>
                        <a:pt x="22849" y="10142"/>
                        <a:pt x="23034" y="9513"/>
                      </a:cubicBezTo>
                      <a:cubicBezTo>
                        <a:pt x="24217" y="5668"/>
                        <a:pt x="24512" y="677"/>
                        <a:pt x="20667" y="86"/>
                      </a:cubicBezTo>
                      <a:cubicBezTo>
                        <a:pt x="20287" y="27"/>
                        <a:pt x="19788" y="0"/>
                        <a:pt x="19199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6" name="Google Shape;2894;p51">
                  <a:extLst>
                    <a:ext uri="{FF2B5EF4-FFF2-40B4-BE49-F238E27FC236}">
                      <a16:creationId xmlns:a16="http://schemas.microsoft.com/office/drawing/2014/main" id="{85117747-AADF-7673-2B0D-95C3FA2ECFCA}"/>
                    </a:ext>
                  </a:extLst>
                </p:cNvPr>
                <p:cNvSpPr/>
                <p:nvPr/>
              </p:nvSpPr>
              <p:spPr>
                <a:xfrm>
                  <a:off x="2036775" y="3957375"/>
                  <a:ext cx="586925" cy="10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77" h="42480" extrusionOk="0">
                      <a:moveTo>
                        <a:pt x="18560" y="629"/>
                      </a:moveTo>
                      <a:cubicBezTo>
                        <a:pt x="19151" y="629"/>
                        <a:pt x="19632" y="666"/>
                        <a:pt x="20002" y="703"/>
                      </a:cubicBezTo>
                      <a:cubicBezTo>
                        <a:pt x="21074" y="887"/>
                        <a:pt x="21776" y="1405"/>
                        <a:pt x="22220" y="2181"/>
                      </a:cubicBezTo>
                      <a:cubicBezTo>
                        <a:pt x="22663" y="2958"/>
                        <a:pt x="22885" y="3993"/>
                        <a:pt x="22885" y="5139"/>
                      </a:cubicBezTo>
                      <a:cubicBezTo>
                        <a:pt x="22885" y="6618"/>
                        <a:pt x="22552" y="8245"/>
                        <a:pt x="22109" y="9723"/>
                      </a:cubicBezTo>
                      <a:cubicBezTo>
                        <a:pt x="21924" y="10315"/>
                        <a:pt x="21628" y="10870"/>
                        <a:pt x="21259" y="11387"/>
                      </a:cubicBezTo>
                      <a:lnTo>
                        <a:pt x="21222" y="11461"/>
                      </a:lnTo>
                      <a:cubicBezTo>
                        <a:pt x="21037" y="11979"/>
                        <a:pt x="20926" y="12237"/>
                        <a:pt x="20926" y="12459"/>
                      </a:cubicBezTo>
                      <a:cubicBezTo>
                        <a:pt x="20926" y="12570"/>
                        <a:pt x="20963" y="12644"/>
                        <a:pt x="21037" y="12755"/>
                      </a:cubicBezTo>
                      <a:cubicBezTo>
                        <a:pt x="21048" y="12766"/>
                        <a:pt x="21059" y="12781"/>
                        <a:pt x="21072" y="12796"/>
                      </a:cubicBezTo>
                      <a:lnTo>
                        <a:pt x="21072" y="12796"/>
                      </a:lnTo>
                      <a:cubicBezTo>
                        <a:pt x="20811" y="13316"/>
                        <a:pt x="20071" y="14537"/>
                        <a:pt x="18486" y="17192"/>
                      </a:cubicBezTo>
                      <a:cubicBezTo>
                        <a:pt x="16859" y="19927"/>
                        <a:pt x="14345" y="23735"/>
                        <a:pt x="12275" y="27248"/>
                      </a:cubicBezTo>
                      <a:cubicBezTo>
                        <a:pt x="11203" y="29022"/>
                        <a:pt x="10278" y="30686"/>
                        <a:pt x="9576" y="32128"/>
                      </a:cubicBezTo>
                      <a:cubicBezTo>
                        <a:pt x="9243" y="32830"/>
                        <a:pt x="8984" y="33496"/>
                        <a:pt x="8762" y="34050"/>
                      </a:cubicBezTo>
                      <a:cubicBezTo>
                        <a:pt x="8578" y="34642"/>
                        <a:pt x="8467" y="35159"/>
                        <a:pt x="8467" y="35566"/>
                      </a:cubicBezTo>
                      <a:cubicBezTo>
                        <a:pt x="8467" y="36268"/>
                        <a:pt x="8725" y="36971"/>
                        <a:pt x="9132" y="37636"/>
                      </a:cubicBezTo>
                      <a:cubicBezTo>
                        <a:pt x="9687" y="38635"/>
                        <a:pt x="10537" y="39596"/>
                        <a:pt x="11239" y="40409"/>
                      </a:cubicBezTo>
                      <a:cubicBezTo>
                        <a:pt x="11572" y="40779"/>
                        <a:pt x="11868" y="41149"/>
                        <a:pt x="12090" y="41444"/>
                      </a:cubicBezTo>
                      <a:cubicBezTo>
                        <a:pt x="12201" y="41555"/>
                        <a:pt x="12275" y="41703"/>
                        <a:pt x="12349" y="41777"/>
                      </a:cubicBezTo>
                      <a:lnTo>
                        <a:pt x="12386" y="41888"/>
                      </a:lnTo>
                      <a:lnTo>
                        <a:pt x="12275" y="41888"/>
                      </a:lnTo>
                      <a:cubicBezTo>
                        <a:pt x="10315" y="41888"/>
                        <a:pt x="7579" y="40964"/>
                        <a:pt x="5990" y="39892"/>
                      </a:cubicBezTo>
                      <a:cubicBezTo>
                        <a:pt x="5213" y="39411"/>
                        <a:pt x="4437" y="39263"/>
                        <a:pt x="3919" y="39115"/>
                      </a:cubicBezTo>
                      <a:cubicBezTo>
                        <a:pt x="3661" y="39041"/>
                        <a:pt x="3476" y="38967"/>
                        <a:pt x="3402" y="38893"/>
                      </a:cubicBezTo>
                      <a:cubicBezTo>
                        <a:pt x="3328" y="38819"/>
                        <a:pt x="3291" y="38782"/>
                        <a:pt x="3254" y="38561"/>
                      </a:cubicBezTo>
                      <a:cubicBezTo>
                        <a:pt x="3254" y="38450"/>
                        <a:pt x="3291" y="38265"/>
                        <a:pt x="3365" y="38043"/>
                      </a:cubicBezTo>
                      <a:cubicBezTo>
                        <a:pt x="3624" y="37193"/>
                        <a:pt x="4326" y="36158"/>
                        <a:pt x="5139" y="34827"/>
                      </a:cubicBezTo>
                      <a:cubicBezTo>
                        <a:pt x="5916" y="33459"/>
                        <a:pt x="6729" y="31758"/>
                        <a:pt x="7173" y="29577"/>
                      </a:cubicBezTo>
                      <a:cubicBezTo>
                        <a:pt x="7949" y="25658"/>
                        <a:pt x="9946" y="20001"/>
                        <a:pt x="11720" y="15306"/>
                      </a:cubicBezTo>
                      <a:cubicBezTo>
                        <a:pt x="12607" y="12977"/>
                        <a:pt x="13458" y="10907"/>
                        <a:pt x="14049" y="9391"/>
                      </a:cubicBezTo>
                      <a:cubicBezTo>
                        <a:pt x="14382" y="8651"/>
                        <a:pt x="14641" y="8023"/>
                        <a:pt x="14789" y="7616"/>
                      </a:cubicBezTo>
                      <a:cubicBezTo>
                        <a:pt x="14974" y="7172"/>
                        <a:pt x="15084" y="6951"/>
                        <a:pt x="15084" y="6951"/>
                      </a:cubicBezTo>
                      <a:cubicBezTo>
                        <a:pt x="15121" y="6877"/>
                        <a:pt x="15121" y="6766"/>
                        <a:pt x="15047" y="6655"/>
                      </a:cubicBezTo>
                      <a:cubicBezTo>
                        <a:pt x="15010" y="6581"/>
                        <a:pt x="14900" y="6544"/>
                        <a:pt x="14789" y="6544"/>
                      </a:cubicBezTo>
                      <a:cubicBezTo>
                        <a:pt x="14789" y="6544"/>
                        <a:pt x="13790" y="6507"/>
                        <a:pt x="12312" y="6507"/>
                      </a:cubicBezTo>
                      <a:cubicBezTo>
                        <a:pt x="10722" y="6507"/>
                        <a:pt x="8652" y="6544"/>
                        <a:pt x="6729" y="6581"/>
                      </a:cubicBezTo>
                      <a:cubicBezTo>
                        <a:pt x="4807" y="6618"/>
                        <a:pt x="3032" y="6729"/>
                        <a:pt x="2071" y="6877"/>
                      </a:cubicBezTo>
                      <a:lnTo>
                        <a:pt x="1775" y="6877"/>
                      </a:lnTo>
                      <a:cubicBezTo>
                        <a:pt x="1516" y="6877"/>
                        <a:pt x="1368" y="6840"/>
                        <a:pt x="1220" y="6729"/>
                      </a:cubicBezTo>
                      <a:cubicBezTo>
                        <a:pt x="999" y="6618"/>
                        <a:pt x="851" y="6359"/>
                        <a:pt x="740" y="6063"/>
                      </a:cubicBezTo>
                      <a:cubicBezTo>
                        <a:pt x="666" y="5731"/>
                        <a:pt x="629" y="5324"/>
                        <a:pt x="629" y="4917"/>
                      </a:cubicBezTo>
                      <a:cubicBezTo>
                        <a:pt x="629" y="4326"/>
                        <a:pt x="703" y="3734"/>
                        <a:pt x="777" y="3291"/>
                      </a:cubicBezTo>
                      <a:cubicBezTo>
                        <a:pt x="814" y="3069"/>
                        <a:pt x="851" y="2884"/>
                        <a:pt x="888" y="2736"/>
                      </a:cubicBezTo>
                      <a:cubicBezTo>
                        <a:pt x="888" y="2735"/>
                        <a:pt x="888" y="2735"/>
                        <a:pt x="888" y="2734"/>
                      </a:cubicBezTo>
                      <a:lnTo>
                        <a:pt x="888" y="2734"/>
                      </a:lnTo>
                      <a:cubicBezTo>
                        <a:pt x="1212" y="2678"/>
                        <a:pt x="1868" y="2568"/>
                        <a:pt x="2736" y="2440"/>
                      </a:cubicBezTo>
                      <a:cubicBezTo>
                        <a:pt x="6544" y="1812"/>
                        <a:pt x="14641" y="629"/>
                        <a:pt x="18560" y="629"/>
                      </a:cubicBezTo>
                      <a:close/>
                      <a:moveTo>
                        <a:pt x="18560" y="0"/>
                      </a:moveTo>
                      <a:cubicBezTo>
                        <a:pt x="15898" y="0"/>
                        <a:pt x="11387" y="555"/>
                        <a:pt x="7579" y="1072"/>
                      </a:cubicBezTo>
                      <a:cubicBezTo>
                        <a:pt x="3734" y="1627"/>
                        <a:pt x="592" y="2144"/>
                        <a:pt x="592" y="2144"/>
                      </a:cubicBezTo>
                      <a:cubicBezTo>
                        <a:pt x="444" y="2181"/>
                        <a:pt x="370" y="2255"/>
                        <a:pt x="333" y="2366"/>
                      </a:cubicBezTo>
                      <a:cubicBezTo>
                        <a:pt x="333" y="2403"/>
                        <a:pt x="0" y="3623"/>
                        <a:pt x="0" y="4917"/>
                      </a:cubicBezTo>
                      <a:cubicBezTo>
                        <a:pt x="0" y="5509"/>
                        <a:pt x="74" y="6137"/>
                        <a:pt x="333" y="6618"/>
                      </a:cubicBezTo>
                      <a:cubicBezTo>
                        <a:pt x="444" y="6877"/>
                        <a:pt x="629" y="7099"/>
                        <a:pt x="888" y="7246"/>
                      </a:cubicBezTo>
                      <a:cubicBezTo>
                        <a:pt x="1147" y="7431"/>
                        <a:pt x="1442" y="7505"/>
                        <a:pt x="1775" y="7505"/>
                      </a:cubicBezTo>
                      <a:cubicBezTo>
                        <a:pt x="1886" y="7505"/>
                        <a:pt x="2034" y="7505"/>
                        <a:pt x="2145" y="7468"/>
                      </a:cubicBezTo>
                      <a:cubicBezTo>
                        <a:pt x="3069" y="7320"/>
                        <a:pt x="4844" y="7246"/>
                        <a:pt x="6766" y="7209"/>
                      </a:cubicBezTo>
                      <a:cubicBezTo>
                        <a:pt x="8652" y="7136"/>
                        <a:pt x="10722" y="7136"/>
                        <a:pt x="12312" y="7136"/>
                      </a:cubicBezTo>
                      <a:lnTo>
                        <a:pt x="14323" y="7136"/>
                      </a:lnTo>
                      <a:cubicBezTo>
                        <a:pt x="13873" y="8217"/>
                        <a:pt x="12585" y="11340"/>
                        <a:pt x="11129" y="15084"/>
                      </a:cubicBezTo>
                      <a:cubicBezTo>
                        <a:pt x="9354" y="19779"/>
                        <a:pt x="7395" y="25473"/>
                        <a:pt x="6581" y="29466"/>
                      </a:cubicBezTo>
                      <a:cubicBezTo>
                        <a:pt x="6175" y="31573"/>
                        <a:pt x="5361" y="33163"/>
                        <a:pt x="4585" y="34494"/>
                      </a:cubicBezTo>
                      <a:cubicBezTo>
                        <a:pt x="3808" y="35825"/>
                        <a:pt x="3069" y="36860"/>
                        <a:pt x="2773" y="37858"/>
                      </a:cubicBezTo>
                      <a:cubicBezTo>
                        <a:pt x="2699" y="38117"/>
                        <a:pt x="2662" y="38376"/>
                        <a:pt x="2662" y="38561"/>
                      </a:cubicBezTo>
                      <a:cubicBezTo>
                        <a:pt x="2625" y="38893"/>
                        <a:pt x="2773" y="39189"/>
                        <a:pt x="3032" y="39374"/>
                      </a:cubicBezTo>
                      <a:cubicBezTo>
                        <a:pt x="3365" y="39633"/>
                        <a:pt x="3771" y="39707"/>
                        <a:pt x="4215" y="39818"/>
                      </a:cubicBezTo>
                      <a:cubicBezTo>
                        <a:pt x="4659" y="39929"/>
                        <a:pt x="5176" y="40076"/>
                        <a:pt x="5657" y="40409"/>
                      </a:cubicBezTo>
                      <a:cubicBezTo>
                        <a:pt x="7395" y="41555"/>
                        <a:pt x="10167" y="42480"/>
                        <a:pt x="12275" y="42480"/>
                      </a:cubicBezTo>
                      <a:cubicBezTo>
                        <a:pt x="12460" y="42480"/>
                        <a:pt x="12607" y="42480"/>
                        <a:pt x="12755" y="42406"/>
                      </a:cubicBezTo>
                      <a:cubicBezTo>
                        <a:pt x="12829" y="42332"/>
                        <a:pt x="12903" y="42295"/>
                        <a:pt x="12940" y="42184"/>
                      </a:cubicBezTo>
                      <a:cubicBezTo>
                        <a:pt x="13014" y="42110"/>
                        <a:pt x="13014" y="42036"/>
                        <a:pt x="13014" y="41925"/>
                      </a:cubicBezTo>
                      <a:cubicBezTo>
                        <a:pt x="13014" y="41703"/>
                        <a:pt x="12903" y="41555"/>
                        <a:pt x="12792" y="41370"/>
                      </a:cubicBezTo>
                      <a:cubicBezTo>
                        <a:pt x="12607" y="41038"/>
                        <a:pt x="12238" y="40631"/>
                        <a:pt x="11868" y="40187"/>
                      </a:cubicBezTo>
                      <a:cubicBezTo>
                        <a:pt x="11276" y="39522"/>
                        <a:pt x="10574" y="38745"/>
                        <a:pt x="10019" y="37932"/>
                      </a:cubicBezTo>
                      <a:cubicBezTo>
                        <a:pt x="9465" y="37119"/>
                        <a:pt x="9058" y="36268"/>
                        <a:pt x="9095" y="35566"/>
                      </a:cubicBezTo>
                      <a:cubicBezTo>
                        <a:pt x="9058" y="35270"/>
                        <a:pt x="9169" y="34790"/>
                        <a:pt x="9354" y="34272"/>
                      </a:cubicBezTo>
                      <a:cubicBezTo>
                        <a:pt x="9982" y="32350"/>
                        <a:pt x="11683" y="29355"/>
                        <a:pt x="13606" y="26249"/>
                      </a:cubicBezTo>
                      <a:cubicBezTo>
                        <a:pt x="15491" y="23144"/>
                        <a:pt x="17561" y="19927"/>
                        <a:pt x="19040" y="17524"/>
                      </a:cubicBezTo>
                      <a:cubicBezTo>
                        <a:pt x="20149" y="15602"/>
                        <a:pt x="20852" y="14456"/>
                        <a:pt x="21259" y="13753"/>
                      </a:cubicBezTo>
                      <a:cubicBezTo>
                        <a:pt x="21443" y="13384"/>
                        <a:pt x="21591" y="13162"/>
                        <a:pt x="21665" y="12977"/>
                      </a:cubicBezTo>
                      <a:cubicBezTo>
                        <a:pt x="21702" y="12903"/>
                        <a:pt x="21739" y="12829"/>
                        <a:pt x="21776" y="12792"/>
                      </a:cubicBezTo>
                      <a:cubicBezTo>
                        <a:pt x="21813" y="12718"/>
                        <a:pt x="21813" y="12681"/>
                        <a:pt x="21813" y="12570"/>
                      </a:cubicBezTo>
                      <a:cubicBezTo>
                        <a:pt x="21813" y="12533"/>
                        <a:pt x="21813" y="12422"/>
                        <a:pt x="21739" y="12348"/>
                      </a:cubicBezTo>
                      <a:cubicBezTo>
                        <a:pt x="21681" y="12310"/>
                        <a:pt x="21633" y="12281"/>
                        <a:pt x="21590" y="12263"/>
                      </a:cubicBezTo>
                      <a:lnTo>
                        <a:pt x="21590" y="12263"/>
                      </a:lnTo>
                      <a:cubicBezTo>
                        <a:pt x="21619" y="12141"/>
                        <a:pt x="21670" y="11964"/>
                        <a:pt x="21758" y="11732"/>
                      </a:cubicBezTo>
                      <a:lnTo>
                        <a:pt x="21758" y="11732"/>
                      </a:lnTo>
                      <a:cubicBezTo>
                        <a:pt x="22156" y="11184"/>
                        <a:pt x="22482" y="10600"/>
                        <a:pt x="22700" y="9908"/>
                      </a:cubicBezTo>
                      <a:cubicBezTo>
                        <a:pt x="23181" y="8393"/>
                        <a:pt x="23477" y="6692"/>
                        <a:pt x="23477" y="5139"/>
                      </a:cubicBezTo>
                      <a:cubicBezTo>
                        <a:pt x="23477" y="3919"/>
                        <a:pt x="23292" y="2773"/>
                        <a:pt x="22774" y="1849"/>
                      </a:cubicBezTo>
                      <a:cubicBezTo>
                        <a:pt x="22220" y="961"/>
                        <a:pt x="21332" y="296"/>
                        <a:pt x="20112" y="111"/>
                      </a:cubicBezTo>
                      <a:cubicBezTo>
                        <a:pt x="19706" y="37"/>
                        <a:pt x="19188" y="0"/>
                        <a:pt x="185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7" name="Google Shape;2895;p51">
                  <a:extLst>
                    <a:ext uri="{FF2B5EF4-FFF2-40B4-BE49-F238E27FC236}">
                      <a16:creationId xmlns:a16="http://schemas.microsoft.com/office/drawing/2014/main" id="{B6A1329F-7DE0-83A6-7F37-DF06C1443C11}"/>
                    </a:ext>
                  </a:extLst>
                </p:cNvPr>
                <p:cNvSpPr/>
                <p:nvPr/>
              </p:nvSpPr>
              <p:spPr>
                <a:xfrm>
                  <a:off x="2073750" y="4916750"/>
                  <a:ext cx="287200" cy="11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8" h="4733" extrusionOk="0">
                      <a:moveTo>
                        <a:pt x="1072" y="1"/>
                      </a:moveTo>
                      <a:cubicBezTo>
                        <a:pt x="1072" y="1"/>
                        <a:pt x="0" y="1"/>
                        <a:pt x="888" y="888"/>
                      </a:cubicBezTo>
                      <a:cubicBezTo>
                        <a:pt x="1775" y="1775"/>
                        <a:pt x="1775" y="4585"/>
                        <a:pt x="1775" y="4585"/>
                      </a:cubicBezTo>
                      <a:lnTo>
                        <a:pt x="2810" y="4585"/>
                      </a:lnTo>
                      <a:cubicBezTo>
                        <a:pt x="2810" y="4585"/>
                        <a:pt x="2477" y="3180"/>
                        <a:pt x="2995" y="2478"/>
                      </a:cubicBezTo>
                      <a:cubicBezTo>
                        <a:pt x="2995" y="2478"/>
                        <a:pt x="3092" y="2470"/>
                        <a:pt x="3246" y="2470"/>
                      </a:cubicBezTo>
                      <a:cubicBezTo>
                        <a:pt x="3785" y="2470"/>
                        <a:pt x="5028" y="2560"/>
                        <a:pt x="5287" y="3365"/>
                      </a:cubicBezTo>
                      <a:cubicBezTo>
                        <a:pt x="5509" y="4031"/>
                        <a:pt x="6248" y="4733"/>
                        <a:pt x="6248" y="4733"/>
                      </a:cubicBezTo>
                      <a:lnTo>
                        <a:pt x="9650" y="4733"/>
                      </a:lnTo>
                      <a:cubicBezTo>
                        <a:pt x="10574" y="4733"/>
                        <a:pt x="11165" y="4326"/>
                        <a:pt x="11313" y="4031"/>
                      </a:cubicBezTo>
                      <a:cubicBezTo>
                        <a:pt x="11443" y="3804"/>
                        <a:pt x="11487" y="3691"/>
                        <a:pt x="11075" y="3691"/>
                      </a:cubicBezTo>
                      <a:cubicBezTo>
                        <a:pt x="11016" y="3691"/>
                        <a:pt x="10948" y="3693"/>
                        <a:pt x="10870" y="3698"/>
                      </a:cubicBezTo>
                      <a:cubicBezTo>
                        <a:pt x="10782" y="3703"/>
                        <a:pt x="10655" y="3706"/>
                        <a:pt x="10501" y="3706"/>
                      </a:cubicBezTo>
                      <a:cubicBezTo>
                        <a:pt x="9614" y="3706"/>
                        <a:pt x="7819" y="3606"/>
                        <a:pt x="7283" y="3291"/>
                      </a:cubicBezTo>
                      <a:cubicBezTo>
                        <a:pt x="6951" y="3069"/>
                        <a:pt x="6581" y="2626"/>
                        <a:pt x="6322" y="2256"/>
                      </a:cubicBezTo>
                      <a:cubicBezTo>
                        <a:pt x="6063" y="1923"/>
                        <a:pt x="3697" y="814"/>
                        <a:pt x="2403" y="370"/>
                      </a:cubicBezTo>
                      <a:lnTo>
                        <a:pt x="107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8" name="Google Shape;2896;p51">
                  <a:extLst>
                    <a:ext uri="{FF2B5EF4-FFF2-40B4-BE49-F238E27FC236}">
                      <a16:creationId xmlns:a16="http://schemas.microsoft.com/office/drawing/2014/main" id="{3CCDD181-2745-BF12-D744-C867982C1BC9}"/>
                    </a:ext>
                  </a:extLst>
                </p:cNvPr>
                <p:cNvSpPr/>
                <p:nvPr/>
              </p:nvSpPr>
              <p:spPr>
                <a:xfrm>
                  <a:off x="2079300" y="4909350"/>
                  <a:ext cx="287450" cy="13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8" h="5362" extrusionOk="0">
                      <a:moveTo>
                        <a:pt x="850" y="613"/>
                      </a:moveTo>
                      <a:lnTo>
                        <a:pt x="2107" y="962"/>
                      </a:lnTo>
                      <a:lnTo>
                        <a:pt x="2113" y="940"/>
                      </a:lnTo>
                      <a:lnTo>
                        <a:pt x="2113" y="940"/>
                      </a:lnTo>
                      <a:cubicBezTo>
                        <a:pt x="2740" y="1165"/>
                        <a:pt x="3640" y="1562"/>
                        <a:pt x="4400" y="1923"/>
                      </a:cubicBezTo>
                      <a:cubicBezTo>
                        <a:pt x="4769" y="2108"/>
                        <a:pt x="5139" y="2293"/>
                        <a:pt x="5398" y="2441"/>
                      </a:cubicBezTo>
                      <a:cubicBezTo>
                        <a:pt x="5546" y="2515"/>
                        <a:pt x="5657" y="2589"/>
                        <a:pt x="5731" y="2663"/>
                      </a:cubicBezTo>
                      <a:lnTo>
                        <a:pt x="5841" y="2737"/>
                      </a:lnTo>
                      <a:cubicBezTo>
                        <a:pt x="6137" y="3107"/>
                        <a:pt x="6507" y="3550"/>
                        <a:pt x="6914" y="3846"/>
                      </a:cubicBezTo>
                      <a:cubicBezTo>
                        <a:pt x="7098" y="3957"/>
                        <a:pt x="7320" y="4031"/>
                        <a:pt x="7616" y="4068"/>
                      </a:cubicBezTo>
                      <a:cubicBezTo>
                        <a:pt x="8429" y="4253"/>
                        <a:pt x="9575" y="4327"/>
                        <a:pt x="10278" y="4327"/>
                      </a:cubicBezTo>
                      <a:cubicBezTo>
                        <a:pt x="10426" y="4327"/>
                        <a:pt x="10574" y="4327"/>
                        <a:pt x="10685" y="4290"/>
                      </a:cubicBezTo>
                      <a:lnTo>
                        <a:pt x="10742" y="4290"/>
                      </a:lnTo>
                      <a:cubicBezTo>
                        <a:pt x="10666" y="4360"/>
                        <a:pt x="10549" y="4443"/>
                        <a:pt x="10389" y="4511"/>
                      </a:cubicBezTo>
                      <a:cubicBezTo>
                        <a:pt x="10167" y="4622"/>
                        <a:pt x="9834" y="4733"/>
                        <a:pt x="9428" y="4733"/>
                      </a:cubicBezTo>
                      <a:lnTo>
                        <a:pt x="6157" y="4733"/>
                      </a:lnTo>
                      <a:cubicBezTo>
                        <a:pt x="6066" y="4661"/>
                        <a:pt x="5917" y="4506"/>
                        <a:pt x="5767" y="4327"/>
                      </a:cubicBezTo>
                      <a:cubicBezTo>
                        <a:pt x="5620" y="4068"/>
                        <a:pt x="5435" y="3809"/>
                        <a:pt x="5361" y="3550"/>
                      </a:cubicBezTo>
                      <a:cubicBezTo>
                        <a:pt x="5250" y="3291"/>
                        <a:pt x="5102" y="3070"/>
                        <a:pt x="4880" y="2922"/>
                      </a:cubicBezTo>
                      <a:cubicBezTo>
                        <a:pt x="4584" y="2700"/>
                        <a:pt x="4215" y="2589"/>
                        <a:pt x="3882" y="2515"/>
                      </a:cubicBezTo>
                      <a:cubicBezTo>
                        <a:pt x="3549" y="2478"/>
                        <a:pt x="3217" y="2441"/>
                        <a:pt x="2995" y="2441"/>
                      </a:cubicBezTo>
                      <a:cubicBezTo>
                        <a:pt x="2847" y="2441"/>
                        <a:pt x="2773" y="2478"/>
                        <a:pt x="2736" y="2478"/>
                      </a:cubicBezTo>
                      <a:cubicBezTo>
                        <a:pt x="2662" y="2478"/>
                        <a:pt x="2588" y="2515"/>
                        <a:pt x="2514" y="2589"/>
                      </a:cubicBezTo>
                      <a:cubicBezTo>
                        <a:pt x="2218" y="2996"/>
                        <a:pt x="2181" y="3476"/>
                        <a:pt x="2181" y="3883"/>
                      </a:cubicBezTo>
                      <a:cubicBezTo>
                        <a:pt x="2181" y="4158"/>
                        <a:pt x="2205" y="4400"/>
                        <a:pt x="2231" y="4585"/>
                      </a:cubicBezTo>
                      <a:lnTo>
                        <a:pt x="1842" y="4585"/>
                      </a:lnTo>
                      <a:cubicBezTo>
                        <a:pt x="1832" y="4295"/>
                        <a:pt x="1806" y="3826"/>
                        <a:pt x="1738" y="3328"/>
                      </a:cubicBezTo>
                      <a:cubicBezTo>
                        <a:pt x="1664" y="2885"/>
                        <a:pt x="1590" y="2441"/>
                        <a:pt x="1479" y="2034"/>
                      </a:cubicBezTo>
                      <a:cubicBezTo>
                        <a:pt x="1331" y="1628"/>
                        <a:pt x="1146" y="1258"/>
                        <a:pt x="887" y="962"/>
                      </a:cubicBezTo>
                      <a:cubicBezTo>
                        <a:pt x="776" y="851"/>
                        <a:pt x="703" y="777"/>
                        <a:pt x="666" y="703"/>
                      </a:cubicBezTo>
                      <a:lnTo>
                        <a:pt x="642" y="656"/>
                      </a:lnTo>
                      <a:lnTo>
                        <a:pt x="642" y="656"/>
                      </a:lnTo>
                      <a:cubicBezTo>
                        <a:pt x="676" y="645"/>
                        <a:pt x="716" y="629"/>
                        <a:pt x="739" y="629"/>
                      </a:cubicBezTo>
                      <a:lnTo>
                        <a:pt x="850" y="629"/>
                      </a:lnTo>
                      <a:lnTo>
                        <a:pt x="850" y="613"/>
                      </a:lnTo>
                      <a:close/>
                      <a:moveTo>
                        <a:pt x="850" y="1"/>
                      </a:moveTo>
                      <a:cubicBezTo>
                        <a:pt x="813" y="1"/>
                        <a:pt x="666" y="1"/>
                        <a:pt x="481" y="38"/>
                      </a:cubicBezTo>
                      <a:cubicBezTo>
                        <a:pt x="407" y="75"/>
                        <a:pt x="296" y="112"/>
                        <a:pt x="185" y="223"/>
                      </a:cubicBezTo>
                      <a:cubicBezTo>
                        <a:pt x="74" y="297"/>
                        <a:pt x="0" y="445"/>
                        <a:pt x="0" y="629"/>
                      </a:cubicBezTo>
                      <a:cubicBezTo>
                        <a:pt x="0" y="740"/>
                        <a:pt x="37" y="888"/>
                        <a:pt x="111" y="999"/>
                      </a:cubicBezTo>
                      <a:cubicBezTo>
                        <a:pt x="185" y="1147"/>
                        <a:pt x="296" y="1258"/>
                        <a:pt x="444" y="1406"/>
                      </a:cubicBezTo>
                      <a:cubicBezTo>
                        <a:pt x="629" y="1554"/>
                        <a:pt x="776" y="1850"/>
                        <a:pt x="887" y="2219"/>
                      </a:cubicBezTo>
                      <a:cubicBezTo>
                        <a:pt x="1035" y="2774"/>
                        <a:pt x="1146" y="3439"/>
                        <a:pt x="1183" y="3957"/>
                      </a:cubicBezTo>
                      <a:cubicBezTo>
                        <a:pt x="1220" y="4216"/>
                        <a:pt x="1220" y="4474"/>
                        <a:pt x="1220" y="4622"/>
                      </a:cubicBezTo>
                      <a:cubicBezTo>
                        <a:pt x="1220" y="4770"/>
                        <a:pt x="1220" y="4881"/>
                        <a:pt x="1220" y="4881"/>
                      </a:cubicBezTo>
                      <a:cubicBezTo>
                        <a:pt x="1220" y="4955"/>
                        <a:pt x="1257" y="5029"/>
                        <a:pt x="1331" y="5103"/>
                      </a:cubicBezTo>
                      <a:cubicBezTo>
                        <a:pt x="1368" y="5140"/>
                        <a:pt x="1479" y="5177"/>
                        <a:pt x="1553" y="5177"/>
                      </a:cubicBezTo>
                      <a:lnTo>
                        <a:pt x="2588" y="5177"/>
                      </a:lnTo>
                      <a:cubicBezTo>
                        <a:pt x="2699" y="5177"/>
                        <a:pt x="2773" y="5140"/>
                        <a:pt x="2847" y="5066"/>
                      </a:cubicBezTo>
                      <a:cubicBezTo>
                        <a:pt x="2884" y="4992"/>
                        <a:pt x="2921" y="4881"/>
                        <a:pt x="2884" y="4807"/>
                      </a:cubicBezTo>
                      <a:lnTo>
                        <a:pt x="2884" y="4770"/>
                      </a:lnTo>
                      <a:cubicBezTo>
                        <a:pt x="2884" y="4696"/>
                        <a:pt x="2773" y="4327"/>
                        <a:pt x="2773" y="3883"/>
                      </a:cubicBezTo>
                      <a:cubicBezTo>
                        <a:pt x="2773" y="3577"/>
                        <a:pt x="2824" y="3271"/>
                        <a:pt x="2946" y="3070"/>
                      </a:cubicBezTo>
                      <a:lnTo>
                        <a:pt x="2995" y="3070"/>
                      </a:lnTo>
                      <a:cubicBezTo>
                        <a:pt x="3253" y="3070"/>
                        <a:pt x="3697" y="3107"/>
                        <a:pt x="4067" y="3217"/>
                      </a:cubicBezTo>
                      <a:cubicBezTo>
                        <a:pt x="4252" y="3254"/>
                        <a:pt x="4400" y="3328"/>
                        <a:pt x="4510" y="3402"/>
                      </a:cubicBezTo>
                      <a:cubicBezTo>
                        <a:pt x="4658" y="3513"/>
                        <a:pt x="4732" y="3624"/>
                        <a:pt x="4769" y="3735"/>
                      </a:cubicBezTo>
                      <a:cubicBezTo>
                        <a:pt x="4880" y="4142"/>
                        <a:pt x="5139" y="4511"/>
                        <a:pt x="5398" y="4807"/>
                      </a:cubicBezTo>
                      <a:cubicBezTo>
                        <a:pt x="5620" y="5066"/>
                        <a:pt x="5804" y="5251"/>
                        <a:pt x="5841" y="5251"/>
                      </a:cubicBezTo>
                      <a:cubicBezTo>
                        <a:pt x="5878" y="5325"/>
                        <a:pt x="5952" y="5362"/>
                        <a:pt x="6026" y="5362"/>
                      </a:cubicBezTo>
                      <a:lnTo>
                        <a:pt x="9428" y="5362"/>
                      </a:lnTo>
                      <a:cubicBezTo>
                        <a:pt x="9945" y="5362"/>
                        <a:pt x="10352" y="5214"/>
                        <a:pt x="10685" y="5066"/>
                      </a:cubicBezTo>
                      <a:cubicBezTo>
                        <a:pt x="11017" y="4918"/>
                        <a:pt x="11239" y="4696"/>
                        <a:pt x="11350" y="4511"/>
                      </a:cubicBezTo>
                      <a:cubicBezTo>
                        <a:pt x="11387" y="4437"/>
                        <a:pt x="11424" y="4401"/>
                        <a:pt x="11424" y="4327"/>
                      </a:cubicBezTo>
                      <a:cubicBezTo>
                        <a:pt x="11461" y="4290"/>
                        <a:pt x="11498" y="4216"/>
                        <a:pt x="11498" y="4105"/>
                      </a:cubicBezTo>
                      <a:cubicBezTo>
                        <a:pt x="11498" y="4031"/>
                        <a:pt x="11461" y="3957"/>
                        <a:pt x="11424" y="3883"/>
                      </a:cubicBezTo>
                      <a:cubicBezTo>
                        <a:pt x="11313" y="3772"/>
                        <a:pt x="11202" y="3735"/>
                        <a:pt x="11128" y="3698"/>
                      </a:cubicBezTo>
                      <a:lnTo>
                        <a:pt x="10278" y="3698"/>
                      </a:lnTo>
                      <a:cubicBezTo>
                        <a:pt x="9834" y="3698"/>
                        <a:pt x="9169" y="3661"/>
                        <a:pt x="8577" y="3587"/>
                      </a:cubicBezTo>
                      <a:cubicBezTo>
                        <a:pt x="8281" y="3587"/>
                        <a:pt x="7986" y="3513"/>
                        <a:pt x="7727" y="3476"/>
                      </a:cubicBezTo>
                      <a:cubicBezTo>
                        <a:pt x="7505" y="3439"/>
                        <a:pt x="7320" y="3365"/>
                        <a:pt x="7246" y="3328"/>
                      </a:cubicBezTo>
                      <a:cubicBezTo>
                        <a:pt x="6951" y="3144"/>
                        <a:pt x="6581" y="2700"/>
                        <a:pt x="6322" y="2367"/>
                      </a:cubicBezTo>
                      <a:cubicBezTo>
                        <a:pt x="6248" y="2256"/>
                        <a:pt x="6174" y="2219"/>
                        <a:pt x="6100" y="2145"/>
                      </a:cubicBezTo>
                      <a:cubicBezTo>
                        <a:pt x="5731" y="1886"/>
                        <a:pt x="5065" y="1554"/>
                        <a:pt x="4363" y="1221"/>
                      </a:cubicBezTo>
                      <a:cubicBezTo>
                        <a:pt x="3660" y="888"/>
                        <a:pt x="2847" y="556"/>
                        <a:pt x="2292" y="371"/>
                      </a:cubicBezTo>
                      <a:lnTo>
                        <a:pt x="2255" y="334"/>
                      </a:lnTo>
                      <a:lnTo>
                        <a:pt x="92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9" name="Google Shape;2897;p51">
                  <a:extLst>
                    <a:ext uri="{FF2B5EF4-FFF2-40B4-BE49-F238E27FC236}">
                      <a16:creationId xmlns:a16="http://schemas.microsoft.com/office/drawing/2014/main" id="{165764A1-43E2-4F9F-B689-A4AA8B8DD575}"/>
                    </a:ext>
                  </a:extLst>
                </p:cNvPr>
                <p:cNvSpPr/>
                <p:nvPr/>
              </p:nvSpPr>
              <p:spPr>
                <a:xfrm>
                  <a:off x="2208675" y="4889025"/>
                  <a:ext cx="101700" cy="8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8" h="3550" extrusionOk="0">
                      <a:moveTo>
                        <a:pt x="2404" y="1"/>
                      </a:moveTo>
                      <a:cubicBezTo>
                        <a:pt x="2404" y="1"/>
                        <a:pt x="1" y="2293"/>
                        <a:pt x="1" y="2552"/>
                      </a:cubicBezTo>
                      <a:cubicBezTo>
                        <a:pt x="38" y="3180"/>
                        <a:pt x="1628" y="3550"/>
                        <a:pt x="1628" y="3550"/>
                      </a:cubicBezTo>
                      <a:lnTo>
                        <a:pt x="4068" y="2071"/>
                      </a:lnTo>
                      <a:lnTo>
                        <a:pt x="3994" y="1295"/>
                      </a:lnTo>
                      <a:cubicBezTo>
                        <a:pt x="3587" y="296"/>
                        <a:pt x="2404" y="1"/>
                        <a:pt x="24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0" name="Google Shape;2898;p51">
                  <a:extLst>
                    <a:ext uri="{FF2B5EF4-FFF2-40B4-BE49-F238E27FC236}">
                      <a16:creationId xmlns:a16="http://schemas.microsoft.com/office/drawing/2014/main" id="{3BCB2EAA-DF46-CF13-26EB-C83C503C3F26}"/>
                    </a:ext>
                  </a:extLst>
                </p:cNvPr>
                <p:cNvSpPr/>
                <p:nvPr/>
              </p:nvSpPr>
              <p:spPr>
                <a:xfrm>
                  <a:off x="2201300" y="4881625"/>
                  <a:ext cx="117400" cy="10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6" h="4157" extrusionOk="0">
                      <a:moveTo>
                        <a:pt x="2776" y="662"/>
                      </a:moveTo>
                      <a:cubicBezTo>
                        <a:pt x="2896" y="699"/>
                        <a:pt x="3067" y="772"/>
                        <a:pt x="3254" y="888"/>
                      </a:cubicBezTo>
                      <a:cubicBezTo>
                        <a:pt x="3529" y="1026"/>
                        <a:pt x="3805" y="1292"/>
                        <a:pt x="3961" y="1627"/>
                      </a:cubicBezTo>
                      <a:lnTo>
                        <a:pt x="3961" y="1627"/>
                      </a:lnTo>
                      <a:lnTo>
                        <a:pt x="3956" y="1628"/>
                      </a:lnTo>
                      <a:lnTo>
                        <a:pt x="4030" y="2219"/>
                      </a:lnTo>
                      <a:lnTo>
                        <a:pt x="1879" y="3503"/>
                      </a:lnTo>
                      <a:lnTo>
                        <a:pt x="1879" y="3503"/>
                      </a:lnTo>
                      <a:cubicBezTo>
                        <a:pt x="1711" y="3463"/>
                        <a:pt x="1379" y="3389"/>
                        <a:pt x="1109" y="3254"/>
                      </a:cubicBezTo>
                      <a:cubicBezTo>
                        <a:pt x="961" y="3180"/>
                        <a:pt x="814" y="3069"/>
                        <a:pt x="740" y="2995"/>
                      </a:cubicBezTo>
                      <a:cubicBezTo>
                        <a:pt x="680" y="2956"/>
                        <a:pt x="652" y="2916"/>
                        <a:pt x="639" y="2887"/>
                      </a:cubicBezTo>
                      <a:lnTo>
                        <a:pt x="639" y="2887"/>
                      </a:lnTo>
                      <a:cubicBezTo>
                        <a:pt x="665" y="2855"/>
                        <a:pt x="696" y="2802"/>
                        <a:pt x="740" y="2737"/>
                      </a:cubicBezTo>
                      <a:cubicBezTo>
                        <a:pt x="1035" y="2404"/>
                        <a:pt x="1553" y="1849"/>
                        <a:pt x="2034" y="1369"/>
                      </a:cubicBezTo>
                      <a:cubicBezTo>
                        <a:pt x="2340" y="1086"/>
                        <a:pt x="2616" y="819"/>
                        <a:pt x="2776" y="662"/>
                      </a:cubicBezTo>
                      <a:close/>
                      <a:moveTo>
                        <a:pt x="2773" y="1"/>
                      </a:moveTo>
                      <a:cubicBezTo>
                        <a:pt x="2662" y="1"/>
                        <a:pt x="2551" y="1"/>
                        <a:pt x="2477" y="75"/>
                      </a:cubicBezTo>
                      <a:cubicBezTo>
                        <a:pt x="2477" y="75"/>
                        <a:pt x="1886" y="666"/>
                        <a:pt x="1294" y="1258"/>
                      </a:cubicBezTo>
                      <a:cubicBezTo>
                        <a:pt x="998" y="1554"/>
                        <a:pt x="666" y="1886"/>
                        <a:pt x="444" y="2145"/>
                      </a:cubicBezTo>
                      <a:cubicBezTo>
                        <a:pt x="333" y="2256"/>
                        <a:pt x="222" y="2367"/>
                        <a:pt x="148" y="2478"/>
                      </a:cubicBezTo>
                      <a:lnTo>
                        <a:pt x="74" y="2626"/>
                      </a:lnTo>
                      <a:cubicBezTo>
                        <a:pt x="37" y="2700"/>
                        <a:pt x="0" y="2737"/>
                        <a:pt x="0" y="2848"/>
                      </a:cubicBezTo>
                      <a:cubicBezTo>
                        <a:pt x="0" y="2922"/>
                        <a:pt x="0" y="2959"/>
                        <a:pt x="0" y="2959"/>
                      </a:cubicBezTo>
                      <a:lnTo>
                        <a:pt x="6" y="2956"/>
                      </a:lnTo>
                      <a:lnTo>
                        <a:pt x="6" y="2956"/>
                      </a:lnTo>
                      <a:cubicBezTo>
                        <a:pt x="25" y="3070"/>
                        <a:pt x="87" y="3162"/>
                        <a:pt x="148" y="3254"/>
                      </a:cubicBezTo>
                      <a:cubicBezTo>
                        <a:pt x="259" y="3439"/>
                        <a:pt x="407" y="3550"/>
                        <a:pt x="592" y="3661"/>
                      </a:cubicBezTo>
                      <a:cubicBezTo>
                        <a:pt x="1146" y="3994"/>
                        <a:pt x="1812" y="4142"/>
                        <a:pt x="1849" y="4142"/>
                      </a:cubicBezTo>
                      <a:cubicBezTo>
                        <a:pt x="1870" y="4152"/>
                        <a:pt x="1892" y="4157"/>
                        <a:pt x="1914" y="4157"/>
                      </a:cubicBezTo>
                      <a:cubicBezTo>
                        <a:pt x="1966" y="4157"/>
                        <a:pt x="2018" y="4131"/>
                        <a:pt x="2071" y="4105"/>
                      </a:cubicBezTo>
                      <a:lnTo>
                        <a:pt x="4548" y="2663"/>
                      </a:lnTo>
                      <a:cubicBezTo>
                        <a:pt x="4622" y="2589"/>
                        <a:pt x="4695" y="2478"/>
                        <a:pt x="4695" y="2330"/>
                      </a:cubicBezTo>
                      <a:lnTo>
                        <a:pt x="4585" y="1554"/>
                      </a:lnTo>
                      <a:lnTo>
                        <a:pt x="4548" y="1480"/>
                      </a:lnTo>
                      <a:cubicBezTo>
                        <a:pt x="4326" y="888"/>
                        <a:pt x="3882" y="518"/>
                        <a:pt x="3475" y="297"/>
                      </a:cubicBezTo>
                      <a:cubicBezTo>
                        <a:pt x="3106" y="75"/>
                        <a:pt x="2773" y="1"/>
                        <a:pt x="27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1" name="Google Shape;2899;p51">
                  <a:extLst>
                    <a:ext uri="{FF2B5EF4-FFF2-40B4-BE49-F238E27FC236}">
                      <a16:creationId xmlns:a16="http://schemas.microsoft.com/office/drawing/2014/main" id="{FD1D9335-E895-A891-CCF9-F1A625270798}"/>
                    </a:ext>
                  </a:extLst>
                </p:cNvPr>
                <p:cNvSpPr/>
                <p:nvPr/>
              </p:nvSpPr>
              <p:spPr>
                <a:xfrm>
                  <a:off x="2129500" y="3838700"/>
                  <a:ext cx="832475" cy="118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99" h="47315" extrusionOk="0">
                      <a:moveTo>
                        <a:pt x="13450" y="1"/>
                      </a:moveTo>
                      <a:cubicBezTo>
                        <a:pt x="9313" y="1"/>
                        <a:pt x="4795" y="348"/>
                        <a:pt x="4795" y="348"/>
                      </a:cubicBezTo>
                      <a:cubicBezTo>
                        <a:pt x="2380" y="1336"/>
                        <a:pt x="1" y="10074"/>
                        <a:pt x="1673" y="10074"/>
                      </a:cubicBezTo>
                      <a:cubicBezTo>
                        <a:pt x="1690" y="10074"/>
                        <a:pt x="1708" y="10073"/>
                        <a:pt x="1726" y="10071"/>
                      </a:cubicBezTo>
                      <a:cubicBezTo>
                        <a:pt x="3501" y="9923"/>
                        <a:pt x="14296" y="8962"/>
                        <a:pt x="14296" y="8962"/>
                      </a:cubicBezTo>
                      <a:lnTo>
                        <a:pt x="14296" y="8962"/>
                      </a:lnTo>
                      <a:cubicBezTo>
                        <a:pt x="13963" y="13990"/>
                        <a:pt x="17217" y="23935"/>
                        <a:pt x="19620" y="27040"/>
                      </a:cubicBezTo>
                      <a:cubicBezTo>
                        <a:pt x="21210" y="29000"/>
                        <a:pt x="23095" y="35285"/>
                        <a:pt x="24056" y="37725"/>
                      </a:cubicBezTo>
                      <a:cubicBezTo>
                        <a:pt x="24574" y="39019"/>
                        <a:pt x="24537" y="40461"/>
                        <a:pt x="23982" y="41718"/>
                      </a:cubicBezTo>
                      <a:cubicBezTo>
                        <a:pt x="23687" y="42346"/>
                        <a:pt x="23502" y="43012"/>
                        <a:pt x="23613" y="43419"/>
                      </a:cubicBezTo>
                      <a:cubicBezTo>
                        <a:pt x="23945" y="44380"/>
                        <a:pt x="25092" y="44047"/>
                        <a:pt x="25720" y="44380"/>
                      </a:cubicBezTo>
                      <a:cubicBezTo>
                        <a:pt x="26385" y="44712"/>
                        <a:pt x="28456" y="46635"/>
                        <a:pt x="29047" y="47042"/>
                      </a:cubicBezTo>
                      <a:cubicBezTo>
                        <a:pt x="29371" y="47232"/>
                        <a:pt x="30214" y="47315"/>
                        <a:pt x="31026" y="47315"/>
                      </a:cubicBezTo>
                      <a:cubicBezTo>
                        <a:pt x="31792" y="47315"/>
                        <a:pt x="32530" y="47241"/>
                        <a:pt x="32781" y="47116"/>
                      </a:cubicBezTo>
                      <a:cubicBezTo>
                        <a:pt x="33299" y="46857"/>
                        <a:pt x="32338" y="46561"/>
                        <a:pt x="31746" y="46043"/>
                      </a:cubicBezTo>
                      <a:cubicBezTo>
                        <a:pt x="31155" y="45489"/>
                        <a:pt x="27679" y="39500"/>
                        <a:pt x="27679" y="39500"/>
                      </a:cubicBezTo>
                      <a:cubicBezTo>
                        <a:pt x="27679" y="39500"/>
                        <a:pt x="21357" y="2529"/>
                        <a:pt x="20064" y="902"/>
                      </a:cubicBezTo>
                      <a:cubicBezTo>
                        <a:pt x="19505" y="200"/>
                        <a:pt x="16587" y="1"/>
                        <a:pt x="13450" y="1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2" name="Google Shape;2900;p51">
                  <a:extLst>
                    <a:ext uri="{FF2B5EF4-FFF2-40B4-BE49-F238E27FC236}">
                      <a16:creationId xmlns:a16="http://schemas.microsoft.com/office/drawing/2014/main" id="{AC07782D-02F6-BA3C-C40E-0121A56E41F4}"/>
                    </a:ext>
                  </a:extLst>
                </p:cNvPr>
                <p:cNvSpPr/>
                <p:nvPr/>
              </p:nvSpPr>
              <p:spPr>
                <a:xfrm>
                  <a:off x="2149525" y="3831675"/>
                  <a:ext cx="811550" cy="119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62" h="47915" extrusionOk="0">
                      <a:moveTo>
                        <a:pt x="12682" y="592"/>
                      </a:moveTo>
                      <a:cubicBezTo>
                        <a:pt x="14235" y="592"/>
                        <a:pt x="15750" y="666"/>
                        <a:pt x="16896" y="777"/>
                      </a:cubicBezTo>
                      <a:cubicBezTo>
                        <a:pt x="17488" y="850"/>
                        <a:pt x="18006" y="924"/>
                        <a:pt x="18375" y="1035"/>
                      </a:cubicBezTo>
                      <a:cubicBezTo>
                        <a:pt x="18745" y="1146"/>
                        <a:pt x="18967" y="1294"/>
                        <a:pt x="19041" y="1368"/>
                      </a:cubicBezTo>
                      <a:cubicBezTo>
                        <a:pt x="19041" y="1405"/>
                        <a:pt x="19078" y="1442"/>
                        <a:pt x="19115" y="1553"/>
                      </a:cubicBezTo>
                      <a:cubicBezTo>
                        <a:pt x="19299" y="1960"/>
                        <a:pt x="19558" y="2921"/>
                        <a:pt x="19891" y="4215"/>
                      </a:cubicBezTo>
                      <a:cubicBezTo>
                        <a:pt x="20963" y="8725"/>
                        <a:pt x="22627" y="17635"/>
                        <a:pt x="24032" y="25436"/>
                      </a:cubicBezTo>
                      <a:cubicBezTo>
                        <a:pt x="24734" y="29318"/>
                        <a:pt x="25363" y="32904"/>
                        <a:pt x="25843" y="35566"/>
                      </a:cubicBezTo>
                      <a:cubicBezTo>
                        <a:pt x="26065" y="36860"/>
                        <a:pt x="26250" y="37932"/>
                        <a:pt x="26361" y="38672"/>
                      </a:cubicBezTo>
                      <a:cubicBezTo>
                        <a:pt x="26509" y="39448"/>
                        <a:pt x="26583" y="39855"/>
                        <a:pt x="26583" y="39855"/>
                      </a:cubicBezTo>
                      <a:lnTo>
                        <a:pt x="26620" y="39965"/>
                      </a:lnTo>
                      <a:cubicBezTo>
                        <a:pt x="26620" y="39965"/>
                        <a:pt x="27470" y="41444"/>
                        <a:pt x="28431" y="42997"/>
                      </a:cubicBezTo>
                      <a:cubicBezTo>
                        <a:pt x="28912" y="43773"/>
                        <a:pt x="29392" y="44587"/>
                        <a:pt x="29799" y="45215"/>
                      </a:cubicBezTo>
                      <a:cubicBezTo>
                        <a:pt x="30021" y="45548"/>
                        <a:pt x="30206" y="45807"/>
                        <a:pt x="30354" y="46029"/>
                      </a:cubicBezTo>
                      <a:cubicBezTo>
                        <a:pt x="30539" y="46251"/>
                        <a:pt x="30649" y="46435"/>
                        <a:pt x="30760" y="46546"/>
                      </a:cubicBezTo>
                      <a:cubicBezTo>
                        <a:pt x="31019" y="46768"/>
                        <a:pt x="31315" y="46953"/>
                        <a:pt x="31574" y="47101"/>
                      </a:cubicBezTo>
                      <a:cubicBezTo>
                        <a:pt x="31611" y="47126"/>
                        <a:pt x="31644" y="47151"/>
                        <a:pt x="31675" y="47174"/>
                      </a:cubicBezTo>
                      <a:lnTo>
                        <a:pt x="31675" y="47174"/>
                      </a:lnTo>
                      <a:cubicBezTo>
                        <a:pt x="31666" y="47175"/>
                        <a:pt x="31657" y="47175"/>
                        <a:pt x="31648" y="47175"/>
                      </a:cubicBezTo>
                      <a:cubicBezTo>
                        <a:pt x="31315" y="47249"/>
                        <a:pt x="30760" y="47286"/>
                        <a:pt x="30206" y="47286"/>
                      </a:cubicBezTo>
                      <a:cubicBezTo>
                        <a:pt x="29799" y="47286"/>
                        <a:pt x="29392" y="47286"/>
                        <a:pt x="29097" y="47249"/>
                      </a:cubicBezTo>
                      <a:cubicBezTo>
                        <a:pt x="28764" y="47175"/>
                        <a:pt x="28468" y="47101"/>
                        <a:pt x="28394" y="47064"/>
                      </a:cubicBezTo>
                      <a:cubicBezTo>
                        <a:pt x="28283" y="46990"/>
                        <a:pt x="28062" y="46768"/>
                        <a:pt x="27766" y="46546"/>
                      </a:cubicBezTo>
                      <a:cubicBezTo>
                        <a:pt x="27322" y="46177"/>
                        <a:pt x="26805" y="45733"/>
                        <a:pt x="26287" y="45289"/>
                      </a:cubicBezTo>
                      <a:cubicBezTo>
                        <a:pt x="26065" y="45104"/>
                        <a:pt x="25806" y="44920"/>
                        <a:pt x="25621" y="44735"/>
                      </a:cubicBezTo>
                      <a:cubicBezTo>
                        <a:pt x="25400" y="44587"/>
                        <a:pt x="25215" y="44476"/>
                        <a:pt x="25067" y="44365"/>
                      </a:cubicBezTo>
                      <a:cubicBezTo>
                        <a:pt x="24660" y="44180"/>
                        <a:pt x="24180" y="44180"/>
                        <a:pt x="23810" y="44106"/>
                      </a:cubicBezTo>
                      <a:cubicBezTo>
                        <a:pt x="23625" y="44069"/>
                        <a:pt x="23477" y="44032"/>
                        <a:pt x="23366" y="43958"/>
                      </a:cubicBezTo>
                      <a:cubicBezTo>
                        <a:pt x="23255" y="43884"/>
                        <a:pt x="23181" y="43773"/>
                        <a:pt x="23107" y="43589"/>
                      </a:cubicBezTo>
                      <a:cubicBezTo>
                        <a:pt x="23107" y="43552"/>
                        <a:pt x="23107" y="43478"/>
                        <a:pt x="23107" y="43404"/>
                      </a:cubicBezTo>
                      <a:cubicBezTo>
                        <a:pt x="23070" y="43071"/>
                        <a:pt x="23255" y="42590"/>
                        <a:pt x="23440" y="42147"/>
                      </a:cubicBezTo>
                      <a:cubicBezTo>
                        <a:pt x="23773" y="41407"/>
                        <a:pt x="23921" y="40631"/>
                        <a:pt x="23921" y="39892"/>
                      </a:cubicBezTo>
                      <a:cubicBezTo>
                        <a:pt x="23921" y="39189"/>
                        <a:pt x="23810" y="38524"/>
                        <a:pt x="23551" y="37895"/>
                      </a:cubicBezTo>
                      <a:cubicBezTo>
                        <a:pt x="23070" y="36675"/>
                        <a:pt x="22368" y="34494"/>
                        <a:pt x="21555" y="32386"/>
                      </a:cubicBezTo>
                      <a:cubicBezTo>
                        <a:pt x="21185" y="31314"/>
                        <a:pt x="20741" y="30242"/>
                        <a:pt x="20335" y="29355"/>
                      </a:cubicBezTo>
                      <a:cubicBezTo>
                        <a:pt x="19928" y="28431"/>
                        <a:pt x="19484" y="27654"/>
                        <a:pt x="19078" y="27100"/>
                      </a:cubicBezTo>
                      <a:cubicBezTo>
                        <a:pt x="18523" y="26434"/>
                        <a:pt x="17895" y="25325"/>
                        <a:pt x="17303" y="23957"/>
                      </a:cubicBezTo>
                      <a:cubicBezTo>
                        <a:pt x="15455" y="19964"/>
                        <a:pt x="13754" y="13827"/>
                        <a:pt x="13754" y="9982"/>
                      </a:cubicBezTo>
                      <a:cubicBezTo>
                        <a:pt x="13754" y="9723"/>
                        <a:pt x="13791" y="9502"/>
                        <a:pt x="13791" y="9280"/>
                      </a:cubicBezTo>
                      <a:cubicBezTo>
                        <a:pt x="13791" y="9169"/>
                        <a:pt x="13754" y="9095"/>
                        <a:pt x="13680" y="9021"/>
                      </a:cubicBezTo>
                      <a:cubicBezTo>
                        <a:pt x="13643" y="8984"/>
                        <a:pt x="13532" y="8947"/>
                        <a:pt x="13458" y="8947"/>
                      </a:cubicBezTo>
                      <a:cubicBezTo>
                        <a:pt x="13458" y="8947"/>
                        <a:pt x="2663" y="9908"/>
                        <a:pt x="888" y="10056"/>
                      </a:cubicBezTo>
                      <a:lnTo>
                        <a:pt x="814" y="10019"/>
                      </a:lnTo>
                      <a:cubicBezTo>
                        <a:pt x="777" y="10019"/>
                        <a:pt x="703" y="9945"/>
                        <a:pt x="666" y="9760"/>
                      </a:cubicBezTo>
                      <a:cubicBezTo>
                        <a:pt x="629" y="9613"/>
                        <a:pt x="629" y="9391"/>
                        <a:pt x="629" y="9132"/>
                      </a:cubicBezTo>
                      <a:cubicBezTo>
                        <a:pt x="592" y="7986"/>
                        <a:pt x="1073" y="6063"/>
                        <a:pt x="1738" y="4363"/>
                      </a:cubicBezTo>
                      <a:cubicBezTo>
                        <a:pt x="2071" y="3512"/>
                        <a:pt x="2478" y="2736"/>
                        <a:pt x="2885" y="2107"/>
                      </a:cubicBezTo>
                      <a:cubicBezTo>
                        <a:pt x="3299" y="1521"/>
                        <a:pt x="3681" y="1127"/>
                        <a:pt x="4030" y="957"/>
                      </a:cubicBezTo>
                      <a:lnTo>
                        <a:pt x="4030" y="957"/>
                      </a:lnTo>
                      <a:lnTo>
                        <a:pt x="4031" y="961"/>
                      </a:lnTo>
                      <a:cubicBezTo>
                        <a:pt x="4031" y="961"/>
                        <a:pt x="4289" y="924"/>
                        <a:pt x="4807" y="887"/>
                      </a:cubicBezTo>
                      <a:cubicBezTo>
                        <a:pt x="6249" y="813"/>
                        <a:pt x="9576" y="592"/>
                        <a:pt x="12682" y="592"/>
                      </a:cubicBezTo>
                      <a:close/>
                      <a:moveTo>
                        <a:pt x="12682" y="0"/>
                      </a:moveTo>
                      <a:cubicBezTo>
                        <a:pt x="8541" y="0"/>
                        <a:pt x="3994" y="333"/>
                        <a:pt x="3957" y="333"/>
                      </a:cubicBezTo>
                      <a:lnTo>
                        <a:pt x="3883" y="370"/>
                      </a:lnTo>
                      <a:cubicBezTo>
                        <a:pt x="3328" y="592"/>
                        <a:pt x="2848" y="1109"/>
                        <a:pt x="2404" y="1775"/>
                      </a:cubicBezTo>
                      <a:cubicBezTo>
                        <a:pt x="1701" y="2773"/>
                        <a:pt x="1110" y="4141"/>
                        <a:pt x="703" y="5472"/>
                      </a:cubicBezTo>
                      <a:cubicBezTo>
                        <a:pt x="260" y="6840"/>
                        <a:pt x="1" y="8171"/>
                        <a:pt x="1" y="9132"/>
                      </a:cubicBezTo>
                      <a:cubicBezTo>
                        <a:pt x="1" y="9539"/>
                        <a:pt x="38" y="9871"/>
                        <a:pt x="149" y="10167"/>
                      </a:cubicBezTo>
                      <a:cubicBezTo>
                        <a:pt x="223" y="10278"/>
                        <a:pt x="297" y="10426"/>
                        <a:pt x="444" y="10537"/>
                      </a:cubicBezTo>
                      <a:cubicBezTo>
                        <a:pt x="555" y="10611"/>
                        <a:pt x="703" y="10685"/>
                        <a:pt x="888" y="10685"/>
                      </a:cubicBezTo>
                      <a:lnTo>
                        <a:pt x="962" y="10685"/>
                      </a:lnTo>
                      <a:cubicBezTo>
                        <a:pt x="1849" y="10574"/>
                        <a:pt x="4992" y="10315"/>
                        <a:pt x="7913" y="10056"/>
                      </a:cubicBezTo>
                      <a:cubicBezTo>
                        <a:pt x="9354" y="9908"/>
                        <a:pt x="10759" y="9797"/>
                        <a:pt x="11794" y="9723"/>
                      </a:cubicBezTo>
                      <a:cubicBezTo>
                        <a:pt x="12393" y="9659"/>
                        <a:pt x="12868" y="9620"/>
                        <a:pt x="13162" y="9598"/>
                      </a:cubicBezTo>
                      <a:lnTo>
                        <a:pt x="13162" y="9598"/>
                      </a:lnTo>
                      <a:cubicBezTo>
                        <a:pt x="13162" y="9723"/>
                        <a:pt x="13162" y="9853"/>
                        <a:pt x="13162" y="9982"/>
                      </a:cubicBezTo>
                      <a:cubicBezTo>
                        <a:pt x="13162" y="12644"/>
                        <a:pt x="13939" y="16267"/>
                        <a:pt x="14974" y="19595"/>
                      </a:cubicBezTo>
                      <a:cubicBezTo>
                        <a:pt x="15528" y="21258"/>
                        <a:pt x="16120" y="22848"/>
                        <a:pt x="16749" y="24216"/>
                      </a:cubicBezTo>
                      <a:cubicBezTo>
                        <a:pt x="17340" y="25584"/>
                        <a:pt x="17969" y="26730"/>
                        <a:pt x="18597" y="27506"/>
                      </a:cubicBezTo>
                      <a:cubicBezTo>
                        <a:pt x="18967" y="27950"/>
                        <a:pt x="19373" y="28726"/>
                        <a:pt x="19780" y="29614"/>
                      </a:cubicBezTo>
                      <a:cubicBezTo>
                        <a:pt x="21000" y="32276"/>
                        <a:pt x="22257" y="36268"/>
                        <a:pt x="22997" y="38117"/>
                      </a:cubicBezTo>
                      <a:cubicBezTo>
                        <a:pt x="23218" y="38672"/>
                        <a:pt x="23329" y="39263"/>
                        <a:pt x="23329" y="39892"/>
                      </a:cubicBezTo>
                      <a:cubicBezTo>
                        <a:pt x="23329" y="40557"/>
                        <a:pt x="23181" y="41259"/>
                        <a:pt x="22886" y="41888"/>
                      </a:cubicBezTo>
                      <a:cubicBezTo>
                        <a:pt x="22664" y="42406"/>
                        <a:pt x="22479" y="42923"/>
                        <a:pt x="22479" y="43404"/>
                      </a:cubicBezTo>
                      <a:cubicBezTo>
                        <a:pt x="22479" y="43515"/>
                        <a:pt x="22479" y="43663"/>
                        <a:pt x="22553" y="43773"/>
                      </a:cubicBezTo>
                      <a:cubicBezTo>
                        <a:pt x="22627" y="44069"/>
                        <a:pt x="22812" y="44328"/>
                        <a:pt x="23034" y="44439"/>
                      </a:cubicBezTo>
                      <a:cubicBezTo>
                        <a:pt x="23366" y="44661"/>
                        <a:pt x="23699" y="44735"/>
                        <a:pt x="24032" y="44772"/>
                      </a:cubicBezTo>
                      <a:cubicBezTo>
                        <a:pt x="24364" y="44809"/>
                        <a:pt x="24623" y="44846"/>
                        <a:pt x="24808" y="44920"/>
                      </a:cubicBezTo>
                      <a:cubicBezTo>
                        <a:pt x="24919" y="44993"/>
                        <a:pt x="25178" y="45178"/>
                        <a:pt x="25437" y="45400"/>
                      </a:cubicBezTo>
                      <a:cubicBezTo>
                        <a:pt x="25880" y="45733"/>
                        <a:pt x="26398" y="46214"/>
                        <a:pt x="26915" y="46620"/>
                      </a:cubicBezTo>
                      <a:cubicBezTo>
                        <a:pt x="27396" y="47027"/>
                        <a:pt x="27803" y="47397"/>
                        <a:pt x="28062" y="47581"/>
                      </a:cubicBezTo>
                      <a:cubicBezTo>
                        <a:pt x="28320" y="47729"/>
                        <a:pt x="28616" y="47803"/>
                        <a:pt x="28986" y="47840"/>
                      </a:cubicBezTo>
                      <a:cubicBezTo>
                        <a:pt x="29355" y="47877"/>
                        <a:pt x="29799" y="47914"/>
                        <a:pt x="30206" y="47914"/>
                      </a:cubicBezTo>
                      <a:cubicBezTo>
                        <a:pt x="30612" y="47914"/>
                        <a:pt x="30982" y="47877"/>
                        <a:pt x="31315" y="47840"/>
                      </a:cubicBezTo>
                      <a:cubicBezTo>
                        <a:pt x="31500" y="47840"/>
                        <a:pt x="31648" y="47803"/>
                        <a:pt x="31759" y="47766"/>
                      </a:cubicBezTo>
                      <a:cubicBezTo>
                        <a:pt x="31906" y="47766"/>
                        <a:pt x="32017" y="47729"/>
                        <a:pt x="32128" y="47655"/>
                      </a:cubicBezTo>
                      <a:cubicBezTo>
                        <a:pt x="32202" y="47618"/>
                        <a:pt x="32276" y="47581"/>
                        <a:pt x="32313" y="47508"/>
                      </a:cubicBezTo>
                      <a:cubicBezTo>
                        <a:pt x="32387" y="47434"/>
                        <a:pt x="32461" y="47323"/>
                        <a:pt x="32461" y="47212"/>
                      </a:cubicBezTo>
                      <a:cubicBezTo>
                        <a:pt x="32424" y="47101"/>
                        <a:pt x="32387" y="47027"/>
                        <a:pt x="32350" y="46953"/>
                      </a:cubicBezTo>
                      <a:cubicBezTo>
                        <a:pt x="32276" y="46879"/>
                        <a:pt x="32202" y="46805"/>
                        <a:pt x="32091" y="46731"/>
                      </a:cubicBezTo>
                      <a:cubicBezTo>
                        <a:pt x="31833" y="46546"/>
                        <a:pt x="31426" y="46324"/>
                        <a:pt x="31167" y="46066"/>
                      </a:cubicBezTo>
                      <a:cubicBezTo>
                        <a:pt x="31130" y="46066"/>
                        <a:pt x="31019" y="45881"/>
                        <a:pt x="30871" y="45696"/>
                      </a:cubicBezTo>
                      <a:cubicBezTo>
                        <a:pt x="30354" y="44957"/>
                        <a:pt x="29429" y="43441"/>
                        <a:pt x="28616" y="42110"/>
                      </a:cubicBezTo>
                      <a:cubicBezTo>
                        <a:pt x="28209" y="41444"/>
                        <a:pt x="27840" y="40816"/>
                        <a:pt x="27581" y="40372"/>
                      </a:cubicBezTo>
                      <a:cubicBezTo>
                        <a:pt x="27378" y="40025"/>
                        <a:pt x="27221" y="39768"/>
                        <a:pt x="27162" y="39673"/>
                      </a:cubicBezTo>
                      <a:lnTo>
                        <a:pt x="27162" y="39673"/>
                      </a:lnTo>
                      <a:cubicBezTo>
                        <a:pt x="27016" y="38804"/>
                        <a:pt x="25533" y="30020"/>
                        <a:pt x="23884" y="21036"/>
                      </a:cubicBezTo>
                      <a:cubicBezTo>
                        <a:pt x="22997" y="16304"/>
                        <a:pt x="22072" y="11535"/>
                        <a:pt x="21296" y="7838"/>
                      </a:cubicBezTo>
                      <a:cubicBezTo>
                        <a:pt x="20926" y="5989"/>
                        <a:pt x="20556" y="4400"/>
                        <a:pt x="20261" y="3254"/>
                      </a:cubicBezTo>
                      <a:cubicBezTo>
                        <a:pt x="20113" y="2662"/>
                        <a:pt x="20002" y="2144"/>
                        <a:pt x="19854" y="1775"/>
                      </a:cubicBezTo>
                      <a:cubicBezTo>
                        <a:pt x="19817" y="1590"/>
                        <a:pt x="19743" y="1442"/>
                        <a:pt x="19706" y="1331"/>
                      </a:cubicBezTo>
                      <a:cubicBezTo>
                        <a:pt x="19632" y="1183"/>
                        <a:pt x="19595" y="1072"/>
                        <a:pt x="19521" y="998"/>
                      </a:cubicBezTo>
                      <a:cubicBezTo>
                        <a:pt x="19299" y="740"/>
                        <a:pt x="18967" y="592"/>
                        <a:pt x="18523" y="444"/>
                      </a:cubicBezTo>
                      <a:cubicBezTo>
                        <a:pt x="17895" y="259"/>
                        <a:pt x="17044" y="148"/>
                        <a:pt x="16009" y="74"/>
                      </a:cubicBezTo>
                      <a:cubicBezTo>
                        <a:pt x="15011" y="0"/>
                        <a:pt x="13865" y="0"/>
                        <a:pt x="1268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3" name="Google Shape;2901;p51">
                  <a:extLst>
                    <a:ext uri="{FF2B5EF4-FFF2-40B4-BE49-F238E27FC236}">
                      <a16:creationId xmlns:a16="http://schemas.microsoft.com/office/drawing/2014/main" id="{66ED1DE3-3FBE-FBC5-2E85-1AAA6511A09D}"/>
                    </a:ext>
                  </a:extLst>
                </p:cNvPr>
                <p:cNvSpPr/>
                <p:nvPr/>
              </p:nvSpPr>
              <p:spPr>
                <a:xfrm>
                  <a:off x="2676375" y="4926925"/>
                  <a:ext cx="287175" cy="11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7" h="4733" extrusionOk="0">
                      <a:moveTo>
                        <a:pt x="1072" y="0"/>
                      </a:moveTo>
                      <a:cubicBezTo>
                        <a:pt x="1072" y="0"/>
                        <a:pt x="0" y="0"/>
                        <a:pt x="887" y="888"/>
                      </a:cubicBezTo>
                      <a:cubicBezTo>
                        <a:pt x="1775" y="1775"/>
                        <a:pt x="1775" y="4585"/>
                        <a:pt x="1775" y="4585"/>
                      </a:cubicBezTo>
                      <a:lnTo>
                        <a:pt x="2810" y="4585"/>
                      </a:lnTo>
                      <a:cubicBezTo>
                        <a:pt x="2810" y="4585"/>
                        <a:pt x="2477" y="3180"/>
                        <a:pt x="2995" y="2477"/>
                      </a:cubicBezTo>
                      <a:cubicBezTo>
                        <a:pt x="2995" y="2477"/>
                        <a:pt x="3097" y="2470"/>
                        <a:pt x="3259" y="2470"/>
                      </a:cubicBezTo>
                      <a:cubicBezTo>
                        <a:pt x="3805" y="2470"/>
                        <a:pt x="5030" y="2558"/>
                        <a:pt x="5287" y="3328"/>
                      </a:cubicBezTo>
                      <a:cubicBezTo>
                        <a:pt x="5509" y="4030"/>
                        <a:pt x="6248" y="4733"/>
                        <a:pt x="6248" y="4733"/>
                      </a:cubicBezTo>
                      <a:lnTo>
                        <a:pt x="9649" y="4733"/>
                      </a:lnTo>
                      <a:cubicBezTo>
                        <a:pt x="10574" y="4733"/>
                        <a:pt x="11165" y="4289"/>
                        <a:pt x="11313" y="4030"/>
                      </a:cubicBezTo>
                      <a:cubicBezTo>
                        <a:pt x="11442" y="3804"/>
                        <a:pt x="11487" y="3691"/>
                        <a:pt x="11075" y="3691"/>
                      </a:cubicBezTo>
                      <a:cubicBezTo>
                        <a:pt x="11016" y="3691"/>
                        <a:pt x="10948" y="3693"/>
                        <a:pt x="10869" y="3698"/>
                      </a:cubicBezTo>
                      <a:cubicBezTo>
                        <a:pt x="10783" y="3703"/>
                        <a:pt x="10660" y="3706"/>
                        <a:pt x="10509" y="3706"/>
                      </a:cubicBezTo>
                      <a:cubicBezTo>
                        <a:pt x="9626" y="3706"/>
                        <a:pt x="7820" y="3601"/>
                        <a:pt x="7283" y="3254"/>
                      </a:cubicBezTo>
                      <a:cubicBezTo>
                        <a:pt x="6951" y="3032"/>
                        <a:pt x="6581" y="2588"/>
                        <a:pt x="6322" y="2256"/>
                      </a:cubicBezTo>
                      <a:cubicBezTo>
                        <a:pt x="6063" y="1923"/>
                        <a:pt x="3697" y="814"/>
                        <a:pt x="2403" y="333"/>
                      </a:cubicBezTo>
                      <a:lnTo>
                        <a:pt x="107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4" name="Google Shape;2902;p51">
                  <a:extLst>
                    <a:ext uri="{FF2B5EF4-FFF2-40B4-BE49-F238E27FC236}">
                      <a16:creationId xmlns:a16="http://schemas.microsoft.com/office/drawing/2014/main" id="{77752F65-F703-6612-73E0-B00AFB2CF745}"/>
                    </a:ext>
                  </a:extLst>
                </p:cNvPr>
                <p:cNvSpPr/>
                <p:nvPr/>
              </p:nvSpPr>
              <p:spPr>
                <a:xfrm>
                  <a:off x="2681900" y="4919525"/>
                  <a:ext cx="287475" cy="13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9" h="5325" extrusionOk="0">
                      <a:moveTo>
                        <a:pt x="802" y="598"/>
                      </a:moveTo>
                      <a:lnTo>
                        <a:pt x="2074" y="916"/>
                      </a:lnTo>
                      <a:lnTo>
                        <a:pt x="2074" y="916"/>
                      </a:lnTo>
                      <a:lnTo>
                        <a:pt x="2071" y="925"/>
                      </a:lnTo>
                      <a:cubicBezTo>
                        <a:pt x="2700" y="1147"/>
                        <a:pt x="3624" y="1553"/>
                        <a:pt x="4400" y="1923"/>
                      </a:cubicBezTo>
                      <a:cubicBezTo>
                        <a:pt x="4807" y="2108"/>
                        <a:pt x="5140" y="2293"/>
                        <a:pt x="5399" y="2441"/>
                      </a:cubicBezTo>
                      <a:cubicBezTo>
                        <a:pt x="5546" y="2515"/>
                        <a:pt x="5657" y="2589"/>
                        <a:pt x="5731" y="2626"/>
                      </a:cubicBezTo>
                      <a:lnTo>
                        <a:pt x="5842" y="2700"/>
                      </a:lnTo>
                      <a:lnTo>
                        <a:pt x="5842" y="2737"/>
                      </a:lnTo>
                      <a:cubicBezTo>
                        <a:pt x="6138" y="3106"/>
                        <a:pt x="6508" y="3550"/>
                        <a:pt x="6914" y="3809"/>
                      </a:cubicBezTo>
                      <a:cubicBezTo>
                        <a:pt x="7099" y="3957"/>
                        <a:pt x="7321" y="3994"/>
                        <a:pt x="7617" y="4067"/>
                      </a:cubicBezTo>
                      <a:cubicBezTo>
                        <a:pt x="8430" y="4252"/>
                        <a:pt x="9613" y="4289"/>
                        <a:pt x="10279" y="4289"/>
                      </a:cubicBezTo>
                      <a:lnTo>
                        <a:pt x="10744" y="4289"/>
                      </a:lnTo>
                      <a:cubicBezTo>
                        <a:pt x="10673" y="4360"/>
                        <a:pt x="10564" y="4443"/>
                        <a:pt x="10427" y="4511"/>
                      </a:cubicBezTo>
                      <a:cubicBezTo>
                        <a:pt x="10168" y="4622"/>
                        <a:pt x="9835" y="4733"/>
                        <a:pt x="9428" y="4733"/>
                      </a:cubicBezTo>
                      <a:lnTo>
                        <a:pt x="6175" y="4733"/>
                      </a:lnTo>
                      <a:cubicBezTo>
                        <a:pt x="6087" y="4644"/>
                        <a:pt x="5933" y="4480"/>
                        <a:pt x="5805" y="4289"/>
                      </a:cubicBezTo>
                      <a:cubicBezTo>
                        <a:pt x="5620" y="4067"/>
                        <a:pt x="5436" y="3772"/>
                        <a:pt x="5362" y="3550"/>
                      </a:cubicBezTo>
                      <a:cubicBezTo>
                        <a:pt x="5288" y="3291"/>
                        <a:pt x="5103" y="3069"/>
                        <a:pt x="4881" y="2921"/>
                      </a:cubicBezTo>
                      <a:cubicBezTo>
                        <a:pt x="4585" y="2700"/>
                        <a:pt x="4216" y="2589"/>
                        <a:pt x="3883" y="2515"/>
                      </a:cubicBezTo>
                      <a:cubicBezTo>
                        <a:pt x="3550" y="2441"/>
                        <a:pt x="3217" y="2441"/>
                        <a:pt x="3032" y="2441"/>
                      </a:cubicBezTo>
                      <a:lnTo>
                        <a:pt x="2774" y="2441"/>
                      </a:lnTo>
                      <a:cubicBezTo>
                        <a:pt x="2663" y="2441"/>
                        <a:pt x="2589" y="2515"/>
                        <a:pt x="2515" y="2589"/>
                      </a:cubicBezTo>
                      <a:cubicBezTo>
                        <a:pt x="2256" y="2958"/>
                        <a:pt x="2182" y="3439"/>
                        <a:pt x="2182" y="3883"/>
                      </a:cubicBezTo>
                      <a:cubicBezTo>
                        <a:pt x="2182" y="4130"/>
                        <a:pt x="2204" y="4363"/>
                        <a:pt x="2229" y="4548"/>
                      </a:cubicBezTo>
                      <a:lnTo>
                        <a:pt x="1842" y="4548"/>
                      </a:lnTo>
                      <a:cubicBezTo>
                        <a:pt x="1832" y="4256"/>
                        <a:pt x="1805" y="3800"/>
                        <a:pt x="1739" y="3291"/>
                      </a:cubicBezTo>
                      <a:cubicBezTo>
                        <a:pt x="1702" y="2884"/>
                        <a:pt x="1591" y="2441"/>
                        <a:pt x="1480" y="2034"/>
                      </a:cubicBezTo>
                      <a:cubicBezTo>
                        <a:pt x="1332" y="1627"/>
                        <a:pt x="1184" y="1258"/>
                        <a:pt x="888" y="962"/>
                      </a:cubicBezTo>
                      <a:cubicBezTo>
                        <a:pt x="777" y="851"/>
                        <a:pt x="703" y="740"/>
                        <a:pt x="666" y="703"/>
                      </a:cubicBezTo>
                      <a:lnTo>
                        <a:pt x="638" y="647"/>
                      </a:lnTo>
                      <a:lnTo>
                        <a:pt x="638" y="647"/>
                      </a:lnTo>
                      <a:cubicBezTo>
                        <a:pt x="659" y="629"/>
                        <a:pt x="711" y="629"/>
                        <a:pt x="740" y="629"/>
                      </a:cubicBezTo>
                      <a:lnTo>
                        <a:pt x="802" y="598"/>
                      </a:lnTo>
                      <a:close/>
                      <a:moveTo>
                        <a:pt x="851" y="1"/>
                      </a:moveTo>
                      <a:cubicBezTo>
                        <a:pt x="814" y="1"/>
                        <a:pt x="666" y="1"/>
                        <a:pt x="482" y="38"/>
                      </a:cubicBezTo>
                      <a:cubicBezTo>
                        <a:pt x="408" y="75"/>
                        <a:pt x="297" y="112"/>
                        <a:pt x="186" y="186"/>
                      </a:cubicBezTo>
                      <a:cubicBezTo>
                        <a:pt x="112" y="296"/>
                        <a:pt x="1" y="444"/>
                        <a:pt x="1" y="592"/>
                      </a:cubicBezTo>
                      <a:cubicBezTo>
                        <a:pt x="1" y="740"/>
                        <a:pt x="75" y="888"/>
                        <a:pt x="149" y="999"/>
                      </a:cubicBezTo>
                      <a:cubicBezTo>
                        <a:pt x="223" y="1110"/>
                        <a:pt x="297" y="1258"/>
                        <a:pt x="445" y="1406"/>
                      </a:cubicBezTo>
                      <a:cubicBezTo>
                        <a:pt x="629" y="1553"/>
                        <a:pt x="777" y="1849"/>
                        <a:pt x="888" y="2219"/>
                      </a:cubicBezTo>
                      <a:cubicBezTo>
                        <a:pt x="1073" y="2773"/>
                        <a:pt x="1147" y="3439"/>
                        <a:pt x="1184" y="3957"/>
                      </a:cubicBezTo>
                      <a:cubicBezTo>
                        <a:pt x="1221" y="4215"/>
                        <a:pt x="1221" y="4437"/>
                        <a:pt x="1221" y="4622"/>
                      </a:cubicBezTo>
                      <a:cubicBezTo>
                        <a:pt x="1258" y="4770"/>
                        <a:pt x="1258" y="4881"/>
                        <a:pt x="1258" y="4881"/>
                      </a:cubicBezTo>
                      <a:cubicBezTo>
                        <a:pt x="1258" y="4955"/>
                        <a:pt x="1258" y="5029"/>
                        <a:pt x="1332" y="5066"/>
                      </a:cubicBezTo>
                      <a:cubicBezTo>
                        <a:pt x="1406" y="5140"/>
                        <a:pt x="1480" y="5177"/>
                        <a:pt x="1554" y="5177"/>
                      </a:cubicBezTo>
                      <a:lnTo>
                        <a:pt x="2589" y="5177"/>
                      </a:lnTo>
                      <a:cubicBezTo>
                        <a:pt x="2700" y="5177"/>
                        <a:pt x="2774" y="5140"/>
                        <a:pt x="2848" y="5066"/>
                      </a:cubicBezTo>
                      <a:cubicBezTo>
                        <a:pt x="2922" y="4992"/>
                        <a:pt x="2922" y="4881"/>
                        <a:pt x="2885" y="4807"/>
                      </a:cubicBezTo>
                      <a:lnTo>
                        <a:pt x="2885" y="4770"/>
                      </a:lnTo>
                      <a:cubicBezTo>
                        <a:pt x="2885" y="4696"/>
                        <a:pt x="2811" y="4289"/>
                        <a:pt x="2811" y="3883"/>
                      </a:cubicBezTo>
                      <a:cubicBezTo>
                        <a:pt x="2811" y="3577"/>
                        <a:pt x="2836" y="3270"/>
                        <a:pt x="2950" y="3069"/>
                      </a:cubicBezTo>
                      <a:lnTo>
                        <a:pt x="3032" y="3069"/>
                      </a:lnTo>
                      <a:cubicBezTo>
                        <a:pt x="3254" y="3069"/>
                        <a:pt x="3698" y="3069"/>
                        <a:pt x="4068" y="3180"/>
                      </a:cubicBezTo>
                      <a:cubicBezTo>
                        <a:pt x="4253" y="3254"/>
                        <a:pt x="4400" y="3328"/>
                        <a:pt x="4511" y="3402"/>
                      </a:cubicBezTo>
                      <a:cubicBezTo>
                        <a:pt x="4659" y="3513"/>
                        <a:pt x="4733" y="3587"/>
                        <a:pt x="4770" y="3735"/>
                      </a:cubicBezTo>
                      <a:cubicBezTo>
                        <a:pt x="4881" y="4141"/>
                        <a:pt x="5177" y="4511"/>
                        <a:pt x="5399" y="4770"/>
                      </a:cubicBezTo>
                      <a:cubicBezTo>
                        <a:pt x="5620" y="5066"/>
                        <a:pt x="5842" y="5251"/>
                        <a:pt x="5842" y="5251"/>
                      </a:cubicBezTo>
                      <a:cubicBezTo>
                        <a:pt x="5879" y="5287"/>
                        <a:pt x="5953" y="5324"/>
                        <a:pt x="6027" y="5324"/>
                      </a:cubicBezTo>
                      <a:lnTo>
                        <a:pt x="9428" y="5324"/>
                      </a:lnTo>
                      <a:cubicBezTo>
                        <a:pt x="9946" y="5324"/>
                        <a:pt x="10353" y="5214"/>
                        <a:pt x="10685" y="5066"/>
                      </a:cubicBezTo>
                      <a:cubicBezTo>
                        <a:pt x="11018" y="4881"/>
                        <a:pt x="11240" y="4696"/>
                        <a:pt x="11351" y="4474"/>
                      </a:cubicBezTo>
                      <a:cubicBezTo>
                        <a:pt x="11388" y="4437"/>
                        <a:pt x="11425" y="4400"/>
                        <a:pt x="11425" y="4326"/>
                      </a:cubicBezTo>
                      <a:cubicBezTo>
                        <a:pt x="11462" y="4252"/>
                        <a:pt x="11499" y="4215"/>
                        <a:pt x="11499" y="4104"/>
                      </a:cubicBezTo>
                      <a:cubicBezTo>
                        <a:pt x="11499" y="4030"/>
                        <a:pt x="11462" y="3920"/>
                        <a:pt x="11425" y="3846"/>
                      </a:cubicBezTo>
                      <a:cubicBezTo>
                        <a:pt x="11314" y="3735"/>
                        <a:pt x="11240" y="3698"/>
                        <a:pt x="11129" y="3698"/>
                      </a:cubicBezTo>
                      <a:cubicBezTo>
                        <a:pt x="11055" y="3661"/>
                        <a:pt x="10981" y="3661"/>
                        <a:pt x="10870" y="3661"/>
                      </a:cubicBezTo>
                      <a:lnTo>
                        <a:pt x="10648" y="3661"/>
                      </a:lnTo>
                      <a:cubicBezTo>
                        <a:pt x="10574" y="3698"/>
                        <a:pt x="10427" y="3698"/>
                        <a:pt x="10279" y="3698"/>
                      </a:cubicBezTo>
                      <a:cubicBezTo>
                        <a:pt x="9835" y="3698"/>
                        <a:pt x="9170" y="3661"/>
                        <a:pt x="8578" y="3587"/>
                      </a:cubicBezTo>
                      <a:cubicBezTo>
                        <a:pt x="8282" y="3550"/>
                        <a:pt x="7987" y="3513"/>
                        <a:pt x="7728" y="3476"/>
                      </a:cubicBezTo>
                      <a:cubicBezTo>
                        <a:pt x="7506" y="3402"/>
                        <a:pt x="7321" y="3365"/>
                        <a:pt x="7247" y="3291"/>
                      </a:cubicBezTo>
                      <a:cubicBezTo>
                        <a:pt x="6951" y="3143"/>
                        <a:pt x="6582" y="2700"/>
                        <a:pt x="6360" y="2367"/>
                      </a:cubicBezTo>
                      <a:cubicBezTo>
                        <a:pt x="6286" y="2256"/>
                        <a:pt x="6212" y="2219"/>
                        <a:pt x="6101" y="2145"/>
                      </a:cubicBezTo>
                      <a:cubicBezTo>
                        <a:pt x="5731" y="1886"/>
                        <a:pt x="5103" y="1553"/>
                        <a:pt x="4363" y="1221"/>
                      </a:cubicBezTo>
                      <a:cubicBezTo>
                        <a:pt x="3661" y="888"/>
                        <a:pt x="2885" y="555"/>
                        <a:pt x="2293" y="333"/>
                      </a:cubicBezTo>
                      <a:lnTo>
                        <a:pt x="2256" y="333"/>
                      </a:lnTo>
                      <a:lnTo>
                        <a:pt x="92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5" name="Google Shape;2903;p51">
                  <a:extLst>
                    <a:ext uri="{FF2B5EF4-FFF2-40B4-BE49-F238E27FC236}">
                      <a16:creationId xmlns:a16="http://schemas.microsoft.com/office/drawing/2014/main" id="{6E9894D9-CC2D-095B-BF6C-70A35C87322E}"/>
                    </a:ext>
                  </a:extLst>
                </p:cNvPr>
                <p:cNvSpPr/>
                <p:nvPr/>
              </p:nvSpPr>
              <p:spPr>
                <a:xfrm>
                  <a:off x="2816850" y="4909350"/>
                  <a:ext cx="98000" cy="9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0" h="3809" extrusionOk="0">
                      <a:moveTo>
                        <a:pt x="2404" y="1"/>
                      </a:moveTo>
                      <a:cubicBezTo>
                        <a:pt x="2404" y="1"/>
                        <a:pt x="1" y="2293"/>
                        <a:pt x="38" y="2552"/>
                      </a:cubicBezTo>
                      <a:cubicBezTo>
                        <a:pt x="75" y="3144"/>
                        <a:pt x="1442" y="3809"/>
                        <a:pt x="1442" y="3809"/>
                      </a:cubicBezTo>
                      <a:lnTo>
                        <a:pt x="3919" y="2367"/>
                      </a:lnTo>
                      <a:lnTo>
                        <a:pt x="3624" y="1258"/>
                      </a:lnTo>
                      <a:cubicBezTo>
                        <a:pt x="3217" y="260"/>
                        <a:pt x="2404" y="1"/>
                        <a:pt x="24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6" name="Google Shape;2904;p51">
                  <a:extLst>
                    <a:ext uri="{FF2B5EF4-FFF2-40B4-BE49-F238E27FC236}">
                      <a16:creationId xmlns:a16="http://schemas.microsoft.com/office/drawing/2014/main" id="{591D6705-51F4-A4DA-5DA3-97FD84AC5F00}"/>
                    </a:ext>
                  </a:extLst>
                </p:cNvPr>
                <p:cNvSpPr/>
                <p:nvPr/>
              </p:nvSpPr>
              <p:spPr>
                <a:xfrm>
                  <a:off x="2809450" y="4901600"/>
                  <a:ext cx="113725" cy="1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49" h="4440" extrusionOk="0">
                      <a:moveTo>
                        <a:pt x="629" y="2751"/>
                      </a:moveTo>
                      <a:lnTo>
                        <a:pt x="614" y="2757"/>
                      </a:lnTo>
                      <a:lnTo>
                        <a:pt x="614" y="2757"/>
                      </a:lnTo>
                      <a:cubicBezTo>
                        <a:pt x="616" y="2753"/>
                        <a:pt x="621" y="2751"/>
                        <a:pt x="629" y="2751"/>
                      </a:cubicBezTo>
                      <a:close/>
                      <a:moveTo>
                        <a:pt x="2769" y="674"/>
                      </a:moveTo>
                      <a:lnTo>
                        <a:pt x="2769" y="674"/>
                      </a:lnTo>
                      <a:cubicBezTo>
                        <a:pt x="2840" y="710"/>
                        <a:pt x="2933" y="762"/>
                        <a:pt x="3032" y="829"/>
                      </a:cubicBezTo>
                      <a:cubicBezTo>
                        <a:pt x="3217" y="1013"/>
                        <a:pt x="3476" y="1272"/>
                        <a:pt x="3624" y="1679"/>
                      </a:cubicBezTo>
                      <a:lnTo>
                        <a:pt x="3846" y="2529"/>
                      </a:lnTo>
                      <a:lnTo>
                        <a:pt x="1733" y="3776"/>
                      </a:lnTo>
                      <a:lnTo>
                        <a:pt x="1733" y="3776"/>
                      </a:lnTo>
                      <a:cubicBezTo>
                        <a:pt x="1584" y="3694"/>
                        <a:pt x="1322" y="3562"/>
                        <a:pt x="1110" y="3380"/>
                      </a:cubicBezTo>
                      <a:cubicBezTo>
                        <a:pt x="962" y="3269"/>
                        <a:pt x="814" y="3158"/>
                        <a:pt x="740" y="3047"/>
                      </a:cubicBezTo>
                      <a:cubicBezTo>
                        <a:pt x="693" y="2999"/>
                        <a:pt x="660" y="2936"/>
                        <a:pt x="643" y="2887"/>
                      </a:cubicBezTo>
                      <a:lnTo>
                        <a:pt x="643" y="2887"/>
                      </a:lnTo>
                      <a:cubicBezTo>
                        <a:pt x="663" y="2849"/>
                        <a:pt x="704" y="2800"/>
                        <a:pt x="777" y="2751"/>
                      </a:cubicBezTo>
                      <a:cubicBezTo>
                        <a:pt x="1036" y="2418"/>
                        <a:pt x="1591" y="1864"/>
                        <a:pt x="2034" y="1383"/>
                      </a:cubicBezTo>
                      <a:cubicBezTo>
                        <a:pt x="2335" y="1082"/>
                        <a:pt x="2608" y="824"/>
                        <a:pt x="2769" y="674"/>
                      </a:cubicBezTo>
                      <a:close/>
                      <a:moveTo>
                        <a:pt x="2722" y="1"/>
                      </a:moveTo>
                      <a:cubicBezTo>
                        <a:pt x="2643" y="1"/>
                        <a:pt x="2569" y="35"/>
                        <a:pt x="2515" y="89"/>
                      </a:cubicBezTo>
                      <a:cubicBezTo>
                        <a:pt x="2515" y="89"/>
                        <a:pt x="1886" y="644"/>
                        <a:pt x="1295" y="1272"/>
                      </a:cubicBezTo>
                      <a:cubicBezTo>
                        <a:pt x="999" y="1568"/>
                        <a:pt x="703" y="1864"/>
                        <a:pt x="481" y="2123"/>
                      </a:cubicBezTo>
                      <a:cubicBezTo>
                        <a:pt x="334" y="2270"/>
                        <a:pt x="260" y="2381"/>
                        <a:pt x="186" y="2492"/>
                      </a:cubicBezTo>
                      <a:lnTo>
                        <a:pt x="75" y="2640"/>
                      </a:lnTo>
                      <a:cubicBezTo>
                        <a:pt x="38" y="2677"/>
                        <a:pt x="1" y="2714"/>
                        <a:pt x="1" y="2862"/>
                      </a:cubicBezTo>
                      <a:cubicBezTo>
                        <a:pt x="1" y="2862"/>
                        <a:pt x="1" y="2862"/>
                        <a:pt x="1" y="2862"/>
                      </a:cubicBezTo>
                      <a:lnTo>
                        <a:pt x="1" y="2862"/>
                      </a:lnTo>
                      <a:cubicBezTo>
                        <a:pt x="1" y="2882"/>
                        <a:pt x="4" y="2897"/>
                        <a:pt x="7" y="2907"/>
                      </a:cubicBezTo>
                      <a:lnTo>
                        <a:pt x="7" y="2907"/>
                      </a:lnTo>
                      <a:cubicBezTo>
                        <a:pt x="53" y="3177"/>
                        <a:pt x="193" y="3352"/>
                        <a:pt x="334" y="3527"/>
                      </a:cubicBezTo>
                      <a:cubicBezTo>
                        <a:pt x="555" y="3786"/>
                        <a:pt x="888" y="4008"/>
                        <a:pt x="1147" y="4156"/>
                      </a:cubicBezTo>
                      <a:cubicBezTo>
                        <a:pt x="1406" y="4304"/>
                        <a:pt x="1628" y="4415"/>
                        <a:pt x="1628" y="4415"/>
                      </a:cubicBezTo>
                      <a:cubicBezTo>
                        <a:pt x="1658" y="4430"/>
                        <a:pt x="1695" y="4439"/>
                        <a:pt x="1733" y="4439"/>
                      </a:cubicBezTo>
                      <a:cubicBezTo>
                        <a:pt x="1787" y="4439"/>
                        <a:pt x="1843" y="4421"/>
                        <a:pt x="1886" y="4378"/>
                      </a:cubicBezTo>
                      <a:lnTo>
                        <a:pt x="4363" y="2936"/>
                      </a:lnTo>
                      <a:cubicBezTo>
                        <a:pt x="4474" y="2862"/>
                        <a:pt x="4548" y="2714"/>
                        <a:pt x="4511" y="2566"/>
                      </a:cubicBezTo>
                      <a:lnTo>
                        <a:pt x="4215" y="1494"/>
                      </a:lnTo>
                      <a:lnTo>
                        <a:pt x="4179" y="1457"/>
                      </a:lnTo>
                      <a:cubicBezTo>
                        <a:pt x="3994" y="903"/>
                        <a:pt x="3624" y="533"/>
                        <a:pt x="3365" y="311"/>
                      </a:cubicBezTo>
                      <a:cubicBezTo>
                        <a:pt x="3069" y="89"/>
                        <a:pt x="2848" y="15"/>
                        <a:pt x="2811" y="15"/>
                      </a:cubicBezTo>
                      <a:cubicBezTo>
                        <a:pt x="2781" y="5"/>
                        <a:pt x="2751" y="1"/>
                        <a:pt x="27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7" name="Google Shape;2905;p51">
                  <a:extLst>
                    <a:ext uri="{FF2B5EF4-FFF2-40B4-BE49-F238E27FC236}">
                      <a16:creationId xmlns:a16="http://schemas.microsoft.com/office/drawing/2014/main" id="{1A4117B1-3E1C-C045-7EB6-25EB7186BFDF}"/>
                    </a:ext>
                  </a:extLst>
                </p:cNvPr>
                <p:cNvSpPr/>
                <p:nvPr/>
              </p:nvSpPr>
              <p:spPr>
                <a:xfrm>
                  <a:off x="1840825" y="3478600"/>
                  <a:ext cx="636850" cy="23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74" h="9317" extrusionOk="0">
                      <a:moveTo>
                        <a:pt x="22590" y="0"/>
                      </a:moveTo>
                      <a:cubicBezTo>
                        <a:pt x="21628" y="0"/>
                        <a:pt x="20187" y="333"/>
                        <a:pt x="20187" y="333"/>
                      </a:cubicBezTo>
                      <a:lnTo>
                        <a:pt x="17414" y="1442"/>
                      </a:lnTo>
                      <a:lnTo>
                        <a:pt x="1" y="4252"/>
                      </a:lnTo>
                      <a:lnTo>
                        <a:pt x="407" y="9317"/>
                      </a:lnTo>
                      <a:lnTo>
                        <a:pt x="17931" y="3623"/>
                      </a:lnTo>
                      <a:lnTo>
                        <a:pt x="23107" y="2071"/>
                      </a:lnTo>
                      <a:cubicBezTo>
                        <a:pt x="23107" y="2071"/>
                        <a:pt x="24327" y="2921"/>
                        <a:pt x="24845" y="3217"/>
                      </a:cubicBezTo>
                      <a:cubicBezTo>
                        <a:pt x="24954" y="3279"/>
                        <a:pt x="25044" y="3305"/>
                        <a:pt x="25120" y="3305"/>
                      </a:cubicBezTo>
                      <a:cubicBezTo>
                        <a:pt x="25404" y="3305"/>
                        <a:pt x="25473" y="2933"/>
                        <a:pt x="25473" y="2699"/>
                      </a:cubicBezTo>
                      <a:cubicBezTo>
                        <a:pt x="25473" y="2403"/>
                        <a:pt x="23514" y="0"/>
                        <a:pt x="22590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8" name="Google Shape;2906;p51">
                  <a:extLst>
                    <a:ext uri="{FF2B5EF4-FFF2-40B4-BE49-F238E27FC236}">
                      <a16:creationId xmlns:a16="http://schemas.microsoft.com/office/drawing/2014/main" id="{1AB52565-5A50-B473-4CE7-6BE2AB0516CE}"/>
                    </a:ext>
                  </a:extLst>
                </p:cNvPr>
                <p:cNvSpPr/>
                <p:nvPr/>
              </p:nvSpPr>
              <p:spPr>
                <a:xfrm>
                  <a:off x="1832500" y="3471200"/>
                  <a:ext cx="652575" cy="24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03" h="9933" extrusionOk="0">
                      <a:moveTo>
                        <a:pt x="22923" y="592"/>
                      </a:moveTo>
                      <a:cubicBezTo>
                        <a:pt x="22997" y="592"/>
                        <a:pt x="23292" y="703"/>
                        <a:pt x="23588" y="925"/>
                      </a:cubicBezTo>
                      <a:cubicBezTo>
                        <a:pt x="24032" y="1258"/>
                        <a:pt x="24512" y="1738"/>
                        <a:pt x="24919" y="2219"/>
                      </a:cubicBezTo>
                      <a:cubicBezTo>
                        <a:pt x="25104" y="2441"/>
                        <a:pt x="25252" y="2625"/>
                        <a:pt x="25363" y="2810"/>
                      </a:cubicBezTo>
                      <a:cubicBezTo>
                        <a:pt x="25437" y="2884"/>
                        <a:pt x="25474" y="2958"/>
                        <a:pt x="25474" y="2995"/>
                      </a:cubicBezTo>
                      <a:lnTo>
                        <a:pt x="25509" y="3031"/>
                      </a:lnTo>
                      <a:lnTo>
                        <a:pt x="25509" y="3031"/>
                      </a:lnTo>
                      <a:cubicBezTo>
                        <a:pt x="25503" y="3130"/>
                        <a:pt x="25474" y="3225"/>
                        <a:pt x="25474" y="3291"/>
                      </a:cubicBezTo>
                      <a:cubicBezTo>
                        <a:pt x="25474" y="3291"/>
                        <a:pt x="25437" y="3291"/>
                        <a:pt x="25363" y="3254"/>
                      </a:cubicBezTo>
                      <a:cubicBezTo>
                        <a:pt x="25104" y="3106"/>
                        <a:pt x="24660" y="2810"/>
                        <a:pt x="24291" y="2552"/>
                      </a:cubicBezTo>
                      <a:cubicBezTo>
                        <a:pt x="23921" y="2330"/>
                        <a:pt x="23588" y="2108"/>
                        <a:pt x="23588" y="2108"/>
                      </a:cubicBezTo>
                      <a:cubicBezTo>
                        <a:pt x="23536" y="2082"/>
                        <a:pt x="23484" y="2056"/>
                        <a:pt x="23418" y="2056"/>
                      </a:cubicBezTo>
                      <a:cubicBezTo>
                        <a:pt x="23391" y="2056"/>
                        <a:pt x="23362" y="2060"/>
                        <a:pt x="23329" y="2071"/>
                      </a:cubicBezTo>
                      <a:lnTo>
                        <a:pt x="18153" y="3624"/>
                      </a:lnTo>
                      <a:lnTo>
                        <a:pt x="1036" y="9206"/>
                      </a:lnTo>
                      <a:lnTo>
                        <a:pt x="666" y="4807"/>
                      </a:lnTo>
                      <a:lnTo>
                        <a:pt x="17784" y="2071"/>
                      </a:lnTo>
                      <a:lnTo>
                        <a:pt x="17858" y="2034"/>
                      </a:lnTo>
                      <a:lnTo>
                        <a:pt x="20589" y="905"/>
                      </a:lnTo>
                      <a:lnTo>
                        <a:pt x="20589" y="905"/>
                      </a:lnTo>
                      <a:lnTo>
                        <a:pt x="20594" y="925"/>
                      </a:lnTo>
                      <a:cubicBezTo>
                        <a:pt x="20594" y="925"/>
                        <a:pt x="20667" y="888"/>
                        <a:pt x="20815" y="851"/>
                      </a:cubicBezTo>
                      <a:cubicBezTo>
                        <a:pt x="21259" y="777"/>
                        <a:pt x="22257" y="592"/>
                        <a:pt x="22923" y="592"/>
                      </a:cubicBezTo>
                      <a:close/>
                      <a:moveTo>
                        <a:pt x="22923" y="1"/>
                      </a:moveTo>
                      <a:cubicBezTo>
                        <a:pt x="21924" y="1"/>
                        <a:pt x="20483" y="296"/>
                        <a:pt x="20446" y="296"/>
                      </a:cubicBezTo>
                      <a:lnTo>
                        <a:pt x="20409" y="333"/>
                      </a:lnTo>
                      <a:lnTo>
                        <a:pt x="17674" y="1449"/>
                      </a:lnTo>
                      <a:lnTo>
                        <a:pt x="17674" y="1449"/>
                      </a:lnTo>
                      <a:lnTo>
                        <a:pt x="17673" y="1442"/>
                      </a:lnTo>
                      <a:lnTo>
                        <a:pt x="297" y="4252"/>
                      </a:lnTo>
                      <a:cubicBezTo>
                        <a:pt x="112" y="4252"/>
                        <a:pt x="1" y="4400"/>
                        <a:pt x="38" y="4585"/>
                      </a:cubicBezTo>
                      <a:lnTo>
                        <a:pt x="445" y="9650"/>
                      </a:lnTo>
                      <a:cubicBezTo>
                        <a:pt x="445" y="9724"/>
                        <a:pt x="482" y="9835"/>
                        <a:pt x="592" y="9872"/>
                      </a:cubicBezTo>
                      <a:cubicBezTo>
                        <a:pt x="636" y="9915"/>
                        <a:pt x="679" y="9933"/>
                        <a:pt x="730" y="9933"/>
                      </a:cubicBezTo>
                      <a:cubicBezTo>
                        <a:pt x="766" y="9933"/>
                        <a:pt x="805" y="9924"/>
                        <a:pt x="851" y="9909"/>
                      </a:cubicBezTo>
                      <a:lnTo>
                        <a:pt x="18338" y="4215"/>
                      </a:lnTo>
                      <a:lnTo>
                        <a:pt x="23376" y="2704"/>
                      </a:lnTo>
                      <a:lnTo>
                        <a:pt x="23376" y="2704"/>
                      </a:lnTo>
                      <a:cubicBezTo>
                        <a:pt x="23704" y="2916"/>
                        <a:pt x="24610" y="3502"/>
                        <a:pt x="25030" y="3772"/>
                      </a:cubicBezTo>
                      <a:cubicBezTo>
                        <a:pt x="25178" y="3846"/>
                        <a:pt x="25326" y="3919"/>
                        <a:pt x="25474" y="3919"/>
                      </a:cubicBezTo>
                      <a:cubicBezTo>
                        <a:pt x="25622" y="3919"/>
                        <a:pt x="25732" y="3846"/>
                        <a:pt x="25843" y="3772"/>
                      </a:cubicBezTo>
                      <a:cubicBezTo>
                        <a:pt x="25991" y="3661"/>
                        <a:pt x="26028" y="3513"/>
                        <a:pt x="26065" y="3365"/>
                      </a:cubicBezTo>
                      <a:cubicBezTo>
                        <a:pt x="26102" y="3217"/>
                        <a:pt x="26102" y="3106"/>
                        <a:pt x="26102" y="2995"/>
                      </a:cubicBezTo>
                      <a:cubicBezTo>
                        <a:pt x="26102" y="2884"/>
                        <a:pt x="26102" y="2847"/>
                        <a:pt x="26065" y="2773"/>
                      </a:cubicBezTo>
                      <a:cubicBezTo>
                        <a:pt x="25991" y="2589"/>
                        <a:pt x="25843" y="2367"/>
                        <a:pt x="25622" y="2108"/>
                      </a:cubicBezTo>
                      <a:cubicBezTo>
                        <a:pt x="25289" y="1664"/>
                        <a:pt x="24808" y="1184"/>
                        <a:pt x="24365" y="777"/>
                      </a:cubicBezTo>
                      <a:cubicBezTo>
                        <a:pt x="24106" y="555"/>
                        <a:pt x="23884" y="370"/>
                        <a:pt x="23625" y="222"/>
                      </a:cubicBezTo>
                      <a:cubicBezTo>
                        <a:pt x="23403" y="111"/>
                        <a:pt x="23181" y="1"/>
                        <a:pt x="2292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9" name="Google Shape;2907;p51">
                  <a:extLst>
                    <a:ext uri="{FF2B5EF4-FFF2-40B4-BE49-F238E27FC236}">
                      <a16:creationId xmlns:a16="http://schemas.microsoft.com/office/drawing/2014/main" id="{705F8244-9152-698D-BE27-68DFEC6D5EF2}"/>
                    </a:ext>
                  </a:extLst>
                </p:cNvPr>
                <p:cNvSpPr/>
                <p:nvPr/>
              </p:nvSpPr>
              <p:spPr>
                <a:xfrm>
                  <a:off x="2303875" y="3514650"/>
                  <a:ext cx="171025" cy="4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1" h="1997" extrusionOk="0">
                      <a:moveTo>
                        <a:pt x="1665" y="0"/>
                      </a:moveTo>
                      <a:lnTo>
                        <a:pt x="1" y="1997"/>
                      </a:lnTo>
                      <a:cubicBezTo>
                        <a:pt x="1" y="1997"/>
                        <a:pt x="334" y="1997"/>
                        <a:pt x="1665" y="1886"/>
                      </a:cubicBezTo>
                      <a:cubicBezTo>
                        <a:pt x="3033" y="1775"/>
                        <a:pt x="3735" y="1146"/>
                        <a:pt x="3735" y="1146"/>
                      </a:cubicBezTo>
                      <a:cubicBezTo>
                        <a:pt x="3735" y="1146"/>
                        <a:pt x="4992" y="1257"/>
                        <a:pt x="5916" y="1257"/>
                      </a:cubicBezTo>
                      <a:cubicBezTo>
                        <a:pt x="6840" y="1257"/>
                        <a:pt x="6545" y="444"/>
                        <a:pt x="5805" y="333"/>
                      </a:cubicBezTo>
                      <a:cubicBezTo>
                        <a:pt x="5103" y="222"/>
                        <a:pt x="1665" y="0"/>
                        <a:pt x="1665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0" name="Google Shape;2908;p51">
                  <a:extLst>
                    <a:ext uri="{FF2B5EF4-FFF2-40B4-BE49-F238E27FC236}">
                      <a16:creationId xmlns:a16="http://schemas.microsoft.com/office/drawing/2014/main" id="{1A2C9130-E82F-870E-693C-24E04309F626}"/>
                    </a:ext>
                  </a:extLst>
                </p:cNvPr>
                <p:cNvSpPr/>
                <p:nvPr/>
              </p:nvSpPr>
              <p:spPr>
                <a:xfrm>
                  <a:off x="2296500" y="3507250"/>
                  <a:ext cx="177475" cy="6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99" h="2589" extrusionOk="0">
                      <a:moveTo>
                        <a:pt x="1997" y="0"/>
                      </a:moveTo>
                      <a:cubicBezTo>
                        <a:pt x="1812" y="0"/>
                        <a:pt x="1664" y="111"/>
                        <a:pt x="1664" y="296"/>
                      </a:cubicBezTo>
                      <a:cubicBezTo>
                        <a:pt x="1664" y="444"/>
                        <a:pt x="1775" y="592"/>
                        <a:pt x="1960" y="629"/>
                      </a:cubicBezTo>
                      <a:cubicBezTo>
                        <a:pt x="1960" y="629"/>
                        <a:pt x="2810" y="666"/>
                        <a:pt x="3734" y="740"/>
                      </a:cubicBezTo>
                      <a:cubicBezTo>
                        <a:pt x="4695" y="814"/>
                        <a:pt x="5731" y="888"/>
                        <a:pt x="6063" y="925"/>
                      </a:cubicBezTo>
                      <a:cubicBezTo>
                        <a:pt x="6211" y="962"/>
                        <a:pt x="6322" y="999"/>
                        <a:pt x="6396" y="1073"/>
                      </a:cubicBezTo>
                      <a:lnTo>
                        <a:pt x="6470" y="1147"/>
                      </a:lnTo>
                      <a:lnTo>
                        <a:pt x="6470" y="1183"/>
                      </a:lnTo>
                      <a:cubicBezTo>
                        <a:pt x="6470" y="1220"/>
                        <a:pt x="6359" y="1257"/>
                        <a:pt x="6211" y="1257"/>
                      </a:cubicBezTo>
                      <a:cubicBezTo>
                        <a:pt x="5768" y="1257"/>
                        <a:pt x="5213" y="1220"/>
                        <a:pt x="4806" y="1183"/>
                      </a:cubicBezTo>
                      <a:cubicBezTo>
                        <a:pt x="4363" y="1183"/>
                        <a:pt x="4067" y="1147"/>
                        <a:pt x="4067" y="1147"/>
                      </a:cubicBezTo>
                      <a:cubicBezTo>
                        <a:pt x="3993" y="1147"/>
                        <a:pt x="3882" y="1147"/>
                        <a:pt x="3845" y="1220"/>
                      </a:cubicBezTo>
                      <a:cubicBezTo>
                        <a:pt x="3808" y="1220"/>
                        <a:pt x="3180" y="1775"/>
                        <a:pt x="1960" y="1849"/>
                      </a:cubicBezTo>
                      <a:cubicBezTo>
                        <a:pt x="1257" y="1923"/>
                        <a:pt x="850" y="1960"/>
                        <a:pt x="629" y="1960"/>
                      </a:cubicBezTo>
                      <a:lnTo>
                        <a:pt x="296" y="1960"/>
                      </a:lnTo>
                      <a:cubicBezTo>
                        <a:pt x="148" y="1960"/>
                        <a:pt x="0" y="2108"/>
                        <a:pt x="0" y="2293"/>
                      </a:cubicBezTo>
                      <a:cubicBezTo>
                        <a:pt x="0" y="2440"/>
                        <a:pt x="148" y="2588"/>
                        <a:pt x="296" y="2588"/>
                      </a:cubicBezTo>
                      <a:cubicBezTo>
                        <a:pt x="333" y="2588"/>
                        <a:pt x="629" y="2588"/>
                        <a:pt x="1997" y="2477"/>
                      </a:cubicBezTo>
                      <a:cubicBezTo>
                        <a:pt x="3158" y="2388"/>
                        <a:pt x="3888" y="1939"/>
                        <a:pt x="4147" y="1748"/>
                      </a:cubicBezTo>
                      <a:lnTo>
                        <a:pt x="4147" y="1748"/>
                      </a:lnTo>
                      <a:cubicBezTo>
                        <a:pt x="4475" y="1775"/>
                        <a:pt x="5429" y="1849"/>
                        <a:pt x="6211" y="1849"/>
                      </a:cubicBezTo>
                      <a:cubicBezTo>
                        <a:pt x="6470" y="1849"/>
                        <a:pt x="6655" y="1812"/>
                        <a:pt x="6840" y="1701"/>
                      </a:cubicBezTo>
                      <a:cubicBezTo>
                        <a:pt x="6988" y="1590"/>
                        <a:pt x="7099" y="1405"/>
                        <a:pt x="7099" y="1220"/>
                      </a:cubicBezTo>
                      <a:cubicBezTo>
                        <a:pt x="7099" y="962"/>
                        <a:pt x="6988" y="777"/>
                        <a:pt x="6803" y="629"/>
                      </a:cubicBezTo>
                      <a:cubicBezTo>
                        <a:pt x="6655" y="481"/>
                        <a:pt x="6433" y="370"/>
                        <a:pt x="6137" y="296"/>
                      </a:cubicBezTo>
                      <a:cubicBezTo>
                        <a:pt x="5768" y="259"/>
                        <a:pt x="4732" y="185"/>
                        <a:pt x="3771" y="111"/>
                      </a:cubicBezTo>
                      <a:cubicBezTo>
                        <a:pt x="2847" y="37"/>
                        <a:pt x="1997" y="0"/>
                        <a:pt x="19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1" name="Google Shape;2909;p51">
                  <a:extLst>
                    <a:ext uri="{FF2B5EF4-FFF2-40B4-BE49-F238E27FC236}">
                      <a16:creationId xmlns:a16="http://schemas.microsoft.com/office/drawing/2014/main" id="{EF2DFFD4-8677-25D4-5DEF-19A02C69E68E}"/>
                    </a:ext>
                  </a:extLst>
                </p:cNvPr>
                <p:cNvSpPr/>
                <p:nvPr/>
              </p:nvSpPr>
              <p:spPr>
                <a:xfrm>
                  <a:off x="1536750" y="3107250"/>
                  <a:ext cx="905800" cy="107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2" h="42934" extrusionOk="0">
                      <a:moveTo>
                        <a:pt x="12856" y="1"/>
                      </a:moveTo>
                      <a:cubicBezTo>
                        <a:pt x="7710" y="1"/>
                        <a:pt x="4615" y="2378"/>
                        <a:pt x="4215" y="7090"/>
                      </a:cubicBezTo>
                      <a:cubicBezTo>
                        <a:pt x="3734" y="12784"/>
                        <a:pt x="2921" y="20881"/>
                        <a:pt x="2440" y="25095"/>
                      </a:cubicBezTo>
                      <a:cubicBezTo>
                        <a:pt x="1923" y="29310"/>
                        <a:pt x="0" y="30419"/>
                        <a:pt x="333" y="34819"/>
                      </a:cubicBezTo>
                      <a:cubicBezTo>
                        <a:pt x="629" y="39181"/>
                        <a:pt x="3069" y="42434"/>
                        <a:pt x="7284" y="42730"/>
                      </a:cubicBezTo>
                      <a:cubicBezTo>
                        <a:pt x="9090" y="42873"/>
                        <a:pt x="10563" y="42934"/>
                        <a:pt x="12094" y="42934"/>
                      </a:cubicBezTo>
                      <a:cubicBezTo>
                        <a:pt x="14135" y="42934"/>
                        <a:pt x="16278" y="42825"/>
                        <a:pt x="19447" y="42656"/>
                      </a:cubicBezTo>
                      <a:cubicBezTo>
                        <a:pt x="24105" y="42398"/>
                        <a:pt x="33754" y="41362"/>
                        <a:pt x="33754" y="41362"/>
                      </a:cubicBezTo>
                      <a:cubicBezTo>
                        <a:pt x="33754" y="41362"/>
                        <a:pt x="35455" y="37591"/>
                        <a:pt x="35603" y="35817"/>
                      </a:cubicBezTo>
                      <a:cubicBezTo>
                        <a:pt x="35751" y="34042"/>
                        <a:pt x="36232" y="28681"/>
                        <a:pt x="35270" y="28681"/>
                      </a:cubicBezTo>
                      <a:cubicBezTo>
                        <a:pt x="34309" y="28681"/>
                        <a:pt x="15713" y="29606"/>
                        <a:pt x="15713" y="29606"/>
                      </a:cubicBezTo>
                      <a:lnTo>
                        <a:pt x="16859" y="22507"/>
                      </a:lnTo>
                      <a:cubicBezTo>
                        <a:pt x="16859" y="22507"/>
                        <a:pt x="20741" y="19882"/>
                        <a:pt x="21074" y="18293"/>
                      </a:cubicBezTo>
                      <a:cubicBezTo>
                        <a:pt x="21369" y="16666"/>
                        <a:pt x="21221" y="9678"/>
                        <a:pt x="20408" y="5944"/>
                      </a:cubicBezTo>
                      <a:cubicBezTo>
                        <a:pt x="19595" y="2247"/>
                        <a:pt x="16193" y="288"/>
                        <a:pt x="16193" y="288"/>
                      </a:cubicBezTo>
                      <a:cubicBezTo>
                        <a:pt x="15002" y="97"/>
                        <a:pt x="13888" y="1"/>
                        <a:pt x="1285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2" name="Google Shape;2910;p51">
                  <a:extLst>
                    <a:ext uri="{FF2B5EF4-FFF2-40B4-BE49-F238E27FC236}">
                      <a16:creationId xmlns:a16="http://schemas.microsoft.com/office/drawing/2014/main" id="{B009832E-692F-2A74-F718-5DE86C458488}"/>
                    </a:ext>
                  </a:extLst>
                </p:cNvPr>
                <p:cNvSpPr/>
                <p:nvPr/>
              </p:nvSpPr>
              <p:spPr>
                <a:xfrm>
                  <a:off x="1535825" y="3099650"/>
                  <a:ext cx="904875" cy="108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95" h="43552" extrusionOk="0">
                      <a:moveTo>
                        <a:pt x="12940" y="629"/>
                      </a:moveTo>
                      <a:cubicBezTo>
                        <a:pt x="13914" y="629"/>
                        <a:pt x="14958" y="699"/>
                        <a:pt x="16106" y="874"/>
                      </a:cubicBezTo>
                      <a:lnTo>
                        <a:pt x="16106" y="874"/>
                      </a:lnTo>
                      <a:lnTo>
                        <a:pt x="16120" y="888"/>
                      </a:lnTo>
                      <a:cubicBezTo>
                        <a:pt x="16267" y="999"/>
                        <a:pt x="17118" y="1516"/>
                        <a:pt x="18005" y="2440"/>
                      </a:cubicBezTo>
                      <a:cubicBezTo>
                        <a:pt x="18855" y="3365"/>
                        <a:pt x="19780" y="4659"/>
                        <a:pt x="20149" y="6322"/>
                      </a:cubicBezTo>
                      <a:cubicBezTo>
                        <a:pt x="20704" y="8836"/>
                        <a:pt x="20926" y="12903"/>
                        <a:pt x="20926" y="15713"/>
                      </a:cubicBezTo>
                      <a:cubicBezTo>
                        <a:pt x="20926" y="17007"/>
                        <a:pt x="20889" y="18042"/>
                        <a:pt x="20778" y="18523"/>
                      </a:cubicBezTo>
                      <a:cubicBezTo>
                        <a:pt x="20741" y="18818"/>
                        <a:pt x="20445" y="19262"/>
                        <a:pt x="20075" y="19706"/>
                      </a:cubicBezTo>
                      <a:cubicBezTo>
                        <a:pt x="19484" y="20408"/>
                        <a:pt x="18634" y="21111"/>
                        <a:pt x="17931" y="21628"/>
                      </a:cubicBezTo>
                      <a:cubicBezTo>
                        <a:pt x="17598" y="21924"/>
                        <a:pt x="17303" y="22146"/>
                        <a:pt x="17081" y="22294"/>
                      </a:cubicBezTo>
                      <a:cubicBezTo>
                        <a:pt x="16859" y="22442"/>
                        <a:pt x="16711" y="22552"/>
                        <a:pt x="16711" y="22552"/>
                      </a:cubicBezTo>
                      <a:cubicBezTo>
                        <a:pt x="16637" y="22589"/>
                        <a:pt x="16600" y="22663"/>
                        <a:pt x="16563" y="22737"/>
                      </a:cubicBezTo>
                      <a:lnTo>
                        <a:pt x="15454" y="29873"/>
                      </a:lnTo>
                      <a:cubicBezTo>
                        <a:pt x="15417" y="29984"/>
                        <a:pt x="15454" y="30058"/>
                        <a:pt x="15528" y="30131"/>
                      </a:cubicBezTo>
                      <a:cubicBezTo>
                        <a:pt x="15565" y="30205"/>
                        <a:pt x="15676" y="30242"/>
                        <a:pt x="15750" y="30242"/>
                      </a:cubicBezTo>
                      <a:cubicBezTo>
                        <a:pt x="15750" y="30242"/>
                        <a:pt x="16933" y="30168"/>
                        <a:pt x="18671" y="30094"/>
                      </a:cubicBezTo>
                      <a:cubicBezTo>
                        <a:pt x="21332" y="29947"/>
                        <a:pt x="25288" y="29762"/>
                        <a:pt x="28727" y="29614"/>
                      </a:cubicBezTo>
                      <a:cubicBezTo>
                        <a:pt x="30427" y="29503"/>
                        <a:pt x="31980" y="29429"/>
                        <a:pt x="33163" y="29392"/>
                      </a:cubicBezTo>
                      <a:cubicBezTo>
                        <a:pt x="34280" y="29357"/>
                        <a:pt x="35068" y="29322"/>
                        <a:pt x="35276" y="29318"/>
                      </a:cubicBezTo>
                      <a:lnTo>
                        <a:pt x="35276" y="29318"/>
                      </a:lnTo>
                      <a:cubicBezTo>
                        <a:pt x="35311" y="29322"/>
                        <a:pt x="35346" y="29361"/>
                        <a:pt x="35381" y="29466"/>
                      </a:cubicBezTo>
                      <a:cubicBezTo>
                        <a:pt x="35455" y="29651"/>
                        <a:pt x="35529" y="29984"/>
                        <a:pt x="35529" y="30316"/>
                      </a:cubicBezTo>
                      <a:cubicBezTo>
                        <a:pt x="35566" y="30686"/>
                        <a:pt x="35603" y="31130"/>
                        <a:pt x="35603" y="31573"/>
                      </a:cubicBezTo>
                      <a:cubicBezTo>
                        <a:pt x="35603" y="33200"/>
                        <a:pt x="35418" y="35159"/>
                        <a:pt x="35344" y="36121"/>
                      </a:cubicBezTo>
                      <a:cubicBezTo>
                        <a:pt x="35270" y="36934"/>
                        <a:pt x="34790" y="38302"/>
                        <a:pt x="34383" y="39448"/>
                      </a:cubicBezTo>
                      <a:cubicBezTo>
                        <a:pt x="34161" y="40040"/>
                        <a:pt x="33939" y="40557"/>
                        <a:pt x="33755" y="40927"/>
                      </a:cubicBezTo>
                      <a:cubicBezTo>
                        <a:pt x="33681" y="41129"/>
                        <a:pt x="33617" y="41286"/>
                        <a:pt x="33570" y="41392"/>
                      </a:cubicBezTo>
                      <a:lnTo>
                        <a:pt x="33570" y="41392"/>
                      </a:lnTo>
                      <a:cubicBezTo>
                        <a:pt x="33323" y="41419"/>
                        <a:pt x="32836" y="41469"/>
                        <a:pt x="32165" y="41518"/>
                      </a:cubicBezTo>
                      <a:cubicBezTo>
                        <a:pt x="29244" y="41851"/>
                        <a:pt x="22959" y="42443"/>
                        <a:pt x="19484" y="42628"/>
                      </a:cubicBezTo>
                      <a:cubicBezTo>
                        <a:pt x="16230" y="42812"/>
                        <a:pt x="14049" y="42923"/>
                        <a:pt x="11979" y="42923"/>
                      </a:cubicBezTo>
                      <a:cubicBezTo>
                        <a:pt x="10500" y="42923"/>
                        <a:pt x="9095" y="42886"/>
                        <a:pt x="7358" y="42738"/>
                      </a:cubicBezTo>
                      <a:cubicBezTo>
                        <a:pt x="5324" y="42591"/>
                        <a:pt x="3734" y="41740"/>
                        <a:pt x="2625" y="40409"/>
                      </a:cubicBezTo>
                      <a:cubicBezTo>
                        <a:pt x="1479" y="39078"/>
                        <a:pt x="814" y="37230"/>
                        <a:pt x="666" y="35086"/>
                      </a:cubicBezTo>
                      <a:cubicBezTo>
                        <a:pt x="629" y="34753"/>
                        <a:pt x="629" y="34457"/>
                        <a:pt x="629" y="34161"/>
                      </a:cubicBezTo>
                      <a:cubicBezTo>
                        <a:pt x="629" y="32387"/>
                        <a:pt x="1036" y="31241"/>
                        <a:pt x="1516" y="29984"/>
                      </a:cubicBezTo>
                      <a:cubicBezTo>
                        <a:pt x="1997" y="28727"/>
                        <a:pt x="2551" y="27396"/>
                        <a:pt x="2773" y="25436"/>
                      </a:cubicBezTo>
                      <a:cubicBezTo>
                        <a:pt x="3254" y="21222"/>
                        <a:pt x="4067" y="13088"/>
                        <a:pt x="4548" y="7431"/>
                      </a:cubicBezTo>
                      <a:cubicBezTo>
                        <a:pt x="4733" y="5102"/>
                        <a:pt x="5583" y="3439"/>
                        <a:pt x="6988" y="2329"/>
                      </a:cubicBezTo>
                      <a:cubicBezTo>
                        <a:pt x="8393" y="1183"/>
                        <a:pt x="10389" y="629"/>
                        <a:pt x="12940" y="629"/>
                      </a:cubicBezTo>
                      <a:close/>
                      <a:moveTo>
                        <a:pt x="12940" y="0"/>
                      </a:moveTo>
                      <a:cubicBezTo>
                        <a:pt x="10315" y="0"/>
                        <a:pt x="8171" y="592"/>
                        <a:pt x="6618" y="1849"/>
                      </a:cubicBezTo>
                      <a:cubicBezTo>
                        <a:pt x="5065" y="3069"/>
                        <a:pt x="4141" y="4954"/>
                        <a:pt x="3919" y="7358"/>
                      </a:cubicBezTo>
                      <a:cubicBezTo>
                        <a:pt x="3439" y="13051"/>
                        <a:pt x="2625" y="21148"/>
                        <a:pt x="2145" y="25362"/>
                      </a:cubicBezTo>
                      <a:cubicBezTo>
                        <a:pt x="1923" y="27248"/>
                        <a:pt x="1405" y="28505"/>
                        <a:pt x="925" y="29762"/>
                      </a:cubicBezTo>
                      <a:cubicBezTo>
                        <a:pt x="444" y="31019"/>
                        <a:pt x="0" y="32313"/>
                        <a:pt x="0" y="34161"/>
                      </a:cubicBezTo>
                      <a:cubicBezTo>
                        <a:pt x="0" y="34457"/>
                        <a:pt x="37" y="34790"/>
                        <a:pt x="37" y="35123"/>
                      </a:cubicBezTo>
                      <a:cubicBezTo>
                        <a:pt x="222" y="37378"/>
                        <a:pt x="925" y="39337"/>
                        <a:pt x="2145" y="40779"/>
                      </a:cubicBezTo>
                      <a:cubicBezTo>
                        <a:pt x="3365" y="42258"/>
                        <a:pt x="5102" y="43182"/>
                        <a:pt x="7284" y="43367"/>
                      </a:cubicBezTo>
                      <a:cubicBezTo>
                        <a:pt x="9058" y="43478"/>
                        <a:pt x="10500" y="43552"/>
                        <a:pt x="11979" y="43552"/>
                      </a:cubicBezTo>
                      <a:cubicBezTo>
                        <a:pt x="14086" y="43552"/>
                        <a:pt x="16267" y="43441"/>
                        <a:pt x="19521" y="43256"/>
                      </a:cubicBezTo>
                      <a:cubicBezTo>
                        <a:pt x="24179" y="42997"/>
                        <a:pt x="33828" y="41999"/>
                        <a:pt x="33828" y="41999"/>
                      </a:cubicBezTo>
                      <a:cubicBezTo>
                        <a:pt x="33939" y="41962"/>
                        <a:pt x="34013" y="41888"/>
                        <a:pt x="34087" y="41814"/>
                      </a:cubicBezTo>
                      <a:cubicBezTo>
                        <a:pt x="34087" y="41814"/>
                        <a:pt x="34494" y="40853"/>
                        <a:pt x="34938" y="39670"/>
                      </a:cubicBezTo>
                      <a:cubicBezTo>
                        <a:pt x="35381" y="38487"/>
                        <a:pt x="35862" y="37119"/>
                        <a:pt x="35936" y="36158"/>
                      </a:cubicBezTo>
                      <a:cubicBezTo>
                        <a:pt x="36047" y="35196"/>
                        <a:pt x="36195" y="33237"/>
                        <a:pt x="36195" y="31573"/>
                      </a:cubicBezTo>
                      <a:cubicBezTo>
                        <a:pt x="36195" y="30871"/>
                        <a:pt x="36195" y="30205"/>
                        <a:pt x="36084" y="29688"/>
                      </a:cubicBezTo>
                      <a:cubicBezTo>
                        <a:pt x="36047" y="29466"/>
                        <a:pt x="35973" y="29244"/>
                        <a:pt x="35862" y="29059"/>
                      </a:cubicBezTo>
                      <a:cubicBezTo>
                        <a:pt x="35825" y="28948"/>
                        <a:pt x="35751" y="28874"/>
                        <a:pt x="35640" y="28801"/>
                      </a:cubicBezTo>
                      <a:cubicBezTo>
                        <a:pt x="35566" y="28727"/>
                        <a:pt x="35455" y="28690"/>
                        <a:pt x="35307" y="28690"/>
                      </a:cubicBezTo>
                      <a:cubicBezTo>
                        <a:pt x="35048" y="28690"/>
                        <a:pt x="33718" y="28764"/>
                        <a:pt x="31832" y="28837"/>
                      </a:cubicBezTo>
                      <a:cubicBezTo>
                        <a:pt x="26798" y="29068"/>
                        <a:pt x="17985" y="29503"/>
                        <a:pt x="16108" y="29596"/>
                      </a:cubicBezTo>
                      <a:lnTo>
                        <a:pt x="16108" y="29596"/>
                      </a:lnTo>
                      <a:lnTo>
                        <a:pt x="17176" y="22948"/>
                      </a:lnTo>
                      <a:lnTo>
                        <a:pt x="17176" y="22948"/>
                      </a:lnTo>
                      <a:cubicBezTo>
                        <a:pt x="17480" y="22747"/>
                        <a:pt x="18267" y="22211"/>
                        <a:pt x="19077" y="21517"/>
                      </a:cubicBezTo>
                      <a:cubicBezTo>
                        <a:pt x="19595" y="21111"/>
                        <a:pt x="20112" y="20630"/>
                        <a:pt x="20519" y="20112"/>
                      </a:cubicBezTo>
                      <a:cubicBezTo>
                        <a:pt x="20963" y="19632"/>
                        <a:pt x="21295" y="19151"/>
                        <a:pt x="21406" y="18634"/>
                      </a:cubicBezTo>
                      <a:cubicBezTo>
                        <a:pt x="21517" y="18079"/>
                        <a:pt x="21554" y="17044"/>
                        <a:pt x="21554" y="15713"/>
                      </a:cubicBezTo>
                      <a:cubicBezTo>
                        <a:pt x="21554" y="12866"/>
                        <a:pt x="21295" y="8799"/>
                        <a:pt x="20741" y="6211"/>
                      </a:cubicBezTo>
                      <a:cubicBezTo>
                        <a:pt x="20334" y="4252"/>
                        <a:pt x="19225" y="2810"/>
                        <a:pt x="18264" y="1812"/>
                      </a:cubicBezTo>
                      <a:cubicBezTo>
                        <a:pt x="17266" y="851"/>
                        <a:pt x="16415" y="333"/>
                        <a:pt x="16378" y="333"/>
                      </a:cubicBezTo>
                      <a:lnTo>
                        <a:pt x="16267" y="296"/>
                      </a:lnTo>
                      <a:cubicBezTo>
                        <a:pt x="15084" y="111"/>
                        <a:pt x="13975" y="0"/>
                        <a:pt x="1294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3" name="Google Shape;2911;p51">
                  <a:extLst>
                    <a:ext uri="{FF2B5EF4-FFF2-40B4-BE49-F238E27FC236}">
                      <a16:creationId xmlns:a16="http://schemas.microsoft.com/office/drawing/2014/main" id="{DF92416B-BB93-AFAE-BA5D-A3A867649ABD}"/>
                    </a:ext>
                  </a:extLst>
                </p:cNvPr>
                <p:cNvSpPr/>
                <p:nvPr/>
              </p:nvSpPr>
              <p:spPr>
                <a:xfrm>
                  <a:off x="2022900" y="2863875"/>
                  <a:ext cx="279150" cy="31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66" h="12463" extrusionOk="0">
                      <a:moveTo>
                        <a:pt x="8878" y="1"/>
                      </a:moveTo>
                      <a:cubicBezTo>
                        <a:pt x="8592" y="1"/>
                        <a:pt x="8271" y="46"/>
                        <a:pt x="7913" y="152"/>
                      </a:cubicBezTo>
                      <a:cubicBezTo>
                        <a:pt x="5177" y="965"/>
                        <a:pt x="1" y="8396"/>
                        <a:pt x="1" y="8396"/>
                      </a:cubicBezTo>
                      <a:cubicBezTo>
                        <a:pt x="1" y="8396"/>
                        <a:pt x="1775" y="12463"/>
                        <a:pt x="2737" y="12463"/>
                      </a:cubicBezTo>
                      <a:cubicBezTo>
                        <a:pt x="3735" y="12463"/>
                        <a:pt x="7765" y="10836"/>
                        <a:pt x="9244" y="8248"/>
                      </a:cubicBezTo>
                      <a:cubicBezTo>
                        <a:pt x="10685" y="5660"/>
                        <a:pt x="11166" y="2074"/>
                        <a:pt x="11166" y="2074"/>
                      </a:cubicBezTo>
                      <a:cubicBezTo>
                        <a:pt x="11166" y="2074"/>
                        <a:pt x="10802" y="1"/>
                        <a:pt x="8878" y="1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4" name="Google Shape;2912;p51">
                  <a:extLst>
                    <a:ext uri="{FF2B5EF4-FFF2-40B4-BE49-F238E27FC236}">
                      <a16:creationId xmlns:a16="http://schemas.microsoft.com/office/drawing/2014/main" id="{AFDE4FC9-5BD1-1799-2657-3E92FA98CA05}"/>
                    </a:ext>
                  </a:extLst>
                </p:cNvPr>
                <p:cNvSpPr/>
                <p:nvPr/>
              </p:nvSpPr>
              <p:spPr>
                <a:xfrm>
                  <a:off x="2014600" y="2855650"/>
                  <a:ext cx="294850" cy="3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3088" extrusionOk="0">
                      <a:moveTo>
                        <a:pt x="9206" y="629"/>
                      </a:moveTo>
                      <a:cubicBezTo>
                        <a:pt x="9649" y="629"/>
                        <a:pt x="9945" y="739"/>
                        <a:pt x="10204" y="924"/>
                      </a:cubicBezTo>
                      <a:cubicBezTo>
                        <a:pt x="10611" y="1146"/>
                        <a:pt x="10869" y="1553"/>
                        <a:pt x="11017" y="1886"/>
                      </a:cubicBezTo>
                      <a:cubicBezTo>
                        <a:pt x="11091" y="2033"/>
                        <a:pt x="11128" y="2181"/>
                        <a:pt x="11165" y="2292"/>
                      </a:cubicBezTo>
                      <a:lnTo>
                        <a:pt x="11197" y="2418"/>
                      </a:lnTo>
                      <a:lnTo>
                        <a:pt x="11197" y="2418"/>
                      </a:lnTo>
                      <a:cubicBezTo>
                        <a:pt x="11192" y="2445"/>
                        <a:pt x="11183" y="2479"/>
                        <a:pt x="11165" y="2514"/>
                      </a:cubicBezTo>
                      <a:cubicBezTo>
                        <a:pt x="11054" y="3217"/>
                        <a:pt x="10537" y="6211"/>
                        <a:pt x="9280" y="8429"/>
                      </a:cubicBezTo>
                      <a:cubicBezTo>
                        <a:pt x="8614" y="9649"/>
                        <a:pt x="7283" y="10685"/>
                        <a:pt x="5989" y="11387"/>
                      </a:cubicBezTo>
                      <a:cubicBezTo>
                        <a:pt x="5361" y="11757"/>
                        <a:pt x="4695" y="12016"/>
                        <a:pt x="4178" y="12200"/>
                      </a:cubicBezTo>
                      <a:cubicBezTo>
                        <a:pt x="3660" y="12385"/>
                        <a:pt x="3254" y="12496"/>
                        <a:pt x="3069" y="12496"/>
                      </a:cubicBezTo>
                      <a:cubicBezTo>
                        <a:pt x="3069" y="12496"/>
                        <a:pt x="2995" y="12459"/>
                        <a:pt x="2884" y="12385"/>
                      </a:cubicBezTo>
                      <a:cubicBezTo>
                        <a:pt x="2662" y="12200"/>
                        <a:pt x="2403" y="11905"/>
                        <a:pt x="2144" y="11498"/>
                      </a:cubicBezTo>
                      <a:cubicBezTo>
                        <a:pt x="1775" y="10943"/>
                        <a:pt x="1368" y="10204"/>
                        <a:pt x="1072" y="9612"/>
                      </a:cubicBezTo>
                      <a:cubicBezTo>
                        <a:pt x="924" y="9317"/>
                        <a:pt x="813" y="9095"/>
                        <a:pt x="740" y="8910"/>
                      </a:cubicBezTo>
                      <a:cubicBezTo>
                        <a:pt x="719" y="8860"/>
                        <a:pt x="699" y="8815"/>
                        <a:pt x="681" y="8776"/>
                      </a:cubicBezTo>
                      <a:lnTo>
                        <a:pt x="681" y="8776"/>
                      </a:lnTo>
                      <a:cubicBezTo>
                        <a:pt x="715" y="8725"/>
                        <a:pt x="759" y="8659"/>
                        <a:pt x="813" y="8577"/>
                      </a:cubicBezTo>
                      <a:cubicBezTo>
                        <a:pt x="1294" y="7875"/>
                        <a:pt x="2625" y="6063"/>
                        <a:pt x="4104" y="4363"/>
                      </a:cubicBezTo>
                      <a:cubicBezTo>
                        <a:pt x="4880" y="3512"/>
                        <a:pt x="5657" y="2699"/>
                        <a:pt x="6396" y="2033"/>
                      </a:cubicBezTo>
                      <a:cubicBezTo>
                        <a:pt x="7135" y="1405"/>
                        <a:pt x="7838" y="924"/>
                        <a:pt x="8355" y="776"/>
                      </a:cubicBezTo>
                      <a:cubicBezTo>
                        <a:pt x="8688" y="666"/>
                        <a:pt x="8947" y="629"/>
                        <a:pt x="9206" y="629"/>
                      </a:cubicBezTo>
                      <a:close/>
                      <a:moveTo>
                        <a:pt x="9206" y="0"/>
                      </a:moveTo>
                      <a:cubicBezTo>
                        <a:pt x="8910" y="0"/>
                        <a:pt x="8540" y="74"/>
                        <a:pt x="8171" y="185"/>
                      </a:cubicBezTo>
                      <a:cubicBezTo>
                        <a:pt x="7394" y="407"/>
                        <a:pt x="6544" y="1072"/>
                        <a:pt x="5657" y="1886"/>
                      </a:cubicBezTo>
                      <a:cubicBezTo>
                        <a:pt x="2995" y="4363"/>
                        <a:pt x="74" y="8540"/>
                        <a:pt x="74" y="8577"/>
                      </a:cubicBezTo>
                      <a:cubicBezTo>
                        <a:pt x="0" y="8651"/>
                        <a:pt x="0" y="8762"/>
                        <a:pt x="37" y="8873"/>
                      </a:cubicBezTo>
                      <a:cubicBezTo>
                        <a:pt x="37" y="8873"/>
                        <a:pt x="481" y="9871"/>
                        <a:pt x="1072" y="10906"/>
                      </a:cubicBezTo>
                      <a:cubicBezTo>
                        <a:pt x="1368" y="11424"/>
                        <a:pt x="1664" y="11942"/>
                        <a:pt x="1997" y="12348"/>
                      </a:cubicBezTo>
                      <a:cubicBezTo>
                        <a:pt x="2144" y="12533"/>
                        <a:pt x="2329" y="12718"/>
                        <a:pt x="2477" y="12866"/>
                      </a:cubicBezTo>
                      <a:cubicBezTo>
                        <a:pt x="2662" y="12977"/>
                        <a:pt x="2847" y="13088"/>
                        <a:pt x="3069" y="13088"/>
                      </a:cubicBezTo>
                      <a:cubicBezTo>
                        <a:pt x="3401" y="13088"/>
                        <a:pt x="3845" y="12977"/>
                        <a:pt x="4400" y="12792"/>
                      </a:cubicBezTo>
                      <a:cubicBezTo>
                        <a:pt x="5250" y="12496"/>
                        <a:pt x="6285" y="11979"/>
                        <a:pt x="7283" y="11313"/>
                      </a:cubicBezTo>
                      <a:cubicBezTo>
                        <a:pt x="8282" y="10611"/>
                        <a:pt x="9243" y="9760"/>
                        <a:pt x="9834" y="8725"/>
                      </a:cubicBezTo>
                      <a:cubicBezTo>
                        <a:pt x="11313" y="6063"/>
                        <a:pt x="11794" y="2477"/>
                        <a:pt x="11794" y="2440"/>
                      </a:cubicBezTo>
                      <a:lnTo>
                        <a:pt x="11794" y="2366"/>
                      </a:lnTo>
                      <a:cubicBezTo>
                        <a:pt x="11794" y="2329"/>
                        <a:pt x="11720" y="1775"/>
                        <a:pt x="11350" y="1220"/>
                      </a:cubicBezTo>
                      <a:cubicBezTo>
                        <a:pt x="11165" y="924"/>
                        <a:pt x="10906" y="629"/>
                        <a:pt x="10537" y="407"/>
                      </a:cubicBezTo>
                      <a:cubicBezTo>
                        <a:pt x="10204" y="148"/>
                        <a:pt x="9760" y="0"/>
                        <a:pt x="920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5" name="Google Shape;2913;p51">
                  <a:extLst>
                    <a:ext uri="{FF2B5EF4-FFF2-40B4-BE49-F238E27FC236}">
                      <a16:creationId xmlns:a16="http://schemas.microsoft.com/office/drawing/2014/main" id="{1DE9189F-867D-81F0-7BEE-2DDF799D17AE}"/>
                    </a:ext>
                  </a:extLst>
                </p:cNvPr>
                <p:cNvSpPr/>
                <p:nvPr/>
              </p:nvSpPr>
              <p:spPr>
                <a:xfrm>
                  <a:off x="1440650" y="2636575"/>
                  <a:ext cx="1007450" cy="89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98" h="35999" extrusionOk="0">
                      <a:moveTo>
                        <a:pt x="25818" y="0"/>
                      </a:moveTo>
                      <a:cubicBezTo>
                        <a:pt x="24898" y="0"/>
                        <a:pt x="23943" y="132"/>
                        <a:pt x="22958" y="482"/>
                      </a:cubicBezTo>
                      <a:cubicBezTo>
                        <a:pt x="18891" y="1960"/>
                        <a:pt x="18891" y="6471"/>
                        <a:pt x="18743" y="9392"/>
                      </a:cubicBezTo>
                      <a:cubicBezTo>
                        <a:pt x="18596" y="12312"/>
                        <a:pt x="18411" y="13126"/>
                        <a:pt x="12089" y="15381"/>
                      </a:cubicBezTo>
                      <a:cubicBezTo>
                        <a:pt x="5767" y="17673"/>
                        <a:pt x="2070" y="21703"/>
                        <a:pt x="924" y="27544"/>
                      </a:cubicBezTo>
                      <a:cubicBezTo>
                        <a:pt x="0" y="32252"/>
                        <a:pt x="3927" y="35999"/>
                        <a:pt x="8040" y="35999"/>
                      </a:cubicBezTo>
                      <a:cubicBezTo>
                        <a:pt x="9031" y="35999"/>
                        <a:pt x="10033" y="35782"/>
                        <a:pt x="10980" y="35308"/>
                      </a:cubicBezTo>
                      <a:cubicBezTo>
                        <a:pt x="15823" y="32905"/>
                        <a:pt x="15823" y="21703"/>
                        <a:pt x="19409" y="20409"/>
                      </a:cubicBezTo>
                      <a:cubicBezTo>
                        <a:pt x="22958" y="19115"/>
                        <a:pt x="27653" y="18967"/>
                        <a:pt x="29428" y="14087"/>
                      </a:cubicBezTo>
                      <a:cubicBezTo>
                        <a:pt x="29428" y="14087"/>
                        <a:pt x="29280" y="12978"/>
                        <a:pt x="33014" y="12978"/>
                      </a:cubicBezTo>
                      <a:cubicBezTo>
                        <a:pt x="36711" y="12978"/>
                        <a:pt x="39632" y="9392"/>
                        <a:pt x="39965" y="5510"/>
                      </a:cubicBezTo>
                      <a:cubicBezTo>
                        <a:pt x="40297" y="1628"/>
                        <a:pt x="36083" y="1295"/>
                        <a:pt x="33310" y="1295"/>
                      </a:cubicBezTo>
                      <a:cubicBezTo>
                        <a:pt x="31237" y="1295"/>
                        <a:pt x="28697" y="0"/>
                        <a:pt x="258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6" name="Google Shape;2914;p51">
                  <a:extLst>
                    <a:ext uri="{FF2B5EF4-FFF2-40B4-BE49-F238E27FC236}">
                      <a16:creationId xmlns:a16="http://schemas.microsoft.com/office/drawing/2014/main" id="{7A3FB60B-9F55-7FB7-E279-E2E23FA5E0CA}"/>
                    </a:ext>
                  </a:extLst>
                </p:cNvPr>
                <p:cNvSpPr/>
                <p:nvPr/>
              </p:nvSpPr>
              <p:spPr>
                <a:xfrm>
                  <a:off x="1452650" y="2629200"/>
                  <a:ext cx="995450" cy="91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18" h="36602" extrusionOk="0">
                      <a:moveTo>
                        <a:pt x="25325" y="592"/>
                      </a:moveTo>
                      <a:cubicBezTo>
                        <a:pt x="26730" y="592"/>
                        <a:pt x="28061" y="925"/>
                        <a:pt x="29318" y="1257"/>
                      </a:cubicBezTo>
                      <a:cubicBezTo>
                        <a:pt x="30575" y="1553"/>
                        <a:pt x="31758" y="1886"/>
                        <a:pt x="32830" y="1886"/>
                      </a:cubicBezTo>
                      <a:cubicBezTo>
                        <a:pt x="34161" y="1886"/>
                        <a:pt x="35788" y="1960"/>
                        <a:pt x="37045" y="2477"/>
                      </a:cubicBezTo>
                      <a:cubicBezTo>
                        <a:pt x="37710" y="2699"/>
                        <a:pt x="38228" y="3032"/>
                        <a:pt x="38597" y="3512"/>
                      </a:cubicBezTo>
                      <a:cubicBezTo>
                        <a:pt x="38967" y="3993"/>
                        <a:pt x="39189" y="4585"/>
                        <a:pt x="39189" y="5398"/>
                      </a:cubicBezTo>
                      <a:cubicBezTo>
                        <a:pt x="39189" y="5509"/>
                        <a:pt x="39189" y="5657"/>
                        <a:pt x="39189" y="5768"/>
                      </a:cubicBezTo>
                      <a:cubicBezTo>
                        <a:pt x="39041" y="7653"/>
                        <a:pt x="38228" y="9465"/>
                        <a:pt x="37045" y="10796"/>
                      </a:cubicBezTo>
                      <a:cubicBezTo>
                        <a:pt x="35861" y="12090"/>
                        <a:pt x="34272" y="12940"/>
                        <a:pt x="32534" y="12940"/>
                      </a:cubicBezTo>
                      <a:cubicBezTo>
                        <a:pt x="30797" y="12940"/>
                        <a:pt x="29835" y="13199"/>
                        <a:pt x="29318" y="13495"/>
                      </a:cubicBezTo>
                      <a:cubicBezTo>
                        <a:pt x="29022" y="13642"/>
                        <a:pt x="28874" y="13827"/>
                        <a:pt x="28763" y="13975"/>
                      </a:cubicBezTo>
                      <a:cubicBezTo>
                        <a:pt x="28686" y="14078"/>
                        <a:pt x="28662" y="14181"/>
                        <a:pt x="28655" y="14272"/>
                      </a:cubicBezTo>
                      <a:lnTo>
                        <a:pt x="28652" y="14271"/>
                      </a:lnTo>
                      <a:cubicBezTo>
                        <a:pt x="27802" y="16637"/>
                        <a:pt x="26286" y="17820"/>
                        <a:pt x="24475" y="18597"/>
                      </a:cubicBezTo>
                      <a:cubicBezTo>
                        <a:pt x="22700" y="19410"/>
                        <a:pt x="20630" y="19743"/>
                        <a:pt x="18818" y="20408"/>
                      </a:cubicBezTo>
                      <a:cubicBezTo>
                        <a:pt x="18300" y="20593"/>
                        <a:pt x="17857" y="20963"/>
                        <a:pt x="17487" y="21443"/>
                      </a:cubicBezTo>
                      <a:cubicBezTo>
                        <a:pt x="16822" y="22257"/>
                        <a:pt x="16341" y="23403"/>
                        <a:pt x="15860" y="24697"/>
                      </a:cubicBezTo>
                      <a:cubicBezTo>
                        <a:pt x="15158" y="26656"/>
                        <a:pt x="14566" y="28948"/>
                        <a:pt x="13716" y="30945"/>
                      </a:cubicBezTo>
                      <a:cubicBezTo>
                        <a:pt x="12866" y="32941"/>
                        <a:pt x="11831" y="34605"/>
                        <a:pt x="10352" y="35344"/>
                      </a:cubicBezTo>
                      <a:cubicBezTo>
                        <a:pt x="9464" y="35788"/>
                        <a:pt x="8503" y="36010"/>
                        <a:pt x="7579" y="36010"/>
                      </a:cubicBezTo>
                      <a:cubicBezTo>
                        <a:pt x="5804" y="36010"/>
                        <a:pt x="4067" y="35270"/>
                        <a:pt x="2773" y="34050"/>
                      </a:cubicBezTo>
                      <a:cubicBezTo>
                        <a:pt x="1479" y="32830"/>
                        <a:pt x="629" y="31130"/>
                        <a:pt x="629" y="29207"/>
                      </a:cubicBezTo>
                      <a:cubicBezTo>
                        <a:pt x="629" y="28800"/>
                        <a:pt x="665" y="28357"/>
                        <a:pt x="739" y="27913"/>
                      </a:cubicBezTo>
                      <a:cubicBezTo>
                        <a:pt x="1294" y="25029"/>
                        <a:pt x="2477" y="22626"/>
                        <a:pt x="4326" y="20630"/>
                      </a:cubicBezTo>
                      <a:cubicBezTo>
                        <a:pt x="6137" y="18670"/>
                        <a:pt x="8614" y="17081"/>
                        <a:pt x="11720" y="15972"/>
                      </a:cubicBezTo>
                      <a:cubicBezTo>
                        <a:pt x="14899" y="14825"/>
                        <a:pt x="16526" y="14086"/>
                        <a:pt x="17487" y="13162"/>
                      </a:cubicBezTo>
                      <a:cubicBezTo>
                        <a:pt x="17931" y="12681"/>
                        <a:pt x="18190" y="12164"/>
                        <a:pt x="18337" y="11609"/>
                      </a:cubicBezTo>
                      <a:cubicBezTo>
                        <a:pt x="18485" y="11054"/>
                        <a:pt x="18522" y="10426"/>
                        <a:pt x="18559" y="9724"/>
                      </a:cubicBezTo>
                      <a:cubicBezTo>
                        <a:pt x="18633" y="8245"/>
                        <a:pt x="18707" y="6396"/>
                        <a:pt x="19188" y="4769"/>
                      </a:cubicBezTo>
                      <a:cubicBezTo>
                        <a:pt x="19705" y="3143"/>
                        <a:pt x="20667" y="1775"/>
                        <a:pt x="22589" y="1072"/>
                      </a:cubicBezTo>
                      <a:cubicBezTo>
                        <a:pt x="23513" y="740"/>
                        <a:pt x="24438" y="592"/>
                        <a:pt x="25325" y="592"/>
                      </a:cubicBezTo>
                      <a:close/>
                      <a:moveTo>
                        <a:pt x="25325" y="0"/>
                      </a:moveTo>
                      <a:cubicBezTo>
                        <a:pt x="24401" y="0"/>
                        <a:pt x="23402" y="111"/>
                        <a:pt x="22367" y="481"/>
                      </a:cubicBezTo>
                      <a:cubicBezTo>
                        <a:pt x="20260" y="1257"/>
                        <a:pt x="19151" y="2847"/>
                        <a:pt x="18633" y="4585"/>
                      </a:cubicBezTo>
                      <a:cubicBezTo>
                        <a:pt x="18079" y="6322"/>
                        <a:pt x="18042" y="8208"/>
                        <a:pt x="17968" y="9687"/>
                      </a:cubicBezTo>
                      <a:cubicBezTo>
                        <a:pt x="17931" y="10389"/>
                        <a:pt x="17857" y="10981"/>
                        <a:pt x="17746" y="11461"/>
                      </a:cubicBezTo>
                      <a:cubicBezTo>
                        <a:pt x="17561" y="12164"/>
                        <a:pt x="17191" y="12681"/>
                        <a:pt x="16304" y="13310"/>
                      </a:cubicBezTo>
                      <a:cubicBezTo>
                        <a:pt x="15380" y="13901"/>
                        <a:pt x="13864" y="14567"/>
                        <a:pt x="11535" y="15380"/>
                      </a:cubicBezTo>
                      <a:cubicBezTo>
                        <a:pt x="8318" y="16526"/>
                        <a:pt x="5767" y="18153"/>
                        <a:pt x="3845" y="20223"/>
                      </a:cubicBezTo>
                      <a:cubicBezTo>
                        <a:pt x="1959" y="22294"/>
                        <a:pt x="702" y="24808"/>
                        <a:pt x="148" y="27765"/>
                      </a:cubicBezTo>
                      <a:cubicBezTo>
                        <a:pt x="37" y="28283"/>
                        <a:pt x="0" y="28726"/>
                        <a:pt x="0" y="29207"/>
                      </a:cubicBezTo>
                      <a:cubicBezTo>
                        <a:pt x="0" y="31314"/>
                        <a:pt x="924" y="33163"/>
                        <a:pt x="2329" y="34494"/>
                      </a:cubicBezTo>
                      <a:cubicBezTo>
                        <a:pt x="3734" y="35825"/>
                        <a:pt x="5620" y="36601"/>
                        <a:pt x="7579" y="36601"/>
                      </a:cubicBezTo>
                      <a:cubicBezTo>
                        <a:pt x="8614" y="36601"/>
                        <a:pt x="9649" y="36379"/>
                        <a:pt x="10611" y="35899"/>
                      </a:cubicBezTo>
                      <a:cubicBezTo>
                        <a:pt x="11942" y="35233"/>
                        <a:pt x="12866" y="34013"/>
                        <a:pt x="13642" y="32571"/>
                      </a:cubicBezTo>
                      <a:cubicBezTo>
                        <a:pt x="14751" y="30427"/>
                        <a:pt x="15491" y="27728"/>
                        <a:pt x="16267" y="25436"/>
                      </a:cubicBezTo>
                      <a:cubicBezTo>
                        <a:pt x="16637" y="24327"/>
                        <a:pt x="17043" y="23292"/>
                        <a:pt x="17487" y="22515"/>
                      </a:cubicBezTo>
                      <a:cubicBezTo>
                        <a:pt x="17931" y="21739"/>
                        <a:pt x="18448" y="21184"/>
                        <a:pt x="19003" y="21000"/>
                      </a:cubicBezTo>
                      <a:cubicBezTo>
                        <a:pt x="20777" y="20371"/>
                        <a:pt x="22848" y="20001"/>
                        <a:pt x="24733" y="19151"/>
                      </a:cubicBezTo>
                      <a:cubicBezTo>
                        <a:pt x="26619" y="18338"/>
                        <a:pt x="28319" y="17007"/>
                        <a:pt x="29244" y="14493"/>
                      </a:cubicBezTo>
                      <a:cubicBezTo>
                        <a:pt x="29271" y="14466"/>
                        <a:pt x="29278" y="14419"/>
                        <a:pt x="29266" y="14382"/>
                      </a:cubicBezTo>
                      <a:lnTo>
                        <a:pt x="29281" y="14382"/>
                      </a:lnTo>
                      <a:lnTo>
                        <a:pt x="29281" y="14345"/>
                      </a:lnTo>
                      <a:cubicBezTo>
                        <a:pt x="29281" y="14308"/>
                        <a:pt x="29318" y="14123"/>
                        <a:pt x="29761" y="13938"/>
                      </a:cubicBezTo>
                      <a:cubicBezTo>
                        <a:pt x="30205" y="13753"/>
                        <a:pt x="31055" y="13568"/>
                        <a:pt x="32534" y="13568"/>
                      </a:cubicBezTo>
                      <a:cubicBezTo>
                        <a:pt x="34494" y="13568"/>
                        <a:pt x="36231" y="12607"/>
                        <a:pt x="37525" y="11202"/>
                      </a:cubicBezTo>
                      <a:cubicBezTo>
                        <a:pt x="38782" y="9761"/>
                        <a:pt x="39632" y="7838"/>
                        <a:pt x="39780" y="5842"/>
                      </a:cubicBezTo>
                      <a:cubicBezTo>
                        <a:pt x="39817" y="5694"/>
                        <a:pt x="39817" y="5546"/>
                        <a:pt x="39817" y="5398"/>
                      </a:cubicBezTo>
                      <a:cubicBezTo>
                        <a:pt x="39817" y="4474"/>
                        <a:pt x="39559" y="3697"/>
                        <a:pt x="39078" y="3143"/>
                      </a:cubicBezTo>
                      <a:cubicBezTo>
                        <a:pt x="38375" y="2255"/>
                        <a:pt x="37303" y="1812"/>
                        <a:pt x="36194" y="1553"/>
                      </a:cubicBezTo>
                      <a:cubicBezTo>
                        <a:pt x="35048" y="1331"/>
                        <a:pt x="33865" y="1294"/>
                        <a:pt x="32830" y="1294"/>
                      </a:cubicBezTo>
                      <a:cubicBezTo>
                        <a:pt x="31869" y="1294"/>
                        <a:pt x="30723" y="961"/>
                        <a:pt x="29466" y="629"/>
                      </a:cubicBezTo>
                      <a:cubicBezTo>
                        <a:pt x="28209" y="333"/>
                        <a:pt x="26841" y="0"/>
                        <a:pt x="253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7" name="Google Shape;2915;p51">
                  <a:extLst>
                    <a:ext uri="{FF2B5EF4-FFF2-40B4-BE49-F238E27FC236}">
                      <a16:creationId xmlns:a16="http://schemas.microsoft.com/office/drawing/2014/main" id="{360C444D-4016-A437-D913-2D7085B1303E}"/>
                    </a:ext>
                  </a:extLst>
                </p:cNvPr>
                <p:cNvSpPr/>
                <p:nvPr/>
              </p:nvSpPr>
              <p:spPr>
                <a:xfrm>
                  <a:off x="1917550" y="3189350"/>
                  <a:ext cx="738725" cy="63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9" h="25509" extrusionOk="0">
                      <a:moveTo>
                        <a:pt x="3335" y="0"/>
                      </a:moveTo>
                      <a:cubicBezTo>
                        <a:pt x="3240" y="0"/>
                        <a:pt x="3151" y="24"/>
                        <a:pt x="3069" y="72"/>
                      </a:cubicBezTo>
                      <a:lnTo>
                        <a:pt x="0" y="7873"/>
                      </a:lnTo>
                      <a:cubicBezTo>
                        <a:pt x="0" y="7873"/>
                        <a:pt x="8245" y="25508"/>
                        <a:pt x="9391" y="25508"/>
                      </a:cubicBezTo>
                      <a:cubicBezTo>
                        <a:pt x="10537" y="25508"/>
                        <a:pt x="23477" y="16783"/>
                        <a:pt x="23477" y="16783"/>
                      </a:cubicBezTo>
                      <a:cubicBezTo>
                        <a:pt x="23477" y="16783"/>
                        <a:pt x="23986" y="16931"/>
                        <a:pt x="24512" y="16931"/>
                      </a:cubicBezTo>
                      <a:cubicBezTo>
                        <a:pt x="24775" y="16931"/>
                        <a:pt x="25042" y="16894"/>
                        <a:pt x="25251" y="16783"/>
                      </a:cubicBezTo>
                      <a:cubicBezTo>
                        <a:pt x="25917" y="16450"/>
                        <a:pt x="27211" y="14824"/>
                        <a:pt x="27211" y="14824"/>
                      </a:cubicBezTo>
                      <a:cubicBezTo>
                        <a:pt x="27211" y="14824"/>
                        <a:pt x="28673" y="15931"/>
                        <a:pt x="29258" y="15931"/>
                      </a:cubicBezTo>
                      <a:cubicBezTo>
                        <a:pt x="29451" y="15931"/>
                        <a:pt x="29548" y="15810"/>
                        <a:pt x="29466" y="15489"/>
                      </a:cubicBezTo>
                      <a:cubicBezTo>
                        <a:pt x="29170" y="14195"/>
                        <a:pt x="27543" y="12901"/>
                        <a:pt x="26064" y="12901"/>
                      </a:cubicBezTo>
                      <a:cubicBezTo>
                        <a:pt x="24623" y="12901"/>
                        <a:pt x="22515" y="16303"/>
                        <a:pt x="22515" y="16303"/>
                      </a:cubicBezTo>
                      <a:lnTo>
                        <a:pt x="11165" y="20332"/>
                      </a:lnTo>
                      <a:cubicBezTo>
                        <a:pt x="11165" y="20332"/>
                        <a:pt x="8245" y="7688"/>
                        <a:pt x="6803" y="4620"/>
                      </a:cubicBezTo>
                      <a:cubicBezTo>
                        <a:pt x="5474" y="1862"/>
                        <a:pt x="4175" y="0"/>
                        <a:pt x="333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8" name="Google Shape;2916;p51">
                  <a:extLst>
                    <a:ext uri="{FF2B5EF4-FFF2-40B4-BE49-F238E27FC236}">
                      <a16:creationId xmlns:a16="http://schemas.microsoft.com/office/drawing/2014/main" id="{4E8CA9E7-F298-78C4-7CF2-77594FA3B0E5}"/>
                    </a:ext>
                  </a:extLst>
                </p:cNvPr>
                <p:cNvSpPr/>
                <p:nvPr/>
              </p:nvSpPr>
              <p:spPr>
                <a:xfrm>
                  <a:off x="1908300" y="3181900"/>
                  <a:ext cx="755150" cy="65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06" h="26140" extrusionOk="0">
                      <a:moveTo>
                        <a:pt x="3698" y="1"/>
                      </a:moveTo>
                      <a:cubicBezTo>
                        <a:pt x="3550" y="1"/>
                        <a:pt x="3402" y="38"/>
                        <a:pt x="3291" y="112"/>
                      </a:cubicBezTo>
                      <a:cubicBezTo>
                        <a:pt x="3143" y="223"/>
                        <a:pt x="3106" y="407"/>
                        <a:pt x="3180" y="555"/>
                      </a:cubicBezTo>
                      <a:cubicBezTo>
                        <a:pt x="3225" y="645"/>
                        <a:pt x="3310" y="694"/>
                        <a:pt x="3403" y="694"/>
                      </a:cubicBezTo>
                      <a:cubicBezTo>
                        <a:pt x="3464" y="694"/>
                        <a:pt x="3528" y="673"/>
                        <a:pt x="3587" y="629"/>
                      </a:cubicBezTo>
                      <a:lnTo>
                        <a:pt x="3698" y="629"/>
                      </a:lnTo>
                      <a:cubicBezTo>
                        <a:pt x="3808" y="629"/>
                        <a:pt x="3993" y="666"/>
                        <a:pt x="4215" y="888"/>
                      </a:cubicBezTo>
                      <a:cubicBezTo>
                        <a:pt x="4585" y="1184"/>
                        <a:pt x="4992" y="1701"/>
                        <a:pt x="5472" y="2404"/>
                      </a:cubicBezTo>
                      <a:cubicBezTo>
                        <a:pt x="5916" y="3143"/>
                        <a:pt x="6396" y="4031"/>
                        <a:pt x="6877" y="5066"/>
                      </a:cubicBezTo>
                      <a:cubicBezTo>
                        <a:pt x="7247" y="5805"/>
                        <a:pt x="7690" y="7136"/>
                        <a:pt x="8171" y="8763"/>
                      </a:cubicBezTo>
                      <a:cubicBezTo>
                        <a:pt x="8873" y="11166"/>
                        <a:pt x="9650" y="14161"/>
                        <a:pt x="10241" y="16564"/>
                      </a:cubicBezTo>
                      <a:cubicBezTo>
                        <a:pt x="10537" y="17747"/>
                        <a:pt x="10796" y="18782"/>
                        <a:pt x="10981" y="19521"/>
                      </a:cubicBezTo>
                      <a:cubicBezTo>
                        <a:pt x="11129" y="20261"/>
                        <a:pt x="11240" y="20704"/>
                        <a:pt x="11240" y="20704"/>
                      </a:cubicBezTo>
                      <a:cubicBezTo>
                        <a:pt x="11277" y="20778"/>
                        <a:pt x="11314" y="20852"/>
                        <a:pt x="11387" y="20889"/>
                      </a:cubicBezTo>
                      <a:cubicBezTo>
                        <a:pt x="11431" y="20932"/>
                        <a:pt x="11487" y="20950"/>
                        <a:pt x="11541" y="20950"/>
                      </a:cubicBezTo>
                      <a:cubicBezTo>
                        <a:pt x="11579" y="20950"/>
                        <a:pt x="11616" y="20941"/>
                        <a:pt x="11646" y="20926"/>
                      </a:cubicBezTo>
                      <a:lnTo>
                        <a:pt x="22996" y="16859"/>
                      </a:lnTo>
                      <a:cubicBezTo>
                        <a:pt x="23070" y="16859"/>
                        <a:pt x="23107" y="16822"/>
                        <a:pt x="23144" y="16748"/>
                      </a:cubicBezTo>
                      <a:cubicBezTo>
                        <a:pt x="23144" y="16748"/>
                        <a:pt x="23181" y="16711"/>
                        <a:pt x="23218" y="16601"/>
                      </a:cubicBezTo>
                      <a:cubicBezTo>
                        <a:pt x="23440" y="16305"/>
                        <a:pt x="23994" y="15491"/>
                        <a:pt x="24623" y="14789"/>
                      </a:cubicBezTo>
                      <a:cubicBezTo>
                        <a:pt x="24956" y="14419"/>
                        <a:pt x="25288" y="14087"/>
                        <a:pt x="25621" y="13865"/>
                      </a:cubicBezTo>
                      <a:cubicBezTo>
                        <a:pt x="25917" y="13606"/>
                        <a:pt x="26250" y="13495"/>
                        <a:pt x="26434" y="13495"/>
                      </a:cubicBezTo>
                      <a:cubicBezTo>
                        <a:pt x="27100" y="13495"/>
                        <a:pt x="27802" y="13791"/>
                        <a:pt x="28394" y="14234"/>
                      </a:cubicBezTo>
                      <a:cubicBezTo>
                        <a:pt x="28985" y="14678"/>
                        <a:pt x="29429" y="15307"/>
                        <a:pt x="29540" y="15861"/>
                      </a:cubicBezTo>
                      <a:cubicBezTo>
                        <a:pt x="29556" y="15877"/>
                        <a:pt x="29565" y="15892"/>
                        <a:pt x="29570" y="15908"/>
                      </a:cubicBezTo>
                      <a:lnTo>
                        <a:pt x="29570" y="15908"/>
                      </a:lnTo>
                      <a:cubicBezTo>
                        <a:pt x="29496" y="15903"/>
                        <a:pt x="29352" y="15845"/>
                        <a:pt x="29207" y="15787"/>
                      </a:cubicBezTo>
                      <a:cubicBezTo>
                        <a:pt x="28875" y="15639"/>
                        <a:pt x="28542" y="15418"/>
                        <a:pt x="28246" y="15233"/>
                      </a:cubicBezTo>
                      <a:cubicBezTo>
                        <a:pt x="28098" y="15122"/>
                        <a:pt x="27987" y="15048"/>
                        <a:pt x="27913" y="14974"/>
                      </a:cubicBezTo>
                      <a:cubicBezTo>
                        <a:pt x="27802" y="14900"/>
                        <a:pt x="27765" y="14900"/>
                        <a:pt x="27765" y="14900"/>
                      </a:cubicBezTo>
                      <a:cubicBezTo>
                        <a:pt x="27697" y="14848"/>
                        <a:pt x="27620" y="14821"/>
                        <a:pt x="27550" y="14821"/>
                      </a:cubicBezTo>
                      <a:cubicBezTo>
                        <a:pt x="27470" y="14821"/>
                        <a:pt x="27398" y="14858"/>
                        <a:pt x="27359" y="14937"/>
                      </a:cubicBezTo>
                      <a:cubicBezTo>
                        <a:pt x="27359" y="14937"/>
                        <a:pt x="27248" y="15048"/>
                        <a:pt x="27137" y="15196"/>
                      </a:cubicBezTo>
                      <a:cubicBezTo>
                        <a:pt x="26952" y="15418"/>
                        <a:pt x="26619" y="15787"/>
                        <a:pt x="26324" y="16083"/>
                      </a:cubicBezTo>
                      <a:cubicBezTo>
                        <a:pt x="25991" y="16416"/>
                        <a:pt x="25658" y="16711"/>
                        <a:pt x="25510" y="16785"/>
                      </a:cubicBezTo>
                      <a:cubicBezTo>
                        <a:pt x="25362" y="16859"/>
                        <a:pt x="25141" y="16896"/>
                        <a:pt x="24882" y="16896"/>
                      </a:cubicBezTo>
                      <a:cubicBezTo>
                        <a:pt x="24660" y="16896"/>
                        <a:pt x="24401" y="16859"/>
                        <a:pt x="24216" y="16859"/>
                      </a:cubicBezTo>
                      <a:cubicBezTo>
                        <a:pt x="24142" y="16822"/>
                        <a:pt x="24068" y="16822"/>
                        <a:pt x="24031" y="16785"/>
                      </a:cubicBezTo>
                      <a:lnTo>
                        <a:pt x="23957" y="16785"/>
                      </a:lnTo>
                      <a:cubicBezTo>
                        <a:pt x="23912" y="16770"/>
                        <a:pt x="23872" y="16761"/>
                        <a:pt x="23836" y="16761"/>
                      </a:cubicBezTo>
                      <a:cubicBezTo>
                        <a:pt x="23785" y="16761"/>
                        <a:pt x="23742" y="16779"/>
                        <a:pt x="23699" y="16822"/>
                      </a:cubicBezTo>
                      <a:cubicBezTo>
                        <a:pt x="23699" y="16822"/>
                        <a:pt x="23477" y="16970"/>
                        <a:pt x="23107" y="17192"/>
                      </a:cubicBezTo>
                      <a:cubicBezTo>
                        <a:pt x="21887" y="18042"/>
                        <a:pt x="18745" y="20113"/>
                        <a:pt x="15787" y="21998"/>
                      </a:cubicBezTo>
                      <a:cubicBezTo>
                        <a:pt x="14308" y="22960"/>
                        <a:pt x="12903" y="23847"/>
                        <a:pt x="11794" y="24475"/>
                      </a:cubicBezTo>
                      <a:cubicBezTo>
                        <a:pt x="11240" y="24808"/>
                        <a:pt x="10759" y="25067"/>
                        <a:pt x="10389" y="25252"/>
                      </a:cubicBezTo>
                      <a:cubicBezTo>
                        <a:pt x="10204" y="25363"/>
                        <a:pt x="10057" y="25400"/>
                        <a:pt x="9946" y="25474"/>
                      </a:cubicBezTo>
                      <a:cubicBezTo>
                        <a:pt x="9885" y="25474"/>
                        <a:pt x="9849" y="25498"/>
                        <a:pt x="9818" y="25507"/>
                      </a:cubicBezTo>
                      <a:lnTo>
                        <a:pt x="9818" y="25507"/>
                      </a:lnTo>
                      <a:cubicBezTo>
                        <a:pt x="9771" y="25492"/>
                        <a:pt x="9673" y="25419"/>
                        <a:pt x="9576" y="25289"/>
                      </a:cubicBezTo>
                      <a:cubicBezTo>
                        <a:pt x="9095" y="24697"/>
                        <a:pt x="8282" y="23292"/>
                        <a:pt x="7321" y="21555"/>
                      </a:cubicBezTo>
                      <a:cubicBezTo>
                        <a:pt x="5953" y="18967"/>
                        <a:pt x="4252" y="15565"/>
                        <a:pt x="2921" y="12830"/>
                      </a:cubicBezTo>
                      <a:cubicBezTo>
                        <a:pt x="2293" y="11462"/>
                        <a:pt x="1701" y="10279"/>
                        <a:pt x="1294" y="9428"/>
                      </a:cubicBezTo>
                      <a:cubicBezTo>
                        <a:pt x="888" y="8541"/>
                        <a:pt x="629" y="8023"/>
                        <a:pt x="629" y="8023"/>
                      </a:cubicBezTo>
                      <a:cubicBezTo>
                        <a:pt x="575" y="7915"/>
                        <a:pt x="461" y="7846"/>
                        <a:pt x="346" y="7846"/>
                      </a:cubicBezTo>
                      <a:cubicBezTo>
                        <a:pt x="304" y="7846"/>
                        <a:pt x="262" y="7856"/>
                        <a:pt x="222" y="7875"/>
                      </a:cubicBezTo>
                      <a:cubicBezTo>
                        <a:pt x="74" y="7949"/>
                        <a:pt x="1" y="8134"/>
                        <a:pt x="74" y="8282"/>
                      </a:cubicBezTo>
                      <a:cubicBezTo>
                        <a:pt x="74" y="8282"/>
                        <a:pt x="2145" y="12719"/>
                        <a:pt x="4363" y="17118"/>
                      </a:cubicBezTo>
                      <a:cubicBezTo>
                        <a:pt x="5472" y="19336"/>
                        <a:pt x="6618" y="21555"/>
                        <a:pt x="7543" y="23218"/>
                      </a:cubicBezTo>
                      <a:cubicBezTo>
                        <a:pt x="8023" y="24032"/>
                        <a:pt x="8430" y="24734"/>
                        <a:pt x="8763" y="25252"/>
                      </a:cubicBezTo>
                      <a:cubicBezTo>
                        <a:pt x="8947" y="25474"/>
                        <a:pt x="9095" y="25695"/>
                        <a:pt x="9243" y="25843"/>
                      </a:cubicBezTo>
                      <a:cubicBezTo>
                        <a:pt x="9317" y="25917"/>
                        <a:pt x="9391" y="25991"/>
                        <a:pt x="9465" y="26028"/>
                      </a:cubicBezTo>
                      <a:cubicBezTo>
                        <a:pt x="9539" y="26065"/>
                        <a:pt x="9613" y="26139"/>
                        <a:pt x="9761" y="26139"/>
                      </a:cubicBezTo>
                      <a:cubicBezTo>
                        <a:pt x="9909" y="26139"/>
                        <a:pt x="10057" y="26065"/>
                        <a:pt x="10204" y="25991"/>
                      </a:cubicBezTo>
                      <a:cubicBezTo>
                        <a:pt x="10870" y="25732"/>
                        <a:pt x="12016" y="25104"/>
                        <a:pt x="13421" y="24217"/>
                      </a:cubicBezTo>
                      <a:cubicBezTo>
                        <a:pt x="17312" y="21862"/>
                        <a:pt x="23062" y="17994"/>
                        <a:pt x="23922" y="17414"/>
                      </a:cubicBezTo>
                      <a:lnTo>
                        <a:pt x="23922" y="17414"/>
                      </a:lnTo>
                      <a:cubicBezTo>
                        <a:pt x="24118" y="17458"/>
                        <a:pt x="24483" y="17525"/>
                        <a:pt x="24882" y="17525"/>
                      </a:cubicBezTo>
                      <a:cubicBezTo>
                        <a:pt x="25177" y="17525"/>
                        <a:pt x="25473" y="17488"/>
                        <a:pt x="25769" y="17340"/>
                      </a:cubicBezTo>
                      <a:cubicBezTo>
                        <a:pt x="25991" y="17229"/>
                        <a:pt x="26213" y="17081"/>
                        <a:pt x="26434" y="16859"/>
                      </a:cubicBezTo>
                      <a:cubicBezTo>
                        <a:pt x="26896" y="16424"/>
                        <a:pt x="27375" y="15863"/>
                        <a:pt x="27638" y="15548"/>
                      </a:cubicBezTo>
                      <a:lnTo>
                        <a:pt x="27638" y="15548"/>
                      </a:lnTo>
                      <a:cubicBezTo>
                        <a:pt x="27786" y="15650"/>
                        <a:pt x="27988" y="15788"/>
                        <a:pt x="28209" y="15935"/>
                      </a:cubicBezTo>
                      <a:cubicBezTo>
                        <a:pt x="28431" y="16083"/>
                        <a:pt x="28690" y="16231"/>
                        <a:pt x="28948" y="16342"/>
                      </a:cubicBezTo>
                      <a:cubicBezTo>
                        <a:pt x="29170" y="16453"/>
                        <a:pt x="29392" y="16527"/>
                        <a:pt x="29614" y="16527"/>
                      </a:cubicBezTo>
                      <a:cubicBezTo>
                        <a:pt x="29762" y="16527"/>
                        <a:pt x="29910" y="16490"/>
                        <a:pt x="30021" y="16379"/>
                      </a:cubicBezTo>
                      <a:cubicBezTo>
                        <a:pt x="30132" y="16268"/>
                        <a:pt x="30205" y="16120"/>
                        <a:pt x="30169" y="15972"/>
                      </a:cubicBezTo>
                      <a:cubicBezTo>
                        <a:pt x="30169" y="15898"/>
                        <a:pt x="30169" y="15787"/>
                        <a:pt x="30132" y="15713"/>
                      </a:cubicBezTo>
                      <a:cubicBezTo>
                        <a:pt x="29947" y="14974"/>
                        <a:pt x="29429" y="14271"/>
                        <a:pt x="28764" y="13754"/>
                      </a:cubicBezTo>
                      <a:cubicBezTo>
                        <a:pt x="28098" y="13236"/>
                        <a:pt x="27285" y="12867"/>
                        <a:pt x="26434" y="12867"/>
                      </a:cubicBezTo>
                      <a:cubicBezTo>
                        <a:pt x="25954" y="12867"/>
                        <a:pt x="25510" y="13125"/>
                        <a:pt x="25067" y="13458"/>
                      </a:cubicBezTo>
                      <a:cubicBezTo>
                        <a:pt x="24438" y="13976"/>
                        <a:pt x="23847" y="14715"/>
                        <a:pt x="23366" y="15344"/>
                      </a:cubicBezTo>
                      <a:cubicBezTo>
                        <a:pt x="23027" y="15796"/>
                        <a:pt x="22774" y="16183"/>
                        <a:pt x="22674" y="16341"/>
                      </a:cubicBezTo>
                      <a:lnTo>
                        <a:pt x="22674" y="16341"/>
                      </a:lnTo>
                      <a:lnTo>
                        <a:pt x="11754" y="20217"/>
                      </a:lnTo>
                      <a:lnTo>
                        <a:pt x="11754" y="20217"/>
                      </a:lnTo>
                      <a:cubicBezTo>
                        <a:pt x="11548" y="19314"/>
                        <a:pt x="10948" y="16721"/>
                        <a:pt x="10204" y="13865"/>
                      </a:cubicBezTo>
                      <a:cubicBezTo>
                        <a:pt x="9761" y="12090"/>
                        <a:pt x="9243" y="10205"/>
                        <a:pt x="8763" y="8578"/>
                      </a:cubicBezTo>
                      <a:cubicBezTo>
                        <a:pt x="8282" y="6951"/>
                        <a:pt x="7838" y="5583"/>
                        <a:pt x="7432" y="4807"/>
                      </a:cubicBezTo>
                      <a:cubicBezTo>
                        <a:pt x="6803" y="3402"/>
                        <a:pt x="6138" y="2219"/>
                        <a:pt x="5509" y="1406"/>
                      </a:cubicBezTo>
                      <a:cubicBezTo>
                        <a:pt x="5213" y="962"/>
                        <a:pt x="4918" y="629"/>
                        <a:pt x="4622" y="407"/>
                      </a:cubicBezTo>
                      <a:cubicBezTo>
                        <a:pt x="4326" y="149"/>
                        <a:pt x="4030" y="1"/>
                        <a:pt x="369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9" name="Google Shape;2917;p51">
                  <a:extLst>
                    <a:ext uri="{FF2B5EF4-FFF2-40B4-BE49-F238E27FC236}">
                      <a16:creationId xmlns:a16="http://schemas.microsoft.com/office/drawing/2014/main" id="{6B4CD900-9FBE-1C0C-415B-77802B1C8B37}"/>
                    </a:ext>
                  </a:extLst>
                </p:cNvPr>
                <p:cNvSpPr/>
                <p:nvPr/>
              </p:nvSpPr>
              <p:spPr>
                <a:xfrm>
                  <a:off x="2058950" y="3511875"/>
                  <a:ext cx="597325" cy="31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93" h="12608" extrusionOk="0">
                      <a:moveTo>
                        <a:pt x="20408" y="0"/>
                      </a:moveTo>
                      <a:cubicBezTo>
                        <a:pt x="18967" y="0"/>
                        <a:pt x="16859" y="3402"/>
                        <a:pt x="16859" y="3402"/>
                      </a:cubicBezTo>
                      <a:lnTo>
                        <a:pt x="5509" y="7431"/>
                      </a:lnTo>
                      <a:cubicBezTo>
                        <a:pt x="5509" y="7431"/>
                        <a:pt x="5140" y="5842"/>
                        <a:pt x="4622" y="3623"/>
                      </a:cubicBezTo>
                      <a:lnTo>
                        <a:pt x="1" y="6544"/>
                      </a:lnTo>
                      <a:cubicBezTo>
                        <a:pt x="1738" y="9871"/>
                        <a:pt x="3291" y="12607"/>
                        <a:pt x="3735" y="12607"/>
                      </a:cubicBezTo>
                      <a:cubicBezTo>
                        <a:pt x="4881" y="12607"/>
                        <a:pt x="17821" y="3882"/>
                        <a:pt x="17821" y="3882"/>
                      </a:cubicBezTo>
                      <a:cubicBezTo>
                        <a:pt x="17821" y="3882"/>
                        <a:pt x="18330" y="4030"/>
                        <a:pt x="18856" y="4030"/>
                      </a:cubicBezTo>
                      <a:cubicBezTo>
                        <a:pt x="19119" y="4030"/>
                        <a:pt x="19386" y="3993"/>
                        <a:pt x="19595" y="3882"/>
                      </a:cubicBezTo>
                      <a:cubicBezTo>
                        <a:pt x="20261" y="3549"/>
                        <a:pt x="21555" y="1923"/>
                        <a:pt x="21555" y="1923"/>
                      </a:cubicBezTo>
                      <a:cubicBezTo>
                        <a:pt x="21555" y="1923"/>
                        <a:pt x="23017" y="3030"/>
                        <a:pt x="23602" y="3030"/>
                      </a:cubicBezTo>
                      <a:cubicBezTo>
                        <a:pt x="23795" y="3030"/>
                        <a:pt x="23892" y="2909"/>
                        <a:pt x="23810" y="2588"/>
                      </a:cubicBezTo>
                      <a:cubicBezTo>
                        <a:pt x="23514" y="1294"/>
                        <a:pt x="21887" y="0"/>
                        <a:pt x="20408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0" name="Google Shape;2918;p51">
                  <a:extLst>
                    <a:ext uri="{FF2B5EF4-FFF2-40B4-BE49-F238E27FC236}">
                      <a16:creationId xmlns:a16="http://schemas.microsoft.com/office/drawing/2014/main" id="{76115A11-87E2-5E0B-592E-7AEE38180039}"/>
                    </a:ext>
                  </a:extLst>
                </p:cNvPr>
                <p:cNvSpPr/>
                <p:nvPr/>
              </p:nvSpPr>
              <p:spPr>
                <a:xfrm>
                  <a:off x="2050625" y="3503550"/>
                  <a:ext cx="612825" cy="33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3" h="13274" extrusionOk="0">
                      <a:moveTo>
                        <a:pt x="20741" y="629"/>
                      </a:moveTo>
                      <a:cubicBezTo>
                        <a:pt x="21407" y="629"/>
                        <a:pt x="22109" y="925"/>
                        <a:pt x="22701" y="1368"/>
                      </a:cubicBezTo>
                      <a:cubicBezTo>
                        <a:pt x="23292" y="1812"/>
                        <a:pt x="23736" y="2441"/>
                        <a:pt x="23847" y="2995"/>
                      </a:cubicBezTo>
                      <a:cubicBezTo>
                        <a:pt x="23863" y="3011"/>
                        <a:pt x="23872" y="3026"/>
                        <a:pt x="23877" y="3042"/>
                      </a:cubicBezTo>
                      <a:lnTo>
                        <a:pt x="23877" y="3042"/>
                      </a:lnTo>
                      <a:cubicBezTo>
                        <a:pt x="23803" y="3037"/>
                        <a:pt x="23659" y="2979"/>
                        <a:pt x="23514" y="2921"/>
                      </a:cubicBezTo>
                      <a:cubicBezTo>
                        <a:pt x="23182" y="2773"/>
                        <a:pt x="22849" y="2552"/>
                        <a:pt x="22553" y="2367"/>
                      </a:cubicBezTo>
                      <a:cubicBezTo>
                        <a:pt x="22405" y="2256"/>
                        <a:pt x="22294" y="2182"/>
                        <a:pt x="22220" y="2108"/>
                      </a:cubicBezTo>
                      <a:cubicBezTo>
                        <a:pt x="22109" y="2034"/>
                        <a:pt x="22072" y="2034"/>
                        <a:pt x="22072" y="2034"/>
                      </a:cubicBezTo>
                      <a:cubicBezTo>
                        <a:pt x="22004" y="1982"/>
                        <a:pt x="21927" y="1955"/>
                        <a:pt x="21857" y="1955"/>
                      </a:cubicBezTo>
                      <a:cubicBezTo>
                        <a:pt x="21777" y="1955"/>
                        <a:pt x="21705" y="1992"/>
                        <a:pt x="21666" y="2071"/>
                      </a:cubicBezTo>
                      <a:cubicBezTo>
                        <a:pt x="21666" y="2071"/>
                        <a:pt x="21555" y="2182"/>
                        <a:pt x="21444" y="2330"/>
                      </a:cubicBezTo>
                      <a:cubicBezTo>
                        <a:pt x="21259" y="2552"/>
                        <a:pt x="20926" y="2921"/>
                        <a:pt x="20631" y="3217"/>
                      </a:cubicBezTo>
                      <a:cubicBezTo>
                        <a:pt x="20298" y="3550"/>
                        <a:pt x="19965" y="3845"/>
                        <a:pt x="19817" y="3919"/>
                      </a:cubicBezTo>
                      <a:cubicBezTo>
                        <a:pt x="19669" y="3993"/>
                        <a:pt x="19448" y="4030"/>
                        <a:pt x="19189" y="4030"/>
                      </a:cubicBezTo>
                      <a:cubicBezTo>
                        <a:pt x="18967" y="4030"/>
                        <a:pt x="18708" y="3993"/>
                        <a:pt x="18523" y="3993"/>
                      </a:cubicBezTo>
                      <a:cubicBezTo>
                        <a:pt x="18449" y="3956"/>
                        <a:pt x="18375" y="3956"/>
                        <a:pt x="18338" y="3919"/>
                      </a:cubicBezTo>
                      <a:lnTo>
                        <a:pt x="18264" y="3919"/>
                      </a:lnTo>
                      <a:cubicBezTo>
                        <a:pt x="18219" y="3904"/>
                        <a:pt x="18179" y="3895"/>
                        <a:pt x="18143" y="3895"/>
                      </a:cubicBezTo>
                      <a:cubicBezTo>
                        <a:pt x="18092" y="3895"/>
                        <a:pt x="18049" y="3913"/>
                        <a:pt x="18006" y="3956"/>
                      </a:cubicBezTo>
                      <a:cubicBezTo>
                        <a:pt x="18006" y="3956"/>
                        <a:pt x="17784" y="4104"/>
                        <a:pt x="17414" y="4326"/>
                      </a:cubicBezTo>
                      <a:cubicBezTo>
                        <a:pt x="16194" y="5176"/>
                        <a:pt x="13052" y="7247"/>
                        <a:pt x="10094" y="9132"/>
                      </a:cubicBezTo>
                      <a:cubicBezTo>
                        <a:pt x="8615" y="10094"/>
                        <a:pt x="7210" y="10981"/>
                        <a:pt x="6101" y="11609"/>
                      </a:cubicBezTo>
                      <a:cubicBezTo>
                        <a:pt x="5547" y="11942"/>
                        <a:pt x="5066" y="12201"/>
                        <a:pt x="4696" y="12386"/>
                      </a:cubicBezTo>
                      <a:cubicBezTo>
                        <a:pt x="4511" y="12497"/>
                        <a:pt x="4364" y="12534"/>
                        <a:pt x="4253" y="12608"/>
                      </a:cubicBezTo>
                      <a:cubicBezTo>
                        <a:pt x="4179" y="12608"/>
                        <a:pt x="4142" y="12645"/>
                        <a:pt x="4105" y="12645"/>
                      </a:cubicBezTo>
                      <a:cubicBezTo>
                        <a:pt x="4031" y="12608"/>
                        <a:pt x="3846" y="12386"/>
                        <a:pt x="3624" y="12053"/>
                      </a:cubicBezTo>
                      <a:cubicBezTo>
                        <a:pt x="2948" y="11092"/>
                        <a:pt x="1894" y="9171"/>
                        <a:pt x="761" y="6983"/>
                      </a:cubicBezTo>
                      <a:lnTo>
                        <a:pt x="761" y="6983"/>
                      </a:lnTo>
                      <a:lnTo>
                        <a:pt x="4740" y="4480"/>
                      </a:lnTo>
                      <a:lnTo>
                        <a:pt x="4740" y="4480"/>
                      </a:lnTo>
                      <a:cubicBezTo>
                        <a:pt x="4978" y="5399"/>
                        <a:pt x="5160" y="6192"/>
                        <a:pt x="5288" y="6766"/>
                      </a:cubicBezTo>
                      <a:cubicBezTo>
                        <a:pt x="5473" y="7432"/>
                        <a:pt x="5547" y="7838"/>
                        <a:pt x="5547" y="7838"/>
                      </a:cubicBezTo>
                      <a:cubicBezTo>
                        <a:pt x="5584" y="7912"/>
                        <a:pt x="5621" y="7986"/>
                        <a:pt x="5694" y="8023"/>
                      </a:cubicBezTo>
                      <a:cubicBezTo>
                        <a:pt x="5738" y="8066"/>
                        <a:pt x="5794" y="8084"/>
                        <a:pt x="5848" y="8084"/>
                      </a:cubicBezTo>
                      <a:cubicBezTo>
                        <a:pt x="5886" y="8084"/>
                        <a:pt x="5923" y="8075"/>
                        <a:pt x="5953" y="8060"/>
                      </a:cubicBezTo>
                      <a:lnTo>
                        <a:pt x="17303" y="3993"/>
                      </a:lnTo>
                      <a:cubicBezTo>
                        <a:pt x="17377" y="3993"/>
                        <a:pt x="17414" y="3956"/>
                        <a:pt x="17451" y="3882"/>
                      </a:cubicBezTo>
                      <a:cubicBezTo>
                        <a:pt x="17451" y="3882"/>
                        <a:pt x="17488" y="3845"/>
                        <a:pt x="17525" y="3735"/>
                      </a:cubicBezTo>
                      <a:cubicBezTo>
                        <a:pt x="17747" y="3439"/>
                        <a:pt x="18301" y="2625"/>
                        <a:pt x="18930" y="1923"/>
                      </a:cubicBezTo>
                      <a:cubicBezTo>
                        <a:pt x="19263" y="1553"/>
                        <a:pt x="19595" y="1221"/>
                        <a:pt x="19928" y="999"/>
                      </a:cubicBezTo>
                      <a:cubicBezTo>
                        <a:pt x="20224" y="740"/>
                        <a:pt x="20557" y="629"/>
                        <a:pt x="20741" y="629"/>
                      </a:cubicBezTo>
                      <a:close/>
                      <a:moveTo>
                        <a:pt x="20741" y="1"/>
                      </a:moveTo>
                      <a:cubicBezTo>
                        <a:pt x="20261" y="1"/>
                        <a:pt x="19817" y="259"/>
                        <a:pt x="19374" y="592"/>
                      </a:cubicBezTo>
                      <a:cubicBezTo>
                        <a:pt x="18745" y="1110"/>
                        <a:pt x="18154" y="1849"/>
                        <a:pt x="17673" y="2478"/>
                      </a:cubicBezTo>
                      <a:cubicBezTo>
                        <a:pt x="17334" y="2930"/>
                        <a:pt x="17081" y="3317"/>
                        <a:pt x="16981" y="3475"/>
                      </a:cubicBezTo>
                      <a:lnTo>
                        <a:pt x="16981" y="3475"/>
                      </a:lnTo>
                      <a:lnTo>
                        <a:pt x="6059" y="7352"/>
                      </a:lnTo>
                      <a:lnTo>
                        <a:pt x="6059" y="7352"/>
                      </a:lnTo>
                      <a:cubicBezTo>
                        <a:pt x="5924" y="6772"/>
                        <a:pt x="5627" y="5493"/>
                        <a:pt x="5251" y="3882"/>
                      </a:cubicBezTo>
                      <a:cubicBezTo>
                        <a:pt x="5214" y="3809"/>
                        <a:pt x="5140" y="3735"/>
                        <a:pt x="5066" y="3698"/>
                      </a:cubicBezTo>
                      <a:cubicBezTo>
                        <a:pt x="5011" y="3679"/>
                        <a:pt x="4955" y="3670"/>
                        <a:pt x="4904" y="3670"/>
                      </a:cubicBezTo>
                      <a:cubicBezTo>
                        <a:pt x="4853" y="3670"/>
                        <a:pt x="4807" y="3679"/>
                        <a:pt x="4770" y="3698"/>
                      </a:cubicBezTo>
                      <a:lnTo>
                        <a:pt x="186" y="6618"/>
                      </a:lnTo>
                      <a:cubicBezTo>
                        <a:pt x="38" y="6692"/>
                        <a:pt x="1" y="6877"/>
                        <a:pt x="75" y="7025"/>
                      </a:cubicBezTo>
                      <a:cubicBezTo>
                        <a:pt x="925" y="8689"/>
                        <a:pt x="1739" y="10204"/>
                        <a:pt x="2404" y="11314"/>
                      </a:cubicBezTo>
                      <a:cubicBezTo>
                        <a:pt x="2737" y="11868"/>
                        <a:pt x="3033" y="12349"/>
                        <a:pt x="3291" y="12645"/>
                      </a:cubicBezTo>
                      <a:cubicBezTo>
                        <a:pt x="3402" y="12829"/>
                        <a:pt x="3513" y="12940"/>
                        <a:pt x="3624" y="13051"/>
                      </a:cubicBezTo>
                      <a:cubicBezTo>
                        <a:pt x="3698" y="13125"/>
                        <a:pt x="3735" y="13162"/>
                        <a:pt x="3809" y="13199"/>
                      </a:cubicBezTo>
                      <a:cubicBezTo>
                        <a:pt x="3883" y="13236"/>
                        <a:pt x="3957" y="13273"/>
                        <a:pt x="4068" y="13273"/>
                      </a:cubicBezTo>
                      <a:cubicBezTo>
                        <a:pt x="4216" y="13273"/>
                        <a:pt x="4364" y="13199"/>
                        <a:pt x="4511" y="13125"/>
                      </a:cubicBezTo>
                      <a:cubicBezTo>
                        <a:pt x="5177" y="12866"/>
                        <a:pt x="6323" y="12238"/>
                        <a:pt x="7728" y="11351"/>
                      </a:cubicBezTo>
                      <a:cubicBezTo>
                        <a:pt x="11619" y="8996"/>
                        <a:pt x="17369" y="5128"/>
                        <a:pt x="18229" y="4548"/>
                      </a:cubicBezTo>
                      <a:lnTo>
                        <a:pt x="18229" y="4548"/>
                      </a:lnTo>
                      <a:cubicBezTo>
                        <a:pt x="18425" y="4592"/>
                        <a:pt x="18790" y="4659"/>
                        <a:pt x="19189" y="4659"/>
                      </a:cubicBezTo>
                      <a:cubicBezTo>
                        <a:pt x="19484" y="4659"/>
                        <a:pt x="19780" y="4622"/>
                        <a:pt x="20076" y="4474"/>
                      </a:cubicBezTo>
                      <a:cubicBezTo>
                        <a:pt x="20298" y="4363"/>
                        <a:pt x="20520" y="4215"/>
                        <a:pt x="20741" y="3993"/>
                      </a:cubicBezTo>
                      <a:cubicBezTo>
                        <a:pt x="21203" y="3558"/>
                        <a:pt x="21682" y="2997"/>
                        <a:pt x="21945" y="2682"/>
                      </a:cubicBezTo>
                      <a:lnTo>
                        <a:pt x="21945" y="2682"/>
                      </a:lnTo>
                      <a:cubicBezTo>
                        <a:pt x="22093" y="2784"/>
                        <a:pt x="22295" y="2922"/>
                        <a:pt x="22516" y="3069"/>
                      </a:cubicBezTo>
                      <a:cubicBezTo>
                        <a:pt x="22738" y="3217"/>
                        <a:pt x="22997" y="3365"/>
                        <a:pt x="23255" y="3476"/>
                      </a:cubicBezTo>
                      <a:cubicBezTo>
                        <a:pt x="23477" y="3587"/>
                        <a:pt x="23699" y="3661"/>
                        <a:pt x="23921" y="3661"/>
                      </a:cubicBezTo>
                      <a:cubicBezTo>
                        <a:pt x="24069" y="3661"/>
                        <a:pt x="24217" y="3624"/>
                        <a:pt x="24328" y="3513"/>
                      </a:cubicBezTo>
                      <a:cubicBezTo>
                        <a:pt x="24439" y="3402"/>
                        <a:pt x="24512" y="3254"/>
                        <a:pt x="24476" y="3106"/>
                      </a:cubicBezTo>
                      <a:cubicBezTo>
                        <a:pt x="24476" y="3032"/>
                        <a:pt x="24476" y="2921"/>
                        <a:pt x="24439" y="2847"/>
                      </a:cubicBezTo>
                      <a:cubicBezTo>
                        <a:pt x="24254" y="2108"/>
                        <a:pt x="23736" y="1405"/>
                        <a:pt x="23071" y="888"/>
                      </a:cubicBezTo>
                      <a:cubicBezTo>
                        <a:pt x="22405" y="370"/>
                        <a:pt x="21592" y="1"/>
                        <a:pt x="2074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1" name="Google Shape;2919;p51">
                  <a:extLst>
                    <a:ext uri="{FF2B5EF4-FFF2-40B4-BE49-F238E27FC236}">
                      <a16:creationId xmlns:a16="http://schemas.microsoft.com/office/drawing/2014/main" id="{F3563BCE-442C-5CCA-82BD-F228853FBA83}"/>
                    </a:ext>
                  </a:extLst>
                </p:cNvPr>
                <p:cNvSpPr/>
                <p:nvPr/>
              </p:nvSpPr>
              <p:spPr>
                <a:xfrm>
                  <a:off x="1660600" y="4206925"/>
                  <a:ext cx="147900" cy="8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6" h="34841" extrusionOk="0">
                      <a:moveTo>
                        <a:pt x="2514" y="0"/>
                      </a:moveTo>
                      <a:lnTo>
                        <a:pt x="0" y="555"/>
                      </a:lnTo>
                      <a:lnTo>
                        <a:pt x="4733" y="34346"/>
                      </a:lnTo>
                      <a:cubicBezTo>
                        <a:pt x="4765" y="34635"/>
                        <a:pt x="5021" y="34841"/>
                        <a:pt x="5306" y="34841"/>
                      </a:cubicBezTo>
                      <a:cubicBezTo>
                        <a:pt x="5348" y="34841"/>
                        <a:pt x="5392" y="34836"/>
                        <a:pt x="5435" y="34827"/>
                      </a:cubicBezTo>
                      <a:cubicBezTo>
                        <a:pt x="5731" y="34790"/>
                        <a:pt x="5916" y="34531"/>
                        <a:pt x="5879" y="34235"/>
                      </a:cubicBezTo>
                      <a:lnTo>
                        <a:pt x="25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2" name="Google Shape;2920;p51">
                  <a:extLst>
                    <a:ext uri="{FF2B5EF4-FFF2-40B4-BE49-F238E27FC236}">
                      <a16:creationId xmlns:a16="http://schemas.microsoft.com/office/drawing/2014/main" id="{0C94168C-0993-D393-23FF-601EC99B955C}"/>
                    </a:ext>
                  </a:extLst>
                </p:cNvPr>
                <p:cNvSpPr/>
                <p:nvPr/>
              </p:nvSpPr>
              <p:spPr>
                <a:xfrm>
                  <a:off x="1652275" y="4199525"/>
                  <a:ext cx="162700" cy="88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08" h="35456" extrusionOk="0">
                      <a:moveTo>
                        <a:pt x="2589" y="703"/>
                      </a:moveTo>
                      <a:lnTo>
                        <a:pt x="5912" y="34531"/>
                      </a:lnTo>
                      <a:lnTo>
                        <a:pt x="5879" y="34531"/>
                      </a:lnTo>
                      <a:lnTo>
                        <a:pt x="5916" y="34568"/>
                      </a:lnTo>
                      <a:cubicBezTo>
                        <a:pt x="5916" y="34716"/>
                        <a:pt x="5805" y="34790"/>
                        <a:pt x="5694" y="34827"/>
                      </a:cubicBezTo>
                      <a:lnTo>
                        <a:pt x="5620" y="34827"/>
                      </a:lnTo>
                      <a:cubicBezTo>
                        <a:pt x="5509" y="34827"/>
                        <a:pt x="5398" y="34753"/>
                        <a:pt x="5361" y="34605"/>
                      </a:cubicBezTo>
                      <a:lnTo>
                        <a:pt x="672" y="1118"/>
                      </a:lnTo>
                      <a:lnTo>
                        <a:pt x="672" y="1118"/>
                      </a:lnTo>
                      <a:lnTo>
                        <a:pt x="2589" y="703"/>
                      </a:lnTo>
                      <a:close/>
                      <a:moveTo>
                        <a:pt x="2773" y="0"/>
                      </a:moveTo>
                      <a:lnTo>
                        <a:pt x="259" y="555"/>
                      </a:lnTo>
                      <a:cubicBezTo>
                        <a:pt x="112" y="592"/>
                        <a:pt x="1" y="740"/>
                        <a:pt x="1" y="925"/>
                      </a:cubicBezTo>
                      <a:lnTo>
                        <a:pt x="4770" y="34716"/>
                      </a:lnTo>
                      <a:cubicBezTo>
                        <a:pt x="4844" y="35160"/>
                        <a:pt x="5214" y="35455"/>
                        <a:pt x="5620" y="35455"/>
                      </a:cubicBezTo>
                      <a:cubicBezTo>
                        <a:pt x="5694" y="35455"/>
                        <a:pt x="5768" y="35455"/>
                        <a:pt x="5842" y="35418"/>
                      </a:cubicBezTo>
                      <a:cubicBezTo>
                        <a:pt x="6249" y="35344"/>
                        <a:pt x="6507" y="34975"/>
                        <a:pt x="6507" y="34568"/>
                      </a:cubicBezTo>
                      <a:lnTo>
                        <a:pt x="6507" y="34494"/>
                      </a:lnTo>
                      <a:lnTo>
                        <a:pt x="3143" y="296"/>
                      </a:lnTo>
                      <a:cubicBezTo>
                        <a:pt x="3143" y="185"/>
                        <a:pt x="3106" y="111"/>
                        <a:pt x="3032" y="74"/>
                      </a:cubicBezTo>
                      <a:cubicBezTo>
                        <a:pt x="2958" y="0"/>
                        <a:pt x="2884" y="0"/>
                        <a:pt x="27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3" name="Google Shape;2921;p51">
                  <a:extLst>
                    <a:ext uri="{FF2B5EF4-FFF2-40B4-BE49-F238E27FC236}">
                      <a16:creationId xmlns:a16="http://schemas.microsoft.com/office/drawing/2014/main" id="{A700E7EC-C553-3198-FE40-74CE35E6BFF7}"/>
                    </a:ext>
                  </a:extLst>
                </p:cNvPr>
                <p:cNvSpPr/>
                <p:nvPr/>
              </p:nvSpPr>
              <p:spPr>
                <a:xfrm>
                  <a:off x="1118050" y="4228175"/>
                  <a:ext cx="260675" cy="84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7" h="33883" extrusionOk="0">
                      <a:moveTo>
                        <a:pt x="8023" y="1"/>
                      </a:moveTo>
                      <a:lnTo>
                        <a:pt x="75" y="33200"/>
                      </a:lnTo>
                      <a:cubicBezTo>
                        <a:pt x="1" y="33496"/>
                        <a:pt x="222" y="33829"/>
                        <a:pt x="555" y="33866"/>
                      </a:cubicBezTo>
                      <a:cubicBezTo>
                        <a:pt x="599" y="33877"/>
                        <a:pt x="643" y="33882"/>
                        <a:pt x="685" y="33882"/>
                      </a:cubicBezTo>
                      <a:cubicBezTo>
                        <a:pt x="924" y="33882"/>
                        <a:pt x="1121" y="33711"/>
                        <a:pt x="1184" y="33459"/>
                      </a:cubicBezTo>
                      <a:lnTo>
                        <a:pt x="10426" y="1258"/>
                      </a:lnTo>
                      <a:lnTo>
                        <a:pt x="802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4" name="Google Shape;2922;p51">
                  <a:extLst>
                    <a:ext uri="{FF2B5EF4-FFF2-40B4-BE49-F238E27FC236}">
                      <a16:creationId xmlns:a16="http://schemas.microsoft.com/office/drawing/2014/main" id="{DE275662-42B2-77F4-9579-23359FFF8B89}"/>
                    </a:ext>
                  </a:extLst>
                </p:cNvPr>
                <p:cNvSpPr/>
                <p:nvPr/>
              </p:nvSpPr>
              <p:spPr>
                <a:xfrm>
                  <a:off x="1112500" y="4220175"/>
                  <a:ext cx="274550" cy="86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82" h="34519" extrusionOk="0">
                      <a:moveTo>
                        <a:pt x="8452" y="766"/>
                      </a:moveTo>
                      <a:lnTo>
                        <a:pt x="10279" y="1725"/>
                      </a:lnTo>
                      <a:lnTo>
                        <a:pt x="1110" y="33705"/>
                      </a:lnTo>
                      <a:cubicBezTo>
                        <a:pt x="1073" y="33816"/>
                        <a:pt x="962" y="33890"/>
                        <a:pt x="851" y="33890"/>
                      </a:cubicBezTo>
                      <a:lnTo>
                        <a:pt x="814" y="33890"/>
                      </a:lnTo>
                      <a:cubicBezTo>
                        <a:pt x="703" y="33890"/>
                        <a:pt x="592" y="33779"/>
                        <a:pt x="592" y="33631"/>
                      </a:cubicBezTo>
                      <a:lnTo>
                        <a:pt x="592" y="33594"/>
                      </a:lnTo>
                      <a:lnTo>
                        <a:pt x="8452" y="766"/>
                      </a:lnTo>
                      <a:close/>
                      <a:moveTo>
                        <a:pt x="8240" y="1"/>
                      </a:moveTo>
                      <a:cubicBezTo>
                        <a:pt x="8202" y="1"/>
                        <a:pt x="8165" y="9"/>
                        <a:pt x="8134" y="25"/>
                      </a:cubicBezTo>
                      <a:cubicBezTo>
                        <a:pt x="8060" y="62"/>
                        <a:pt x="7986" y="173"/>
                        <a:pt x="7950" y="247"/>
                      </a:cubicBezTo>
                      <a:lnTo>
                        <a:pt x="1" y="33446"/>
                      </a:lnTo>
                      <a:cubicBezTo>
                        <a:pt x="1" y="33483"/>
                        <a:pt x="1" y="33557"/>
                        <a:pt x="1" y="33631"/>
                      </a:cubicBezTo>
                      <a:cubicBezTo>
                        <a:pt x="1" y="34075"/>
                        <a:pt x="297" y="34445"/>
                        <a:pt x="740" y="34518"/>
                      </a:cubicBezTo>
                      <a:lnTo>
                        <a:pt x="851" y="34518"/>
                      </a:lnTo>
                      <a:cubicBezTo>
                        <a:pt x="1258" y="34518"/>
                        <a:pt x="1591" y="34260"/>
                        <a:pt x="1701" y="33890"/>
                      </a:cubicBezTo>
                      <a:lnTo>
                        <a:pt x="10944" y="1688"/>
                      </a:lnTo>
                      <a:cubicBezTo>
                        <a:pt x="10981" y="1541"/>
                        <a:pt x="10907" y="1393"/>
                        <a:pt x="10796" y="1319"/>
                      </a:cubicBezTo>
                      <a:lnTo>
                        <a:pt x="8393" y="62"/>
                      </a:lnTo>
                      <a:cubicBezTo>
                        <a:pt x="8350" y="18"/>
                        <a:pt x="8294" y="1"/>
                        <a:pt x="824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5" name="Google Shape;2923;p51">
                  <a:extLst>
                    <a:ext uri="{FF2B5EF4-FFF2-40B4-BE49-F238E27FC236}">
                      <a16:creationId xmlns:a16="http://schemas.microsoft.com/office/drawing/2014/main" id="{0CE16293-A8BD-D890-4BE0-3D463D608690}"/>
                    </a:ext>
                  </a:extLst>
                </p:cNvPr>
                <p:cNvSpPr/>
                <p:nvPr/>
              </p:nvSpPr>
              <p:spPr>
                <a:xfrm>
                  <a:off x="1551525" y="4218000"/>
                  <a:ext cx="190425" cy="85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" h="34388" extrusionOk="0">
                      <a:moveTo>
                        <a:pt x="5140" y="1"/>
                      </a:moveTo>
                      <a:lnTo>
                        <a:pt x="75" y="33755"/>
                      </a:lnTo>
                      <a:cubicBezTo>
                        <a:pt x="1" y="34088"/>
                        <a:pt x="260" y="34384"/>
                        <a:pt x="592" y="34384"/>
                      </a:cubicBezTo>
                      <a:cubicBezTo>
                        <a:pt x="614" y="34386"/>
                        <a:pt x="636" y="34388"/>
                        <a:pt x="657" y="34388"/>
                      </a:cubicBezTo>
                      <a:cubicBezTo>
                        <a:pt x="925" y="34388"/>
                        <a:pt x="1150" y="34180"/>
                        <a:pt x="1184" y="33940"/>
                      </a:cubicBezTo>
                      <a:lnTo>
                        <a:pt x="7617" y="1073"/>
                      </a:lnTo>
                      <a:lnTo>
                        <a:pt x="514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6" name="Google Shape;2924;p51">
                  <a:extLst>
                    <a:ext uri="{FF2B5EF4-FFF2-40B4-BE49-F238E27FC236}">
                      <a16:creationId xmlns:a16="http://schemas.microsoft.com/office/drawing/2014/main" id="{35F37B05-9129-1401-00F6-91ECE55EED44}"/>
                    </a:ext>
                  </a:extLst>
                </p:cNvPr>
                <p:cNvSpPr/>
                <p:nvPr/>
              </p:nvSpPr>
              <p:spPr>
                <a:xfrm>
                  <a:off x="1545075" y="4210000"/>
                  <a:ext cx="205200" cy="87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8" h="35037" extrusionOk="0">
                      <a:moveTo>
                        <a:pt x="5630" y="779"/>
                      </a:moveTo>
                      <a:lnTo>
                        <a:pt x="7505" y="1578"/>
                      </a:lnTo>
                      <a:lnTo>
                        <a:pt x="1146" y="34186"/>
                      </a:lnTo>
                      <a:cubicBezTo>
                        <a:pt x="1109" y="34334"/>
                        <a:pt x="998" y="34408"/>
                        <a:pt x="887" y="34408"/>
                      </a:cubicBezTo>
                      <a:cubicBezTo>
                        <a:pt x="739" y="34408"/>
                        <a:pt x="629" y="34297"/>
                        <a:pt x="629" y="34149"/>
                      </a:cubicBezTo>
                      <a:lnTo>
                        <a:pt x="629" y="34112"/>
                      </a:lnTo>
                      <a:lnTo>
                        <a:pt x="5630" y="779"/>
                      </a:lnTo>
                      <a:close/>
                      <a:moveTo>
                        <a:pt x="5385" y="1"/>
                      </a:moveTo>
                      <a:cubicBezTo>
                        <a:pt x="5330" y="1"/>
                        <a:pt x="5278" y="19"/>
                        <a:pt x="5213" y="62"/>
                      </a:cubicBezTo>
                      <a:cubicBezTo>
                        <a:pt x="5139" y="99"/>
                        <a:pt x="5102" y="173"/>
                        <a:pt x="5065" y="284"/>
                      </a:cubicBezTo>
                      <a:lnTo>
                        <a:pt x="0" y="34001"/>
                      </a:lnTo>
                      <a:lnTo>
                        <a:pt x="37" y="34001"/>
                      </a:lnTo>
                      <a:lnTo>
                        <a:pt x="0" y="34149"/>
                      </a:lnTo>
                      <a:cubicBezTo>
                        <a:pt x="0" y="34593"/>
                        <a:pt x="370" y="34999"/>
                        <a:pt x="850" y="35036"/>
                      </a:cubicBezTo>
                      <a:lnTo>
                        <a:pt x="887" y="35036"/>
                      </a:lnTo>
                      <a:cubicBezTo>
                        <a:pt x="1294" y="35036"/>
                        <a:pt x="1664" y="34741"/>
                        <a:pt x="1738" y="34334"/>
                      </a:cubicBezTo>
                      <a:lnTo>
                        <a:pt x="8171" y="1430"/>
                      </a:lnTo>
                      <a:cubicBezTo>
                        <a:pt x="8208" y="1282"/>
                        <a:pt x="8134" y="1134"/>
                        <a:pt x="7986" y="1097"/>
                      </a:cubicBezTo>
                      <a:lnTo>
                        <a:pt x="5509" y="25"/>
                      </a:lnTo>
                      <a:cubicBezTo>
                        <a:pt x="5463" y="10"/>
                        <a:pt x="5423" y="1"/>
                        <a:pt x="53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7" name="Google Shape;2925;p51">
                  <a:extLst>
                    <a:ext uri="{FF2B5EF4-FFF2-40B4-BE49-F238E27FC236}">
                      <a16:creationId xmlns:a16="http://schemas.microsoft.com/office/drawing/2014/main" id="{D35C65C4-1719-88DC-E16E-F4B70123A515}"/>
                    </a:ext>
                  </a:extLst>
                </p:cNvPr>
                <p:cNvSpPr/>
                <p:nvPr/>
              </p:nvSpPr>
              <p:spPr>
                <a:xfrm>
                  <a:off x="2127350" y="4206925"/>
                  <a:ext cx="147900" cy="8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6" h="34841" extrusionOk="0">
                      <a:moveTo>
                        <a:pt x="2515" y="0"/>
                      </a:moveTo>
                      <a:lnTo>
                        <a:pt x="1" y="555"/>
                      </a:lnTo>
                      <a:lnTo>
                        <a:pt x="4733" y="34346"/>
                      </a:lnTo>
                      <a:cubicBezTo>
                        <a:pt x="4797" y="34635"/>
                        <a:pt x="5029" y="34841"/>
                        <a:pt x="5307" y="34841"/>
                      </a:cubicBezTo>
                      <a:cubicBezTo>
                        <a:pt x="5349" y="34841"/>
                        <a:pt x="5392" y="34836"/>
                        <a:pt x="5435" y="34827"/>
                      </a:cubicBezTo>
                      <a:cubicBezTo>
                        <a:pt x="5731" y="34790"/>
                        <a:pt x="5916" y="34531"/>
                        <a:pt x="5879" y="34235"/>
                      </a:cubicBezTo>
                      <a:lnTo>
                        <a:pt x="251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8" name="Google Shape;2926;p51">
                  <a:extLst>
                    <a:ext uri="{FF2B5EF4-FFF2-40B4-BE49-F238E27FC236}">
                      <a16:creationId xmlns:a16="http://schemas.microsoft.com/office/drawing/2014/main" id="{AFCCC4CE-CA95-2357-3584-64044B8894F9}"/>
                    </a:ext>
                  </a:extLst>
                </p:cNvPr>
                <p:cNvSpPr/>
                <p:nvPr/>
              </p:nvSpPr>
              <p:spPr>
                <a:xfrm>
                  <a:off x="2119025" y="4199525"/>
                  <a:ext cx="162700" cy="88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08" h="35456" extrusionOk="0">
                      <a:moveTo>
                        <a:pt x="2589" y="703"/>
                      </a:moveTo>
                      <a:lnTo>
                        <a:pt x="5916" y="34568"/>
                      </a:lnTo>
                      <a:cubicBezTo>
                        <a:pt x="5916" y="34716"/>
                        <a:pt x="5805" y="34790"/>
                        <a:pt x="5694" y="34827"/>
                      </a:cubicBezTo>
                      <a:lnTo>
                        <a:pt x="5657" y="34827"/>
                      </a:lnTo>
                      <a:cubicBezTo>
                        <a:pt x="5509" y="34827"/>
                        <a:pt x="5399" y="34753"/>
                        <a:pt x="5399" y="34605"/>
                      </a:cubicBezTo>
                      <a:lnTo>
                        <a:pt x="673" y="1125"/>
                      </a:lnTo>
                      <a:lnTo>
                        <a:pt x="673" y="1125"/>
                      </a:lnTo>
                      <a:lnTo>
                        <a:pt x="2589" y="703"/>
                      </a:lnTo>
                      <a:close/>
                      <a:moveTo>
                        <a:pt x="2811" y="0"/>
                      </a:moveTo>
                      <a:lnTo>
                        <a:pt x="260" y="555"/>
                      </a:lnTo>
                      <a:cubicBezTo>
                        <a:pt x="112" y="592"/>
                        <a:pt x="1" y="740"/>
                        <a:pt x="1" y="925"/>
                      </a:cubicBezTo>
                      <a:lnTo>
                        <a:pt x="4770" y="34716"/>
                      </a:lnTo>
                      <a:cubicBezTo>
                        <a:pt x="4844" y="35160"/>
                        <a:pt x="5214" y="35455"/>
                        <a:pt x="5657" y="35455"/>
                      </a:cubicBezTo>
                      <a:cubicBezTo>
                        <a:pt x="5694" y="35455"/>
                        <a:pt x="5768" y="35455"/>
                        <a:pt x="5842" y="35418"/>
                      </a:cubicBezTo>
                      <a:cubicBezTo>
                        <a:pt x="6249" y="35344"/>
                        <a:pt x="6508" y="34975"/>
                        <a:pt x="6508" y="34568"/>
                      </a:cubicBezTo>
                      <a:lnTo>
                        <a:pt x="6508" y="34494"/>
                      </a:lnTo>
                      <a:lnTo>
                        <a:pt x="3180" y="296"/>
                      </a:lnTo>
                      <a:cubicBezTo>
                        <a:pt x="3143" y="185"/>
                        <a:pt x="3106" y="111"/>
                        <a:pt x="3032" y="74"/>
                      </a:cubicBezTo>
                      <a:cubicBezTo>
                        <a:pt x="2958" y="0"/>
                        <a:pt x="2885" y="0"/>
                        <a:pt x="28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9" name="Google Shape;2927;p51">
                  <a:extLst>
                    <a:ext uri="{FF2B5EF4-FFF2-40B4-BE49-F238E27FC236}">
                      <a16:creationId xmlns:a16="http://schemas.microsoft.com/office/drawing/2014/main" id="{7154F06D-B483-CA73-5850-AAB4B32C690F}"/>
                    </a:ext>
                  </a:extLst>
                </p:cNvPr>
                <p:cNvSpPr/>
                <p:nvPr/>
              </p:nvSpPr>
              <p:spPr>
                <a:xfrm>
                  <a:off x="1121750" y="3236425"/>
                  <a:ext cx="1197875" cy="104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15" h="41963" extrusionOk="0">
                      <a:moveTo>
                        <a:pt x="4067" y="1"/>
                      </a:moveTo>
                      <a:cubicBezTo>
                        <a:pt x="1775" y="1"/>
                        <a:pt x="1" y="2071"/>
                        <a:pt x="370" y="4327"/>
                      </a:cubicBezTo>
                      <a:lnTo>
                        <a:pt x="6138" y="41963"/>
                      </a:lnTo>
                      <a:lnTo>
                        <a:pt x="47286" y="41963"/>
                      </a:lnTo>
                      <a:cubicBezTo>
                        <a:pt x="47286" y="41963"/>
                        <a:pt x="47914" y="31130"/>
                        <a:pt x="46103" y="27285"/>
                      </a:cubicBezTo>
                      <a:cubicBezTo>
                        <a:pt x="45759" y="26556"/>
                        <a:pt x="44676" y="26262"/>
                        <a:pt x="43140" y="26262"/>
                      </a:cubicBezTo>
                      <a:cubicBezTo>
                        <a:pt x="36681" y="26262"/>
                        <a:pt x="22218" y="31467"/>
                        <a:pt x="21118" y="31467"/>
                      </a:cubicBezTo>
                      <a:cubicBezTo>
                        <a:pt x="21099" y="31467"/>
                        <a:pt x="21085" y="31466"/>
                        <a:pt x="21074" y="31463"/>
                      </a:cubicBezTo>
                      <a:cubicBezTo>
                        <a:pt x="20482" y="31315"/>
                        <a:pt x="21370" y="11906"/>
                        <a:pt x="22442" y="4290"/>
                      </a:cubicBezTo>
                      <a:cubicBezTo>
                        <a:pt x="22774" y="2034"/>
                        <a:pt x="21037" y="1"/>
                        <a:pt x="1874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0" name="Google Shape;2928;p51">
                  <a:extLst>
                    <a:ext uri="{FF2B5EF4-FFF2-40B4-BE49-F238E27FC236}">
                      <a16:creationId xmlns:a16="http://schemas.microsoft.com/office/drawing/2014/main" id="{E0F965B6-397D-F65E-3F99-BFC9241B52EF}"/>
                    </a:ext>
                  </a:extLst>
                </p:cNvPr>
                <p:cNvSpPr/>
                <p:nvPr/>
              </p:nvSpPr>
              <p:spPr>
                <a:xfrm>
                  <a:off x="1121750" y="3229050"/>
                  <a:ext cx="1192325" cy="10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93" h="42554" extrusionOk="0">
                      <a:moveTo>
                        <a:pt x="18745" y="592"/>
                      </a:moveTo>
                      <a:cubicBezTo>
                        <a:pt x="19706" y="592"/>
                        <a:pt x="20556" y="998"/>
                        <a:pt x="21185" y="1627"/>
                      </a:cubicBezTo>
                      <a:cubicBezTo>
                        <a:pt x="21813" y="2255"/>
                        <a:pt x="22183" y="3106"/>
                        <a:pt x="22183" y="4067"/>
                      </a:cubicBezTo>
                      <a:cubicBezTo>
                        <a:pt x="22183" y="4215"/>
                        <a:pt x="22183" y="4400"/>
                        <a:pt x="22146" y="4548"/>
                      </a:cubicBezTo>
                      <a:cubicBezTo>
                        <a:pt x="21296" y="10463"/>
                        <a:pt x="20556" y="23477"/>
                        <a:pt x="20556" y="29096"/>
                      </a:cubicBezTo>
                      <a:cubicBezTo>
                        <a:pt x="20556" y="29910"/>
                        <a:pt x="20593" y="30575"/>
                        <a:pt x="20630" y="31056"/>
                      </a:cubicBezTo>
                      <a:cubicBezTo>
                        <a:pt x="20630" y="31277"/>
                        <a:pt x="20667" y="31462"/>
                        <a:pt x="20704" y="31610"/>
                      </a:cubicBezTo>
                      <a:cubicBezTo>
                        <a:pt x="20704" y="31684"/>
                        <a:pt x="20704" y="31758"/>
                        <a:pt x="20741" y="31832"/>
                      </a:cubicBezTo>
                      <a:lnTo>
                        <a:pt x="20815" y="31943"/>
                      </a:lnTo>
                      <a:cubicBezTo>
                        <a:pt x="20852" y="31980"/>
                        <a:pt x="20889" y="32054"/>
                        <a:pt x="21000" y="32054"/>
                      </a:cubicBezTo>
                      <a:lnTo>
                        <a:pt x="21111" y="32091"/>
                      </a:lnTo>
                      <a:cubicBezTo>
                        <a:pt x="21222" y="32091"/>
                        <a:pt x="21370" y="32054"/>
                        <a:pt x="21517" y="32017"/>
                      </a:cubicBezTo>
                      <a:cubicBezTo>
                        <a:pt x="22183" y="31869"/>
                        <a:pt x="23477" y="31462"/>
                        <a:pt x="25141" y="30945"/>
                      </a:cubicBezTo>
                      <a:cubicBezTo>
                        <a:pt x="27655" y="30205"/>
                        <a:pt x="31019" y="29170"/>
                        <a:pt x="34346" y="28320"/>
                      </a:cubicBezTo>
                      <a:cubicBezTo>
                        <a:pt x="37637" y="27506"/>
                        <a:pt x="40927" y="26878"/>
                        <a:pt x="43145" y="26878"/>
                      </a:cubicBezTo>
                      <a:cubicBezTo>
                        <a:pt x="43885" y="26878"/>
                        <a:pt x="44513" y="26952"/>
                        <a:pt x="44957" y="27100"/>
                      </a:cubicBezTo>
                      <a:cubicBezTo>
                        <a:pt x="45437" y="27248"/>
                        <a:pt x="45696" y="27469"/>
                        <a:pt x="45807" y="27728"/>
                      </a:cubicBezTo>
                      <a:cubicBezTo>
                        <a:pt x="46325" y="28800"/>
                        <a:pt x="46657" y="30538"/>
                        <a:pt x="46842" y="32461"/>
                      </a:cubicBezTo>
                      <a:cubicBezTo>
                        <a:pt x="47027" y="34346"/>
                        <a:pt x="47101" y="36416"/>
                        <a:pt x="47101" y="38154"/>
                      </a:cubicBezTo>
                      <a:cubicBezTo>
                        <a:pt x="47101" y="39337"/>
                        <a:pt x="47064" y="40335"/>
                        <a:pt x="47027" y="41075"/>
                      </a:cubicBezTo>
                      <a:cubicBezTo>
                        <a:pt x="47027" y="41469"/>
                        <a:pt x="47017" y="41768"/>
                        <a:pt x="47007" y="41962"/>
                      </a:cubicBezTo>
                      <a:lnTo>
                        <a:pt x="6396" y="41962"/>
                      </a:lnTo>
                      <a:lnTo>
                        <a:pt x="666" y="4585"/>
                      </a:lnTo>
                      <a:cubicBezTo>
                        <a:pt x="629" y="4400"/>
                        <a:pt x="629" y="4215"/>
                        <a:pt x="629" y="4067"/>
                      </a:cubicBezTo>
                      <a:cubicBezTo>
                        <a:pt x="629" y="3106"/>
                        <a:pt x="999" y="2255"/>
                        <a:pt x="1627" y="1627"/>
                      </a:cubicBezTo>
                      <a:cubicBezTo>
                        <a:pt x="2256" y="998"/>
                        <a:pt x="3106" y="592"/>
                        <a:pt x="4067" y="592"/>
                      </a:cubicBezTo>
                      <a:close/>
                      <a:moveTo>
                        <a:pt x="4067" y="0"/>
                      </a:moveTo>
                      <a:cubicBezTo>
                        <a:pt x="1812" y="0"/>
                        <a:pt x="1" y="1849"/>
                        <a:pt x="1" y="4067"/>
                      </a:cubicBezTo>
                      <a:cubicBezTo>
                        <a:pt x="1" y="4252"/>
                        <a:pt x="38" y="4474"/>
                        <a:pt x="38" y="4696"/>
                      </a:cubicBezTo>
                      <a:lnTo>
                        <a:pt x="5842" y="42295"/>
                      </a:lnTo>
                      <a:cubicBezTo>
                        <a:pt x="5879" y="42443"/>
                        <a:pt x="5990" y="42554"/>
                        <a:pt x="6138" y="42554"/>
                      </a:cubicBezTo>
                      <a:lnTo>
                        <a:pt x="47286" y="42554"/>
                      </a:lnTo>
                      <a:cubicBezTo>
                        <a:pt x="47471" y="42554"/>
                        <a:pt x="47582" y="42443"/>
                        <a:pt x="47619" y="42258"/>
                      </a:cubicBezTo>
                      <a:cubicBezTo>
                        <a:pt x="47619" y="42258"/>
                        <a:pt x="47693" y="40520"/>
                        <a:pt x="47693" y="38154"/>
                      </a:cubicBezTo>
                      <a:cubicBezTo>
                        <a:pt x="47693" y="36416"/>
                        <a:pt x="47656" y="34309"/>
                        <a:pt x="47471" y="32387"/>
                      </a:cubicBezTo>
                      <a:cubicBezTo>
                        <a:pt x="47249" y="30464"/>
                        <a:pt x="46953" y="28653"/>
                        <a:pt x="46362" y="27433"/>
                      </a:cubicBezTo>
                      <a:cubicBezTo>
                        <a:pt x="46140" y="26989"/>
                        <a:pt x="45696" y="26693"/>
                        <a:pt x="45142" y="26508"/>
                      </a:cubicBezTo>
                      <a:cubicBezTo>
                        <a:pt x="44587" y="26323"/>
                        <a:pt x="43922" y="26249"/>
                        <a:pt x="43145" y="26249"/>
                      </a:cubicBezTo>
                      <a:cubicBezTo>
                        <a:pt x="39818" y="26249"/>
                        <a:pt x="34568" y="27580"/>
                        <a:pt x="30021" y="28874"/>
                      </a:cubicBezTo>
                      <a:cubicBezTo>
                        <a:pt x="27728" y="29503"/>
                        <a:pt x="25621" y="30168"/>
                        <a:pt x="23994" y="30649"/>
                      </a:cubicBezTo>
                      <a:cubicBezTo>
                        <a:pt x="23181" y="30908"/>
                        <a:pt x="22516" y="31093"/>
                        <a:pt x="21998" y="31240"/>
                      </a:cubicBezTo>
                      <a:cubicBezTo>
                        <a:pt x="21776" y="31314"/>
                        <a:pt x="21554" y="31388"/>
                        <a:pt x="21407" y="31425"/>
                      </a:cubicBezTo>
                      <a:cubicBezTo>
                        <a:pt x="21362" y="31436"/>
                        <a:pt x="21318" y="31444"/>
                        <a:pt x="21277" y="31450"/>
                      </a:cubicBezTo>
                      <a:lnTo>
                        <a:pt x="21277" y="31450"/>
                      </a:lnTo>
                      <a:cubicBezTo>
                        <a:pt x="21247" y="31286"/>
                        <a:pt x="21222" y="31024"/>
                        <a:pt x="21222" y="30686"/>
                      </a:cubicBezTo>
                      <a:cubicBezTo>
                        <a:pt x="21185" y="30242"/>
                        <a:pt x="21185" y="29725"/>
                        <a:pt x="21185" y="29096"/>
                      </a:cubicBezTo>
                      <a:cubicBezTo>
                        <a:pt x="21185" y="23514"/>
                        <a:pt x="21924" y="10500"/>
                        <a:pt x="22774" y="4659"/>
                      </a:cubicBezTo>
                      <a:cubicBezTo>
                        <a:pt x="22774" y="4437"/>
                        <a:pt x="22811" y="4252"/>
                        <a:pt x="22811" y="4067"/>
                      </a:cubicBezTo>
                      <a:cubicBezTo>
                        <a:pt x="22811" y="1849"/>
                        <a:pt x="21000" y="0"/>
                        <a:pt x="187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1" name="Google Shape;2929;p51">
                  <a:extLst>
                    <a:ext uri="{FF2B5EF4-FFF2-40B4-BE49-F238E27FC236}">
                      <a16:creationId xmlns:a16="http://schemas.microsoft.com/office/drawing/2014/main" id="{35815C28-9934-3390-F369-49D9CCD302E6}"/>
                    </a:ext>
                  </a:extLst>
                </p:cNvPr>
                <p:cNvSpPr/>
                <p:nvPr/>
              </p:nvSpPr>
              <p:spPr>
                <a:xfrm>
                  <a:off x="1495150" y="3236425"/>
                  <a:ext cx="824475" cy="104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79" h="41963" extrusionOk="0">
                      <a:moveTo>
                        <a:pt x="3920" y="1"/>
                      </a:moveTo>
                      <a:cubicBezTo>
                        <a:pt x="1701" y="75"/>
                        <a:pt x="1" y="2108"/>
                        <a:pt x="333" y="4327"/>
                      </a:cubicBezTo>
                      <a:lnTo>
                        <a:pt x="6138" y="41963"/>
                      </a:lnTo>
                      <a:lnTo>
                        <a:pt x="32350" y="41963"/>
                      </a:lnTo>
                      <a:cubicBezTo>
                        <a:pt x="32350" y="41963"/>
                        <a:pt x="32978" y="31130"/>
                        <a:pt x="31167" y="27285"/>
                      </a:cubicBezTo>
                      <a:cubicBezTo>
                        <a:pt x="30823" y="26556"/>
                        <a:pt x="29740" y="26262"/>
                        <a:pt x="28204" y="26262"/>
                      </a:cubicBezTo>
                      <a:cubicBezTo>
                        <a:pt x="21745" y="26262"/>
                        <a:pt x="7282" y="31467"/>
                        <a:pt x="6182" y="31467"/>
                      </a:cubicBezTo>
                      <a:cubicBezTo>
                        <a:pt x="6163" y="31467"/>
                        <a:pt x="6149" y="31466"/>
                        <a:pt x="6138" y="31463"/>
                      </a:cubicBezTo>
                      <a:cubicBezTo>
                        <a:pt x="5546" y="31315"/>
                        <a:pt x="6434" y="11906"/>
                        <a:pt x="7506" y="4290"/>
                      </a:cubicBezTo>
                      <a:cubicBezTo>
                        <a:pt x="7838" y="2071"/>
                        <a:pt x="6175" y="75"/>
                        <a:pt x="392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2" name="Google Shape;2930;p51">
                  <a:extLst>
                    <a:ext uri="{FF2B5EF4-FFF2-40B4-BE49-F238E27FC236}">
                      <a16:creationId xmlns:a16="http://schemas.microsoft.com/office/drawing/2014/main" id="{66B456BA-8687-BF4F-04BE-362607D57D12}"/>
                    </a:ext>
                  </a:extLst>
                </p:cNvPr>
                <p:cNvSpPr/>
                <p:nvPr/>
              </p:nvSpPr>
              <p:spPr>
                <a:xfrm>
                  <a:off x="1495150" y="3229050"/>
                  <a:ext cx="818925" cy="10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57" h="42554" extrusionOk="0">
                      <a:moveTo>
                        <a:pt x="3938" y="629"/>
                      </a:moveTo>
                      <a:cubicBezTo>
                        <a:pt x="5814" y="676"/>
                        <a:pt x="7247" y="2225"/>
                        <a:pt x="7247" y="4067"/>
                      </a:cubicBezTo>
                      <a:cubicBezTo>
                        <a:pt x="7247" y="4215"/>
                        <a:pt x="7247" y="4400"/>
                        <a:pt x="7210" y="4548"/>
                      </a:cubicBezTo>
                      <a:cubicBezTo>
                        <a:pt x="6360" y="10463"/>
                        <a:pt x="5620" y="23477"/>
                        <a:pt x="5620" y="29096"/>
                      </a:cubicBezTo>
                      <a:cubicBezTo>
                        <a:pt x="5620" y="29910"/>
                        <a:pt x="5657" y="30575"/>
                        <a:pt x="5694" y="31056"/>
                      </a:cubicBezTo>
                      <a:cubicBezTo>
                        <a:pt x="5694" y="31277"/>
                        <a:pt x="5731" y="31462"/>
                        <a:pt x="5768" y="31610"/>
                      </a:cubicBezTo>
                      <a:cubicBezTo>
                        <a:pt x="5768" y="31684"/>
                        <a:pt x="5768" y="31758"/>
                        <a:pt x="5805" y="31832"/>
                      </a:cubicBezTo>
                      <a:lnTo>
                        <a:pt x="5879" y="31943"/>
                      </a:lnTo>
                      <a:cubicBezTo>
                        <a:pt x="5916" y="31980"/>
                        <a:pt x="5953" y="32054"/>
                        <a:pt x="6064" y="32054"/>
                      </a:cubicBezTo>
                      <a:lnTo>
                        <a:pt x="6175" y="32091"/>
                      </a:lnTo>
                      <a:cubicBezTo>
                        <a:pt x="6286" y="32091"/>
                        <a:pt x="6434" y="32054"/>
                        <a:pt x="6581" y="32017"/>
                      </a:cubicBezTo>
                      <a:cubicBezTo>
                        <a:pt x="7247" y="31869"/>
                        <a:pt x="8541" y="31462"/>
                        <a:pt x="10205" y="30945"/>
                      </a:cubicBezTo>
                      <a:cubicBezTo>
                        <a:pt x="12719" y="30205"/>
                        <a:pt x="16083" y="29170"/>
                        <a:pt x="19410" y="28320"/>
                      </a:cubicBezTo>
                      <a:cubicBezTo>
                        <a:pt x="22701" y="27506"/>
                        <a:pt x="25991" y="26878"/>
                        <a:pt x="28209" y="26878"/>
                      </a:cubicBezTo>
                      <a:cubicBezTo>
                        <a:pt x="28949" y="26878"/>
                        <a:pt x="29577" y="26952"/>
                        <a:pt x="30021" y="27100"/>
                      </a:cubicBezTo>
                      <a:cubicBezTo>
                        <a:pt x="30501" y="27248"/>
                        <a:pt x="30760" y="27469"/>
                        <a:pt x="30871" y="27728"/>
                      </a:cubicBezTo>
                      <a:cubicBezTo>
                        <a:pt x="31389" y="28800"/>
                        <a:pt x="31721" y="30538"/>
                        <a:pt x="31906" y="32461"/>
                      </a:cubicBezTo>
                      <a:cubicBezTo>
                        <a:pt x="32091" y="34346"/>
                        <a:pt x="32165" y="36416"/>
                        <a:pt x="32165" y="38154"/>
                      </a:cubicBezTo>
                      <a:cubicBezTo>
                        <a:pt x="32165" y="39337"/>
                        <a:pt x="32128" y="40335"/>
                        <a:pt x="32091" y="41075"/>
                      </a:cubicBezTo>
                      <a:cubicBezTo>
                        <a:pt x="32091" y="41469"/>
                        <a:pt x="32081" y="41768"/>
                        <a:pt x="32071" y="41962"/>
                      </a:cubicBezTo>
                      <a:lnTo>
                        <a:pt x="6397" y="41962"/>
                      </a:lnTo>
                      <a:lnTo>
                        <a:pt x="666" y="4585"/>
                      </a:lnTo>
                      <a:cubicBezTo>
                        <a:pt x="629" y="4400"/>
                        <a:pt x="629" y="4215"/>
                        <a:pt x="629" y="4067"/>
                      </a:cubicBezTo>
                      <a:cubicBezTo>
                        <a:pt x="629" y="2225"/>
                        <a:pt x="2062" y="676"/>
                        <a:pt x="3938" y="629"/>
                      </a:cubicBezTo>
                      <a:close/>
                      <a:moveTo>
                        <a:pt x="3920" y="0"/>
                      </a:moveTo>
                      <a:cubicBezTo>
                        <a:pt x="1701" y="74"/>
                        <a:pt x="1" y="1886"/>
                        <a:pt x="1" y="4067"/>
                      </a:cubicBezTo>
                      <a:cubicBezTo>
                        <a:pt x="1" y="4252"/>
                        <a:pt x="1" y="4474"/>
                        <a:pt x="38" y="4696"/>
                      </a:cubicBezTo>
                      <a:lnTo>
                        <a:pt x="5842" y="42295"/>
                      </a:lnTo>
                      <a:cubicBezTo>
                        <a:pt x="5842" y="42443"/>
                        <a:pt x="5990" y="42554"/>
                        <a:pt x="6138" y="42554"/>
                      </a:cubicBezTo>
                      <a:lnTo>
                        <a:pt x="32350" y="42554"/>
                      </a:lnTo>
                      <a:cubicBezTo>
                        <a:pt x="32535" y="42554"/>
                        <a:pt x="32646" y="42443"/>
                        <a:pt x="32683" y="42258"/>
                      </a:cubicBezTo>
                      <a:cubicBezTo>
                        <a:pt x="32683" y="42258"/>
                        <a:pt x="32757" y="40520"/>
                        <a:pt x="32757" y="38154"/>
                      </a:cubicBezTo>
                      <a:cubicBezTo>
                        <a:pt x="32757" y="36416"/>
                        <a:pt x="32720" y="34309"/>
                        <a:pt x="32535" y="32387"/>
                      </a:cubicBezTo>
                      <a:cubicBezTo>
                        <a:pt x="32313" y="30464"/>
                        <a:pt x="32017" y="28653"/>
                        <a:pt x="31426" y="27433"/>
                      </a:cubicBezTo>
                      <a:cubicBezTo>
                        <a:pt x="31204" y="26989"/>
                        <a:pt x="30760" y="26693"/>
                        <a:pt x="30206" y="26508"/>
                      </a:cubicBezTo>
                      <a:cubicBezTo>
                        <a:pt x="29651" y="26323"/>
                        <a:pt x="28986" y="26249"/>
                        <a:pt x="28209" y="26249"/>
                      </a:cubicBezTo>
                      <a:cubicBezTo>
                        <a:pt x="24882" y="26249"/>
                        <a:pt x="19632" y="27580"/>
                        <a:pt x="15085" y="28874"/>
                      </a:cubicBezTo>
                      <a:cubicBezTo>
                        <a:pt x="12792" y="29503"/>
                        <a:pt x="10685" y="30168"/>
                        <a:pt x="9058" y="30649"/>
                      </a:cubicBezTo>
                      <a:cubicBezTo>
                        <a:pt x="8245" y="30908"/>
                        <a:pt x="7580" y="31093"/>
                        <a:pt x="7062" y="31240"/>
                      </a:cubicBezTo>
                      <a:cubicBezTo>
                        <a:pt x="6840" y="31314"/>
                        <a:pt x="6618" y="31388"/>
                        <a:pt x="6471" y="31425"/>
                      </a:cubicBezTo>
                      <a:cubicBezTo>
                        <a:pt x="6426" y="31436"/>
                        <a:pt x="6382" y="31444"/>
                        <a:pt x="6341" y="31450"/>
                      </a:cubicBezTo>
                      <a:lnTo>
                        <a:pt x="6341" y="31450"/>
                      </a:lnTo>
                      <a:cubicBezTo>
                        <a:pt x="6311" y="31286"/>
                        <a:pt x="6286" y="31024"/>
                        <a:pt x="6286" y="30686"/>
                      </a:cubicBezTo>
                      <a:cubicBezTo>
                        <a:pt x="6249" y="30242"/>
                        <a:pt x="6249" y="29725"/>
                        <a:pt x="6249" y="29096"/>
                      </a:cubicBezTo>
                      <a:cubicBezTo>
                        <a:pt x="6249" y="23514"/>
                        <a:pt x="6988" y="10500"/>
                        <a:pt x="7838" y="4659"/>
                      </a:cubicBezTo>
                      <a:cubicBezTo>
                        <a:pt x="7838" y="4437"/>
                        <a:pt x="7875" y="4252"/>
                        <a:pt x="7875" y="4067"/>
                      </a:cubicBezTo>
                      <a:cubicBezTo>
                        <a:pt x="7875" y="1886"/>
                        <a:pt x="6138" y="74"/>
                        <a:pt x="39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61" name="Google Shape;2949;p51">
                <a:extLst>
                  <a:ext uri="{FF2B5EF4-FFF2-40B4-BE49-F238E27FC236}">
                    <a16:creationId xmlns:a16="http://schemas.microsoft.com/office/drawing/2014/main" id="{B3B801CA-6B9C-DC22-9544-13D5AC7DC60A}"/>
                  </a:ext>
                </a:extLst>
              </p:cNvPr>
              <p:cNvGrpSpPr/>
              <p:nvPr/>
            </p:nvGrpSpPr>
            <p:grpSpPr>
              <a:xfrm>
                <a:off x="5495189" y="2811226"/>
                <a:ext cx="203374" cy="179736"/>
                <a:chOff x="-3137650" y="2787000"/>
                <a:chExt cx="291450" cy="257575"/>
              </a:xfrm>
            </p:grpSpPr>
            <p:sp>
              <p:nvSpPr>
                <p:cNvPr id="3074" name="Google Shape;2950;p51">
                  <a:extLst>
                    <a:ext uri="{FF2B5EF4-FFF2-40B4-BE49-F238E27FC236}">
                      <a16:creationId xmlns:a16="http://schemas.microsoft.com/office/drawing/2014/main" id="{BF5D02F1-7530-3EFD-F5D4-B36C32102B6D}"/>
                    </a:ext>
                  </a:extLst>
                </p:cNvPr>
                <p:cNvSpPr/>
                <p:nvPr/>
              </p:nvSpPr>
              <p:spPr>
                <a:xfrm>
                  <a:off x="-3137650" y="2787000"/>
                  <a:ext cx="291450" cy="2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0303" extrusionOk="0">
                      <a:moveTo>
                        <a:pt x="10618" y="693"/>
                      </a:moveTo>
                      <a:cubicBezTo>
                        <a:pt x="10807" y="693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93"/>
                        <a:pt x="1009" y="693"/>
                      </a:cubicBezTo>
                      <a:close/>
                      <a:moveTo>
                        <a:pt x="10996" y="3403"/>
                      </a:moveTo>
                      <a:lnTo>
                        <a:pt x="10996" y="9231"/>
                      </a:lnTo>
                      <a:cubicBezTo>
                        <a:pt x="10964" y="9420"/>
                        <a:pt x="10838" y="9578"/>
                        <a:pt x="10618" y="9578"/>
                      </a:cubicBezTo>
                      <a:lnTo>
                        <a:pt x="1009" y="9578"/>
                      </a:lnTo>
                      <a:cubicBezTo>
                        <a:pt x="820" y="9578"/>
                        <a:pt x="662" y="9420"/>
                        <a:pt x="662" y="9231"/>
                      </a:cubicBezTo>
                      <a:lnTo>
                        <a:pt x="662" y="340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9263"/>
                      </a:lnTo>
                      <a:cubicBezTo>
                        <a:pt x="1" y="9830"/>
                        <a:pt x="473" y="10302"/>
                        <a:pt x="1009" y="10302"/>
                      </a:cubicBezTo>
                      <a:lnTo>
                        <a:pt x="10618" y="10302"/>
                      </a:lnTo>
                      <a:cubicBezTo>
                        <a:pt x="11185" y="10302"/>
                        <a:pt x="11658" y="9830"/>
                        <a:pt x="11658" y="9263"/>
                      </a:cubicBezTo>
                      <a:lnTo>
                        <a:pt x="11658" y="1040"/>
                      </a:lnTo>
                      <a:cubicBezTo>
                        <a:pt x="11658" y="441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5" name="Google Shape;2951;p51">
                  <a:extLst>
                    <a:ext uri="{FF2B5EF4-FFF2-40B4-BE49-F238E27FC236}">
                      <a16:creationId xmlns:a16="http://schemas.microsoft.com/office/drawing/2014/main" id="{A8483F53-60AA-E80E-B9EE-8A5B163EA210}"/>
                    </a:ext>
                  </a:extLst>
                </p:cNvPr>
                <p:cNvSpPr/>
                <p:nvPr/>
              </p:nvSpPr>
              <p:spPr>
                <a:xfrm>
                  <a:off x="-3104575" y="2820875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8" y="693"/>
                      </a:cubicBezTo>
                      <a:cubicBezTo>
                        <a:pt x="568" y="693"/>
                        <a:pt x="726" y="536"/>
                        <a:pt x="726" y="347"/>
                      </a:cubicBezTo>
                      <a:cubicBezTo>
                        <a:pt x="726" y="158"/>
                        <a:pt x="568" y="0"/>
                        <a:pt x="34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6" name="Google Shape;2952;p51">
                  <a:extLst>
                    <a:ext uri="{FF2B5EF4-FFF2-40B4-BE49-F238E27FC236}">
                      <a16:creationId xmlns:a16="http://schemas.microsoft.com/office/drawing/2014/main" id="{6083F0F9-EB19-E282-40F5-4C37493BC91C}"/>
                    </a:ext>
                  </a:extLst>
                </p:cNvPr>
                <p:cNvSpPr/>
                <p:nvPr/>
              </p:nvSpPr>
              <p:spPr>
                <a:xfrm>
                  <a:off x="-306990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7" name="Google Shape;2953;p51">
                  <a:extLst>
                    <a:ext uri="{FF2B5EF4-FFF2-40B4-BE49-F238E27FC236}">
                      <a16:creationId xmlns:a16="http://schemas.microsoft.com/office/drawing/2014/main" id="{6CAA1431-59FE-5829-CC43-AF612C001C61}"/>
                    </a:ext>
                  </a:extLst>
                </p:cNvPr>
                <p:cNvSpPr/>
                <p:nvPr/>
              </p:nvSpPr>
              <p:spPr>
                <a:xfrm>
                  <a:off x="-303525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8" name="Google Shape;2954;p51">
                  <a:extLst>
                    <a:ext uri="{FF2B5EF4-FFF2-40B4-BE49-F238E27FC236}">
                      <a16:creationId xmlns:a16="http://schemas.microsoft.com/office/drawing/2014/main" id="{124C32A3-F9E4-28AB-CE91-DBD42EF9A739}"/>
                    </a:ext>
                  </a:extLst>
                </p:cNvPr>
                <p:cNvSpPr/>
                <p:nvPr/>
              </p:nvSpPr>
              <p:spPr>
                <a:xfrm>
                  <a:off x="-3002175" y="28208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90" y="693"/>
                        <a:pt x="347" y="693"/>
                      </a:cubicBezTo>
                      <a:lnTo>
                        <a:pt x="4506" y="693"/>
                      </a:lnTo>
                      <a:cubicBezTo>
                        <a:pt x="4695" y="693"/>
                        <a:pt x="4852" y="536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9" name="Google Shape;2955;p51">
                  <a:extLst>
                    <a:ext uri="{FF2B5EF4-FFF2-40B4-BE49-F238E27FC236}">
                      <a16:creationId xmlns:a16="http://schemas.microsoft.com/office/drawing/2014/main" id="{0D7076A5-CD6B-DB52-97CF-C790CAF96BA7}"/>
                    </a:ext>
                  </a:extLst>
                </p:cNvPr>
                <p:cNvSpPr/>
                <p:nvPr/>
              </p:nvSpPr>
              <p:spPr>
                <a:xfrm>
                  <a:off x="-2948625" y="2907300"/>
                  <a:ext cx="5202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3412" extrusionOk="0">
                      <a:moveTo>
                        <a:pt x="347" y="1"/>
                      </a:moveTo>
                      <a:cubicBezTo>
                        <a:pt x="261" y="1"/>
                        <a:pt x="174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1261" y="1710"/>
                      </a:lnTo>
                      <a:lnTo>
                        <a:pt x="127" y="2844"/>
                      </a:lnTo>
                      <a:cubicBezTo>
                        <a:pt x="1" y="2970"/>
                        <a:pt x="1" y="3191"/>
                        <a:pt x="127" y="3317"/>
                      </a:cubicBezTo>
                      <a:cubicBezTo>
                        <a:pt x="174" y="3380"/>
                        <a:pt x="261" y="3411"/>
                        <a:pt x="347" y="3411"/>
                      </a:cubicBezTo>
                      <a:cubicBezTo>
                        <a:pt x="434" y="3411"/>
                        <a:pt x="521" y="3380"/>
                        <a:pt x="568" y="3317"/>
                      </a:cubicBezTo>
                      <a:lnTo>
                        <a:pt x="1954" y="1930"/>
                      </a:lnTo>
                      <a:cubicBezTo>
                        <a:pt x="2080" y="1804"/>
                        <a:pt x="2080" y="1584"/>
                        <a:pt x="1954" y="1458"/>
                      </a:cubicBezTo>
                      <a:lnTo>
                        <a:pt x="568" y="72"/>
                      </a:lnTo>
                      <a:cubicBezTo>
                        <a:pt x="521" y="24"/>
                        <a:pt x="434" y="1"/>
                        <a:pt x="34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0" name="Google Shape;2956;p51">
                  <a:extLst>
                    <a:ext uri="{FF2B5EF4-FFF2-40B4-BE49-F238E27FC236}">
                      <a16:creationId xmlns:a16="http://schemas.microsoft.com/office/drawing/2014/main" id="{E703081E-9DAB-8587-3685-31B31C49E129}"/>
                    </a:ext>
                  </a:extLst>
                </p:cNvPr>
                <p:cNvSpPr/>
                <p:nvPr/>
              </p:nvSpPr>
              <p:spPr>
                <a:xfrm>
                  <a:off x="-3088025" y="2907300"/>
                  <a:ext cx="5357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12" extrusionOk="0">
                      <a:moveTo>
                        <a:pt x="1749" y="1"/>
                      </a:moveTo>
                      <a:cubicBezTo>
                        <a:pt x="1662" y="1"/>
                        <a:pt x="1576" y="24"/>
                        <a:pt x="1513" y="72"/>
                      </a:cubicBezTo>
                      <a:lnTo>
                        <a:pt x="127" y="1458"/>
                      </a:lnTo>
                      <a:cubicBezTo>
                        <a:pt x="1" y="1584"/>
                        <a:pt x="1" y="1804"/>
                        <a:pt x="127" y="1930"/>
                      </a:cubicBezTo>
                      <a:lnTo>
                        <a:pt x="1513" y="3317"/>
                      </a:lnTo>
                      <a:cubicBezTo>
                        <a:pt x="1576" y="3380"/>
                        <a:pt x="1662" y="3411"/>
                        <a:pt x="1749" y="3411"/>
                      </a:cubicBezTo>
                      <a:cubicBezTo>
                        <a:pt x="1836" y="3411"/>
                        <a:pt x="1922" y="3380"/>
                        <a:pt x="1985" y="3317"/>
                      </a:cubicBezTo>
                      <a:cubicBezTo>
                        <a:pt x="2111" y="3191"/>
                        <a:pt x="2111" y="2970"/>
                        <a:pt x="1985" y="2844"/>
                      </a:cubicBezTo>
                      <a:lnTo>
                        <a:pt x="851" y="1710"/>
                      </a:lnTo>
                      <a:lnTo>
                        <a:pt x="1985" y="544"/>
                      </a:lnTo>
                      <a:cubicBezTo>
                        <a:pt x="2143" y="450"/>
                        <a:pt x="2143" y="198"/>
                        <a:pt x="1985" y="72"/>
                      </a:cubicBezTo>
                      <a:cubicBezTo>
                        <a:pt x="1922" y="24"/>
                        <a:pt x="1836" y="1"/>
                        <a:pt x="174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1" name="Google Shape;2957;p51">
                  <a:extLst>
                    <a:ext uri="{FF2B5EF4-FFF2-40B4-BE49-F238E27FC236}">
                      <a16:creationId xmlns:a16="http://schemas.microsoft.com/office/drawing/2014/main" id="{D433C4E6-731F-6816-5B7A-9D181FC353F5}"/>
                    </a:ext>
                  </a:extLst>
                </p:cNvPr>
                <p:cNvSpPr/>
                <p:nvPr/>
              </p:nvSpPr>
              <p:spPr>
                <a:xfrm>
                  <a:off x="-3019500" y="2888975"/>
                  <a:ext cx="54375" cy="11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4776" extrusionOk="0">
                      <a:moveTo>
                        <a:pt x="1778" y="0"/>
                      </a:moveTo>
                      <a:cubicBezTo>
                        <a:pt x="1617" y="0"/>
                        <a:pt x="1501" y="108"/>
                        <a:pt x="1450" y="237"/>
                      </a:cubicBezTo>
                      <a:lnTo>
                        <a:pt x="63" y="4333"/>
                      </a:lnTo>
                      <a:cubicBezTo>
                        <a:pt x="0" y="4522"/>
                        <a:pt x="95" y="4680"/>
                        <a:pt x="253" y="4743"/>
                      </a:cubicBezTo>
                      <a:cubicBezTo>
                        <a:pt x="305" y="4765"/>
                        <a:pt x="354" y="4775"/>
                        <a:pt x="399" y="4775"/>
                      </a:cubicBezTo>
                      <a:cubicBezTo>
                        <a:pt x="543" y="4775"/>
                        <a:pt x="646" y="4674"/>
                        <a:pt x="694" y="4554"/>
                      </a:cubicBezTo>
                      <a:lnTo>
                        <a:pt x="2080" y="458"/>
                      </a:lnTo>
                      <a:cubicBezTo>
                        <a:pt x="2174" y="300"/>
                        <a:pt x="2048" y="111"/>
                        <a:pt x="1891" y="17"/>
                      </a:cubicBezTo>
                      <a:cubicBezTo>
                        <a:pt x="1851" y="6"/>
                        <a:pt x="1813" y="0"/>
                        <a:pt x="177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62" name="Google Shape;2958;p51">
                <a:extLst>
                  <a:ext uri="{FF2B5EF4-FFF2-40B4-BE49-F238E27FC236}">
                    <a16:creationId xmlns:a16="http://schemas.microsoft.com/office/drawing/2014/main" id="{64AA17C0-4E36-AE11-B396-83F304752E00}"/>
                  </a:ext>
                </a:extLst>
              </p:cNvPr>
              <p:cNvGrpSpPr/>
              <p:nvPr/>
            </p:nvGrpSpPr>
            <p:grpSpPr>
              <a:xfrm>
                <a:off x="3830965" y="2799136"/>
                <a:ext cx="203915" cy="203915"/>
                <a:chOff x="-6354300" y="2757075"/>
                <a:chExt cx="292225" cy="292225"/>
              </a:xfrm>
            </p:grpSpPr>
            <p:sp>
              <p:nvSpPr>
                <p:cNvPr id="3070" name="Google Shape;2959;p51">
                  <a:extLst>
                    <a:ext uri="{FF2B5EF4-FFF2-40B4-BE49-F238E27FC236}">
                      <a16:creationId xmlns:a16="http://schemas.microsoft.com/office/drawing/2014/main" id="{367FDEAA-212F-4C8A-8828-22E727E51804}"/>
                    </a:ext>
                  </a:extLst>
                </p:cNvPr>
                <p:cNvSpPr/>
                <p:nvPr/>
              </p:nvSpPr>
              <p:spPr>
                <a:xfrm>
                  <a:off x="-6354300" y="2757075"/>
                  <a:ext cx="29222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89" extrusionOk="0">
                      <a:moveTo>
                        <a:pt x="10681" y="4159"/>
                      </a:moveTo>
                      <a:cubicBezTo>
                        <a:pt x="10870" y="4159"/>
                        <a:pt x="11027" y="4316"/>
                        <a:pt x="11027" y="4505"/>
                      </a:cubicBezTo>
                      <a:lnTo>
                        <a:pt x="11027" y="4915"/>
                      </a:lnTo>
                      <a:cubicBezTo>
                        <a:pt x="10901" y="4883"/>
                        <a:pt x="10775" y="4883"/>
                        <a:pt x="10681" y="4883"/>
                      </a:cubicBezTo>
                      <a:lnTo>
                        <a:pt x="9609" y="4883"/>
                      </a:lnTo>
                      <a:lnTo>
                        <a:pt x="9609" y="4190"/>
                      </a:lnTo>
                      <a:lnTo>
                        <a:pt x="10681" y="4190"/>
                      </a:lnTo>
                      <a:lnTo>
                        <a:pt x="10681" y="4159"/>
                      </a:lnTo>
                      <a:close/>
                      <a:moveTo>
                        <a:pt x="2048" y="2773"/>
                      </a:moveTo>
                      <a:lnTo>
                        <a:pt x="2048" y="6207"/>
                      </a:lnTo>
                      <a:lnTo>
                        <a:pt x="662" y="6207"/>
                      </a:lnTo>
                      <a:lnTo>
                        <a:pt x="662" y="3151"/>
                      </a:lnTo>
                      <a:cubicBezTo>
                        <a:pt x="694" y="2930"/>
                        <a:pt x="851" y="2773"/>
                        <a:pt x="1009" y="2773"/>
                      </a:cubicBezTo>
                      <a:close/>
                      <a:moveTo>
                        <a:pt x="8885" y="693"/>
                      </a:moveTo>
                      <a:lnTo>
                        <a:pt x="8885" y="4883"/>
                      </a:lnTo>
                      <a:cubicBezTo>
                        <a:pt x="8538" y="4915"/>
                        <a:pt x="8223" y="5104"/>
                        <a:pt x="8066" y="5419"/>
                      </a:cubicBezTo>
                      <a:lnTo>
                        <a:pt x="7751" y="6049"/>
                      </a:lnTo>
                      <a:cubicBezTo>
                        <a:pt x="7719" y="6175"/>
                        <a:pt x="7593" y="6238"/>
                        <a:pt x="7436" y="6238"/>
                      </a:cubicBezTo>
                      <a:lnTo>
                        <a:pt x="2710" y="6238"/>
                      </a:lnTo>
                      <a:lnTo>
                        <a:pt x="2710" y="693"/>
                      </a:lnTo>
                      <a:close/>
                      <a:moveTo>
                        <a:pt x="10681" y="5513"/>
                      </a:moveTo>
                      <a:cubicBezTo>
                        <a:pt x="10870" y="5513"/>
                        <a:pt x="11027" y="5671"/>
                        <a:pt x="11027" y="5860"/>
                      </a:cubicBezTo>
                      <a:lnTo>
                        <a:pt x="11027" y="10649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09" y="11027"/>
                      </a:lnTo>
                      <a:cubicBezTo>
                        <a:pt x="820" y="11027"/>
                        <a:pt x="662" y="10869"/>
                        <a:pt x="662" y="10649"/>
                      </a:cubicBezTo>
                      <a:lnTo>
                        <a:pt x="662" y="6868"/>
                      </a:lnTo>
                      <a:lnTo>
                        <a:pt x="7436" y="6868"/>
                      </a:lnTo>
                      <a:cubicBezTo>
                        <a:pt x="7845" y="6868"/>
                        <a:pt x="8192" y="6648"/>
                        <a:pt x="8349" y="6333"/>
                      </a:cubicBezTo>
                      <a:lnTo>
                        <a:pt x="8664" y="5703"/>
                      </a:lnTo>
                      <a:cubicBezTo>
                        <a:pt x="8696" y="5576"/>
                        <a:pt x="8822" y="5513"/>
                        <a:pt x="8979" y="5513"/>
                      </a:cubicBezTo>
                      <a:close/>
                      <a:moveTo>
                        <a:pt x="2395" y="0"/>
                      </a:moveTo>
                      <a:cubicBezTo>
                        <a:pt x="2206" y="0"/>
                        <a:pt x="2048" y="158"/>
                        <a:pt x="2048" y="347"/>
                      </a:cubicBezTo>
                      <a:lnTo>
                        <a:pt x="2048" y="2111"/>
                      </a:lnTo>
                      <a:lnTo>
                        <a:pt x="1009" y="2111"/>
                      </a:lnTo>
                      <a:cubicBezTo>
                        <a:pt x="473" y="2111"/>
                        <a:pt x="0" y="2584"/>
                        <a:pt x="0" y="3151"/>
                      </a:cubicBezTo>
                      <a:lnTo>
                        <a:pt x="0" y="10649"/>
                      </a:lnTo>
                      <a:cubicBezTo>
                        <a:pt x="0" y="11216"/>
                        <a:pt x="473" y="11688"/>
                        <a:pt x="1009" y="11688"/>
                      </a:cubicBezTo>
                      <a:lnTo>
                        <a:pt x="10618" y="11688"/>
                      </a:lnTo>
                      <a:cubicBezTo>
                        <a:pt x="11185" y="11688"/>
                        <a:pt x="11657" y="11216"/>
                        <a:pt x="11657" y="10649"/>
                      </a:cubicBezTo>
                      <a:lnTo>
                        <a:pt x="11657" y="4505"/>
                      </a:lnTo>
                      <a:cubicBezTo>
                        <a:pt x="11689" y="3938"/>
                        <a:pt x="11216" y="3466"/>
                        <a:pt x="10681" y="3466"/>
                      </a:cubicBezTo>
                      <a:lnTo>
                        <a:pt x="9609" y="3466"/>
                      </a:lnTo>
                      <a:lnTo>
                        <a:pt x="9609" y="347"/>
                      </a:lnTo>
                      <a:cubicBezTo>
                        <a:pt x="9609" y="158"/>
                        <a:pt x="9452" y="0"/>
                        <a:pt x="926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1" name="Google Shape;2960;p51">
                  <a:extLst>
                    <a:ext uri="{FF2B5EF4-FFF2-40B4-BE49-F238E27FC236}">
                      <a16:creationId xmlns:a16="http://schemas.microsoft.com/office/drawing/2014/main" id="{893BD4E0-3063-8A33-54DF-FF924897267E}"/>
                    </a:ext>
                  </a:extLst>
                </p:cNvPr>
                <p:cNvSpPr/>
                <p:nvPr/>
              </p:nvSpPr>
              <p:spPr>
                <a:xfrm>
                  <a:off x="-6268450" y="279015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2" name="Google Shape;2961;p51">
                  <a:extLst>
                    <a:ext uri="{FF2B5EF4-FFF2-40B4-BE49-F238E27FC236}">
                      <a16:creationId xmlns:a16="http://schemas.microsoft.com/office/drawing/2014/main" id="{0678D1BE-C737-46C2-615F-ABFA7424DC1A}"/>
                    </a:ext>
                  </a:extLst>
                </p:cNvPr>
                <p:cNvSpPr/>
                <p:nvPr/>
              </p:nvSpPr>
              <p:spPr>
                <a:xfrm>
                  <a:off x="-6268450" y="282560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3" name="Google Shape;2962;p51">
                  <a:extLst>
                    <a:ext uri="{FF2B5EF4-FFF2-40B4-BE49-F238E27FC236}">
                      <a16:creationId xmlns:a16="http://schemas.microsoft.com/office/drawing/2014/main" id="{E6A6B427-0D47-42E0-A5E7-9C1C484DBC64}"/>
                    </a:ext>
                  </a:extLst>
                </p:cNvPr>
                <p:cNvSpPr/>
                <p:nvPr/>
              </p:nvSpPr>
              <p:spPr>
                <a:xfrm>
                  <a:off x="-6268450" y="2860250"/>
                  <a:ext cx="1197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32" y="693"/>
                        <a:pt x="4789" y="536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63" name="Google Shape;2963;p51">
                <a:extLst>
                  <a:ext uri="{FF2B5EF4-FFF2-40B4-BE49-F238E27FC236}">
                    <a16:creationId xmlns:a16="http://schemas.microsoft.com/office/drawing/2014/main" id="{EF4F05D8-DDF8-E6A9-2127-7EA3F37E884E}"/>
                  </a:ext>
                </a:extLst>
              </p:cNvPr>
              <p:cNvGrpSpPr/>
              <p:nvPr/>
            </p:nvGrpSpPr>
            <p:grpSpPr>
              <a:xfrm>
                <a:off x="4917834" y="2603164"/>
                <a:ext cx="203374" cy="203915"/>
                <a:chOff x="-1700225" y="2768875"/>
                <a:chExt cx="291450" cy="292225"/>
              </a:xfrm>
            </p:grpSpPr>
            <p:sp>
              <p:nvSpPr>
                <p:cNvPr id="3064" name="Google Shape;2964;p51">
                  <a:extLst>
                    <a:ext uri="{FF2B5EF4-FFF2-40B4-BE49-F238E27FC236}">
                      <a16:creationId xmlns:a16="http://schemas.microsoft.com/office/drawing/2014/main" id="{F5DC9F1E-5020-1689-6A35-1F2E32D7E4E0}"/>
                    </a:ext>
                  </a:extLst>
                </p:cNvPr>
                <p:cNvSpPr/>
                <p:nvPr/>
              </p:nvSpPr>
              <p:spPr>
                <a:xfrm>
                  <a:off x="-1700225" y="2768875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617" y="662"/>
                      </a:moveTo>
                      <a:cubicBezTo>
                        <a:pt x="10806" y="662"/>
                        <a:pt x="10964" y="820"/>
                        <a:pt x="10964" y="1009"/>
                      </a:cubicBezTo>
                      <a:lnTo>
                        <a:pt x="10964" y="2710"/>
                      </a:lnTo>
                      <a:lnTo>
                        <a:pt x="662" y="2710"/>
                      </a:lnTo>
                      <a:lnTo>
                        <a:pt x="662" y="1009"/>
                      </a:lnTo>
                      <a:cubicBezTo>
                        <a:pt x="662" y="820"/>
                        <a:pt x="819" y="662"/>
                        <a:pt x="1008" y="662"/>
                      </a:cubicBezTo>
                      <a:close/>
                      <a:moveTo>
                        <a:pt x="10933" y="3372"/>
                      </a:moveTo>
                      <a:lnTo>
                        <a:pt x="10933" y="9232"/>
                      </a:lnTo>
                      <a:cubicBezTo>
                        <a:pt x="10964" y="9484"/>
                        <a:pt x="10806" y="9610"/>
                        <a:pt x="10617" y="9610"/>
                      </a:cubicBezTo>
                      <a:lnTo>
                        <a:pt x="8916" y="9610"/>
                      </a:lnTo>
                      <a:lnTo>
                        <a:pt x="8570" y="9232"/>
                      </a:lnTo>
                      <a:cubicBezTo>
                        <a:pt x="8601" y="9169"/>
                        <a:pt x="8664" y="9043"/>
                        <a:pt x="8696" y="8917"/>
                      </a:cubicBezTo>
                      <a:lnTo>
                        <a:pt x="9200" y="8917"/>
                      </a:lnTo>
                      <a:cubicBezTo>
                        <a:pt x="9389" y="8917"/>
                        <a:pt x="9546" y="8759"/>
                        <a:pt x="9546" y="8570"/>
                      </a:cubicBezTo>
                      <a:lnTo>
                        <a:pt x="9546" y="7184"/>
                      </a:lnTo>
                      <a:cubicBezTo>
                        <a:pt x="9546" y="6995"/>
                        <a:pt x="9389" y="6837"/>
                        <a:pt x="9200" y="6837"/>
                      </a:cubicBezTo>
                      <a:lnTo>
                        <a:pt x="8696" y="6837"/>
                      </a:lnTo>
                      <a:cubicBezTo>
                        <a:pt x="8664" y="6711"/>
                        <a:pt x="8601" y="6648"/>
                        <a:pt x="8570" y="6522"/>
                      </a:cubicBezTo>
                      <a:lnTo>
                        <a:pt x="8916" y="6176"/>
                      </a:lnTo>
                      <a:cubicBezTo>
                        <a:pt x="9042" y="6050"/>
                        <a:pt x="9042" y="5798"/>
                        <a:pt x="8916" y="5703"/>
                      </a:cubicBezTo>
                      <a:lnTo>
                        <a:pt x="7940" y="4695"/>
                      </a:lnTo>
                      <a:cubicBezTo>
                        <a:pt x="7877" y="4648"/>
                        <a:pt x="7790" y="4624"/>
                        <a:pt x="7703" y="4624"/>
                      </a:cubicBezTo>
                      <a:cubicBezTo>
                        <a:pt x="7617" y="4624"/>
                        <a:pt x="7530" y="4648"/>
                        <a:pt x="7467" y="4695"/>
                      </a:cubicBezTo>
                      <a:lnTo>
                        <a:pt x="7120" y="5073"/>
                      </a:lnTo>
                      <a:cubicBezTo>
                        <a:pt x="7026" y="5041"/>
                        <a:pt x="6931" y="4978"/>
                        <a:pt x="6805" y="4947"/>
                      </a:cubicBezTo>
                      <a:lnTo>
                        <a:pt x="6805" y="4443"/>
                      </a:lnTo>
                      <a:cubicBezTo>
                        <a:pt x="6805" y="4222"/>
                        <a:pt x="6648" y="4065"/>
                        <a:pt x="6459" y="4065"/>
                      </a:cubicBezTo>
                      <a:lnTo>
                        <a:pt x="5073" y="4065"/>
                      </a:lnTo>
                      <a:cubicBezTo>
                        <a:pt x="4884" y="4065"/>
                        <a:pt x="4726" y="4222"/>
                        <a:pt x="4726" y="4443"/>
                      </a:cubicBezTo>
                      <a:lnTo>
                        <a:pt x="4726" y="4947"/>
                      </a:lnTo>
                      <a:cubicBezTo>
                        <a:pt x="4600" y="4978"/>
                        <a:pt x="4506" y="5010"/>
                        <a:pt x="4411" y="5073"/>
                      </a:cubicBezTo>
                      <a:lnTo>
                        <a:pt x="4033" y="4695"/>
                      </a:lnTo>
                      <a:cubicBezTo>
                        <a:pt x="3986" y="4648"/>
                        <a:pt x="3899" y="4624"/>
                        <a:pt x="3808" y="4624"/>
                      </a:cubicBezTo>
                      <a:cubicBezTo>
                        <a:pt x="3718" y="4624"/>
                        <a:pt x="3623" y="4648"/>
                        <a:pt x="3560" y="4695"/>
                      </a:cubicBezTo>
                      <a:lnTo>
                        <a:pt x="2584" y="5703"/>
                      </a:lnTo>
                      <a:cubicBezTo>
                        <a:pt x="2458" y="5829"/>
                        <a:pt x="2458" y="6050"/>
                        <a:pt x="2584" y="6176"/>
                      </a:cubicBezTo>
                      <a:lnTo>
                        <a:pt x="2930" y="6522"/>
                      </a:lnTo>
                      <a:cubicBezTo>
                        <a:pt x="2899" y="6585"/>
                        <a:pt x="2867" y="6711"/>
                        <a:pt x="2836" y="6837"/>
                      </a:cubicBezTo>
                      <a:lnTo>
                        <a:pt x="2300" y="6837"/>
                      </a:lnTo>
                      <a:cubicBezTo>
                        <a:pt x="2111" y="6837"/>
                        <a:pt x="1954" y="6995"/>
                        <a:pt x="1954" y="7184"/>
                      </a:cubicBezTo>
                      <a:lnTo>
                        <a:pt x="1954" y="8570"/>
                      </a:lnTo>
                      <a:cubicBezTo>
                        <a:pt x="1954" y="8759"/>
                        <a:pt x="2111" y="8917"/>
                        <a:pt x="2300" y="8917"/>
                      </a:cubicBezTo>
                      <a:lnTo>
                        <a:pt x="2836" y="8917"/>
                      </a:lnTo>
                      <a:cubicBezTo>
                        <a:pt x="2867" y="9043"/>
                        <a:pt x="2899" y="9137"/>
                        <a:pt x="2930" y="9232"/>
                      </a:cubicBezTo>
                      <a:lnTo>
                        <a:pt x="2584" y="9610"/>
                      </a:lnTo>
                      <a:lnTo>
                        <a:pt x="977" y="9610"/>
                      </a:lnTo>
                      <a:cubicBezTo>
                        <a:pt x="788" y="9610"/>
                        <a:pt x="630" y="9452"/>
                        <a:pt x="630" y="9232"/>
                      </a:cubicBezTo>
                      <a:lnTo>
                        <a:pt x="630" y="3372"/>
                      </a:lnTo>
                      <a:close/>
                      <a:moveTo>
                        <a:pt x="6112" y="4726"/>
                      </a:moveTo>
                      <a:lnTo>
                        <a:pt x="6112" y="5136"/>
                      </a:lnTo>
                      <a:cubicBezTo>
                        <a:pt x="6112" y="5294"/>
                        <a:pt x="6207" y="5420"/>
                        <a:pt x="6364" y="5451"/>
                      </a:cubicBezTo>
                      <a:cubicBezTo>
                        <a:pt x="6553" y="5514"/>
                        <a:pt x="6805" y="5609"/>
                        <a:pt x="6994" y="5735"/>
                      </a:cubicBezTo>
                      <a:cubicBezTo>
                        <a:pt x="7041" y="5769"/>
                        <a:pt x="7096" y="5783"/>
                        <a:pt x="7153" y="5783"/>
                      </a:cubicBezTo>
                      <a:cubicBezTo>
                        <a:pt x="7251" y="5783"/>
                        <a:pt x="7356" y="5743"/>
                        <a:pt x="7435" y="5703"/>
                      </a:cubicBezTo>
                      <a:lnTo>
                        <a:pt x="7751" y="5388"/>
                      </a:lnTo>
                      <a:lnTo>
                        <a:pt x="8223" y="5861"/>
                      </a:lnTo>
                      <a:lnTo>
                        <a:pt x="7908" y="6176"/>
                      </a:lnTo>
                      <a:cubicBezTo>
                        <a:pt x="7782" y="6302"/>
                        <a:pt x="7782" y="6459"/>
                        <a:pt x="7877" y="6617"/>
                      </a:cubicBezTo>
                      <a:cubicBezTo>
                        <a:pt x="7971" y="6806"/>
                        <a:pt x="8066" y="6995"/>
                        <a:pt x="8129" y="7247"/>
                      </a:cubicBezTo>
                      <a:cubicBezTo>
                        <a:pt x="8192" y="7404"/>
                        <a:pt x="8286" y="7499"/>
                        <a:pt x="8444" y="7499"/>
                      </a:cubicBezTo>
                      <a:lnTo>
                        <a:pt x="8885" y="7499"/>
                      </a:lnTo>
                      <a:lnTo>
                        <a:pt x="8885" y="8192"/>
                      </a:lnTo>
                      <a:lnTo>
                        <a:pt x="8444" y="8192"/>
                      </a:lnTo>
                      <a:cubicBezTo>
                        <a:pt x="8286" y="8192"/>
                        <a:pt x="8192" y="8286"/>
                        <a:pt x="8129" y="8444"/>
                      </a:cubicBezTo>
                      <a:cubicBezTo>
                        <a:pt x="8097" y="8665"/>
                        <a:pt x="7971" y="8885"/>
                        <a:pt x="7877" y="9074"/>
                      </a:cubicBezTo>
                      <a:cubicBezTo>
                        <a:pt x="7782" y="9200"/>
                        <a:pt x="7814" y="9389"/>
                        <a:pt x="7908" y="9515"/>
                      </a:cubicBezTo>
                      <a:lnTo>
                        <a:pt x="8223" y="9830"/>
                      </a:lnTo>
                      <a:lnTo>
                        <a:pt x="7751" y="10303"/>
                      </a:lnTo>
                      <a:lnTo>
                        <a:pt x="7435" y="9988"/>
                      </a:lnTo>
                      <a:cubicBezTo>
                        <a:pt x="7368" y="9920"/>
                        <a:pt x="7291" y="9889"/>
                        <a:pt x="7211" y="9889"/>
                      </a:cubicBezTo>
                      <a:cubicBezTo>
                        <a:pt x="7141" y="9889"/>
                        <a:pt x="7068" y="9912"/>
                        <a:pt x="6994" y="9956"/>
                      </a:cubicBezTo>
                      <a:cubicBezTo>
                        <a:pt x="6805" y="10082"/>
                        <a:pt x="6616" y="10145"/>
                        <a:pt x="6364" y="10208"/>
                      </a:cubicBezTo>
                      <a:cubicBezTo>
                        <a:pt x="6207" y="10271"/>
                        <a:pt x="6112" y="10366"/>
                        <a:pt x="6112" y="10555"/>
                      </a:cubicBezTo>
                      <a:lnTo>
                        <a:pt x="6112" y="10964"/>
                      </a:lnTo>
                      <a:lnTo>
                        <a:pt x="5419" y="10964"/>
                      </a:lnTo>
                      <a:lnTo>
                        <a:pt x="5419" y="10555"/>
                      </a:lnTo>
                      <a:cubicBezTo>
                        <a:pt x="5419" y="10366"/>
                        <a:pt x="5325" y="10271"/>
                        <a:pt x="5167" y="10208"/>
                      </a:cubicBezTo>
                      <a:cubicBezTo>
                        <a:pt x="4947" y="10177"/>
                        <a:pt x="4726" y="10051"/>
                        <a:pt x="4537" y="9956"/>
                      </a:cubicBezTo>
                      <a:cubicBezTo>
                        <a:pt x="4491" y="9921"/>
                        <a:pt x="4436" y="9908"/>
                        <a:pt x="4379" y="9908"/>
                      </a:cubicBezTo>
                      <a:cubicBezTo>
                        <a:pt x="4281" y="9908"/>
                        <a:pt x="4176" y="9948"/>
                        <a:pt x="4096" y="9988"/>
                      </a:cubicBezTo>
                      <a:lnTo>
                        <a:pt x="3781" y="10303"/>
                      </a:lnTo>
                      <a:lnTo>
                        <a:pt x="3308" y="9830"/>
                      </a:lnTo>
                      <a:lnTo>
                        <a:pt x="3623" y="9515"/>
                      </a:lnTo>
                      <a:cubicBezTo>
                        <a:pt x="3749" y="9389"/>
                        <a:pt x="3749" y="9232"/>
                        <a:pt x="3655" y="9074"/>
                      </a:cubicBezTo>
                      <a:cubicBezTo>
                        <a:pt x="3529" y="8885"/>
                        <a:pt x="3466" y="8696"/>
                        <a:pt x="3371" y="8444"/>
                      </a:cubicBezTo>
                      <a:cubicBezTo>
                        <a:pt x="3340" y="8286"/>
                        <a:pt x="3214" y="8192"/>
                        <a:pt x="3056" y="8192"/>
                      </a:cubicBezTo>
                      <a:lnTo>
                        <a:pt x="2647" y="8192"/>
                      </a:lnTo>
                      <a:lnTo>
                        <a:pt x="2647" y="7499"/>
                      </a:lnTo>
                      <a:lnTo>
                        <a:pt x="3056" y="7499"/>
                      </a:lnTo>
                      <a:cubicBezTo>
                        <a:pt x="3214" y="7499"/>
                        <a:pt x="3340" y="7404"/>
                        <a:pt x="3371" y="7247"/>
                      </a:cubicBezTo>
                      <a:cubicBezTo>
                        <a:pt x="3434" y="7026"/>
                        <a:pt x="3529" y="6806"/>
                        <a:pt x="3655" y="6617"/>
                      </a:cubicBezTo>
                      <a:cubicBezTo>
                        <a:pt x="3749" y="6491"/>
                        <a:pt x="3686" y="6302"/>
                        <a:pt x="3623" y="6176"/>
                      </a:cubicBezTo>
                      <a:lnTo>
                        <a:pt x="3308" y="5861"/>
                      </a:lnTo>
                      <a:lnTo>
                        <a:pt x="3781" y="5388"/>
                      </a:lnTo>
                      <a:lnTo>
                        <a:pt x="4096" y="5703"/>
                      </a:lnTo>
                      <a:cubicBezTo>
                        <a:pt x="4163" y="5771"/>
                        <a:pt x="4240" y="5802"/>
                        <a:pt x="4321" y="5802"/>
                      </a:cubicBezTo>
                      <a:cubicBezTo>
                        <a:pt x="4391" y="5802"/>
                        <a:pt x="4464" y="5778"/>
                        <a:pt x="4537" y="5735"/>
                      </a:cubicBezTo>
                      <a:cubicBezTo>
                        <a:pt x="4726" y="5609"/>
                        <a:pt x="4915" y="5546"/>
                        <a:pt x="5167" y="5451"/>
                      </a:cubicBezTo>
                      <a:cubicBezTo>
                        <a:pt x="5325" y="5420"/>
                        <a:pt x="5419" y="5294"/>
                        <a:pt x="5419" y="5136"/>
                      </a:cubicBezTo>
                      <a:lnTo>
                        <a:pt x="5419" y="4726"/>
                      </a:ln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09"/>
                      </a:cubicBezTo>
                      <a:lnTo>
                        <a:pt x="0" y="9295"/>
                      </a:lnTo>
                      <a:cubicBezTo>
                        <a:pt x="0" y="9830"/>
                        <a:pt x="473" y="10303"/>
                        <a:pt x="1008" y="10303"/>
                      </a:cubicBezTo>
                      <a:lnTo>
                        <a:pt x="2867" y="10303"/>
                      </a:lnTo>
                      <a:lnTo>
                        <a:pt x="3623" y="11059"/>
                      </a:lnTo>
                      <a:cubicBezTo>
                        <a:pt x="3671" y="11122"/>
                        <a:pt x="3757" y="11153"/>
                        <a:pt x="3848" y="11153"/>
                      </a:cubicBezTo>
                      <a:cubicBezTo>
                        <a:pt x="3938" y="11153"/>
                        <a:pt x="4033" y="11122"/>
                        <a:pt x="4096" y="11059"/>
                      </a:cubicBezTo>
                      <a:lnTo>
                        <a:pt x="4442" y="10712"/>
                      </a:lnTo>
                      <a:cubicBezTo>
                        <a:pt x="4506" y="10744"/>
                        <a:pt x="4632" y="10775"/>
                        <a:pt x="4758" y="10807"/>
                      </a:cubicBezTo>
                      <a:lnTo>
                        <a:pt x="4758" y="11342"/>
                      </a:lnTo>
                      <a:cubicBezTo>
                        <a:pt x="4758" y="11531"/>
                        <a:pt x="4915" y="11689"/>
                        <a:pt x="5104" y="11689"/>
                      </a:cubicBezTo>
                      <a:lnTo>
                        <a:pt x="6490" y="11689"/>
                      </a:lnTo>
                      <a:cubicBezTo>
                        <a:pt x="6679" y="11689"/>
                        <a:pt x="6837" y="11531"/>
                        <a:pt x="6837" y="11342"/>
                      </a:cubicBezTo>
                      <a:lnTo>
                        <a:pt x="6837" y="10807"/>
                      </a:lnTo>
                      <a:cubicBezTo>
                        <a:pt x="6963" y="10775"/>
                        <a:pt x="7026" y="10744"/>
                        <a:pt x="7152" y="10712"/>
                      </a:cubicBezTo>
                      <a:lnTo>
                        <a:pt x="7498" y="11059"/>
                      </a:lnTo>
                      <a:cubicBezTo>
                        <a:pt x="7561" y="11122"/>
                        <a:pt x="7656" y="11153"/>
                        <a:pt x="7747" y="11153"/>
                      </a:cubicBezTo>
                      <a:cubicBezTo>
                        <a:pt x="7837" y="11153"/>
                        <a:pt x="7924" y="11122"/>
                        <a:pt x="7971" y="11059"/>
                      </a:cubicBezTo>
                      <a:lnTo>
                        <a:pt x="8727" y="10303"/>
                      </a:lnTo>
                      <a:lnTo>
                        <a:pt x="10617" y="10303"/>
                      </a:lnTo>
                      <a:cubicBezTo>
                        <a:pt x="11185" y="10303"/>
                        <a:pt x="11657" y="9830"/>
                        <a:pt x="11657" y="9295"/>
                      </a:cubicBezTo>
                      <a:lnTo>
                        <a:pt x="11657" y="1009"/>
                      </a:lnTo>
                      <a:cubicBezTo>
                        <a:pt x="11657" y="473"/>
                        <a:pt x="11216" y="1"/>
                        <a:pt x="1061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5" name="Google Shape;2965;p51">
                  <a:extLst>
                    <a:ext uri="{FF2B5EF4-FFF2-40B4-BE49-F238E27FC236}">
                      <a16:creationId xmlns:a16="http://schemas.microsoft.com/office/drawing/2014/main" id="{0A1B19B5-B875-ABE0-039C-EC28464166D0}"/>
                    </a:ext>
                  </a:extLst>
                </p:cNvPr>
                <p:cNvSpPr/>
                <p:nvPr/>
              </p:nvSpPr>
              <p:spPr>
                <a:xfrm>
                  <a:off x="-1667150" y="2801950"/>
                  <a:ext cx="181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726"/>
                        <a:pt x="347" y="726"/>
                      </a:cubicBezTo>
                      <a:cubicBezTo>
                        <a:pt x="568" y="726"/>
                        <a:pt x="725" y="536"/>
                        <a:pt x="725" y="347"/>
                      </a:cubicBezTo>
                      <a:cubicBezTo>
                        <a:pt x="725" y="158"/>
                        <a:pt x="568" y="1"/>
                        <a:pt x="34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6" name="Google Shape;2966;p51">
                  <a:extLst>
                    <a:ext uri="{FF2B5EF4-FFF2-40B4-BE49-F238E27FC236}">
                      <a16:creationId xmlns:a16="http://schemas.microsoft.com/office/drawing/2014/main" id="{1D42EC1C-8D8C-27F1-4B0B-3104654BA27B}"/>
                    </a:ext>
                  </a:extLst>
                </p:cNvPr>
                <p:cNvSpPr/>
                <p:nvPr/>
              </p:nvSpPr>
              <p:spPr>
                <a:xfrm>
                  <a:off x="-1632500" y="2801950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6"/>
                        <a:pt x="347" y="726"/>
                      </a:cubicBezTo>
                      <a:cubicBezTo>
                        <a:pt x="536" y="726"/>
                        <a:pt x="694" y="568"/>
                        <a:pt x="694" y="347"/>
                      </a:cubicBez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7" name="Google Shape;2967;p51">
                  <a:extLst>
                    <a:ext uri="{FF2B5EF4-FFF2-40B4-BE49-F238E27FC236}">
                      <a16:creationId xmlns:a16="http://schemas.microsoft.com/office/drawing/2014/main" id="{A1026A06-1158-6051-5942-50B00CC46ECE}"/>
                    </a:ext>
                  </a:extLst>
                </p:cNvPr>
                <p:cNvSpPr/>
                <p:nvPr/>
              </p:nvSpPr>
              <p:spPr>
                <a:xfrm>
                  <a:off x="-1597850" y="2801950"/>
                  <a:ext cx="173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6"/>
                        <a:pt x="347" y="726"/>
                      </a:cubicBezTo>
                      <a:cubicBezTo>
                        <a:pt x="537" y="726"/>
                        <a:pt x="694" y="568"/>
                        <a:pt x="694" y="347"/>
                      </a:cubicBezTo>
                      <a:cubicBezTo>
                        <a:pt x="694" y="158"/>
                        <a:pt x="537" y="1"/>
                        <a:pt x="34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8" name="Google Shape;2968;p51">
                  <a:extLst>
                    <a:ext uri="{FF2B5EF4-FFF2-40B4-BE49-F238E27FC236}">
                      <a16:creationId xmlns:a16="http://schemas.microsoft.com/office/drawing/2014/main" id="{BB0CB81A-8EA2-3341-6F3A-1561795D9267}"/>
                    </a:ext>
                  </a:extLst>
                </p:cNvPr>
                <p:cNvSpPr/>
                <p:nvPr/>
              </p:nvSpPr>
              <p:spPr>
                <a:xfrm>
                  <a:off x="-1564750" y="2801950"/>
                  <a:ext cx="1205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32" y="568"/>
                        <a:pt x="189" y="726"/>
                        <a:pt x="347" y="726"/>
                      </a:cubicBezTo>
                      <a:lnTo>
                        <a:pt x="4442" y="726"/>
                      </a:lnTo>
                      <a:cubicBezTo>
                        <a:pt x="4663" y="726"/>
                        <a:pt x="4820" y="568"/>
                        <a:pt x="4820" y="347"/>
                      </a:cubicBezTo>
                      <a:cubicBezTo>
                        <a:pt x="4820" y="158"/>
                        <a:pt x="4663" y="1"/>
                        <a:pt x="444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9" name="Google Shape;2969;p51">
                  <a:extLst>
                    <a:ext uri="{FF2B5EF4-FFF2-40B4-BE49-F238E27FC236}">
                      <a16:creationId xmlns:a16="http://schemas.microsoft.com/office/drawing/2014/main" id="{43DA15A2-D964-96C7-AEDE-832A7D5C7278}"/>
                    </a:ext>
                  </a:extLst>
                </p:cNvPr>
                <p:cNvSpPr/>
                <p:nvPr/>
              </p:nvSpPr>
              <p:spPr>
                <a:xfrm>
                  <a:off x="-1597850" y="2924050"/>
                  <a:ext cx="85100" cy="8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4" h="3403" extrusionOk="0">
                      <a:moveTo>
                        <a:pt x="1671" y="662"/>
                      </a:moveTo>
                      <a:cubicBezTo>
                        <a:pt x="2238" y="662"/>
                        <a:pt x="2710" y="1134"/>
                        <a:pt x="2710" y="1701"/>
                      </a:cubicBezTo>
                      <a:cubicBezTo>
                        <a:pt x="2710" y="2237"/>
                        <a:pt x="2269" y="2710"/>
                        <a:pt x="1671" y="2710"/>
                      </a:cubicBezTo>
                      <a:cubicBezTo>
                        <a:pt x="1135" y="2710"/>
                        <a:pt x="663" y="2237"/>
                        <a:pt x="663" y="1701"/>
                      </a:cubicBezTo>
                      <a:cubicBezTo>
                        <a:pt x="663" y="1134"/>
                        <a:pt x="1135" y="662"/>
                        <a:pt x="1671" y="662"/>
                      </a:cubicBezTo>
                      <a:close/>
                      <a:moveTo>
                        <a:pt x="1671" y="0"/>
                      </a:moveTo>
                      <a:cubicBezTo>
                        <a:pt x="726" y="0"/>
                        <a:pt x="1" y="756"/>
                        <a:pt x="1" y="1701"/>
                      </a:cubicBezTo>
                      <a:cubicBezTo>
                        <a:pt x="1" y="2647"/>
                        <a:pt x="726" y="3403"/>
                        <a:pt x="1671" y="3403"/>
                      </a:cubicBezTo>
                      <a:cubicBezTo>
                        <a:pt x="2616" y="3403"/>
                        <a:pt x="3372" y="2647"/>
                        <a:pt x="3372" y="1701"/>
                      </a:cubicBezTo>
                      <a:cubicBezTo>
                        <a:pt x="3403" y="756"/>
                        <a:pt x="2616" y="0"/>
                        <a:pt x="167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54374803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37">
          <a:extLst>
            <a:ext uri="{FF2B5EF4-FFF2-40B4-BE49-F238E27FC236}">
              <a16:creationId xmlns:a16="http://schemas.microsoft.com/office/drawing/2014/main" id="{D7020DCC-4665-C8D4-B89E-9B376F2ED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482C282-720D-D2BB-A0B7-CA1BAD40B761}"/>
              </a:ext>
            </a:extLst>
          </p:cNvPr>
          <p:cNvGrpSpPr/>
          <p:nvPr/>
        </p:nvGrpSpPr>
        <p:grpSpPr>
          <a:xfrm>
            <a:off x="1980375" y="743125"/>
            <a:ext cx="5183250" cy="3873449"/>
            <a:chOff x="1980375" y="743125"/>
            <a:chExt cx="5183250" cy="38734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9BD08E2-4020-8CF8-BF60-DBE398107A41}"/>
                </a:ext>
              </a:extLst>
            </p:cNvPr>
            <p:cNvGrpSpPr/>
            <p:nvPr/>
          </p:nvGrpSpPr>
          <p:grpSpPr>
            <a:xfrm>
              <a:off x="4484493" y="743125"/>
              <a:ext cx="175013" cy="27000"/>
              <a:chOff x="4484493" y="743125"/>
              <a:chExt cx="175013" cy="27000"/>
            </a:xfrm>
          </p:grpSpPr>
          <p:sp>
            <p:nvSpPr>
              <p:cNvPr id="2942" name="Google Shape;2942;p51">
                <a:extLst>
                  <a:ext uri="{FF2B5EF4-FFF2-40B4-BE49-F238E27FC236}">
                    <a16:creationId xmlns:a16="http://schemas.microsoft.com/office/drawing/2014/main" id="{9E525680-2788-EC1C-4D2A-8826B3627FDE}"/>
                  </a:ext>
                </a:extLst>
              </p:cNvPr>
              <p:cNvSpPr/>
              <p:nvPr/>
            </p:nvSpPr>
            <p:spPr>
              <a:xfrm>
                <a:off x="4484493" y="74312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51">
                <a:extLst>
                  <a:ext uri="{FF2B5EF4-FFF2-40B4-BE49-F238E27FC236}">
                    <a16:creationId xmlns:a16="http://schemas.microsoft.com/office/drawing/2014/main" id="{4CECCD7A-7F3E-DAF5-DBB7-AB2D6E165DFF}"/>
                  </a:ext>
                </a:extLst>
              </p:cNvPr>
              <p:cNvSpPr/>
              <p:nvPr/>
            </p:nvSpPr>
            <p:spPr>
              <a:xfrm>
                <a:off x="4558499" y="74312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51">
                <a:extLst>
                  <a:ext uri="{FF2B5EF4-FFF2-40B4-BE49-F238E27FC236}">
                    <a16:creationId xmlns:a16="http://schemas.microsoft.com/office/drawing/2014/main" id="{FDC6208A-EF21-B7F8-DF3C-5A549287772D}"/>
                  </a:ext>
                </a:extLst>
              </p:cNvPr>
              <p:cNvSpPr/>
              <p:nvPr/>
            </p:nvSpPr>
            <p:spPr>
              <a:xfrm>
                <a:off x="4632506" y="74312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B06C7B7-CB17-6DBA-D498-9785CA6E5674}"/>
                </a:ext>
              </a:extLst>
            </p:cNvPr>
            <p:cNvGrpSpPr/>
            <p:nvPr/>
          </p:nvGrpSpPr>
          <p:grpSpPr>
            <a:xfrm>
              <a:off x="1980375" y="1074788"/>
              <a:ext cx="5183250" cy="3541786"/>
              <a:chOff x="1980375" y="1074788"/>
              <a:chExt cx="5183250" cy="3541786"/>
            </a:xfrm>
          </p:grpSpPr>
          <p:grpSp>
            <p:nvGrpSpPr>
              <p:cNvPr id="2739" name="Google Shape;2739;p51">
                <a:extLst>
                  <a:ext uri="{FF2B5EF4-FFF2-40B4-BE49-F238E27FC236}">
                    <a16:creationId xmlns:a16="http://schemas.microsoft.com/office/drawing/2014/main" id="{00ABCF61-DF4E-78D2-FBB2-7311D1C18FEA}"/>
                  </a:ext>
                </a:extLst>
              </p:cNvPr>
              <p:cNvGrpSpPr/>
              <p:nvPr/>
            </p:nvGrpSpPr>
            <p:grpSpPr>
              <a:xfrm>
                <a:off x="1980375" y="1074788"/>
                <a:ext cx="5183250" cy="3541786"/>
                <a:chOff x="277900" y="420125"/>
                <a:chExt cx="6852525" cy="4682425"/>
              </a:xfrm>
            </p:grpSpPr>
            <p:sp>
              <p:nvSpPr>
                <p:cNvPr id="2740" name="Google Shape;2740;p51">
                  <a:extLst>
                    <a:ext uri="{FF2B5EF4-FFF2-40B4-BE49-F238E27FC236}">
                      <a16:creationId xmlns:a16="http://schemas.microsoft.com/office/drawing/2014/main" id="{8C730567-0806-61B3-E683-BDF60279D3DC}"/>
                    </a:ext>
                  </a:extLst>
                </p:cNvPr>
                <p:cNvSpPr/>
                <p:nvPr/>
              </p:nvSpPr>
              <p:spPr>
                <a:xfrm>
                  <a:off x="277900" y="420125"/>
                  <a:ext cx="6852525" cy="460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01" h="184377" extrusionOk="0">
                      <a:moveTo>
                        <a:pt x="136337" y="1"/>
                      </a:moveTo>
                      <a:cubicBezTo>
                        <a:pt x="108563" y="1"/>
                        <a:pt x="91709" y="26310"/>
                        <a:pt x="78045" y="41336"/>
                      </a:cubicBezTo>
                      <a:cubicBezTo>
                        <a:pt x="62518" y="58454"/>
                        <a:pt x="45178" y="46845"/>
                        <a:pt x="22479" y="65183"/>
                      </a:cubicBezTo>
                      <a:cubicBezTo>
                        <a:pt x="0" y="83335"/>
                        <a:pt x="19077" y="165447"/>
                        <a:pt x="35677" y="184376"/>
                      </a:cubicBezTo>
                      <a:lnTo>
                        <a:pt x="253434" y="184376"/>
                      </a:lnTo>
                      <a:cubicBezTo>
                        <a:pt x="255208" y="177574"/>
                        <a:pt x="261124" y="154837"/>
                        <a:pt x="265116" y="131804"/>
                      </a:cubicBezTo>
                      <a:cubicBezTo>
                        <a:pt x="269923" y="104298"/>
                        <a:pt x="274100" y="66403"/>
                        <a:pt x="254987" y="50505"/>
                      </a:cubicBezTo>
                      <a:cubicBezTo>
                        <a:pt x="249034" y="45561"/>
                        <a:pt x="242499" y="43992"/>
                        <a:pt x="235926" y="43992"/>
                      </a:cubicBezTo>
                      <a:cubicBezTo>
                        <a:pt x="230211" y="43992"/>
                        <a:pt x="224467" y="45178"/>
                        <a:pt x="219051" y="46365"/>
                      </a:cubicBezTo>
                      <a:cubicBezTo>
                        <a:pt x="213642" y="47537"/>
                        <a:pt x="208543" y="48726"/>
                        <a:pt x="204134" y="48726"/>
                      </a:cubicBezTo>
                      <a:cubicBezTo>
                        <a:pt x="201733" y="48726"/>
                        <a:pt x="199538" y="48373"/>
                        <a:pt x="197608" y="47474"/>
                      </a:cubicBezTo>
                      <a:cubicBezTo>
                        <a:pt x="184447" y="41336"/>
                        <a:pt x="183855" y="10799"/>
                        <a:pt x="148585" y="1630"/>
                      </a:cubicBezTo>
                      <a:cubicBezTo>
                        <a:pt x="144277" y="510"/>
                        <a:pt x="140202" y="1"/>
                        <a:pt x="1363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1" name="Google Shape;2741;p51">
                  <a:extLst>
                    <a:ext uri="{FF2B5EF4-FFF2-40B4-BE49-F238E27FC236}">
                      <a16:creationId xmlns:a16="http://schemas.microsoft.com/office/drawing/2014/main" id="{6C29BC2D-A116-057D-342E-E7D6F59E39C1}"/>
                    </a:ext>
                  </a:extLst>
                </p:cNvPr>
                <p:cNvSpPr/>
                <p:nvPr/>
              </p:nvSpPr>
              <p:spPr>
                <a:xfrm>
                  <a:off x="482160" y="420200"/>
                  <a:ext cx="6424600" cy="460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984" h="184374" extrusionOk="0">
                      <a:moveTo>
                        <a:pt x="124148" y="0"/>
                      </a:moveTo>
                      <a:cubicBezTo>
                        <a:pt x="96383" y="0"/>
                        <a:pt x="79487" y="26323"/>
                        <a:pt x="65845" y="41333"/>
                      </a:cubicBezTo>
                      <a:cubicBezTo>
                        <a:pt x="50318" y="58451"/>
                        <a:pt x="32978" y="46842"/>
                        <a:pt x="10279" y="65180"/>
                      </a:cubicBezTo>
                      <a:cubicBezTo>
                        <a:pt x="2921" y="71095"/>
                        <a:pt x="38" y="83887"/>
                        <a:pt x="38" y="99082"/>
                      </a:cubicBezTo>
                      <a:cubicBezTo>
                        <a:pt x="1" y="130285"/>
                        <a:pt x="12312" y="171618"/>
                        <a:pt x="23477" y="184373"/>
                      </a:cubicBezTo>
                      <a:lnTo>
                        <a:pt x="241234" y="184373"/>
                      </a:lnTo>
                      <a:cubicBezTo>
                        <a:pt x="243008" y="177571"/>
                        <a:pt x="248924" y="154834"/>
                        <a:pt x="252916" y="131801"/>
                      </a:cubicBezTo>
                      <a:cubicBezTo>
                        <a:pt x="254987" y="119896"/>
                        <a:pt x="256946" y="106032"/>
                        <a:pt x="256983" y="92834"/>
                      </a:cubicBezTo>
                      <a:cubicBezTo>
                        <a:pt x="256983" y="75605"/>
                        <a:pt x="253619" y="59523"/>
                        <a:pt x="242787" y="50502"/>
                      </a:cubicBezTo>
                      <a:cubicBezTo>
                        <a:pt x="236834" y="45548"/>
                        <a:pt x="230290" y="43995"/>
                        <a:pt x="223710" y="43995"/>
                      </a:cubicBezTo>
                      <a:cubicBezTo>
                        <a:pt x="218016" y="43995"/>
                        <a:pt x="212286" y="45178"/>
                        <a:pt x="206851" y="46362"/>
                      </a:cubicBezTo>
                      <a:cubicBezTo>
                        <a:pt x="201453" y="47545"/>
                        <a:pt x="196388" y="48728"/>
                        <a:pt x="191989" y="48728"/>
                      </a:cubicBezTo>
                      <a:cubicBezTo>
                        <a:pt x="189549" y="48728"/>
                        <a:pt x="187331" y="48358"/>
                        <a:pt x="185408" y="47471"/>
                      </a:cubicBezTo>
                      <a:cubicBezTo>
                        <a:pt x="172247" y="41333"/>
                        <a:pt x="171655" y="10796"/>
                        <a:pt x="136385" y="1627"/>
                      </a:cubicBezTo>
                      <a:cubicBezTo>
                        <a:pt x="132097" y="481"/>
                        <a:pt x="127993" y="0"/>
                        <a:pt x="12414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2" name="Google Shape;2742;p51">
                  <a:extLst>
                    <a:ext uri="{FF2B5EF4-FFF2-40B4-BE49-F238E27FC236}">
                      <a16:creationId xmlns:a16="http://schemas.microsoft.com/office/drawing/2014/main" id="{49E7D498-765F-3835-31D8-5A8E877A8E38}"/>
                    </a:ext>
                  </a:extLst>
                </p:cNvPr>
                <p:cNvSpPr/>
                <p:nvPr/>
              </p:nvSpPr>
              <p:spPr>
                <a:xfrm>
                  <a:off x="702125" y="5036900"/>
                  <a:ext cx="6191675" cy="6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67" h="2626" extrusionOk="0">
                      <a:moveTo>
                        <a:pt x="1" y="1"/>
                      </a:moveTo>
                      <a:lnTo>
                        <a:pt x="1" y="2626"/>
                      </a:lnTo>
                      <a:lnTo>
                        <a:pt x="247667" y="2626"/>
                      </a:lnTo>
                      <a:lnTo>
                        <a:pt x="24766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3" name="Google Shape;2743;p51">
                  <a:extLst>
                    <a:ext uri="{FF2B5EF4-FFF2-40B4-BE49-F238E27FC236}">
                      <a16:creationId xmlns:a16="http://schemas.microsoft.com/office/drawing/2014/main" id="{C4359F2C-F1F5-743C-36E4-759D6967B895}"/>
                    </a:ext>
                  </a:extLst>
                </p:cNvPr>
                <p:cNvSpPr/>
                <p:nvPr/>
              </p:nvSpPr>
              <p:spPr>
                <a:xfrm>
                  <a:off x="665175" y="3566050"/>
                  <a:ext cx="125725" cy="9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9" h="3898" extrusionOk="0">
                      <a:moveTo>
                        <a:pt x="1558" y="0"/>
                      </a:moveTo>
                      <a:cubicBezTo>
                        <a:pt x="1494" y="0"/>
                        <a:pt x="1431" y="5"/>
                        <a:pt x="1368" y="15"/>
                      </a:cubicBezTo>
                      <a:cubicBezTo>
                        <a:pt x="481" y="125"/>
                        <a:pt x="0" y="976"/>
                        <a:pt x="185" y="1789"/>
                      </a:cubicBezTo>
                      <a:cubicBezTo>
                        <a:pt x="407" y="2639"/>
                        <a:pt x="1257" y="3231"/>
                        <a:pt x="1996" y="3564"/>
                      </a:cubicBezTo>
                      <a:cubicBezTo>
                        <a:pt x="2705" y="3872"/>
                        <a:pt x="4312" y="3897"/>
                        <a:pt x="4828" y="3897"/>
                      </a:cubicBezTo>
                      <a:cubicBezTo>
                        <a:pt x="4932" y="3897"/>
                        <a:pt x="4991" y="3896"/>
                        <a:pt x="4991" y="3896"/>
                      </a:cubicBezTo>
                      <a:cubicBezTo>
                        <a:pt x="5028" y="3896"/>
                        <a:pt x="4547" y="2529"/>
                        <a:pt x="4510" y="2418"/>
                      </a:cubicBezTo>
                      <a:cubicBezTo>
                        <a:pt x="4055" y="1507"/>
                        <a:pt x="2705" y="0"/>
                        <a:pt x="155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4" name="Google Shape;2744;p51">
                  <a:extLst>
                    <a:ext uri="{FF2B5EF4-FFF2-40B4-BE49-F238E27FC236}">
                      <a16:creationId xmlns:a16="http://schemas.microsoft.com/office/drawing/2014/main" id="{8A16F767-D341-1B1F-C036-17EC077C17A2}"/>
                    </a:ext>
                  </a:extLst>
                </p:cNvPr>
                <p:cNvSpPr/>
                <p:nvPr/>
              </p:nvSpPr>
              <p:spPr>
                <a:xfrm>
                  <a:off x="667950" y="3411900"/>
                  <a:ext cx="777325" cy="163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93" h="65297" extrusionOk="0">
                      <a:moveTo>
                        <a:pt x="14640" y="31764"/>
                      </a:moveTo>
                      <a:cubicBezTo>
                        <a:pt x="15232" y="32430"/>
                        <a:pt x="16822" y="33206"/>
                        <a:pt x="17043" y="33317"/>
                      </a:cubicBezTo>
                      <a:cubicBezTo>
                        <a:pt x="16822" y="33835"/>
                        <a:pt x="16600" y="34352"/>
                        <a:pt x="16378" y="34833"/>
                      </a:cubicBezTo>
                      <a:cubicBezTo>
                        <a:pt x="15676" y="36533"/>
                        <a:pt x="15010" y="37901"/>
                        <a:pt x="14529" y="38826"/>
                      </a:cubicBezTo>
                      <a:cubicBezTo>
                        <a:pt x="14419" y="39011"/>
                        <a:pt x="14345" y="39195"/>
                        <a:pt x="14234" y="39343"/>
                      </a:cubicBezTo>
                      <a:lnTo>
                        <a:pt x="14160" y="39343"/>
                      </a:lnTo>
                      <a:cubicBezTo>
                        <a:pt x="14160" y="39158"/>
                        <a:pt x="14123" y="38974"/>
                        <a:pt x="14086" y="38752"/>
                      </a:cubicBezTo>
                      <a:cubicBezTo>
                        <a:pt x="13938" y="37680"/>
                        <a:pt x="13716" y="36164"/>
                        <a:pt x="13346" y="34352"/>
                      </a:cubicBezTo>
                      <a:cubicBezTo>
                        <a:pt x="13235" y="33761"/>
                        <a:pt x="13125" y="33169"/>
                        <a:pt x="12977" y="32541"/>
                      </a:cubicBezTo>
                      <a:cubicBezTo>
                        <a:pt x="13125" y="32467"/>
                        <a:pt x="13901" y="32171"/>
                        <a:pt x="14640" y="31764"/>
                      </a:cubicBezTo>
                      <a:close/>
                      <a:moveTo>
                        <a:pt x="6531" y="0"/>
                      </a:moveTo>
                      <a:cubicBezTo>
                        <a:pt x="6326" y="0"/>
                        <a:pt x="6117" y="49"/>
                        <a:pt x="5915" y="154"/>
                      </a:cubicBezTo>
                      <a:cubicBezTo>
                        <a:pt x="4843" y="709"/>
                        <a:pt x="4547" y="2853"/>
                        <a:pt x="4732" y="3925"/>
                      </a:cubicBezTo>
                      <a:cubicBezTo>
                        <a:pt x="4769" y="4036"/>
                        <a:pt x="5176" y="5441"/>
                        <a:pt x="5176" y="5441"/>
                      </a:cubicBezTo>
                      <a:lnTo>
                        <a:pt x="5213" y="5404"/>
                      </a:lnTo>
                      <a:lnTo>
                        <a:pt x="5213" y="5404"/>
                      </a:lnTo>
                      <a:cubicBezTo>
                        <a:pt x="5139" y="5737"/>
                        <a:pt x="5102" y="6107"/>
                        <a:pt x="5065" y="6513"/>
                      </a:cubicBezTo>
                      <a:cubicBezTo>
                        <a:pt x="4991" y="7253"/>
                        <a:pt x="4917" y="8103"/>
                        <a:pt x="4880" y="9027"/>
                      </a:cubicBezTo>
                      <a:cubicBezTo>
                        <a:pt x="4880" y="9952"/>
                        <a:pt x="4880" y="10950"/>
                        <a:pt x="4954" y="11985"/>
                      </a:cubicBezTo>
                      <a:cubicBezTo>
                        <a:pt x="5065" y="13057"/>
                        <a:pt x="5213" y="14166"/>
                        <a:pt x="5509" y="15275"/>
                      </a:cubicBezTo>
                      <a:lnTo>
                        <a:pt x="5509" y="15312"/>
                      </a:lnTo>
                      <a:cubicBezTo>
                        <a:pt x="5324" y="15017"/>
                        <a:pt x="4769" y="14203"/>
                        <a:pt x="4732" y="14129"/>
                      </a:cubicBezTo>
                      <a:cubicBezTo>
                        <a:pt x="4142" y="13446"/>
                        <a:pt x="2744" y="12502"/>
                        <a:pt x="1654" y="12502"/>
                      </a:cubicBezTo>
                      <a:cubicBezTo>
                        <a:pt x="1446" y="12502"/>
                        <a:pt x="1250" y="12536"/>
                        <a:pt x="1072" y="12613"/>
                      </a:cubicBezTo>
                      <a:cubicBezTo>
                        <a:pt x="259" y="12946"/>
                        <a:pt x="0" y="13907"/>
                        <a:pt x="407" y="14647"/>
                      </a:cubicBezTo>
                      <a:cubicBezTo>
                        <a:pt x="850" y="15423"/>
                        <a:pt x="1812" y="15793"/>
                        <a:pt x="2625" y="15904"/>
                      </a:cubicBezTo>
                      <a:cubicBezTo>
                        <a:pt x="2705" y="15914"/>
                        <a:pt x="2794" y="15918"/>
                        <a:pt x="2889" y="15918"/>
                      </a:cubicBezTo>
                      <a:cubicBezTo>
                        <a:pt x="3840" y="15918"/>
                        <a:pt x="5414" y="15457"/>
                        <a:pt x="5583" y="15423"/>
                      </a:cubicBezTo>
                      <a:cubicBezTo>
                        <a:pt x="5878" y="16495"/>
                        <a:pt x="6248" y="17568"/>
                        <a:pt x="6729" y="18603"/>
                      </a:cubicBezTo>
                      <a:cubicBezTo>
                        <a:pt x="6987" y="19231"/>
                        <a:pt x="7246" y="19823"/>
                        <a:pt x="7542" y="20414"/>
                      </a:cubicBezTo>
                      <a:cubicBezTo>
                        <a:pt x="7357" y="20155"/>
                        <a:pt x="7209" y="19934"/>
                        <a:pt x="7209" y="19897"/>
                      </a:cubicBezTo>
                      <a:cubicBezTo>
                        <a:pt x="6584" y="19208"/>
                        <a:pt x="5164" y="18282"/>
                        <a:pt x="4070" y="18282"/>
                      </a:cubicBezTo>
                      <a:cubicBezTo>
                        <a:pt x="3871" y="18282"/>
                        <a:pt x="3683" y="18313"/>
                        <a:pt x="3512" y="18381"/>
                      </a:cubicBezTo>
                      <a:cubicBezTo>
                        <a:pt x="2736" y="18751"/>
                        <a:pt x="2477" y="19712"/>
                        <a:pt x="2884" y="20451"/>
                      </a:cubicBezTo>
                      <a:cubicBezTo>
                        <a:pt x="3290" y="21191"/>
                        <a:pt x="4289" y="21560"/>
                        <a:pt x="5102" y="21671"/>
                      </a:cubicBezTo>
                      <a:cubicBezTo>
                        <a:pt x="5187" y="21683"/>
                        <a:pt x="5282" y="21689"/>
                        <a:pt x="5385" y="21689"/>
                      </a:cubicBezTo>
                      <a:cubicBezTo>
                        <a:pt x="6221" y="21689"/>
                        <a:pt x="7554" y="21326"/>
                        <a:pt x="7949" y="21228"/>
                      </a:cubicBezTo>
                      <a:cubicBezTo>
                        <a:pt x="8060" y="21449"/>
                        <a:pt x="8171" y="21671"/>
                        <a:pt x="8281" y="21930"/>
                      </a:cubicBezTo>
                      <a:cubicBezTo>
                        <a:pt x="8836" y="23002"/>
                        <a:pt x="9391" y="24111"/>
                        <a:pt x="9908" y="25183"/>
                      </a:cubicBezTo>
                      <a:cubicBezTo>
                        <a:pt x="10093" y="25553"/>
                        <a:pt x="10241" y="25960"/>
                        <a:pt x="10426" y="26330"/>
                      </a:cubicBezTo>
                      <a:cubicBezTo>
                        <a:pt x="10241" y="26108"/>
                        <a:pt x="10130" y="25923"/>
                        <a:pt x="10093" y="25886"/>
                      </a:cubicBezTo>
                      <a:cubicBezTo>
                        <a:pt x="9499" y="25198"/>
                        <a:pt x="8084" y="24271"/>
                        <a:pt x="6990" y="24271"/>
                      </a:cubicBezTo>
                      <a:cubicBezTo>
                        <a:pt x="6792" y="24271"/>
                        <a:pt x="6604" y="24302"/>
                        <a:pt x="6433" y="24370"/>
                      </a:cubicBezTo>
                      <a:cubicBezTo>
                        <a:pt x="5620" y="24740"/>
                        <a:pt x="5398" y="25701"/>
                        <a:pt x="5804" y="26404"/>
                      </a:cubicBezTo>
                      <a:cubicBezTo>
                        <a:pt x="6211" y="27180"/>
                        <a:pt x="7209" y="27550"/>
                        <a:pt x="7986" y="27661"/>
                      </a:cubicBezTo>
                      <a:cubicBezTo>
                        <a:pt x="8077" y="27674"/>
                        <a:pt x="8179" y="27680"/>
                        <a:pt x="8289" y="27680"/>
                      </a:cubicBezTo>
                      <a:cubicBezTo>
                        <a:pt x="9106" y="27680"/>
                        <a:pt x="10339" y="27352"/>
                        <a:pt x="10795" y="27254"/>
                      </a:cubicBezTo>
                      <a:cubicBezTo>
                        <a:pt x="10943" y="27624"/>
                        <a:pt x="11091" y="28030"/>
                        <a:pt x="11239" y="28437"/>
                      </a:cubicBezTo>
                      <a:cubicBezTo>
                        <a:pt x="11313" y="28696"/>
                        <a:pt x="11424" y="28955"/>
                        <a:pt x="11498" y="29213"/>
                      </a:cubicBezTo>
                      <a:cubicBezTo>
                        <a:pt x="11572" y="29509"/>
                        <a:pt x="11646" y="29768"/>
                        <a:pt x="11720" y="30027"/>
                      </a:cubicBezTo>
                      <a:cubicBezTo>
                        <a:pt x="11831" y="30544"/>
                        <a:pt x="11978" y="31062"/>
                        <a:pt x="12089" y="31579"/>
                      </a:cubicBezTo>
                      <a:cubicBezTo>
                        <a:pt x="12163" y="31949"/>
                        <a:pt x="12237" y="32282"/>
                        <a:pt x="12274" y="32615"/>
                      </a:cubicBezTo>
                      <a:cubicBezTo>
                        <a:pt x="12126" y="32245"/>
                        <a:pt x="11757" y="31505"/>
                        <a:pt x="11720" y="31432"/>
                      </a:cubicBezTo>
                      <a:cubicBezTo>
                        <a:pt x="11183" y="30593"/>
                        <a:pt x="9793" y="29358"/>
                        <a:pt x="8657" y="29358"/>
                      </a:cubicBezTo>
                      <a:cubicBezTo>
                        <a:pt x="8541" y="29358"/>
                        <a:pt x="8428" y="29371"/>
                        <a:pt x="8318" y="29398"/>
                      </a:cubicBezTo>
                      <a:cubicBezTo>
                        <a:pt x="7468" y="29583"/>
                        <a:pt x="7098" y="30507"/>
                        <a:pt x="7394" y="31284"/>
                      </a:cubicBezTo>
                      <a:cubicBezTo>
                        <a:pt x="7690" y="32097"/>
                        <a:pt x="8614" y="32615"/>
                        <a:pt x="9354" y="32836"/>
                      </a:cubicBezTo>
                      <a:cubicBezTo>
                        <a:pt x="9658" y="32929"/>
                        <a:pt x="10095" y="32960"/>
                        <a:pt x="10542" y="32960"/>
                      </a:cubicBezTo>
                      <a:cubicBezTo>
                        <a:pt x="11345" y="32960"/>
                        <a:pt x="12182" y="32860"/>
                        <a:pt x="12348" y="32836"/>
                      </a:cubicBezTo>
                      <a:cubicBezTo>
                        <a:pt x="12459" y="33391"/>
                        <a:pt x="12570" y="33946"/>
                        <a:pt x="12644" y="34463"/>
                      </a:cubicBezTo>
                      <a:cubicBezTo>
                        <a:pt x="12977" y="36275"/>
                        <a:pt x="13162" y="37791"/>
                        <a:pt x="13272" y="38826"/>
                      </a:cubicBezTo>
                      <a:cubicBezTo>
                        <a:pt x="13309" y="39011"/>
                        <a:pt x="13309" y="39195"/>
                        <a:pt x="13346" y="39343"/>
                      </a:cubicBezTo>
                      <a:lnTo>
                        <a:pt x="9686" y="39343"/>
                      </a:lnTo>
                      <a:lnTo>
                        <a:pt x="11017" y="65297"/>
                      </a:lnTo>
                      <a:lnTo>
                        <a:pt x="17228" y="65297"/>
                      </a:lnTo>
                      <a:lnTo>
                        <a:pt x="18559" y="39343"/>
                      </a:lnTo>
                      <a:lnTo>
                        <a:pt x="15158" y="39343"/>
                      </a:lnTo>
                      <a:lnTo>
                        <a:pt x="15232" y="39195"/>
                      </a:lnTo>
                      <a:cubicBezTo>
                        <a:pt x="15712" y="38234"/>
                        <a:pt x="16341" y="36829"/>
                        <a:pt x="17043" y="35129"/>
                      </a:cubicBezTo>
                      <a:cubicBezTo>
                        <a:pt x="17265" y="34574"/>
                        <a:pt x="17487" y="34019"/>
                        <a:pt x="17746" y="33391"/>
                      </a:cubicBezTo>
                      <a:cubicBezTo>
                        <a:pt x="17924" y="33450"/>
                        <a:pt x="19154" y="33701"/>
                        <a:pt x="20090" y="33701"/>
                      </a:cubicBezTo>
                      <a:cubicBezTo>
                        <a:pt x="20318" y="33701"/>
                        <a:pt x="20529" y="33686"/>
                        <a:pt x="20704" y="33650"/>
                      </a:cubicBezTo>
                      <a:cubicBezTo>
                        <a:pt x="21480" y="33465"/>
                        <a:pt x="22441" y="33021"/>
                        <a:pt x="22774" y="32245"/>
                      </a:cubicBezTo>
                      <a:cubicBezTo>
                        <a:pt x="23144" y="31469"/>
                        <a:pt x="22811" y="30544"/>
                        <a:pt x="21997" y="30248"/>
                      </a:cubicBezTo>
                      <a:cubicBezTo>
                        <a:pt x="21860" y="30204"/>
                        <a:pt x="21713" y="30184"/>
                        <a:pt x="21561" y="30184"/>
                      </a:cubicBezTo>
                      <a:cubicBezTo>
                        <a:pt x="20442" y="30184"/>
                        <a:pt x="19001" y="31279"/>
                        <a:pt x="18448" y="32060"/>
                      </a:cubicBezTo>
                      <a:cubicBezTo>
                        <a:pt x="18411" y="32097"/>
                        <a:pt x="18079" y="32689"/>
                        <a:pt x="17857" y="33095"/>
                      </a:cubicBezTo>
                      <a:cubicBezTo>
                        <a:pt x="17931" y="32836"/>
                        <a:pt x="18042" y="32615"/>
                        <a:pt x="18116" y="32356"/>
                      </a:cubicBezTo>
                      <a:cubicBezTo>
                        <a:pt x="18300" y="31838"/>
                        <a:pt x="18485" y="31358"/>
                        <a:pt x="18670" y="30803"/>
                      </a:cubicBezTo>
                      <a:cubicBezTo>
                        <a:pt x="18744" y="30544"/>
                        <a:pt x="18818" y="30285"/>
                        <a:pt x="18892" y="29990"/>
                      </a:cubicBezTo>
                      <a:cubicBezTo>
                        <a:pt x="18966" y="29731"/>
                        <a:pt x="19040" y="29435"/>
                        <a:pt x="19114" y="29176"/>
                      </a:cubicBezTo>
                      <a:cubicBezTo>
                        <a:pt x="19262" y="28511"/>
                        <a:pt x="19410" y="27845"/>
                        <a:pt x="19520" y="27143"/>
                      </a:cubicBezTo>
                      <a:cubicBezTo>
                        <a:pt x="19949" y="27321"/>
                        <a:pt x="21412" y="27810"/>
                        <a:pt x="22244" y="27810"/>
                      </a:cubicBezTo>
                      <a:cubicBezTo>
                        <a:pt x="22274" y="27810"/>
                        <a:pt x="22302" y="27810"/>
                        <a:pt x="22330" y="27808"/>
                      </a:cubicBezTo>
                      <a:cubicBezTo>
                        <a:pt x="23107" y="27734"/>
                        <a:pt x="24142" y="27439"/>
                        <a:pt x="24585" y="26736"/>
                      </a:cubicBezTo>
                      <a:cubicBezTo>
                        <a:pt x="25066" y="26034"/>
                        <a:pt x="24881" y="25073"/>
                        <a:pt x="24105" y="24666"/>
                      </a:cubicBezTo>
                      <a:cubicBezTo>
                        <a:pt x="23888" y="24554"/>
                        <a:pt x="23637" y="24505"/>
                        <a:pt x="23368" y="24505"/>
                      </a:cubicBezTo>
                      <a:cubicBezTo>
                        <a:pt x="22303" y="24505"/>
                        <a:pt x="20953" y="25266"/>
                        <a:pt x="20334" y="25886"/>
                      </a:cubicBezTo>
                      <a:cubicBezTo>
                        <a:pt x="20297" y="25923"/>
                        <a:pt x="19816" y="26551"/>
                        <a:pt x="19557" y="26884"/>
                      </a:cubicBezTo>
                      <a:cubicBezTo>
                        <a:pt x="19594" y="26477"/>
                        <a:pt x="19668" y="26071"/>
                        <a:pt x="19742" y="25664"/>
                      </a:cubicBezTo>
                      <a:cubicBezTo>
                        <a:pt x="19890" y="24444"/>
                        <a:pt x="20001" y="23224"/>
                        <a:pt x="20112" y="22004"/>
                      </a:cubicBezTo>
                      <a:cubicBezTo>
                        <a:pt x="20149" y="21634"/>
                        <a:pt x="20186" y="21265"/>
                        <a:pt x="20223" y="20895"/>
                      </a:cubicBezTo>
                      <a:cubicBezTo>
                        <a:pt x="20367" y="20967"/>
                        <a:pt x="22121" y="21599"/>
                        <a:pt x="23067" y="21599"/>
                      </a:cubicBezTo>
                      <a:cubicBezTo>
                        <a:pt x="23093" y="21599"/>
                        <a:pt x="23119" y="21598"/>
                        <a:pt x="23144" y="21597"/>
                      </a:cubicBezTo>
                      <a:cubicBezTo>
                        <a:pt x="23920" y="21523"/>
                        <a:pt x="24955" y="21228"/>
                        <a:pt x="25399" y="20525"/>
                      </a:cubicBezTo>
                      <a:cubicBezTo>
                        <a:pt x="25879" y="19823"/>
                        <a:pt x="25695" y="18825"/>
                        <a:pt x="24918" y="18418"/>
                      </a:cubicBezTo>
                      <a:cubicBezTo>
                        <a:pt x="24707" y="18309"/>
                        <a:pt x="24463" y="18261"/>
                        <a:pt x="24201" y="18261"/>
                      </a:cubicBezTo>
                      <a:cubicBezTo>
                        <a:pt x="23133" y="18261"/>
                        <a:pt x="21771" y="19051"/>
                        <a:pt x="21147" y="19675"/>
                      </a:cubicBezTo>
                      <a:cubicBezTo>
                        <a:pt x="21110" y="19712"/>
                        <a:pt x="20408" y="20599"/>
                        <a:pt x="20223" y="20821"/>
                      </a:cubicBezTo>
                      <a:cubicBezTo>
                        <a:pt x="20334" y="20008"/>
                        <a:pt x="20408" y="19194"/>
                        <a:pt x="20556" y="18418"/>
                      </a:cubicBezTo>
                      <a:cubicBezTo>
                        <a:pt x="20704" y="17309"/>
                        <a:pt x="20925" y="16237"/>
                        <a:pt x="21221" y="15201"/>
                      </a:cubicBezTo>
                      <a:cubicBezTo>
                        <a:pt x="21293" y="15237"/>
                        <a:pt x="23120" y="15905"/>
                        <a:pt x="24069" y="15905"/>
                      </a:cubicBezTo>
                      <a:cubicBezTo>
                        <a:pt x="24094" y="15905"/>
                        <a:pt x="24118" y="15905"/>
                        <a:pt x="24142" y="15904"/>
                      </a:cubicBezTo>
                      <a:cubicBezTo>
                        <a:pt x="24955" y="15830"/>
                        <a:pt x="25990" y="15534"/>
                        <a:pt x="26434" y="14832"/>
                      </a:cubicBezTo>
                      <a:cubicBezTo>
                        <a:pt x="26915" y="14129"/>
                        <a:pt x="26730" y="13131"/>
                        <a:pt x="25953" y="12761"/>
                      </a:cubicBezTo>
                      <a:cubicBezTo>
                        <a:pt x="25732" y="12639"/>
                        <a:pt x="25474" y="12586"/>
                        <a:pt x="25198" y="12586"/>
                      </a:cubicBezTo>
                      <a:cubicBezTo>
                        <a:pt x="24136" y="12586"/>
                        <a:pt x="22798" y="13365"/>
                        <a:pt x="22182" y="13981"/>
                      </a:cubicBezTo>
                      <a:cubicBezTo>
                        <a:pt x="22145" y="14018"/>
                        <a:pt x="21369" y="14980"/>
                        <a:pt x="21258" y="15164"/>
                      </a:cubicBezTo>
                      <a:cubicBezTo>
                        <a:pt x="21258" y="15090"/>
                        <a:pt x="21295" y="15017"/>
                        <a:pt x="21295" y="14980"/>
                      </a:cubicBezTo>
                      <a:cubicBezTo>
                        <a:pt x="21628" y="13870"/>
                        <a:pt x="22071" y="12872"/>
                        <a:pt x="22552" y="11948"/>
                      </a:cubicBezTo>
                      <a:cubicBezTo>
                        <a:pt x="22848" y="11393"/>
                        <a:pt x="23144" y="10913"/>
                        <a:pt x="23439" y="10432"/>
                      </a:cubicBezTo>
                      <a:cubicBezTo>
                        <a:pt x="23772" y="10617"/>
                        <a:pt x="25362" y="11356"/>
                        <a:pt x="26212" y="11393"/>
                      </a:cubicBezTo>
                      <a:cubicBezTo>
                        <a:pt x="26274" y="11396"/>
                        <a:pt x="26337" y="11398"/>
                        <a:pt x="26402" y="11398"/>
                      </a:cubicBezTo>
                      <a:cubicBezTo>
                        <a:pt x="27150" y="11398"/>
                        <a:pt x="28068" y="11193"/>
                        <a:pt x="28578" y="10580"/>
                      </a:cubicBezTo>
                      <a:cubicBezTo>
                        <a:pt x="29096" y="9952"/>
                        <a:pt x="29059" y="8953"/>
                        <a:pt x="28319" y="8473"/>
                      </a:cubicBezTo>
                      <a:cubicBezTo>
                        <a:pt x="28057" y="8298"/>
                        <a:pt x="27723" y="8225"/>
                        <a:pt x="27357" y="8225"/>
                      </a:cubicBezTo>
                      <a:cubicBezTo>
                        <a:pt x="26333" y="8225"/>
                        <a:pt x="25064" y="8796"/>
                        <a:pt x="24438" y="9286"/>
                      </a:cubicBezTo>
                      <a:cubicBezTo>
                        <a:pt x="24401" y="9323"/>
                        <a:pt x="23957" y="9730"/>
                        <a:pt x="23661" y="10062"/>
                      </a:cubicBezTo>
                      <a:cubicBezTo>
                        <a:pt x="23809" y="9841"/>
                        <a:pt x="23957" y="9619"/>
                        <a:pt x="24068" y="9397"/>
                      </a:cubicBezTo>
                      <a:cubicBezTo>
                        <a:pt x="24585" y="8658"/>
                        <a:pt x="25103" y="7992"/>
                        <a:pt x="25547" y="7401"/>
                      </a:cubicBezTo>
                      <a:cubicBezTo>
                        <a:pt x="25805" y="7068"/>
                        <a:pt x="26064" y="6772"/>
                        <a:pt x="26286" y="6513"/>
                      </a:cubicBezTo>
                      <a:cubicBezTo>
                        <a:pt x="26730" y="6476"/>
                        <a:pt x="28430" y="6439"/>
                        <a:pt x="29170" y="6070"/>
                      </a:cubicBezTo>
                      <a:cubicBezTo>
                        <a:pt x="29909" y="5737"/>
                        <a:pt x="30760" y="5108"/>
                        <a:pt x="30907" y="4258"/>
                      </a:cubicBezTo>
                      <a:cubicBezTo>
                        <a:pt x="31092" y="3445"/>
                        <a:pt x="30575" y="2594"/>
                        <a:pt x="29724" y="2483"/>
                      </a:cubicBezTo>
                      <a:cubicBezTo>
                        <a:pt x="29685" y="2480"/>
                        <a:pt x="29646" y="2478"/>
                        <a:pt x="29607" y="2478"/>
                      </a:cubicBezTo>
                      <a:cubicBezTo>
                        <a:pt x="28415" y="2478"/>
                        <a:pt x="27085" y="4067"/>
                        <a:pt x="26656" y="4997"/>
                      </a:cubicBezTo>
                      <a:cubicBezTo>
                        <a:pt x="26619" y="5108"/>
                        <a:pt x="26175" y="6513"/>
                        <a:pt x="26175" y="6513"/>
                      </a:cubicBezTo>
                      <a:lnTo>
                        <a:pt x="26212" y="6513"/>
                      </a:lnTo>
                      <a:cubicBezTo>
                        <a:pt x="25990" y="6772"/>
                        <a:pt x="25732" y="7031"/>
                        <a:pt x="25473" y="7364"/>
                      </a:cubicBezTo>
                      <a:cubicBezTo>
                        <a:pt x="25029" y="7918"/>
                        <a:pt x="24511" y="8584"/>
                        <a:pt x="23957" y="9323"/>
                      </a:cubicBezTo>
                      <a:cubicBezTo>
                        <a:pt x="23439" y="10099"/>
                        <a:pt x="22885" y="10913"/>
                        <a:pt x="22404" y="11837"/>
                      </a:cubicBezTo>
                      <a:cubicBezTo>
                        <a:pt x="21887" y="12798"/>
                        <a:pt x="21406" y="13797"/>
                        <a:pt x="21036" y="14906"/>
                      </a:cubicBezTo>
                      <a:lnTo>
                        <a:pt x="21036" y="14943"/>
                      </a:lnTo>
                      <a:cubicBezTo>
                        <a:pt x="21036" y="14573"/>
                        <a:pt x="21036" y="13575"/>
                        <a:pt x="20999" y="13501"/>
                      </a:cubicBezTo>
                      <a:cubicBezTo>
                        <a:pt x="20888" y="12429"/>
                        <a:pt x="19964" y="10432"/>
                        <a:pt x="18781" y="10210"/>
                      </a:cubicBezTo>
                      <a:cubicBezTo>
                        <a:pt x="18701" y="10196"/>
                        <a:pt x="18622" y="10190"/>
                        <a:pt x="18544" y="10190"/>
                      </a:cubicBezTo>
                      <a:cubicBezTo>
                        <a:pt x="17797" y="10190"/>
                        <a:pt x="17184" y="10808"/>
                        <a:pt x="17117" y="11578"/>
                      </a:cubicBezTo>
                      <a:cubicBezTo>
                        <a:pt x="17043" y="12429"/>
                        <a:pt x="17672" y="13279"/>
                        <a:pt x="18263" y="13797"/>
                      </a:cubicBezTo>
                      <a:cubicBezTo>
                        <a:pt x="18966" y="14425"/>
                        <a:pt x="20851" y="15017"/>
                        <a:pt x="20999" y="15054"/>
                      </a:cubicBezTo>
                      <a:cubicBezTo>
                        <a:pt x="20667" y="16089"/>
                        <a:pt x="20408" y="17198"/>
                        <a:pt x="20186" y="18344"/>
                      </a:cubicBezTo>
                      <a:cubicBezTo>
                        <a:pt x="20075" y="19009"/>
                        <a:pt x="20001" y="19638"/>
                        <a:pt x="19890" y="20303"/>
                      </a:cubicBezTo>
                      <a:cubicBezTo>
                        <a:pt x="19890" y="20008"/>
                        <a:pt x="19890" y="19712"/>
                        <a:pt x="19890" y="19675"/>
                      </a:cubicBezTo>
                      <a:cubicBezTo>
                        <a:pt x="19742" y="18603"/>
                        <a:pt x="18855" y="16606"/>
                        <a:pt x="17672" y="16421"/>
                      </a:cubicBezTo>
                      <a:cubicBezTo>
                        <a:pt x="17571" y="16400"/>
                        <a:pt x="17472" y="16390"/>
                        <a:pt x="17377" y="16390"/>
                      </a:cubicBezTo>
                      <a:cubicBezTo>
                        <a:pt x="16633" y="16390"/>
                        <a:pt x="16074" y="16999"/>
                        <a:pt x="16008" y="17752"/>
                      </a:cubicBezTo>
                      <a:cubicBezTo>
                        <a:pt x="15934" y="18603"/>
                        <a:pt x="16563" y="19453"/>
                        <a:pt x="17154" y="20008"/>
                      </a:cubicBezTo>
                      <a:cubicBezTo>
                        <a:pt x="17746" y="20525"/>
                        <a:pt x="19373" y="21080"/>
                        <a:pt x="19779" y="21191"/>
                      </a:cubicBezTo>
                      <a:cubicBezTo>
                        <a:pt x="19742" y="21449"/>
                        <a:pt x="19705" y="21708"/>
                        <a:pt x="19705" y="21967"/>
                      </a:cubicBezTo>
                      <a:cubicBezTo>
                        <a:pt x="19557" y="23187"/>
                        <a:pt x="19410" y="24407"/>
                        <a:pt x="19225" y="25590"/>
                      </a:cubicBezTo>
                      <a:cubicBezTo>
                        <a:pt x="19188" y="25997"/>
                        <a:pt x="19077" y="26404"/>
                        <a:pt x="19003" y="26810"/>
                      </a:cubicBezTo>
                      <a:cubicBezTo>
                        <a:pt x="19003" y="26551"/>
                        <a:pt x="19003" y="26330"/>
                        <a:pt x="19003" y="26293"/>
                      </a:cubicBezTo>
                      <a:cubicBezTo>
                        <a:pt x="18855" y="25220"/>
                        <a:pt x="17968" y="23224"/>
                        <a:pt x="16785" y="23002"/>
                      </a:cubicBezTo>
                      <a:cubicBezTo>
                        <a:pt x="16704" y="22988"/>
                        <a:pt x="16625" y="22982"/>
                        <a:pt x="16547" y="22982"/>
                      </a:cubicBezTo>
                      <a:cubicBezTo>
                        <a:pt x="15800" y="22982"/>
                        <a:pt x="15188" y="23597"/>
                        <a:pt x="15121" y="24333"/>
                      </a:cubicBezTo>
                      <a:cubicBezTo>
                        <a:pt x="15047" y="25183"/>
                        <a:pt x="15676" y="26034"/>
                        <a:pt x="16267" y="26588"/>
                      </a:cubicBezTo>
                      <a:cubicBezTo>
                        <a:pt x="16859" y="27106"/>
                        <a:pt x="18337" y="27624"/>
                        <a:pt x="18818" y="27771"/>
                      </a:cubicBezTo>
                      <a:cubicBezTo>
                        <a:pt x="18744" y="28178"/>
                        <a:pt x="18670" y="28622"/>
                        <a:pt x="18559" y="29028"/>
                      </a:cubicBezTo>
                      <a:cubicBezTo>
                        <a:pt x="18485" y="29287"/>
                        <a:pt x="18411" y="29546"/>
                        <a:pt x="18337" y="29842"/>
                      </a:cubicBezTo>
                      <a:cubicBezTo>
                        <a:pt x="18226" y="30101"/>
                        <a:pt x="18153" y="30359"/>
                        <a:pt x="18079" y="30618"/>
                      </a:cubicBezTo>
                      <a:cubicBezTo>
                        <a:pt x="17894" y="31136"/>
                        <a:pt x="17709" y="31653"/>
                        <a:pt x="17524" y="32134"/>
                      </a:cubicBezTo>
                      <a:cubicBezTo>
                        <a:pt x="17376" y="32467"/>
                        <a:pt x="17265" y="32762"/>
                        <a:pt x="17117" y="33095"/>
                      </a:cubicBezTo>
                      <a:cubicBezTo>
                        <a:pt x="17191" y="32689"/>
                        <a:pt x="17302" y="31875"/>
                        <a:pt x="17302" y="31801"/>
                      </a:cubicBezTo>
                      <a:cubicBezTo>
                        <a:pt x="17302" y="31062"/>
                        <a:pt x="17080" y="29916"/>
                        <a:pt x="16563" y="29102"/>
                      </a:cubicBezTo>
                      <a:cubicBezTo>
                        <a:pt x="16563" y="28991"/>
                        <a:pt x="16563" y="28881"/>
                        <a:pt x="16526" y="28770"/>
                      </a:cubicBezTo>
                      <a:cubicBezTo>
                        <a:pt x="16430" y="28068"/>
                        <a:pt x="15840" y="27505"/>
                        <a:pt x="15134" y="27505"/>
                      </a:cubicBezTo>
                      <a:cubicBezTo>
                        <a:pt x="15021" y="27505"/>
                        <a:pt x="14905" y="27519"/>
                        <a:pt x="14788" y="27550"/>
                      </a:cubicBezTo>
                      <a:cubicBezTo>
                        <a:pt x="13605" y="27882"/>
                        <a:pt x="12866" y="29916"/>
                        <a:pt x="12829" y="30988"/>
                      </a:cubicBezTo>
                      <a:cubicBezTo>
                        <a:pt x="12829" y="31062"/>
                        <a:pt x="12866" y="31764"/>
                        <a:pt x="12903" y="32208"/>
                      </a:cubicBezTo>
                      <a:cubicBezTo>
                        <a:pt x="12829" y="31949"/>
                        <a:pt x="12792" y="31690"/>
                        <a:pt x="12718" y="31432"/>
                      </a:cubicBezTo>
                      <a:cubicBezTo>
                        <a:pt x="12607" y="30914"/>
                        <a:pt x="12459" y="30396"/>
                        <a:pt x="12311" y="29842"/>
                      </a:cubicBezTo>
                      <a:cubicBezTo>
                        <a:pt x="12237" y="29583"/>
                        <a:pt x="12126" y="29324"/>
                        <a:pt x="12052" y="29065"/>
                      </a:cubicBezTo>
                      <a:cubicBezTo>
                        <a:pt x="11978" y="28770"/>
                        <a:pt x="11868" y="28511"/>
                        <a:pt x="11794" y="28252"/>
                      </a:cubicBezTo>
                      <a:cubicBezTo>
                        <a:pt x="11535" y="27587"/>
                        <a:pt x="11276" y="26958"/>
                        <a:pt x="11017" y="26330"/>
                      </a:cubicBezTo>
                      <a:cubicBezTo>
                        <a:pt x="11461" y="26219"/>
                        <a:pt x="13051" y="25812"/>
                        <a:pt x="13716" y="25331"/>
                      </a:cubicBezTo>
                      <a:cubicBezTo>
                        <a:pt x="14345" y="24851"/>
                        <a:pt x="15010" y="24037"/>
                        <a:pt x="15010" y="23187"/>
                      </a:cubicBezTo>
                      <a:cubicBezTo>
                        <a:pt x="15010" y="22378"/>
                        <a:pt x="14408" y="21703"/>
                        <a:pt x="13585" y="21703"/>
                      </a:cubicBezTo>
                      <a:cubicBezTo>
                        <a:pt x="13543" y="21703"/>
                        <a:pt x="13500" y="21705"/>
                        <a:pt x="13457" y="21708"/>
                      </a:cubicBezTo>
                      <a:cubicBezTo>
                        <a:pt x="12274" y="21856"/>
                        <a:pt x="11202" y="23779"/>
                        <a:pt x="11017" y="24814"/>
                      </a:cubicBezTo>
                      <a:cubicBezTo>
                        <a:pt x="10980" y="24888"/>
                        <a:pt x="10906" y="25664"/>
                        <a:pt x="10869" y="26108"/>
                      </a:cubicBezTo>
                      <a:cubicBezTo>
                        <a:pt x="10721" y="25701"/>
                        <a:pt x="10537" y="25331"/>
                        <a:pt x="10352" y="24962"/>
                      </a:cubicBezTo>
                      <a:cubicBezTo>
                        <a:pt x="9834" y="23890"/>
                        <a:pt x="9243" y="22817"/>
                        <a:pt x="8651" y="21708"/>
                      </a:cubicBezTo>
                      <a:cubicBezTo>
                        <a:pt x="8503" y="21376"/>
                        <a:pt x="8318" y="21043"/>
                        <a:pt x="8134" y="20710"/>
                      </a:cubicBezTo>
                      <a:cubicBezTo>
                        <a:pt x="8318" y="20673"/>
                        <a:pt x="10241" y="20229"/>
                        <a:pt x="10943" y="19675"/>
                      </a:cubicBezTo>
                      <a:cubicBezTo>
                        <a:pt x="11572" y="19194"/>
                        <a:pt x="12274" y="18381"/>
                        <a:pt x="12274" y="17531"/>
                      </a:cubicBezTo>
                      <a:cubicBezTo>
                        <a:pt x="12274" y="16772"/>
                        <a:pt x="11663" y="16078"/>
                        <a:pt x="10891" y="16078"/>
                      </a:cubicBezTo>
                      <a:cubicBezTo>
                        <a:pt x="10835" y="16078"/>
                        <a:pt x="10779" y="16081"/>
                        <a:pt x="10721" y="16089"/>
                      </a:cubicBezTo>
                      <a:cubicBezTo>
                        <a:pt x="9501" y="16200"/>
                        <a:pt x="8466" y="18122"/>
                        <a:pt x="8244" y="19194"/>
                      </a:cubicBezTo>
                      <a:cubicBezTo>
                        <a:pt x="8244" y="19268"/>
                        <a:pt x="8134" y="20377"/>
                        <a:pt x="8134" y="20673"/>
                      </a:cubicBezTo>
                      <a:cubicBezTo>
                        <a:pt x="7727" y="19934"/>
                        <a:pt x="7357" y="19194"/>
                        <a:pt x="7024" y="18455"/>
                      </a:cubicBezTo>
                      <a:cubicBezTo>
                        <a:pt x="6581" y="17457"/>
                        <a:pt x="6174" y="16421"/>
                        <a:pt x="5841" y="15423"/>
                      </a:cubicBezTo>
                      <a:cubicBezTo>
                        <a:pt x="5915" y="15386"/>
                        <a:pt x="7912" y="14943"/>
                        <a:pt x="8651" y="14388"/>
                      </a:cubicBezTo>
                      <a:cubicBezTo>
                        <a:pt x="9317" y="13870"/>
                        <a:pt x="9982" y="13094"/>
                        <a:pt x="9982" y="12244"/>
                      </a:cubicBezTo>
                      <a:cubicBezTo>
                        <a:pt x="9982" y="11451"/>
                        <a:pt x="9403" y="10754"/>
                        <a:pt x="8605" y="10754"/>
                      </a:cubicBezTo>
                      <a:cubicBezTo>
                        <a:pt x="8548" y="10754"/>
                        <a:pt x="8489" y="10757"/>
                        <a:pt x="8429" y="10765"/>
                      </a:cubicBezTo>
                      <a:cubicBezTo>
                        <a:pt x="7209" y="10876"/>
                        <a:pt x="6174" y="12798"/>
                        <a:pt x="5952" y="13870"/>
                      </a:cubicBezTo>
                      <a:cubicBezTo>
                        <a:pt x="5952" y="13944"/>
                        <a:pt x="5841" y="15164"/>
                        <a:pt x="5841" y="15386"/>
                      </a:cubicBezTo>
                      <a:cubicBezTo>
                        <a:pt x="5804" y="15312"/>
                        <a:pt x="5804" y="15238"/>
                        <a:pt x="5767" y="15201"/>
                      </a:cubicBezTo>
                      <a:cubicBezTo>
                        <a:pt x="5435" y="14092"/>
                        <a:pt x="5287" y="13020"/>
                        <a:pt x="5176" y="11985"/>
                      </a:cubicBezTo>
                      <a:cubicBezTo>
                        <a:pt x="5102" y="11356"/>
                        <a:pt x="5065" y="10802"/>
                        <a:pt x="5028" y="10210"/>
                      </a:cubicBezTo>
                      <a:cubicBezTo>
                        <a:pt x="5435" y="10173"/>
                        <a:pt x="7172" y="9952"/>
                        <a:pt x="7875" y="9508"/>
                      </a:cubicBezTo>
                      <a:cubicBezTo>
                        <a:pt x="8577" y="9101"/>
                        <a:pt x="9354" y="8362"/>
                        <a:pt x="9427" y="7511"/>
                      </a:cubicBezTo>
                      <a:cubicBezTo>
                        <a:pt x="9501" y="6698"/>
                        <a:pt x="8910" y="5885"/>
                        <a:pt x="8060" y="5885"/>
                      </a:cubicBezTo>
                      <a:cubicBezTo>
                        <a:pt x="6840" y="5885"/>
                        <a:pt x="5583" y="7696"/>
                        <a:pt x="5250" y="8695"/>
                      </a:cubicBezTo>
                      <a:cubicBezTo>
                        <a:pt x="5250" y="8768"/>
                        <a:pt x="5102" y="9360"/>
                        <a:pt x="5028" y="9804"/>
                      </a:cubicBezTo>
                      <a:cubicBezTo>
                        <a:pt x="5028" y="9545"/>
                        <a:pt x="5028" y="9286"/>
                        <a:pt x="5028" y="9027"/>
                      </a:cubicBezTo>
                      <a:cubicBezTo>
                        <a:pt x="5028" y="8103"/>
                        <a:pt x="5102" y="7253"/>
                        <a:pt x="5139" y="6513"/>
                      </a:cubicBezTo>
                      <a:cubicBezTo>
                        <a:pt x="5176" y="6107"/>
                        <a:pt x="5213" y="5737"/>
                        <a:pt x="5250" y="5367"/>
                      </a:cubicBezTo>
                      <a:cubicBezTo>
                        <a:pt x="5620" y="5145"/>
                        <a:pt x="7024" y="4147"/>
                        <a:pt x="7431" y="3445"/>
                      </a:cubicBezTo>
                      <a:cubicBezTo>
                        <a:pt x="7875" y="2742"/>
                        <a:pt x="8207" y="1744"/>
                        <a:pt x="7912" y="968"/>
                      </a:cubicBezTo>
                      <a:cubicBezTo>
                        <a:pt x="7665" y="393"/>
                        <a:pt x="7115" y="0"/>
                        <a:pt x="65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5" name="Google Shape;2745;p51">
                  <a:extLst>
                    <a:ext uri="{FF2B5EF4-FFF2-40B4-BE49-F238E27FC236}">
                      <a16:creationId xmlns:a16="http://schemas.microsoft.com/office/drawing/2014/main" id="{F7FE53C0-248B-8B24-2AAD-80F0CDEE47B0}"/>
                    </a:ext>
                  </a:extLst>
                </p:cNvPr>
                <p:cNvSpPr/>
                <p:nvPr/>
              </p:nvSpPr>
              <p:spPr>
                <a:xfrm>
                  <a:off x="1174425" y="3532200"/>
                  <a:ext cx="91525" cy="13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1" h="5399" extrusionOk="0">
                      <a:moveTo>
                        <a:pt x="1633" y="1"/>
                      </a:moveTo>
                      <a:cubicBezTo>
                        <a:pt x="1052" y="1"/>
                        <a:pt x="518" y="417"/>
                        <a:pt x="297" y="999"/>
                      </a:cubicBezTo>
                      <a:cubicBezTo>
                        <a:pt x="1" y="1812"/>
                        <a:pt x="371" y="2773"/>
                        <a:pt x="814" y="3476"/>
                      </a:cubicBezTo>
                      <a:cubicBezTo>
                        <a:pt x="1332" y="4252"/>
                        <a:pt x="3106" y="5398"/>
                        <a:pt x="3106" y="5398"/>
                      </a:cubicBezTo>
                      <a:cubicBezTo>
                        <a:pt x="3143" y="5398"/>
                        <a:pt x="3513" y="3993"/>
                        <a:pt x="3513" y="3883"/>
                      </a:cubicBezTo>
                      <a:cubicBezTo>
                        <a:pt x="3661" y="2810"/>
                        <a:pt x="3328" y="666"/>
                        <a:pt x="2219" y="149"/>
                      </a:cubicBezTo>
                      <a:cubicBezTo>
                        <a:pt x="2025" y="47"/>
                        <a:pt x="1826" y="1"/>
                        <a:pt x="16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6" name="Google Shape;2746;p51">
                  <a:extLst>
                    <a:ext uri="{FF2B5EF4-FFF2-40B4-BE49-F238E27FC236}">
                      <a16:creationId xmlns:a16="http://schemas.microsoft.com/office/drawing/2014/main" id="{05765B3F-98B8-E27F-283A-72A316A752CB}"/>
                    </a:ext>
                  </a:extLst>
                </p:cNvPr>
                <p:cNvSpPr/>
                <p:nvPr/>
              </p:nvSpPr>
              <p:spPr>
                <a:xfrm>
                  <a:off x="4182000" y="4206925"/>
                  <a:ext cx="147900" cy="8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6" h="34841" extrusionOk="0">
                      <a:moveTo>
                        <a:pt x="2551" y="0"/>
                      </a:moveTo>
                      <a:lnTo>
                        <a:pt x="0" y="555"/>
                      </a:lnTo>
                      <a:lnTo>
                        <a:pt x="4769" y="34346"/>
                      </a:lnTo>
                      <a:cubicBezTo>
                        <a:pt x="4802" y="34635"/>
                        <a:pt x="5057" y="34841"/>
                        <a:pt x="5342" y="34841"/>
                      </a:cubicBezTo>
                      <a:cubicBezTo>
                        <a:pt x="5385" y="34841"/>
                        <a:pt x="5428" y="34836"/>
                        <a:pt x="5472" y="34827"/>
                      </a:cubicBezTo>
                      <a:cubicBezTo>
                        <a:pt x="5731" y="34790"/>
                        <a:pt x="5915" y="34531"/>
                        <a:pt x="5878" y="34235"/>
                      </a:cubicBezTo>
                      <a:lnTo>
                        <a:pt x="255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7" name="Google Shape;2747;p51">
                  <a:extLst>
                    <a:ext uri="{FF2B5EF4-FFF2-40B4-BE49-F238E27FC236}">
                      <a16:creationId xmlns:a16="http://schemas.microsoft.com/office/drawing/2014/main" id="{C13D486F-8243-A583-D8D4-78EC885ACB14}"/>
                    </a:ext>
                  </a:extLst>
                </p:cNvPr>
                <p:cNvSpPr/>
                <p:nvPr/>
              </p:nvSpPr>
              <p:spPr>
                <a:xfrm>
                  <a:off x="4173675" y="4199525"/>
                  <a:ext cx="163625" cy="88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5" h="35456" extrusionOk="0">
                      <a:moveTo>
                        <a:pt x="2588" y="703"/>
                      </a:moveTo>
                      <a:lnTo>
                        <a:pt x="5916" y="34568"/>
                      </a:lnTo>
                      <a:cubicBezTo>
                        <a:pt x="5916" y="34716"/>
                        <a:pt x="5842" y="34790"/>
                        <a:pt x="5731" y="34827"/>
                      </a:cubicBezTo>
                      <a:lnTo>
                        <a:pt x="5657" y="34827"/>
                      </a:lnTo>
                      <a:cubicBezTo>
                        <a:pt x="5546" y="34827"/>
                        <a:pt x="5398" y="34753"/>
                        <a:pt x="5398" y="34605"/>
                      </a:cubicBezTo>
                      <a:lnTo>
                        <a:pt x="673" y="1125"/>
                      </a:lnTo>
                      <a:lnTo>
                        <a:pt x="673" y="1125"/>
                      </a:lnTo>
                      <a:lnTo>
                        <a:pt x="2588" y="703"/>
                      </a:lnTo>
                      <a:close/>
                      <a:moveTo>
                        <a:pt x="2810" y="0"/>
                      </a:moveTo>
                      <a:lnTo>
                        <a:pt x="259" y="555"/>
                      </a:lnTo>
                      <a:cubicBezTo>
                        <a:pt x="111" y="592"/>
                        <a:pt x="0" y="740"/>
                        <a:pt x="37" y="925"/>
                      </a:cubicBezTo>
                      <a:lnTo>
                        <a:pt x="4770" y="34716"/>
                      </a:lnTo>
                      <a:cubicBezTo>
                        <a:pt x="4844" y="35160"/>
                        <a:pt x="5213" y="35455"/>
                        <a:pt x="5657" y="35455"/>
                      </a:cubicBezTo>
                      <a:cubicBezTo>
                        <a:pt x="5731" y="35455"/>
                        <a:pt x="5805" y="35455"/>
                        <a:pt x="5842" y="35418"/>
                      </a:cubicBezTo>
                      <a:cubicBezTo>
                        <a:pt x="6248" y="35344"/>
                        <a:pt x="6544" y="34975"/>
                        <a:pt x="6544" y="34568"/>
                      </a:cubicBezTo>
                      <a:lnTo>
                        <a:pt x="6544" y="34494"/>
                      </a:lnTo>
                      <a:lnTo>
                        <a:pt x="3180" y="296"/>
                      </a:lnTo>
                      <a:cubicBezTo>
                        <a:pt x="3180" y="185"/>
                        <a:pt x="3143" y="111"/>
                        <a:pt x="3069" y="74"/>
                      </a:cubicBezTo>
                      <a:cubicBezTo>
                        <a:pt x="2995" y="0"/>
                        <a:pt x="2884" y="0"/>
                        <a:pt x="28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8" name="Google Shape;2748;p51">
                  <a:extLst>
                    <a:ext uri="{FF2B5EF4-FFF2-40B4-BE49-F238E27FC236}">
                      <a16:creationId xmlns:a16="http://schemas.microsoft.com/office/drawing/2014/main" id="{4CE69AE6-A8AD-9930-7C7F-30C5CE13FB59}"/>
                    </a:ext>
                  </a:extLst>
                </p:cNvPr>
                <p:cNvSpPr/>
                <p:nvPr/>
              </p:nvSpPr>
              <p:spPr>
                <a:xfrm>
                  <a:off x="3355700" y="4206925"/>
                  <a:ext cx="147900" cy="8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6" h="34841" extrusionOk="0">
                      <a:moveTo>
                        <a:pt x="3365" y="0"/>
                      </a:moveTo>
                      <a:lnTo>
                        <a:pt x="37" y="34235"/>
                      </a:lnTo>
                      <a:cubicBezTo>
                        <a:pt x="0" y="34531"/>
                        <a:pt x="185" y="34790"/>
                        <a:pt x="481" y="34827"/>
                      </a:cubicBezTo>
                      <a:cubicBezTo>
                        <a:pt x="520" y="34836"/>
                        <a:pt x="559" y="34841"/>
                        <a:pt x="598" y="34841"/>
                      </a:cubicBezTo>
                      <a:cubicBezTo>
                        <a:pt x="859" y="34841"/>
                        <a:pt x="1114" y="34635"/>
                        <a:pt x="1147" y="34346"/>
                      </a:cubicBezTo>
                      <a:lnTo>
                        <a:pt x="5916" y="555"/>
                      </a:lnTo>
                      <a:lnTo>
                        <a:pt x="336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9" name="Google Shape;2749;p51">
                  <a:extLst>
                    <a:ext uri="{FF2B5EF4-FFF2-40B4-BE49-F238E27FC236}">
                      <a16:creationId xmlns:a16="http://schemas.microsoft.com/office/drawing/2014/main" id="{DB500D7D-4830-EB8C-6DF4-324E56BE47D5}"/>
                    </a:ext>
                  </a:extLst>
                </p:cNvPr>
                <p:cNvSpPr/>
                <p:nvPr/>
              </p:nvSpPr>
              <p:spPr>
                <a:xfrm>
                  <a:off x="3348300" y="4199525"/>
                  <a:ext cx="163625" cy="88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5" h="35456" extrusionOk="0">
                      <a:moveTo>
                        <a:pt x="3957" y="703"/>
                      </a:moveTo>
                      <a:lnTo>
                        <a:pt x="5872" y="1125"/>
                      </a:lnTo>
                      <a:lnTo>
                        <a:pt x="5872" y="1125"/>
                      </a:lnTo>
                      <a:lnTo>
                        <a:pt x="1147" y="34605"/>
                      </a:lnTo>
                      <a:cubicBezTo>
                        <a:pt x="1147" y="34753"/>
                        <a:pt x="1036" y="34827"/>
                        <a:pt x="888" y="34827"/>
                      </a:cubicBezTo>
                      <a:lnTo>
                        <a:pt x="851" y="34827"/>
                      </a:lnTo>
                      <a:cubicBezTo>
                        <a:pt x="703" y="34790"/>
                        <a:pt x="629" y="34716"/>
                        <a:pt x="629" y="34568"/>
                      </a:cubicBezTo>
                      <a:lnTo>
                        <a:pt x="3957" y="703"/>
                      </a:lnTo>
                      <a:close/>
                      <a:moveTo>
                        <a:pt x="3735" y="0"/>
                      </a:moveTo>
                      <a:cubicBezTo>
                        <a:pt x="3661" y="0"/>
                        <a:pt x="3550" y="0"/>
                        <a:pt x="3513" y="74"/>
                      </a:cubicBezTo>
                      <a:cubicBezTo>
                        <a:pt x="3439" y="111"/>
                        <a:pt x="3365" y="185"/>
                        <a:pt x="3365" y="296"/>
                      </a:cubicBezTo>
                      <a:lnTo>
                        <a:pt x="38" y="34494"/>
                      </a:lnTo>
                      <a:lnTo>
                        <a:pt x="1" y="34568"/>
                      </a:lnTo>
                      <a:cubicBezTo>
                        <a:pt x="1" y="34975"/>
                        <a:pt x="296" y="35344"/>
                        <a:pt x="703" y="35418"/>
                      </a:cubicBezTo>
                      <a:cubicBezTo>
                        <a:pt x="777" y="35455"/>
                        <a:pt x="814" y="35455"/>
                        <a:pt x="888" y="35455"/>
                      </a:cubicBezTo>
                      <a:cubicBezTo>
                        <a:pt x="1332" y="35455"/>
                        <a:pt x="1701" y="35160"/>
                        <a:pt x="1775" y="34716"/>
                      </a:cubicBezTo>
                      <a:lnTo>
                        <a:pt x="6508" y="925"/>
                      </a:lnTo>
                      <a:cubicBezTo>
                        <a:pt x="6544" y="740"/>
                        <a:pt x="6434" y="592"/>
                        <a:pt x="6286" y="555"/>
                      </a:cubicBezTo>
                      <a:lnTo>
                        <a:pt x="373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0" name="Google Shape;2750;p51">
                  <a:extLst>
                    <a:ext uri="{FF2B5EF4-FFF2-40B4-BE49-F238E27FC236}">
                      <a16:creationId xmlns:a16="http://schemas.microsoft.com/office/drawing/2014/main" id="{D1F425E4-E28C-52D1-4B32-4538A79E96DC}"/>
                    </a:ext>
                  </a:extLst>
                </p:cNvPr>
                <p:cNvSpPr/>
                <p:nvPr/>
              </p:nvSpPr>
              <p:spPr>
                <a:xfrm>
                  <a:off x="3415775" y="3231825"/>
                  <a:ext cx="889175" cy="107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67" h="43035" extrusionOk="0">
                      <a:moveTo>
                        <a:pt x="4178" y="0"/>
                      </a:moveTo>
                      <a:cubicBezTo>
                        <a:pt x="1849" y="0"/>
                        <a:pt x="1" y="1923"/>
                        <a:pt x="111" y="4215"/>
                      </a:cubicBezTo>
                      <a:lnTo>
                        <a:pt x="1738" y="43034"/>
                      </a:lnTo>
                      <a:lnTo>
                        <a:pt x="32387" y="43034"/>
                      </a:lnTo>
                      <a:lnTo>
                        <a:pt x="35381" y="4363"/>
                      </a:lnTo>
                      <a:cubicBezTo>
                        <a:pt x="35566" y="1997"/>
                        <a:pt x="33718" y="0"/>
                        <a:pt x="3135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1" name="Google Shape;2751;p51">
                  <a:extLst>
                    <a:ext uri="{FF2B5EF4-FFF2-40B4-BE49-F238E27FC236}">
                      <a16:creationId xmlns:a16="http://schemas.microsoft.com/office/drawing/2014/main" id="{F3ACDFDD-EBE9-C0BF-18C3-E4AAE133D421}"/>
                    </a:ext>
                  </a:extLst>
                </p:cNvPr>
                <p:cNvSpPr/>
                <p:nvPr/>
              </p:nvSpPr>
              <p:spPr>
                <a:xfrm>
                  <a:off x="3410225" y="3223500"/>
                  <a:ext cx="898425" cy="109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37" h="43663" extrusionOk="0">
                      <a:moveTo>
                        <a:pt x="31574" y="629"/>
                      </a:moveTo>
                      <a:cubicBezTo>
                        <a:pt x="32609" y="629"/>
                        <a:pt x="33533" y="1073"/>
                        <a:pt x="34235" y="1738"/>
                      </a:cubicBezTo>
                      <a:cubicBezTo>
                        <a:pt x="34901" y="2440"/>
                        <a:pt x="35308" y="3365"/>
                        <a:pt x="35308" y="4400"/>
                      </a:cubicBezTo>
                      <a:cubicBezTo>
                        <a:pt x="35308" y="4474"/>
                        <a:pt x="35308" y="4585"/>
                        <a:pt x="35308" y="4696"/>
                      </a:cubicBezTo>
                      <a:lnTo>
                        <a:pt x="32313" y="43034"/>
                      </a:lnTo>
                      <a:lnTo>
                        <a:pt x="2244" y="43034"/>
                      </a:lnTo>
                      <a:lnTo>
                        <a:pt x="629" y="4548"/>
                      </a:lnTo>
                      <a:cubicBezTo>
                        <a:pt x="629" y="4511"/>
                        <a:pt x="629" y="4437"/>
                        <a:pt x="629" y="4400"/>
                      </a:cubicBezTo>
                      <a:cubicBezTo>
                        <a:pt x="629" y="3365"/>
                        <a:pt x="1036" y="2404"/>
                        <a:pt x="1738" y="1738"/>
                      </a:cubicBezTo>
                      <a:cubicBezTo>
                        <a:pt x="2404" y="1073"/>
                        <a:pt x="3328" y="629"/>
                        <a:pt x="4400" y="629"/>
                      </a:cubicBezTo>
                      <a:close/>
                      <a:moveTo>
                        <a:pt x="4400" y="0"/>
                      </a:moveTo>
                      <a:cubicBezTo>
                        <a:pt x="1960" y="0"/>
                        <a:pt x="1" y="1997"/>
                        <a:pt x="1" y="4400"/>
                      </a:cubicBezTo>
                      <a:cubicBezTo>
                        <a:pt x="1" y="4437"/>
                        <a:pt x="1" y="4511"/>
                        <a:pt x="1" y="4585"/>
                      </a:cubicBezTo>
                      <a:lnTo>
                        <a:pt x="1627" y="43367"/>
                      </a:lnTo>
                      <a:cubicBezTo>
                        <a:pt x="1664" y="43552"/>
                        <a:pt x="1775" y="43663"/>
                        <a:pt x="1960" y="43663"/>
                      </a:cubicBezTo>
                      <a:lnTo>
                        <a:pt x="32609" y="43663"/>
                      </a:lnTo>
                      <a:cubicBezTo>
                        <a:pt x="32757" y="43663"/>
                        <a:pt x="32905" y="43552"/>
                        <a:pt x="32905" y="43367"/>
                      </a:cubicBezTo>
                      <a:lnTo>
                        <a:pt x="35936" y="4733"/>
                      </a:lnTo>
                      <a:cubicBezTo>
                        <a:pt x="35936" y="4622"/>
                        <a:pt x="35936" y="4511"/>
                        <a:pt x="35936" y="4400"/>
                      </a:cubicBezTo>
                      <a:cubicBezTo>
                        <a:pt x="35936" y="1997"/>
                        <a:pt x="34014" y="0"/>
                        <a:pt x="315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2" name="Google Shape;2752;p51">
                  <a:extLst>
                    <a:ext uri="{FF2B5EF4-FFF2-40B4-BE49-F238E27FC236}">
                      <a16:creationId xmlns:a16="http://schemas.microsoft.com/office/drawing/2014/main" id="{7EEC65E3-8417-8D29-3E40-AB0EFC08071C}"/>
                    </a:ext>
                  </a:extLst>
                </p:cNvPr>
                <p:cNvSpPr/>
                <p:nvPr/>
              </p:nvSpPr>
              <p:spPr>
                <a:xfrm>
                  <a:off x="3388050" y="4095075"/>
                  <a:ext cx="902100" cy="21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84" h="8505" extrusionOk="0">
                      <a:moveTo>
                        <a:pt x="0" y="1"/>
                      </a:moveTo>
                      <a:lnTo>
                        <a:pt x="0" y="8504"/>
                      </a:lnTo>
                      <a:lnTo>
                        <a:pt x="36084" y="8504"/>
                      </a:lnTo>
                      <a:lnTo>
                        <a:pt x="360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3" name="Google Shape;2753;p51">
                  <a:extLst>
                    <a:ext uri="{FF2B5EF4-FFF2-40B4-BE49-F238E27FC236}">
                      <a16:creationId xmlns:a16="http://schemas.microsoft.com/office/drawing/2014/main" id="{7EB57E56-B384-0FDF-80BA-CABD11D82304}"/>
                    </a:ext>
                  </a:extLst>
                </p:cNvPr>
                <p:cNvSpPr/>
                <p:nvPr/>
              </p:nvSpPr>
              <p:spPr>
                <a:xfrm>
                  <a:off x="3380650" y="4086775"/>
                  <a:ext cx="916900" cy="22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76" h="9132" extrusionOk="0">
                      <a:moveTo>
                        <a:pt x="36047" y="629"/>
                      </a:moveTo>
                      <a:lnTo>
                        <a:pt x="36047" y="8503"/>
                      </a:lnTo>
                      <a:lnTo>
                        <a:pt x="592" y="8503"/>
                      </a:lnTo>
                      <a:lnTo>
                        <a:pt x="592" y="629"/>
                      </a:lnTo>
                      <a:close/>
                      <a:moveTo>
                        <a:pt x="296" y="0"/>
                      </a:moveTo>
                      <a:cubicBezTo>
                        <a:pt x="222" y="0"/>
                        <a:pt x="149" y="37"/>
                        <a:pt x="75" y="111"/>
                      </a:cubicBezTo>
                      <a:cubicBezTo>
                        <a:pt x="1" y="148"/>
                        <a:pt x="1" y="259"/>
                        <a:pt x="1" y="333"/>
                      </a:cubicBezTo>
                      <a:lnTo>
                        <a:pt x="1" y="8836"/>
                      </a:lnTo>
                      <a:cubicBezTo>
                        <a:pt x="1" y="8910"/>
                        <a:pt x="1" y="8984"/>
                        <a:pt x="75" y="9058"/>
                      </a:cubicBezTo>
                      <a:cubicBezTo>
                        <a:pt x="149" y="9095"/>
                        <a:pt x="222" y="9132"/>
                        <a:pt x="296" y="9132"/>
                      </a:cubicBezTo>
                      <a:lnTo>
                        <a:pt x="36380" y="9132"/>
                      </a:lnTo>
                      <a:cubicBezTo>
                        <a:pt x="36454" y="9132"/>
                        <a:pt x="36528" y="9095"/>
                        <a:pt x="36602" y="9058"/>
                      </a:cubicBezTo>
                      <a:cubicBezTo>
                        <a:pt x="36639" y="8984"/>
                        <a:pt x="36675" y="8910"/>
                        <a:pt x="36675" y="8836"/>
                      </a:cubicBezTo>
                      <a:lnTo>
                        <a:pt x="36675" y="333"/>
                      </a:lnTo>
                      <a:cubicBezTo>
                        <a:pt x="36675" y="259"/>
                        <a:pt x="36639" y="148"/>
                        <a:pt x="36602" y="111"/>
                      </a:cubicBezTo>
                      <a:cubicBezTo>
                        <a:pt x="36528" y="37"/>
                        <a:pt x="36454" y="0"/>
                        <a:pt x="3638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4" name="Google Shape;2754;p51">
                  <a:extLst>
                    <a:ext uri="{FF2B5EF4-FFF2-40B4-BE49-F238E27FC236}">
                      <a16:creationId xmlns:a16="http://schemas.microsoft.com/office/drawing/2014/main" id="{E14DA26C-6714-3614-B968-0DB832162BA7}"/>
                    </a:ext>
                  </a:extLst>
                </p:cNvPr>
                <p:cNvSpPr/>
                <p:nvPr/>
              </p:nvSpPr>
              <p:spPr>
                <a:xfrm>
                  <a:off x="3342750" y="3850150"/>
                  <a:ext cx="116500" cy="45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0" h="18302" extrusionOk="0">
                      <a:moveTo>
                        <a:pt x="2330" y="1"/>
                      </a:moveTo>
                      <a:cubicBezTo>
                        <a:pt x="1036" y="1"/>
                        <a:pt x="1" y="1036"/>
                        <a:pt x="1" y="2330"/>
                      </a:cubicBezTo>
                      <a:lnTo>
                        <a:pt x="1923" y="18301"/>
                      </a:lnTo>
                      <a:lnTo>
                        <a:pt x="4659" y="18301"/>
                      </a:lnTo>
                      <a:lnTo>
                        <a:pt x="4659" y="2330"/>
                      </a:lnTo>
                      <a:cubicBezTo>
                        <a:pt x="4659" y="1036"/>
                        <a:pt x="3624" y="1"/>
                        <a:pt x="23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5" name="Google Shape;2755;p51">
                  <a:extLst>
                    <a:ext uri="{FF2B5EF4-FFF2-40B4-BE49-F238E27FC236}">
                      <a16:creationId xmlns:a16="http://schemas.microsoft.com/office/drawing/2014/main" id="{154D7C4F-9A5C-3E2B-2D21-479C5043EE8F}"/>
                    </a:ext>
                  </a:extLst>
                </p:cNvPr>
                <p:cNvSpPr/>
                <p:nvPr/>
              </p:nvSpPr>
              <p:spPr>
                <a:xfrm>
                  <a:off x="3335375" y="3842750"/>
                  <a:ext cx="131250" cy="47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0" h="18893" extrusionOk="0">
                      <a:moveTo>
                        <a:pt x="2625" y="592"/>
                      </a:moveTo>
                      <a:cubicBezTo>
                        <a:pt x="3734" y="592"/>
                        <a:pt x="4621" y="1517"/>
                        <a:pt x="4621" y="2626"/>
                      </a:cubicBezTo>
                      <a:lnTo>
                        <a:pt x="4621" y="18264"/>
                      </a:lnTo>
                      <a:lnTo>
                        <a:pt x="2477" y="18264"/>
                      </a:lnTo>
                      <a:lnTo>
                        <a:pt x="593" y="2598"/>
                      </a:lnTo>
                      <a:lnTo>
                        <a:pt x="593" y="2598"/>
                      </a:lnTo>
                      <a:cubicBezTo>
                        <a:pt x="643" y="1501"/>
                        <a:pt x="1525" y="592"/>
                        <a:pt x="2625" y="592"/>
                      </a:cubicBezTo>
                      <a:close/>
                      <a:moveTo>
                        <a:pt x="2625" y="1"/>
                      </a:moveTo>
                      <a:cubicBezTo>
                        <a:pt x="1183" y="1"/>
                        <a:pt x="0" y="1147"/>
                        <a:pt x="0" y="2626"/>
                      </a:cubicBezTo>
                      <a:lnTo>
                        <a:pt x="0" y="2663"/>
                      </a:lnTo>
                      <a:lnTo>
                        <a:pt x="1923" y="18634"/>
                      </a:lnTo>
                      <a:cubicBezTo>
                        <a:pt x="1923" y="18782"/>
                        <a:pt x="2070" y="18893"/>
                        <a:pt x="2218" y="18893"/>
                      </a:cubicBezTo>
                      <a:lnTo>
                        <a:pt x="4954" y="18893"/>
                      </a:lnTo>
                      <a:cubicBezTo>
                        <a:pt x="5028" y="18893"/>
                        <a:pt x="5102" y="18856"/>
                        <a:pt x="5176" y="18819"/>
                      </a:cubicBezTo>
                      <a:cubicBezTo>
                        <a:pt x="5213" y="18745"/>
                        <a:pt x="5250" y="18671"/>
                        <a:pt x="5250" y="18597"/>
                      </a:cubicBezTo>
                      <a:lnTo>
                        <a:pt x="5250" y="2626"/>
                      </a:lnTo>
                      <a:cubicBezTo>
                        <a:pt x="5250" y="1147"/>
                        <a:pt x="4067" y="1"/>
                        <a:pt x="262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6" name="Google Shape;2756;p51">
                  <a:extLst>
                    <a:ext uri="{FF2B5EF4-FFF2-40B4-BE49-F238E27FC236}">
                      <a16:creationId xmlns:a16="http://schemas.microsoft.com/office/drawing/2014/main" id="{70C13D22-B324-82C1-E738-B9F39BC248E1}"/>
                    </a:ext>
                  </a:extLst>
                </p:cNvPr>
                <p:cNvSpPr/>
                <p:nvPr/>
              </p:nvSpPr>
              <p:spPr>
                <a:xfrm>
                  <a:off x="4225425" y="3850150"/>
                  <a:ext cx="116500" cy="45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0" h="18302" extrusionOk="0">
                      <a:moveTo>
                        <a:pt x="2330" y="1"/>
                      </a:moveTo>
                      <a:cubicBezTo>
                        <a:pt x="1036" y="1"/>
                        <a:pt x="1" y="1036"/>
                        <a:pt x="1" y="2330"/>
                      </a:cubicBezTo>
                      <a:lnTo>
                        <a:pt x="1" y="18301"/>
                      </a:lnTo>
                      <a:lnTo>
                        <a:pt x="2737" y="18301"/>
                      </a:lnTo>
                      <a:lnTo>
                        <a:pt x="4659" y="2330"/>
                      </a:lnTo>
                      <a:cubicBezTo>
                        <a:pt x="4659" y="1036"/>
                        <a:pt x="3587" y="1"/>
                        <a:pt x="23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7" name="Google Shape;2757;p51">
                  <a:extLst>
                    <a:ext uri="{FF2B5EF4-FFF2-40B4-BE49-F238E27FC236}">
                      <a16:creationId xmlns:a16="http://schemas.microsoft.com/office/drawing/2014/main" id="{F6FFD507-71D2-BA96-7290-1F1D5954130F}"/>
                    </a:ext>
                  </a:extLst>
                </p:cNvPr>
                <p:cNvSpPr/>
                <p:nvPr/>
              </p:nvSpPr>
              <p:spPr>
                <a:xfrm>
                  <a:off x="4218050" y="3842750"/>
                  <a:ext cx="131250" cy="47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0" h="18893" extrusionOk="0">
                      <a:moveTo>
                        <a:pt x="2625" y="592"/>
                      </a:moveTo>
                      <a:cubicBezTo>
                        <a:pt x="3723" y="592"/>
                        <a:pt x="4603" y="1497"/>
                        <a:pt x="4621" y="2591"/>
                      </a:cubicBezTo>
                      <a:lnTo>
                        <a:pt x="4621" y="2591"/>
                      </a:lnTo>
                      <a:lnTo>
                        <a:pt x="2736" y="18264"/>
                      </a:lnTo>
                      <a:lnTo>
                        <a:pt x="592" y="18264"/>
                      </a:lnTo>
                      <a:lnTo>
                        <a:pt x="592" y="2626"/>
                      </a:lnTo>
                      <a:cubicBezTo>
                        <a:pt x="592" y="1517"/>
                        <a:pt x="1516" y="592"/>
                        <a:pt x="2625" y="592"/>
                      </a:cubicBezTo>
                      <a:close/>
                      <a:moveTo>
                        <a:pt x="2625" y="1"/>
                      </a:moveTo>
                      <a:cubicBezTo>
                        <a:pt x="1183" y="1"/>
                        <a:pt x="0" y="1147"/>
                        <a:pt x="0" y="2626"/>
                      </a:cubicBezTo>
                      <a:lnTo>
                        <a:pt x="0" y="18597"/>
                      </a:lnTo>
                      <a:cubicBezTo>
                        <a:pt x="0" y="18671"/>
                        <a:pt x="37" y="18745"/>
                        <a:pt x="74" y="18819"/>
                      </a:cubicBezTo>
                      <a:cubicBezTo>
                        <a:pt x="148" y="18856"/>
                        <a:pt x="222" y="18893"/>
                        <a:pt x="296" y="18893"/>
                      </a:cubicBezTo>
                      <a:lnTo>
                        <a:pt x="3032" y="18893"/>
                      </a:lnTo>
                      <a:cubicBezTo>
                        <a:pt x="3179" y="18893"/>
                        <a:pt x="3327" y="18782"/>
                        <a:pt x="3327" y="18634"/>
                      </a:cubicBezTo>
                      <a:lnTo>
                        <a:pt x="5250" y="2663"/>
                      </a:lnTo>
                      <a:lnTo>
                        <a:pt x="5250" y="2626"/>
                      </a:lnTo>
                      <a:cubicBezTo>
                        <a:pt x="5250" y="1147"/>
                        <a:pt x="4067" y="1"/>
                        <a:pt x="262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8" name="Google Shape;2758;p51">
                  <a:extLst>
                    <a:ext uri="{FF2B5EF4-FFF2-40B4-BE49-F238E27FC236}">
                      <a16:creationId xmlns:a16="http://schemas.microsoft.com/office/drawing/2014/main" id="{3937F271-604C-D27B-4CC1-44183714CD8B}"/>
                    </a:ext>
                  </a:extLst>
                </p:cNvPr>
                <p:cNvSpPr/>
                <p:nvPr/>
              </p:nvSpPr>
              <p:spPr>
                <a:xfrm>
                  <a:off x="3548875" y="3556225"/>
                  <a:ext cx="5740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60" h="13163" extrusionOk="0">
                      <a:moveTo>
                        <a:pt x="0" y="1"/>
                      </a:moveTo>
                      <a:lnTo>
                        <a:pt x="1294" y="13162"/>
                      </a:lnTo>
                      <a:lnTo>
                        <a:pt x="21665" y="13162"/>
                      </a:lnTo>
                      <a:lnTo>
                        <a:pt x="2295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9" name="Google Shape;2759;p51">
                  <a:extLst>
                    <a:ext uri="{FF2B5EF4-FFF2-40B4-BE49-F238E27FC236}">
                      <a16:creationId xmlns:a16="http://schemas.microsoft.com/office/drawing/2014/main" id="{15D5A919-1D5E-DEA2-5CB7-FE7D659064EB}"/>
                    </a:ext>
                  </a:extLst>
                </p:cNvPr>
                <p:cNvSpPr/>
                <p:nvPr/>
              </p:nvSpPr>
              <p:spPr>
                <a:xfrm>
                  <a:off x="3541475" y="3548850"/>
                  <a:ext cx="588775" cy="34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1" h="13754" extrusionOk="0">
                      <a:moveTo>
                        <a:pt x="22885" y="592"/>
                      </a:moveTo>
                      <a:lnTo>
                        <a:pt x="21665" y="13125"/>
                      </a:lnTo>
                      <a:lnTo>
                        <a:pt x="1886" y="13125"/>
                      </a:lnTo>
                      <a:lnTo>
                        <a:pt x="626" y="592"/>
                      </a:lnTo>
                      <a:close/>
                      <a:moveTo>
                        <a:pt x="296" y="0"/>
                      </a:moveTo>
                      <a:cubicBezTo>
                        <a:pt x="222" y="0"/>
                        <a:pt x="148" y="37"/>
                        <a:pt x="74" y="74"/>
                      </a:cubicBezTo>
                      <a:cubicBezTo>
                        <a:pt x="1" y="148"/>
                        <a:pt x="1" y="259"/>
                        <a:pt x="1" y="333"/>
                      </a:cubicBezTo>
                      <a:lnTo>
                        <a:pt x="1295" y="13457"/>
                      </a:lnTo>
                      <a:cubicBezTo>
                        <a:pt x="1295" y="13642"/>
                        <a:pt x="1442" y="13753"/>
                        <a:pt x="1590" y="13753"/>
                      </a:cubicBezTo>
                      <a:lnTo>
                        <a:pt x="21961" y="13753"/>
                      </a:lnTo>
                      <a:cubicBezTo>
                        <a:pt x="22109" y="13753"/>
                        <a:pt x="22257" y="13642"/>
                        <a:pt x="22257" y="13457"/>
                      </a:cubicBezTo>
                      <a:lnTo>
                        <a:pt x="23551" y="333"/>
                      </a:lnTo>
                      <a:cubicBezTo>
                        <a:pt x="23551" y="259"/>
                        <a:pt x="23514" y="148"/>
                        <a:pt x="23477" y="74"/>
                      </a:cubicBezTo>
                      <a:cubicBezTo>
                        <a:pt x="23403" y="37"/>
                        <a:pt x="23329" y="0"/>
                        <a:pt x="23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0" name="Google Shape;2760;p51">
                  <a:extLst>
                    <a:ext uri="{FF2B5EF4-FFF2-40B4-BE49-F238E27FC236}">
                      <a16:creationId xmlns:a16="http://schemas.microsoft.com/office/drawing/2014/main" id="{723AA4F8-4245-90EF-830E-5922BA600955}"/>
                    </a:ext>
                  </a:extLst>
                </p:cNvPr>
                <p:cNvSpPr/>
                <p:nvPr/>
              </p:nvSpPr>
              <p:spPr>
                <a:xfrm>
                  <a:off x="3337225" y="3015525"/>
                  <a:ext cx="1061075" cy="60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43" h="24143" extrusionOk="0">
                      <a:moveTo>
                        <a:pt x="22552" y="1"/>
                      </a:moveTo>
                      <a:lnTo>
                        <a:pt x="16748" y="112"/>
                      </a:lnTo>
                      <a:lnTo>
                        <a:pt x="5878" y="6212"/>
                      </a:lnTo>
                      <a:lnTo>
                        <a:pt x="0" y="24143"/>
                      </a:lnTo>
                      <a:lnTo>
                        <a:pt x="42442" y="24143"/>
                      </a:lnTo>
                      <a:cubicBezTo>
                        <a:pt x="42442" y="24143"/>
                        <a:pt x="35640" y="6693"/>
                        <a:pt x="34309" y="5805"/>
                      </a:cubicBezTo>
                      <a:cubicBezTo>
                        <a:pt x="32978" y="4881"/>
                        <a:pt x="22552" y="1"/>
                        <a:pt x="2255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1" name="Google Shape;2761;p51">
                  <a:extLst>
                    <a:ext uri="{FF2B5EF4-FFF2-40B4-BE49-F238E27FC236}">
                      <a16:creationId xmlns:a16="http://schemas.microsoft.com/office/drawing/2014/main" id="{1C463B25-89C7-FCE2-9B5F-A2EB7264B611}"/>
                    </a:ext>
                  </a:extLst>
                </p:cNvPr>
                <p:cNvSpPr/>
                <p:nvPr/>
              </p:nvSpPr>
              <p:spPr>
                <a:xfrm>
                  <a:off x="3328900" y="3008150"/>
                  <a:ext cx="1076800" cy="61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72" h="24771" extrusionOk="0">
                      <a:moveTo>
                        <a:pt x="22743" y="594"/>
                      </a:moveTo>
                      <a:cubicBezTo>
                        <a:pt x="22812" y="625"/>
                        <a:pt x="23458" y="914"/>
                        <a:pt x="24401" y="1368"/>
                      </a:cubicBezTo>
                      <a:cubicBezTo>
                        <a:pt x="25880" y="2071"/>
                        <a:pt x="28172" y="3143"/>
                        <a:pt x="30205" y="4141"/>
                      </a:cubicBezTo>
                      <a:cubicBezTo>
                        <a:pt x="31203" y="4622"/>
                        <a:pt x="32165" y="5102"/>
                        <a:pt x="32941" y="5472"/>
                      </a:cubicBezTo>
                      <a:cubicBezTo>
                        <a:pt x="33681" y="5879"/>
                        <a:pt x="34235" y="6174"/>
                        <a:pt x="34457" y="6322"/>
                      </a:cubicBezTo>
                      <a:cubicBezTo>
                        <a:pt x="34494" y="6359"/>
                        <a:pt x="34605" y="6433"/>
                        <a:pt x="34716" y="6618"/>
                      </a:cubicBezTo>
                      <a:cubicBezTo>
                        <a:pt x="35122" y="7246"/>
                        <a:pt x="35862" y="8688"/>
                        <a:pt x="36675" y="10500"/>
                      </a:cubicBezTo>
                      <a:cubicBezTo>
                        <a:pt x="37895" y="13236"/>
                        <a:pt x="39337" y="16748"/>
                        <a:pt x="40483" y="19558"/>
                      </a:cubicBezTo>
                      <a:cubicBezTo>
                        <a:pt x="41075" y="21000"/>
                        <a:pt x="41555" y="22257"/>
                        <a:pt x="41925" y="23144"/>
                      </a:cubicBezTo>
                      <a:cubicBezTo>
                        <a:pt x="42082" y="23563"/>
                        <a:pt x="42215" y="23900"/>
                        <a:pt x="42311" y="24142"/>
                      </a:cubicBezTo>
                      <a:lnTo>
                        <a:pt x="777" y="24142"/>
                      </a:lnTo>
                      <a:lnTo>
                        <a:pt x="6470" y="6692"/>
                      </a:lnTo>
                      <a:lnTo>
                        <a:pt x="17166" y="701"/>
                      </a:lnTo>
                      <a:lnTo>
                        <a:pt x="17166" y="701"/>
                      </a:lnTo>
                      <a:lnTo>
                        <a:pt x="22743" y="594"/>
                      </a:lnTo>
                      <a:close/>
                      <a:moveTo>
                        <a:pt x="22848" y="0"/>
                      </a:moveTo>
                      <a:lnTo>
                        <a:pt x="17081" y="74"/>
                      </a:lnTo>
                      <a:lnTo>
                        <a:pt x="16933" y="148"/>
                      </a:lnTo>
                      <a:lnTo>
                        <a:pt x="6063" y="6211"/>
                      </a:lnTo>
                      <a:cubicBezTo>
                        <a:pt x="5990" y="6248"/>
                        <a:pt x="5953" y="6322"/>
                        <a:pt x="5916" y="6396"/>
                      </a:cubicBezTo>
                      <a:lnTo>
                        <a:pt x="37" y="24364"/>
                      </a:lnTo>
                      <a:cubicBezTo>
                        <a:pt x="0" y="24438"/>
                        <a:pt x="37" y="24549"/>
                        <a:pt x="74" y="24623"/>
                      </a:cubicBezTo>
                      <a:cubicBezTo>
                        <a:pt x="148" y="24734"/>
                        <a:pt x="222" y="24771"/>
                        <a:pt x="333" y="24771"/>
                      </a:cubicBezTo>
                      <a:lnTo>
                        <a:pt x="42775" y="24771"/>
                      </a:lnTo>
                      <a:cubicBezTo>
                        <a:pt x="42849" y="24771"/>
                        <a:pt x="42960" y="24697"/>
                        <a:pt x="43034" y="24623"/>
                      </a:cubicBezTo>
                      <a:cubicBezTo>
                        <a:pt x="43071" y="24549"/>
                        <a:pt x="43071" y="24438"/>
                        <a:pt x="43034" y="24327"/>
                      </a:cubicBezTo>
                      <a:cubicBezTo>
                        <a:pt x="43034" y="24327"/>
                        <a:pt x="41333" y="19964"/>
                        <a:pt x="39485" y="15491"/>
                      </a:cubicBezTo>
                      <a:cubicBezTo>
                        <a:pt x="38561" y="13236"/>
                        <a:pt x="37562" y="10981"/>
                        <a:pt x="36749" y="9206"/>
                      </a:cubicBezTo>
                      <a:cubicBezTo>
                        <a:pt x="36342" y="8319"/>
                        <a:pt x="35973" y="7579"/>
                        <a:pt x="35640" y="6988"/>
                      </a:cubicBezTo>
                      <a:cubicBezTo>
                        <a:pt x="35492" y="6692"/>
                        <a:pt x="35344" y="6470"/>
                        <a:pt x="35196" y="6285"/>
                      </a:cubicBezTo>
                      <a:cubicBezTo>
                        <a:pt x="35085" y="6063"/>
                        <a:pt x="34974" y="5953"/>
                        <a:pt x="34827" y="5842"/>
                      </a:cubicBezTo>
                      <a:cubicBezTo>
                        <a:pt x="34642" y="5694"/>
                        <a:pt x="34309" y="5509"/>
                        <a:pt x="33902" y="5287"/>
                      </a:cubicBezTo>
                      <a:cubicBezTo>
                        <a:pt x="31019" y="3734"/>
                        <a:pt x="22996" y="37"/>
                        <a:pt x="22996" y="37"/>
                      </a:cubicBezTo>
                      <a:lnTo>
                        <a:pt x="2284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2" name="Google Shape;2762;p51">
                  <a:extLst>
                    <a:ext uri="{FF2B5EF4-FFF2-40B4-BE49-F238E27FC236}">
                      <a16:creationId xmlns:a16="http://schemas.microsoft.com/office/drawing/2014/main" id="{BB8213A6-22D7-1464-CAE4-C10DF3718BD0}"/>
                    </a:ext>
                  </a:extLst>
                </p:cNvPr>
                <p:cNvSpPr/>
                <p:nvPr/>
              </p:nvSpPr>
              <p:spPr>
                <a:xfrm>
                  <a:off x="3938900" y="2856775"/>
                  <a:ext cx="52725" cy="8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9" h="3292" extrusionOk="0">
                      <a:moveTo>
                        <a:pt x="1480" y="0"/>
                      </a:moveTo>
                      <a:cubicBezTo>
                        <a:pt x="1085" y="0"/>
                        <a:pt x="592" y="362"/>
                        <a:pt x="592" y="362"/>
                      </a:cubicBezTo>
                      <a:lnTo>
                        <a:pt x="518" y="768"/>
                      </a:lnTo>
                      <a:lnTo>
                        <a:pt x="1" y="2913"/>
                      </a:lnTo>
                      <a:cubicBezTo>
                        <a:pt x="1" y="2913"/>
                        <a:pt x="332" y="3291"/>
                        <a:pt x="824" y="3291"/>
                      </a:cubicBezTo>
                      <a:cubicBezTo>
                        <a:pt x="947" y="3291"/>
                        <a:pt x="1080" y="3268"/>
                        <a:pt x="1221" y="3208"/>
                      </a:cubicBezTo>
                      <a:cubicBezTo>
                        <a:pt x="1923" y="2913"/>
                        <a:pt x="2108" y="1175"/>
                        <a:pt x="1923" y="362"/>
                      </a:cubicBezTo>
                      <a:cubicBezTo>
                        <a:pt x="1849" y="91"/>
                        <a:pt x="1677" y="0"/>
                        <a:pt x="1480" y="0"/>
                      </a:cubicBezTo>
                      <a:close/>
                    </a:path>
                  </a:pathLst>
                </a:custGeom>
                <a:solidFill>
                  <a:srgbClr val="70707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3" name="Google Shape;2763;p51">
                  <a:extLst>
                    <a:ext uri="{FF2B5EF4-FFF2-40B4-BE49-F238E27FC236}">
                      <a16:creationId xmlns:a16="http://schemas.microsoft.com/office/drawing/2014/main" id="{A9CC34CB-33D3-5699-96D0-293DCD593AA6}"/>
                    </a:ext>
                  </a:extLst>
                </p:cNvPr>
                <p:cNvSpPr/>
                <p:nvPr/>
              </p:nvSpPr>
              <p:spPr>
                <a:xfrm>
                  <a:off x="3930600" y="2849175"/>
                  <a:ext cx="65650" cy="9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6" h="3920" extrusionOk="0">
                      <a:moveTo>
                        <a:pt x="1886" y="629"/>
                      </a:moveTo>
                      <a:cubicBezTo>
                        <a:pt x="1923" y="629"/>
                        <a:pt x="1923" y="666"/>
                        <a:pt x="1960" y="740"/>
                      </a:cubicBezTo>
                      <a:cubicBezTo>
                        <a:pt x="1997" y="888"/>
                        <a:pt x="2034" y="1146"/>
                        <a:pt x="2034" y="1405"/>
                      </a:cubicBezTo>
                      <a:cubicBezTo>
                        <a:pt x="2034" y="1775"/>
                        <a:pt x="1960" y="2219"/>
                        <a:pt x="1849" y="2588"/>
                      </a:cubicBezTo>
                      <a:cubicBezTo>
                        <a:pt x="1738" y="2958"/>
                        <a:pt x="1553" y="3180"/>
                        <a:pt x="1405" y="3217"/>
                      </a:cubicBezTo>
                      <a:cubicBezTo>
                        <a:pt x="1331" y="3291"/>
                        <a:pt x="1220" y="3291"/>
                        <a:pt x="1146" y="3291"/>
                      </a:cubicBezTo>
                      <a:cubicBezTo>
                        <a:pt x="961" y="3291"/>
                        <a:pt x="850" y="3217"/>
                        <a:pt x="740" y="3143"/>
                      </a:cubicBezTo>
                      <a:lnTo>
                        <a:pt x="676" y="3095"/>
                      </a:lnTo>
                      <a:lnTo>
                        <a:pt x="676" y="3095"/>
                      </a:lnTo>
                      <a:lnTo>
                        <a:pt x="1146" y="1146"/>
                      </a:lnTo>
                      <a:lnTo>
                        <a:pt x="1194" y="886"/>
                      </a:lnTo>
                      <a:lnTo>
                        <a:pt x="1194" y="886"/>
                      </a:lnTo>
                      <a:cubicBezTo>
                        <a:pt x="1248" y="846"/>
                        <a:pt x="1335" y="793"/>
                        <a:pt x="1442" y="740"/>
                      </a:cubicBezTo>
                      <a:cubicBezTo>
                        <a:pt x="1553" y="666"/>
                        <a:pt x="1738" y="629"/>
                        <a:pt x="1812" y="629"/>
                      </a:cubicBezTo>
                      <a:close/>
                      <a:moveTo>
                        <a:pt x="1812" y="0"/>
                      </a:moveTo>
                      <a:cubicBezTo>
                        <a:pt x="1516" y="0"/>
                        <a:pt x="1294" y="111"/>
                        <a:pt x="1072" y="222"/>
                      </a:cubicBezTo>
                      <a:cubicBezTo>
                        <a:pt x="887" y="333"/>
                        <a:pt x="777" y="407"/>
                        <a:pt x="740" y="407"/>
                      </a:cubicBezTo>
                      <a:cubicBezTo>
                        <a:pt x="703" y="481"/>
                        <a:pt x="666" y="518"/>
                        <a:pt x="629" y="592"/>
                      </a:cubicBezTo>
                      <a:lnTo>
                        <a:pt x="518" y="998"/>
                      </a:lnTo>
                      <a:lnTo>
                        <a:pt x="37" y="3143"/>
                      </a:lnTo>
                      <a:cubicBezTo>
                        <a:pt x="0" y="3217"/>
                        <a:pt x="37" y="3328"/>
                        <a:pt x="74" y="3402"/>
                      </a:cubicBezTo>
                      <a:cubicBezTo>
                        <a:pt x="111" y="3402"/>
                        <a:pt x="185" y="3549"/>
                        <a:pt x="370" y="3660"/>
                      </a:cubicBezTo>
                      <a:cubicBezTo>
                        <a:pt x="555" y="3771"/>
                        <a:pt x="814" y="3919"/>
                        <a:pt x="1146" y="3919"/>
                      </a:cubicBezTo>
                      <a:cubicBezTo>
                        <a:pt x="1294" y="3919"/>
                        <a:pt x="1479" y="3882"/>
                        <a:pt x="1664" y="3808"/>
                      </a:cubicBezTo>
                      <a:cubicBezTo>
                        <a:pt x="2071" y="3623"/>
                        <a:pt x="2292" y="3217"/>
                        <a:pt x="2440" y="2773"/>
                      </a:cubicBezTo>
                      <a:cubicBezTo>
                        <a:pt x="2588" y="2329"/>
                        <a:pt x="2625" y="1849"/>
                        <a:pt x="2625" y="1405"/>
                      </a:cubicBezTo>
                      <a:cubicBezTo>
                        <a:pt x="2625" y="1109"/>
                        <a:pt x="2625" y="814"/>
                        <a:pt x="2551" y="592"/>
                      </a:cubicBezTo>
                      <a:cubicBezTo>
                        <a:pt x="2514" y="407"/>
                        <a:pt x="2403" y="259"/>
                        <a:pt x="2255" y="148"/>
                      </a:cubicBezTo>
                      <a:cubicBezTo>
                        <a:pt x="2144" y="37"/>
                        <a:pt x="1960" y="0"/>
                        <a:pt x="181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4" name="Google Shape;2764;p51">
                  <a:extLst>
                    <a:ext uri="{FF2B5EF4-FFF2-40B4-BE49-F238E27FC236}">
                      <a16:creationId xmlns:a16="http://schemas.microsoft.com/office/drawing/2014/main" id="{12F78920-D513-F55C-A179-E0E503ECCD29}"/>
                    </a:ext>
                  </a:extLst>
                </p:cNvPr>
                <p:cNvSpPr/>
                <p:nvPr/>
              </p:nvSpPr>
              <p:spPr>
                <a:xfrm>
                  <a:off x="3667175" y="2856775"/>
                  <a:ext cx="53625" cy="8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" h="3292" extrusionOk="0">
                      <a:moveTo>
                        <a:pt x="640" y="0"/>
                      </a:moveTo>
                      <a:cubicBezTo>
                        <a:pt x="448" y="0"/>
                        <a:pt x="284" y="91"/>
                        <a:pt x="222" y="362"/>
                      </a:cubicBezTo>
                      <a:cubicBezTo>
                        <a:pt x="1" y="1175"/>
                        <a:pt x="222" y="2913"/>
                        <a:pt x="925" y="3208"/>
                      </a:cubicBezTo>
                      <a:cubicBezTo>
                        <a:pt x="1065" y="3268"/>
                        <a:pt x="1198" y="3291"/>
                        <a:pt x="1321" y="3291"/>
                      </a:cubicBezTo>
                      <a:cubicBezTo>
                        <a:pt x="1814" y="3291"/>
                        <a:pt x="2145" y="2913"/>
                        <a:pt x="2145" y="2913"/>
                      </a:cubicBezTo>
                      <a:lnTo>
                        <a:pt x="1627" y="768"/>
                      </a:lnTo>
                      <a:lnTo>
                        <a:pt x="1516" y="362"/>
                      </a:lnTo>
                      <a:cubicBezTo>
                        <a:pt x="1516" y="362"/>
                        <a:pt x="1023" y="0"/>
                        <a:pt x="640" y="0"/>
                      </a:cubicBezTo>
                      <a:close/>
                    </a:path>
                  </a:pathLst>
                </a:custGeom>
                <a:solidFill>
                  <a:srgbClr val="70707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5" name="Google Shape;2765;p51">
                  <a:extLst>
                    <a:ext uri="{FF2B5EF4-FFF2-40B4-BE49-F238E27FC236}">
                      <a16:creationId xmlns:a16="http://schemas.microsoft.com/office/drawing/2014/main" id="{C4245E57-27A9-9EAB-2ED4-B6396BE58C7E}"/>
                    </a:ext>
                  </a:extLst>
                </p:cNvPr>
                <p:cNvSpPr/>
                <p:nvPr/>
              </p:nvSpPr>
              <p:spPr>
                <a:xfrm>
                  <a:off x="3662550" y="2849175"/>
                  <a:ext cx="65650" cy="9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6" h="3920" extrusionOk="0">
                      <a:moveTo>
                        <a:pt x="814" y="629"/>
                      </a:moveTo>
                      <a:cubicBezTo>
                        <a:pt x="925" y="629"/>
                        <a:pt x="1110" y="666"/>
                        <a:pt x="1258" y="777"/>
                      </a:cubicBezTo>
                      <a:cubicBezTo>
                        <a:pt x="1332" y="814"/>
                        <a:pt x="1406" y="851"/>
                        <a:pt x="1443" y="888"/>
                      </a:cubicBezTo>
                      <a:lnTo>
                        <a:pt x="1446" y="890"/>
                      </a:lnTo>
                      <a:lnTo>
                        <a:pt x="1516" y="1146"/>
                      </a:lnTo>
                      <a:lnTo>
                        <a:pt x="1987" y="3094"/>
                      </a:lnTo>
                      <a:lnTo>
                        <a:pt x="1987" y="3094"/>
                      </a:lnTo>
                      <a:cubicBezTo>
                        <a:pt x="1959" y="3113"/>
                        <a:pt x="1925" y="3130"/>
                        <a:pt x="1886" y="3143"/>
                      </a:cubicBezTo>
                      <a:cubicBezTo>
                        <a:pt x="1775" y="3217"/>
                        <a:pt x="1664" y="3291"/>
                        <a:pt x="1516" y="3291"/>
                      </a:cubicBezTo>
                      <a:cubicBezTo>
                        <a:pt x="1406" y="3291"/>
                        <a:pt x="1332" y="3291"/>
                        <a:pt x="1221" y="3217"/>
                      </a:cubicBezTo>
                      <a:cubicBezTo>
                        <a:pt x="1110" y="3180"/>
                        <a:pt x="925" y="2958"/>
                        <a:pt x="814" y="2588"/>
                      </a:cubicBezTo>
                      <a:cubicBezTo>
                        <a:pt x="666" y="2219"/>
                        <a:pt x="629" y="1775"/>
                        <a:pt x="629" y="1405"/>
                      </a:cubicBezTo>
                      <a:cubicBezTo>
                        <a:pt x="629" y="1146"/>
                        <a:pt x="629" y="925"/>
                        <a:pt x="703" y="740"/>
                      </a:cubicBezTo>
                      <a:cubicBezTo>
                        <a:pt x="703" y="666"/>
                        <a:pt x="740" y="629"/>
                        <a:pt x="740" y="629"/>
                      </a:cubicBezTo>
                      <a:close/>
                      <a:moveTo>
                        <a:pt x="814" y="0"/>
                      </a:moveTo>
                      <a:cubicBezTo>
                        <a:pt x="666" y="0"/>
                        <a:pt x="518" y="37"/>
                        <a:pt x="370" y="148"/>
                      </a:cubicBezTo>
                      <a:cubicBezTo>
                        <a:pt x="223" y="259"/>
                        <a:pt x="149" y="407"/>
                        <a:pt x="75" y="592"/>
                      </a:cubicBezTo>
                      <a:cubicBezTo>
                        <a:pt x="38" y="814"/>
                        <a:pt x="1" y="1109"/>
                        <a:pt x="1" y="1405"/>
                      </a:cubicBezTo>
                      <a:cubicBezTo>
                        <a:pt x="1" y="1849"/>
                        <a:pt x="75" y="2329"/>
                        <a:pt x="223" y="2773"/>
                      </a:cubicBezTo>
                      <a:cubicBezTo>
                        <a:pt x="370" y="3217"/>
                        <a:pt x="555" y="3623"/>
                        <a:pt x="962" y="3808"/>
                      </a:cubicBezTo>
                      <a:cubicBezTo>
                        <a:pt x="1147" y="3882"/>
                        <a:pt x="1332" y="3919"/>
                        <a:pt x="1516" y="3919"/>
                      </a:cubicBezTo>
                      <a:cubicBezTo>
                        <a:pt x="1812" y="3919"/>
                        <a:pt x="2108" y="3771"/>
                        <a:pt x="2256" y="3660"/>
                      </a:cubicBezTo>
                      <a:cubicBezTo>
                        <a:pt x="2441" y="3549"/>
                        <a:pt x="2552" y="3402"/>
                        <a:pt x="2552" y="3402"/>
                      </a:cubicBezTo>
                      <a:cubicBezTo>
                        <a:pt x="2626" y="3328"/>
                        <a:pt x="2626" y="3217"/>
                        <a:pt x="2626" y="3143"/>
                      </a:cubicBezTo>
                      <a:lnTo>
                        <a:pt x="2108" y="998"/>
                      </a:lnTo>
                      <a:lnTo>
                        <a:pt x="1997" y="592"/>
                      </a:lnTo>
                      <a:cubicBezTo>
                        <a:pt x="1997" y="518"/>
                        <a:pt x="1960" y="481"/>
                        <a:pt x="1886" y="407"/>
                      </a:cubicBezTo>
                      <a:cubicBezTo>
                        <a:pt x="1886" y="407"/>
                        <a:pt x="1738" y="333"/>
                        <a:pt x="1553" y="222"/>
                      </a:cubicBezTo>
                      <a:cubicBezTo>
                        <a:pt x="1369" y="111"/>
                        <a:pt x="1110" y="0"/>
                        <a:pt x="81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6" name="Google Shape;2766;p51">
                  <a:extLst>
                    <a:ext uri="{FF2B5EF4-FFF2-40B4-BE49-F238E27FC236}">
                      <a16:creationId xmlns:a16="http://schemas.microsoft.com/office/drawing/2014/main" id="{EA8B930B-F7A7-4C3B-8F4F-3917E6C4D6FF}"/>
                    </a:ext>
                  </a:extLst>
                </p:cNvPr>
                <p:cNvSpPr/>
                <p:nvPr/>
              </p:nvSpPr>
              <p:spPr>
                <a:xfrm>
                  <a:off x="3694900" y="2954900"/>
                  <a:ext cx="289325" cy="23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73" h="9340" extrusionOk="0">
                      <a:moveTo>
                        <a:pt x="5371" y="0"/>
                      </a:moveTo>
                      <a:cubicBezTo>
                        <a:pt x="4082" y="0"/>
                        <a:pt x="2795" y="308"/>
                        <a:pt x="2034" y="1021"/>
                      </a:cubicBezTo>
                      <a:cubicBezTo>
                        <a:pt x="2034" y="1021"/>
                        <a:pt x="1110" y="1724"/>
                        <a:pt x="925" y="2426"/>
                      </a:cubicBezTo>
                      <a:cubicBezTo>
                        <a:pt x="703" y="3128"/>
                        <a:pt x="1" y="8933"/>
                        <a:pt x="1" y="8933"/>
                      </a:cubicBezTo>
                      <a:cubicBezTo>
                        <a:pt x="1" y="8933"/>
                        <a:pt x="3883" y="6382"/>
                        <a:pt x="4992" y="6197"/>
                      </a:cubicBezTo>
                      <a:cubicBezTo>
                        <a:pt x="5027" y="6190"/>
                        <a:pt x="5067" y="6187"/>
                        <a:pt x="5111" y="6187"/>
                      </a:cubicBezTo>
                      <a:cubicBezTo>
                        <a:pt x="6444" y="6187"/>
                        <a:pt x="11572" y="9340"/>
                        <a:pt x="11572" y="9340"/>
                      </a:cubicBezTo>
                      <a:cubicBezTo>
                        <a:pt x="11572" y="9340"/>
                        <a:pt x="10278" y="2722"/>
                        <a:pt x="9243" y="1317"/>
                      </a:cubicBezTo>
                      <a:cubicBezTo>
                        <a:pt x="8682" y="507"/>
                        <a:pt x="7025" y="0"/>
                        <a:pt x="537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7" name="Google Shape;2767;p51">
                  <a:extLst>
                    <a:ext uri="{FF2B5EF4-FFF2-40B4-BE49-F238E27FC236}">
                      <a16:creationId xmlns:a16="http://schemas.microsoft.com/office/drawing/2014/main" id="{966558A0-17D0-7529-4E74-652BA4675171}"/>
                    </a:ext>
                  </a:extLst>
                </p:cNvPr>
                <p:cNvSpPr/>
                <p:nvPr/>
              </p:nvSpPr>
              <p:spPr>
                <a:xfrm>
                  <a:off x="3687500" y="2947150"/>
                  <a:ext cx="305050" cy="24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02" h="9964" extrusionOk="0">
                      <a:moveTo>
                        <a:pt x="2146" y="1074"/>
                      </a:moveTo>
                      <a:lnTo>
                        <a:pt x="2146" y="1074"/>
                      </a:lnTo>
                      <a:cubicBezTo>
                        <a:pt x="2146" y="1074"/>
                        <a:pt x="2146" y="1074"/>
                        <a:pt x="2146" y="1074"/>
                      </a:cubicBezTo>
                      <a:lnTo>
                        <a:pt x="2146" y="1074"/>
                      </a:lnTo>
                      <a:lnTo>
                        <a:pt x="2146" y="1074"/>
                      </a:lnTo>
                      <a:close/>
                      <a:moveTo>
                        <a:pt x="5620" y="629"/>
                      </a:moveTo>
                      <a:cubicBezTo>
                        <a:pt x="6434" y="629"/>
                        <a:pt x="7247" y="740"/>
                        <a:pt x="7913" y="961"/>
                      </a:cubicBezTo>
                      <a:cubicBezTo>
                        <a:pt x="8578" y="1183"/>
                        <a:pt x="9059" y="1479"/>
                        <a:pt x="9281" y="1812"/>
                      </a:cubicBezTo>
                      <a:cubicBezTo>
                        <a:pt x="9502" y="2107"/>
                        <a:pt x="9798" y="2773"/>
                        <a:pt x="10057" y="3586"/>
                      </a:cubicBezTo>
                      <a:cubicBezTo>
                        <a:pt x="10427" y="4769"/>
                        <a:pt x="10833" y="6322"/>
                        <a:pt x="11092" y="7542"/>
                      </a:cubicBezTo>
                      <a:cubicBezTo>
                        <a:pt x="11233" y="8141"/>
                        <a:pt x="11340" y="8639"/>
                        <a:pt x="11446" y="9037"/>
                      </a:cubicBezTo>
                      <a:lnTo>
                        <a:pt x="11446" y="9037"/>
                      </a:lnTo>
                      <a:cubicBezTo>
                        <a:pt x="10926" y="8727"/>
                        <a:pt x="10129" y="8258"/>
                        <a:pt x="9281" y="7801"/>
                      </a:cubicBezTo>
                      <a:cubicBezTo>
                        <a:pt x="8541" y="7394"/>
                        <a:pt x="7765" y="6988"/>
                        <a:pt x="7099" y="6692"/>
                      </a:cubicBezTo>
                      <a:cubicBezTo>
                        <a:pt x="6730" y="6544"/>
                        <a:pt x="6434" y="6433"/>
                        <a:pt x="6138" y="6322"/>
                      </a:cubicBezTo>
                      <a:cubicBezTo>
                        <a:pt x="5842" y="6248"/>
                        <a:pt x="5620" y="6174"/>
                        <a:pt x="5399" y="6174"/>
                      </a:cubicBezTo>
                      <a:lnTo>
                        <a:pt x="5214" y="6174"/>
                      </a:lnTo>
                      <a:cubicBezTo>
                        <a:pt x="4881" y="6248"/>
                        <a:pt x="4437" y="6470"/>
                        <a:pt x="3883" y="6729"/>
                      </a:cubicBezTo>
                      <a:cubicBezTo>
                        <a:pt x="2781" y="7293"/>
                        <a:pt x="1413" y="8158"/>
                        <a:pt x="676" y="8637"/>
                      </a:cubicBezTo>
                      <a:lnTo>
                        <a:pt x="676" y="8637"/>
                      </a:lnTo>
                      <a:cubicBezTo>
                        <a:pt x="751" y="8071"/>
                        <a:pt x="869" y="7197"/>
                        <a:pt x="999" y="6285"/>
                      </a:cubicBezTo>
                      <a:cubicBezTo>
                        <a:pt x="1110" y="5509"/>
                        <a:pt x="1184" y="4732"/>
                        <a:pt x="1295" y="4104"/>
                      </a:cubicBezTo>
                      <a:cubicBezTo>
                        <a:pt x="1332" y="3771"/>
                        <a:pt x="1369" y="3512"/>
                        <a:pt x="1406" y="3291"/>
                      </a:cubicBezTo>
                      <a:cubicBezTo>
                        <a:pt x="1480" y="3069"/>
                        <a:pt x="1480" y="2884"/>
                        <a:pt x="1517" y="2810"/>
                      </a:cubicBezTo>
                      <a:cubicBezTo>
                        <a:pt x="1591" y="2551"/>
                        <a:pt x="1849" y="2218"/>
                        <a:pt x="2071" y="1960"/>
                      </a:cubicBezTo>
                      <a:cubicBezTo>
                        <a:pt x="2182" y="1849"/>
                        <a:pt x="2293" y="1738"/>
                        <a:pt x="2404" y="1664"/>
                      </a:cubicBezTo>
                      <a:lnTo>
                        <a:pt x="2478" y="1590"/>
                      </a:lnTo>
                      <a:lnTo>
                        <a:pt x="2515" y="1553"/>
                      </a:lnTo>
                      <a:lnTo>
                        <a:pt x="2552" y="1553"/>
                      </a:lnTo>
                      <a:cubicBezTo>
                        <a:pt x="3180" y="924"/>
                        <a:pt x="4400" y="629"/>
                        <a:pt x="5620" y="629"/>
                      </a:cubicBezTo>
                      <a:close/>
                      <a:moveTo>
                        <a:pt x="5620" y="0"/>
                      </a:moveTo>
                      <a:cubicBezTo>
                        <a:pt x="4309" y="0"/>
                        <a:pt x="2998" y="287"/>
                        <a:pt x="2146" y="1074"/>
                      </a:cubicBezTo>
                      <a:lnTo>
                        <a:pt x="2145" y="1072"/>
                      </a:lnTo>
                      <a:cubicBezTo>
                        <a:pt x="2145" y="1072"/>
                        <a:pt x="1886" y="1257"/>
                        <a:pt x="1628" y="1553"/>
                      </a:cubicBezTo>
                      <a:cubicBezTo>
                        <a:pt x="1369" y="1849"/>
                        <a:pt x="1036" y="2218"/>
                        <a:pt x="925" y="2662"/>
                      </a:cubicBezTo>
                      <a:cubicBezTo>
                        <a:pt x="888" y="2773"/>
                        <a:pt x="851" y="2921"/>
                        <a:pt x="814" y="3180"/>
                      </a:cubicBezTo>
                      <a:cubicBezTo>
                        <a:pt x="555" y="4769"/>
                        <a:pt x="1" y="9206"/>
                        <a:pt x="1" y="9206"/>
                      </a:cubicBezTo>
                      <a:cubicBezTo>
                        <a:pt x="1" y="9317"/>
                        <a:pt x="38" y="9428"/>
                        <a:pt x="149" y="9502"/>
                      </a:cubicBezTo>
                      <a:cubicBezTo>
                        <a:pt x="204" y="9539"/>
                        <a:pt x="260" y="9557"/>
                        <a:pt x="315" y="9557"/>
                      </a:cubicBezTo>
                      <a:cubicBezTo>
                        <a:pt x="371" y="9557"/>
                        <a:pt x="426" y="9539"/>
                        <a:pt x="482" y="9502"/>
                      </a:cubicBezTo>
                      <a:cubicBezTo>
                        <a:pt x="482" y="9502"/>
                        <a:pt x="703" y="9317"/>
                        <a:pt x="1073" y="9095"/>
                      </a:cubicBezTo>
                      <a:cubicBezTo>
                        <a:pt x="1665" y="8725"/>
                        <a:pt x="2515" y="8208"/>
                        <a:pt x="3365" y="7727"/>
                      </a:cubicBezTo>
                      <a:cubicBezTo>
                        <a:pt x="3772" y="7468"/>
                        <a:pt x="4179" y="7283"/>
                        <a:pt x="4548" y="7099"/>
                      </a:cubicBezTo>
                      <a:cubicBezTo>
                        <a:pt x="4881" y="6951"/>
                        <a:pt x="5177" y="6840"/>
                        <a:pt x="5325" y="6803"/>
                      </a:cubicBezTo>
                      <a:lnTo>
                        <a:pt x="5399" y="6803"/>
                      </a:lnTo>
                      <a:cubicBezTo>
                        <a:pt x="5510" y="6803"/>
                        <a:pt x="5694" y="6840"/>
                        <a:pt x="5953" y="6914"/>
                      </a:cubicBezTo>
                      <a:cubicBezTo>
                        <a:pt x="6840" y="7209"/>
                        <a:pt x="8319" y="7949"/>
                        <a:pt x="9502" y="8614"/>
                      </a:cubicBezTo>
                      <a:cubicBezTo>
                        <a:pt x="10131" y="8947"/>
                        <a:pt x="10685" y="9280"/>
                        <a:pt x="11055" y="9502"/>
                      </a:cubicBezTo>
                      <a:cubicBezTo>
                        <a:pt x="11462" y="9760"/>
                        <a:pt x="11721" y="9908"/>
                        <a:pt x="11721" y="9908"/>
                      </a:cubicBezTo>
                      <a:cubicBezTo>
                        <a:pt x="11776" y="9945"/>
                        <a:pt x="11831" y="9964"/>
                        <a:pt x="11887" y="9964"/>
                      </a:cubicBezTo>
                      <a:cubicBezTo>
                        <a:pt x="11942" y="9964"/>
                        <a:pt x="11998" y="9945"/>
                        <a:pt x="12053" y="9908"/>
                      </a:cubicBezTo>
                      <a:cubicBezTo>
                        <a:pt x="12164" y="9834"/>
                        <a:pt x="12201" y="9686"/>
                        <a:pt x="12164" y="9576"/>
                      </a:cubicBezTo>
                      <a:cubicBezTo>
                        <a:pt x="12164" y="9576"/>
                        <a:pt x="11831" y="7912"/>
                        <a:pt x="11388" y="6100"/>
                      </a:cubicBezTo>
                      <a:cubicBezTo>
                        <a:pt x="11166" y="5176"/>
                        <a:pt x="10907" y="4215"/>
                        <a:pt x="10611" y="3364"/>
                      </a:cubicBezTo>
                      <a:cubicBezTo>
                        <a:pt x="10353" y="2551"/>
                        <a:pt x="10094" y="1849"/>
                        <a:pt x="9798" y="1442"/>
                      </a:cubicBezTo>
                      <a:cubicBezTo>
                        <a:pt x="9428" y="961"/>
                        <a:pt x="8837" y="629"/>
                        <a:pt x="8097" y="370"/>
                      </a:cubicBezTo>
                      <a:cubicBezTo>
                        <a:pt x="7358" y="148"/>
                        <a:pt x="6508" y="0"/>
                        <a:pt x="562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8" name="Google Shape;2768;p51">
                  <a:extLst>
                    <a:ext uri="{FF2B5EF4-FFF2-40B4-BE49-F238E27FC236}">
                      <a16:creationId xmlns:a16="http://schemas.microsoft.com/office/drawing/2014/main" id="{449CB206-9F42-9078-DB3C-F5B5EB056BC0}"/>
                    </a:ext>
                  </a:extLst>
                </p:cNvPr>
                <p:cNvSpPr/>
                <p:nvPr/>
              </p:nvSpPr>
              <p:spPr>
                <a:xfrm>
                  <a:off x="3761450" y="3038650"/>
                  <a:ext cx="139600" cy="20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4" h="8289" extrusionOk="0">
                      <a:moveTo>
                        <a:pt x="1" y="0"/>
                      </a:moveTo>
                      <a:cubicBezTo>
                        <a:pt x="1" y="1"/>
                        <a:pt x="2454" y="8289"/>
                        <a:pt x="2871" y="8289"/>
                      </a:cubicBezTo>
                      <a:cubicBezTo>
                        <a:pt x="2894" y="8289"/>
                        <a:pt x="2911" y="8263"/>
                        <a:pt x="2921" y="8208"/>
                      </a:cubicBezTo>
                      <a:cubicBezTo>
                        <a:pt x="3143" y="7210"/>
                        <a:pt x="5583" y="296"/>
                        <a:pt x="5583" y="296"/>
                      </a:cubicBezTo>
                      <a:lnTo>
                        <a:pt x="5583" y="296"/>
                      </a:lnTo>
                      <a:cubicBezTo>
                        <a:pt x="5583" y="296"/>
                        <a:pt x="4263" y="413"/>
                        <a:pt x="2886" y="413"/>
                      </a:cubicBezTo>
                      <a:cubicBezTo>
                        <a:pt x="1696" y="413"/>
                        <a:pt x="463" y="326"/>
                        <a:pt x="1" y="0"/>
                      </a:cubicBezTo>
                      <a:close/>
                    </a:path>
                  </a:pathLst>
                </a:custGeom>
                <a:solidFill>
                  <a:srgbClr val="70707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9" name="Google Shape;2769;p51">
                  <a:extLst>
                    <a:ext uri="{FF2B5EF4-FFF2-40B4-BE49-F238E27FC236}">
                      <a16:creationId xmlns:a16="http://schemas.microsoft.com/office/drawing/2014/main" id="{DC77315C-A8CD-5172-6492-E60114E5B7E4}"/>
                    </a:ext>
                  </a:extLst>
                </p:cNvPr>
                <p:cNvSpPr/>
                <p:nvPr/>
              </p:nvSpPr>
              <p:spPr>
                <a:xfrm>
                  <a:off x="3753125" y="3030800"/>
                  <a:ext cx="155300" cy="2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2" h="8929" extrusionOk="0">
                      <a:moveTo>
                        <a:pt x="793" y="828"/>
                      </a:moveTo>
                      <a:cubicBezTo>
                        <a:pt x="999" y="876"/>
                        <a:pt x="1228" y="909"/>
                        <a:pt x="1480" y="943"/>
                      </a:cubicBezTo>
                      <a:cubicBezTo>
                        <a:pt x="1997" y="1017"/>
                        <a:pt x="2626" y="1017"/>
                        <a:pt x="3217" y="1017"/>
                      </a:cubicBezTo>
                      <a:cubicBezTo>
                        <a:pt x="4113" y="1017"/>
                        <a:pt x="4963" y="972"/>
                        <a:pt x="5462" y="939"/>
                      </a:cubicBezTo>
                      <a:lnTo>
                        <a:pt x="5462" y="939"/>
                      </a:lnTo>
                      <a:cubicBezTo>
                        <a:pt x="5236" y="1571"/>
                        <a:pt x="4800" y="2801"/>
                        <a:pt x="4363" y="4085"/>
                      </a:cubicBezTo>
                      <a:cubicBezTo>
                        <a:pt x="4031" y="5010"/>
                        <a:pt x="3735" y="5971"/>
                        <a:pt x="3476" y="6784"/>
                      </a:cubicBezTo>
                      <a:cubicBezTo>
                        <a:pt x="3336" y="7205"/>
                        <a:pt x="3217" y="7583"/>
                        <a:pt x="3126" y="7888"/>
                      </a:cubicBezTo>
                      <a:lnTo>
                        <a:pt x="3126" y="7888"/>
                      </a:lnTo>
                      <a:cubicBezTo>
                        <a:pt x="3107" y="7843"/>
                        <a:pt x="3088" y="7796"/>
                        <a:pt x="3069" y="7745"/>
                      </a:cubicBezTo>
                      <a:cubicBezTo>
                        <a:pt x="2663" y="6747"/>
                        <a:pt x="2034" y="4862"/>
                        <a:pt x="1517" y="3235"/>
                      </a:cubicBezTo>
                      <a:cubicBezTo>
                        <a:pt x="1295" y="2422"/>
                        <a:pt x="1036" y="1645"/>
                        <a:pt x="888" y="1128"/>
                      </a:cubicBezTo>
                      <a:cubicBezTo>
                        <a:pt x="852" y="1020"/>
                        <a:pt x="821" y="920"/>
                        <a:pt x="793" y="828"/>
                      </a:cubicBezTo>
                      <a:close/>
                      <a:moveTo>
                        <a:pt x="315" y="0"/>
                      </a:moveTo>
                      <a:cubicBezTo>
                        <a:pt x="260" y="0"/>
                        <a:pt x="204" y="18"/>
                        <a:pt x="149" y="55"/>
                      </a:cubicBezTo>
                      <a:cubicBezTo>
                        <a:pt x="38" y="129"/>
                        <a:pt x="1" y="277"/>
                        <a:pt x="38" y="388"/>
                      </a:cubicBezTo>
                      <a:cubicBezTo>
                        <a:pt x="38" y="388"/>
                        <a:pt x="629" y="2459"/>
                        <a:pt x="1295" y="4566"/>
                      </a:cubicBezTo>
                      <a:cubicBezTo>
                        <a:pt x="1628" y="5601"/>
                        <a:pt x="1997" y="6636"/>
                        <a:pt x="2293" y="7413"/>
                      </a:cubicBezTo>
                      <a:cubicBezTo>
                        <a:pt x="2441" y="7819"/>
                        <a:pt x="2552" y="8152"/>
                        <a:pt x="2700" y="8374"/>
                      </a:cubicBezTo>
                      <a:cubicBezTo>
                        <a:pt x="2737" y="8522"/>
                        <a:pt x="2811" y="8596"/>
                        <a:pt x="2848" y="8670"/>
                      </a:cubicBezTo>
                      <a:lnTo>
                        <a:pt x="2958" y="8818"/>
                      </a:lnTo>
                      <a:cubicBezTo>
                        <a:pt x="2995" y="8854"/>
                        <a:pt x="3069" y="8891"/>
                        <a:pt x="3217" y="8928"/>
                      </a:cubicBezTo>
                      <a:cubicBezTo>
                        <a:pt x="3254" y="8928"/>
                        <a:pt x="3328" y="8891"/>
                        <a:pt x="3402" y="8854"/>
                      </a:cubicBezTo>
                      <a:cubicBezTo>
                        <a:pt x="3476" y="8818"/>
                        <a:pt x="3513" y="8744"/>
                        <a:pt x="3513" y="8707"/>
                      </a:cubicBezTo>
                      <a:lnTo>
                        <a:pt x="3550" y="8596"/>
                      </a:lnTo>
                      <a:cubicBezTo>
                        <a:pt x="3624" y="8374"/>
                        <a:pt x="3809" y="7745"/>
                        <a:pt x="4068" y="6969"/>
                      </a:cubicBezTo>
                      <a:cubicBezTo>
                        <a:pt x="4437" y="5786"/>
                        <a:pt x="4955" y="4233"/>
                        <a:pt x="5399" y="2939"/>
                      </a:cubicBezTo>
                      <a:cubicBezTo>
                        <a:pt x="5842" y="1682"/>
                        <a:pt x="6175" y="721"/>
                        <a:pt x="6175" y="721"/>
                      </a:cubicBezTo>
                      <a:cubicBezTo>
                        <a:pt x="6212" y="610"/>
                        <a:pt x="6212" y="499"/>
                        <a:pt x="6138" y="425"/>
                      </a:cubicBezTo>
                      <a:cubicBezTo>
                        <a:pt x="6078" y="365"/>
                        <a:pt x="6017" y="304"/>
                        <a:pt x="5937" y="304"/>
                      </a:cubicBezTo>
                      <a:cubicBezTo>
                        <a:pt x="5919" y="304"/>
                        <a:pt x="5899" y="307"/>
                        <a:pt x="5879" y="314"/>
                      </a:cubicBezTo>
                      <a:cubicBezTo>
                        <a:pt x="5879" y="314"/>
                        <a:pt x="5546" y="314"/>
                        <a:pt x="5066" y="351"/>
                      </a:cubicBezTo>
                      <a:cubicBezTo>
                        <a:pt x="4585" y="388"/>
                        <a:pt x="3920" y="425"/>
                        <a:pt x="3217" y="425"/>
                      </a:cubicBezTo>
                      <a:cubicBezTo>
                        <a:pt x="2663" y="425"/>
                        <a:pt x="2034" y="388"/>
                        <a:pt x="1554" y="351"/>
                      </a:cubicBezTo>
                      <a:cubicBezTo>
                        <a:pt x="1036" y="277"/>
                        <a:pt x="629" y="166"/>
                        <a:pt x="481" y="55"/>
                      </a:cubicBezTo>
                      <a:cubicBezTo>
                        <a:pt x="426" y="18"/>
                        <a:pt x="371" y="0"/>
                        <a:pt x="31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0" name="Google Shape;2770;p51">
                  <a:extLst>
                    <a:ext uri="{FF2B5EF4-FFF2-40B4-BE49-F238E27FC236}">
                      <a16:creationId xmlns:a16="http://schemas.microsoft.com/office/drawing/2014/main" id="{E21E3B68-AC82-5670-A31B-55D1465A4B00}"/>
                    </a:ext>
                  </a:extLst>
                </p:cNvPr>
                <p:cNvSpPr/>
                <p:nvPr/>
              </p:nvSpPr>
              <p:spPr>
                <a:xfrm>
                  <a:off x="3715250" y="2777775"/>
                  <a:ext cx="241250" cy="32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0" h="13083" extrusionOk="0">
                      <a:moveTo>
                        <a:pt x="7210" y="0"/>
                      </a:moveTo>
                      <a:cubicBezTo>
                        <a:pt x="6721" y="0"/>
                        <a:pt x="6145" y="80"/>
                        <a:pt x="5472" y="268"/>
                      </a:cubicBezTo>
                      <a:cubicBezTo>
                        <a:pt x="2329" y="1193"/>
                        <a:pt x="111" y="2597"/>
                        <a:pt x="0" y="4631"/>
                      </a:cubicBezTo>
                      <a:cubicBezTo>
                        <a:pt x="0" y="4631"/>
                        <a:pt x="629" y="7995"/>
                        <a:pt x="1109" y="9326"/>
                      </a:cubicBezTo>
                      <a:cubicBezTo>
                        <a:pt x="1600" y="10555"/>
                        <a:pt x="3291" y="13082"/>
                        <a:pt x="4663" y="13082"/>
                      </a:cubicBezTo>
                      <a:cubicBezTo>
                        <a:pt x="4737" y="13082"/>
                        <a:pt x="4809" y="13075"/>
                        <a:pt x="4880" y="13060"/>
                      </a:cubicBezTo>
                      <a:cubicBezTo>
                        <a:pt x="6285" y="12764"/>
                        <a:pt x="8651" y="9807"/>
                        <a:pt x="8947" y="8698"/>
                      </a:cubicBezTo>
                      <a:cubicBezTo>
                        <a:pt x="9243" y="7589"/>
                        <a:pt x="9649" y="2930"/>
                        <a:pt x="9649" y="1895"/>
                      </a:cubicBezTo>
                      <a:cubicBezTo>
                        <a:pt x="9649" y="1108"/>
                        <a:pt x="9029" y="0"/>
                        <a:pt x="7210" y="0"/>
                      </a:cubicBezTo>
                      <a:close/>
                    </a:path>
                  </a:pathLst>
                </a:custGeom>
                <a:solidFill>
                  <a:srgbClr val="70707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1" name="Google Shape;2771;p51">
                  <a:extLst>
                    <a:ext uri="{FF2B5EF4-FFF2-40B4-BE49-F238E27FC236}">
                      <a16:creationId xmlns:a16="http://schemas.microsoft.com/office/drawing/2014/main" id="{2F0EB6D9-9E04-E0E8-664C-78F57A8DDE80}"/>
                    </a:ext>
                  </a:extLst>
                </p:cNvPr>
                <p:cNvSpPr/>
                <p:nvPr/>
              </p:nvSpPr>
              <p:spPr>
                <a:xfrm>
                  <a:off x="3707850" y="2769675"/>
                  <a:ext cx="256050" cy="34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2" h="13717" extrusionOk="0">
                      <a:moveTo>
                        <a:pt x="7542" y="629"/>
                      </a:moveTo>
                      <a:cubicBezTo>
                        <a:pt x="8356" y="629"/>
                        <a:pt x="8873" y="888"/>
                        <a:pt x="9206" y="1184"/>
                      </a:cubicBezTo>
                      <a:cubicBezTo>
                        <a:pt x="9502" y="1517"/>
                        <a:pt x="9650" y="1923"/>
                        <a:pt x="9650" y="2219"/>
                      </a:cubicBezTo>
                      <a:cubicBezTo>
                        <a:pt x="9650" y="2700"/>
                        <a:pt x="9539" y="4142"/>
                        <a:pt x="9391" y="5546"/>
                      </a:cubicBezTo>
                      <a:cubicBezTo>
                        <a:pt x="9317" y="6286"/>
                        <a:pt x="9243" y="6988"/>
                        <a:pt x="9169" y="7580"/>
                      </a:cubicBezTo>
                      <a:cubicBezTo>
                        <a:pt x="9095" y="8208"/>
                        <a:pt x="9021" y="8689"/>
                        <a:pt x="8947" y="8948"/>
                      </a:cubicBezTo>
                      <a:cubicBezTo>
                        <a:pt x="8873" y="9170"/>
                        <a:pt x="8688" y="9539"/>
                        <a:pt x="8430" y="9983"/>
                      </a:cubicBezTo>
                      <a:cubicBezTo>
                        <a:pt x="7986" y="10611"/>
                        <a:pt x="7394" y="11351"/>
                        <a:pt x="6803" y="11942"/>
                      </a:cubicBezTo>
                      <a:cubicBezTo>
                        <a:pt x="6174" y="12571"/>
                        <a:pt x="5509" y="13014"/>
                        <a:pt x="5102" y="13088"/>
                      </a:cubicBezTo>
                      <a:lnTo>
                        <a:pt x="4954" y="13088"/>
                      </a:lnTo>
                      <a:cubicBezTo>
                        <a:pt x="4928" y="13092"/>
                        <a:pt x="4901" y="13094"/>
                        <a:pt x="4873" y="13094"/>
                      </a:cubicBezTo>
                      <a:cubicBezTo>
                        <a:pt x="4634" y="13094"/>
                        <a:pt x="4365" y="12955"/>
                        <a:pt x="4067" y="12756"/>
                      </a:cubicBezTo>
                      <a:cubicBezTo>
                        <a:pt x="3586" y="12386"/>
                        <a:pt x="3069" y="11831"/>
                        <a:pt x="2625" y="11203"/>
                      </a:cubicBezTo>
                      <a:cubicBezTo>
                        <a:pt x="2218" y="10611"/>
                        <a:pt x="1886" y="9946"/>
                        <a:pt x="1701" y="9539"/>
                      </a:cubicBezTo>
                      <a:cubicBezTo>
                        <a:pt x="1479" y="8911"/>
                        <a:pt x="1183" y="7728"/>
                        <a:pt x="961" y="6729"/>
                      </a:cubicBezTo>
                      <a:cubicBezTo>
                        <a:pt x="851" y="6249"/>
                        <a:pt x="777" y="5768"/>
                        <a:pt x="703" y="5435"/>
                      </a:cubicBezTo>
                      <a:cubicBezTo>
                        <a:pt x="656" y="5224"/>
                        <a:pt x="624" y="5072"/>
                        <a:pt x="606" y="4989"/>
                      </a:cubicBezTo>
                      <a:lnTo>
                        <a:pt x="606" y="4989"/>
                      </a:lnTo>
                      <a:lnTo>
                        <a:pt x="629" y="4992"/>
                      </a:lnTo>
                      <a:cubicBezTo>
                        <a:pt x="666" y="4068"/>
                        <a:pt x="1183" y="3291"/>
                        <a:pt x="2071" y="2626"/>
                      </a:cubicBezTo>
                      <a:cubicBezTo>
                        <a:pt x="2995" y="1923"/>
                        <a:pt x="4326" y="1332"/>
                        <a:pt x="5879" y="888"/>
                      </a:cubicBezTo>
                      <a:cubicBezTo>
                        <a:pt x="6507" y="703"/>
                        <a:pt x="7062" y="629"/>
                        <a:pt x="7542" y="629"/>
                      </a:cubicBezTo>
                      <a:close/>
                      <a:moveTo>
                        <a:pt x="7542" y="1"/>
                      </a:moveTo>
                      <a:cubicBezTo>
                        <a:pt x="6988" y="1"/>
                        <a:pt x="6396" y="112"/>
                        <a:pt x="5694" y="297"/>
                      </a:cubicBezTo>
                      <a:cubicBezTo>
                        <a:pt x="4104" y="777"/>
                        <a:pt x="2736" y="1369"/>
                        <a:pt x="1701" y="2108"/>
                      </a:cubicBezTo>
                      <a:cubicBezTo>
                        <a:pt x="703" y="2885"/>
                        <a:pt x="37" y="3809"/>
                        <a:pt x="0" y="4955"/>
                      </a:cubicBezTo>
                      <a:lnTo>
                        <a:pt x="0" y="5029"/>
                      </a:lnTo>
                      <a:cubicBezTo>
                        <a:pt x="0" y="5029"/>
                        <a:pt x="148" y="5879"/>
                        <a:pt x="370" y="6877"/>
                      </a:cubicBezTo>
                      <a:cubicBezTo>
                        <a:pt x="592" y="7876"/>
                        <a:pt x="851" y="9059"/>
                        <a:pt x="1146" y="9761"/>
                      </a:cubicBezTo>
                      <a:cubicBezTo>
                        <a:pt x="1405" y="10427"/>
                        <a:pt x="1923" y="11388"/>
                        <a:pt x="2625" y="12201"/>
                      </a:cubicBezTo>
                      <a:cubicBezTo>
                        <a:pt x="2958" y="12608"/>
                        <a:pt x="3328" y="12978"/>
                        <a:pt x="3697" y="13236"/>
                      </a:cubicBezTo>
                      <a:cubicBezTo>
                        <a:pt x="4104" y="13532"/>
                        <a:pt x="4511" y="13717"/>
                        <a:pt x="4954" y="13717"/>
                      </a:cubicBezTo>
                      <a:cubicBezTo>
                        <a:pt x="5028" y="13717"/>
                        <a:pt x="5139" y="13717"/>
                        <a:pt x="5250" y="13680"/>
                      </a:cubicBezTo>
                      <a:cubicBezTo>
                        <a:pt x="5694" y="13606"/>
                        <a:pt x="6100" y="13347"/>
                        <a:pt x="6544" y="12978"/>
                      </a:cubicBezTo>
                      <a:cubicBezTo>
                        <a:pt x="7210" y="12460"/>
                        <a:pt x="7875" y="11721"/>
                        <a:pt x="8430" y="11018"/>
                      </a:cubicBezTo>
                      <a:cubicBezTo>
                        <a:pt x="8984" y="10279"/>
                        <a:pt x="9391" y="9613"/>
                        <a:pt x="9539" y="9096"/>
                      </a:cubicBezTo>
                      <a:cubicBezTo>
                        <a:pt x="9613" y="8800"/>
                        <a:pt x="9687" y="8282"/>
                        <a:pt x="9797" y="7691"/>
                      </a:cubicBezTo>
                      <a:cubicBezTo>
                        <a:pt x="10019" y="5842"/>
                        <a:pt x="10241" y="3032"/>
                        <a:pt x="10241" y="2219"/>
                      </a:cubicBezTo>
                      <a:cubicBezTo>
                        <a:pt x="10241" y="1738"/>
                        <a:pt x="10056" y="1184"/>
                        <a:pt x="9613" y="740"/>
                      </a:cubicBezTo>
                      <a:cubicBezTo>
                        <a:pt x="9169" y="297"/>
                        <a:pt x="8503" y="1"/>
                        <a:pt x="75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2" name="Google Shape;2772;p51">
                  <a:extLst>
                    <a:ext uri="{FF2B5EF4-FFF2-40B4-BE49-F238E27FC236}">
                      <a16:creationId xmlns:a16="http://schemas.microsoft.com/office/drawing/2014/main" id="{AA7F8481-EE3F-BA9C-56A6-9D4D978D7895}"/>
                    </a:ext>
                  </a:extLst>
                </p:cNvPr>
                <p:cNvSpPr/>
                <p:nvPr/>
              </p:nvSpPr>
              <p:spPr>
                <a:xfrm>
                  <a:off x="3659775" y="2613900"/>
                  <a:ext cx="321675" cy="30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67" h="12080" extrusionOk="0">
                      <a:moveTo>
                        <a:pt x="8223" y="1"/>
                      </a:moveTo>
                      <a:cubicBezTo>
                        <a:pt x="6105" y="1"/>
                        <a:pt x="3346" y="637"/>
                        <a:pt x="1923" y="1758"/>
                      </a:cubicBezTo>
                      <a:cubicBezTo>
                        <a:pt x="1" y="3274"/>
                        <a:pt x="407" y="7119"/>
                        <a:pt x="592" y="8857"/>
                      </a:cubicBezTo>
                      <a:cubicBezTo>
                        <a:pt x="758" y="10153"/>
                        <a:pt x="1294" y="10318"/>
                        <a:pt x="1555" y="10318"/>
                      </a:cubicBezTo>
                      <a:cubicBezTo>
                        <a:pt x="1644" y="10318"/>
                        <a:pt x="1701" y="10299"/>
                        <a:pt x="1701" y="10299"/>
                      </a:cubicBezTo>
                      <a:lnTo>
                        <a:pt x="1701" y="10299"/>
                      </a:lnTo>
                      <a:cubicBezTo>
                        <a:pt x="1701" y="10299"/>
                        <a:pt x="1295" y="11001"/>
                        <a:pt x="1221" y="11519"/>
                      </a:cubicBezTo>
                      <a:cubicBezTo>
                        <a:pt x="1163" y="11769"/>
                        <a:pt x="1737" y="12079"/>
                        <a:pt x="2660" y="12079"/>
                      </a:cubicBezTo>
                      <a:cubicBezTo>
                        <a:pt x="3510" y="12079"/>
                        <a:pt x="4656" y="11816"/>
                        <a:pt x="5879" y="11001"/>
                      </a:cubicBezTo>
                      <a:cubicBezTo>
                        <a:pt x="8430" y="9263"/>
                        <a:pt x="9946" y="7858"/>
                        <a:pt x="9946" y="7858"/>
                      </a:cubicBezTo>
                      <a:cubicBezTo>
                        <a:pt x="9946" y="7858"/>
                        <a:pt x="10242" y="8265"/>
                        <a:pt x="10057" y="9152"/>
                      </a:cubicBezTo>
                      <a:cubicBezTo>
                        <a:pt x="9895" y="9825"/>
                        <a:pt x="10282" y="10282"/>
                        <a:pt x="10931" y="10282"/>
                      </a:cubicBezTo>
                      <a:cubicBezTo>
                        <a:pt x="11175" y="10282"/>
                        <a:pt x="11455" y="10218"/>
                        <a:pt x="11757" y="10077"/>
                      </a:cubicBezTo>
                      <a:cubicBezTo>
                        <a:pt x="12867" y="9559"/>
                        <a:pt x="12460" y="8968"/>
                        <a:pt x="12460" y="8968"/>
                      </a:cubicBezTo>
                      <a:cubicBezTo>
                        <a:pt x="12460" y="8968"/>
                        <a:pt x="12867" y="6343"/>
                        <a:pt x="12867" y="5012"/>
                      </a:cubicBezTo>
                      <a:cubicBezTo>
                        <a:pt x="12867" y="3681"/>
                        <a:pt x="12053" y="834"/>
                        <a:pt x="10131" y="243"/>
                      </a:cubicBezTo>
                      <a:cubicBezTo>
                        <a:pt x="9631" y="79"/>
                        <a:pt x="8966" y="1"/>
                        <a:pt x="822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3" name="Google Shape;2773;p51">
                  <a:extLst>
                    <a:ext uri="{FF2B5EF4-FFF2-40B4-BE49-F238E27FC236}">
                      <a16:creationId xmlns:a16="http://schemas.microsoft.com/office/drawing/2014/main" id="{235FED3C-A5BD-5ED0-146B-CAD80FAF9C31}"/>
                    </a:ext>
                  </a:extLst>
                </p:cNvPr>
                <p:cNvSpPr/>
                <p:nvPr/>
              </p:nvSpPr>
              <p:spPr>
                <a:xfrm>
                  <a:off x="3662550" y="2606075"/>
                  <a:ext cx="327225" cy="31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9" h="12719" extrusionOk="0">
                      <a:moveTo>
                        <a:pt x="8134" y="629"/>
                      </a:moveTo>
                      <a:cubicBezTo>
                        <a:pt x="8837" y="629"/>
                        <a:pt x="9502" y="703"/>
                        <a:pt x="9946" y="851"/>
                      </a:cubicBezTo>
                      <a:cubicBezTo>
                        <a:pt x="10796" y="1110"/>
                        <a:pt x="11425" y="1886"/>
                        <a:pt x="11831" y="2811"/>
                      </a:cubicBezTo>
                      <a:cubicBezTo>
                        <a:pt x="12275" y="3698"/>
                        <a:pt x="12460" y="4733"/>
                        <a:pt x="12460" y="5325"/>
                      </a:cubicBezTo>
                      <a:cubicBezTo>
                        <a:pt x="12460" y="5953"/>
                        <a:pt x="12349" y="6951"/>
                        <a:pt x="12275" y="7765"/>
                      </a:cubicBezTo>
                      <a:cubicBezTo>
                        <a:pt x="12164" y="8578"/>
                        <a:pt x="12053" y="9244"/>
                        <a:pt x="12053" y="9244"/>
                      </a:cubicBezTo>
                      <a:cubicBezTo>
                        <a:pt x="12053" y="9305"/>
                        <a:pt x="12053" y="9366"/>
                        <a:pt x="12095" y="9427"/>
                      </a:cubicBezTo>
                      <a:lnTo>
                        <a:pt x="12095" y="9427"/>
                      </a:lnTo>
                      <a:lnTo>
                        <a:pt x="12090" y="9429"/>
                      </a:lnTo>
                      <a:lnTo>
                        <a:pt x="12127" y="9539"/>
                      </a:lnTo>
                      <a:cubicBezTo>
                        <a:pt x="12127" y="9613"/>
                        <a:pt x="12127" y="9650"/>
                        <a:pt x="12053" y="9761"/>
                      </a:cubicBezTo>
                      <a:cubicBezTo>
                        <a:pt x="11979" y="9835"/>
                        <a:pt x="11831" y="9983"/>
                        <a:pt x="11536" y="10131"/>
                      </a:cubicBezTo>
                      <a:cubicBezTo>
                        <a:pt x="11240" y="10242"/>
                        <a:pt x="11018" y="10279"/>
                        <a:pt x="10833" y="10279"/>
                      </a:cubicBezTo>
                      <a:cubicBezTo>
                        <a:pt x="10611" y="10279"/>
                        <a:pt x="10463" y="10205"/>
                        <a:pt x="10352" y="10131"/>
                      </a:cubicBezTo>
                      <a:cubicBezTo>
                        <a:pt x="10279" y="10057"/>
                        <a:pt x="10205" y="9946"/>
                        <a:pt x="10205" y="9761"/>
                      </a:cubicBezTo>
                      <a:cubicBezTo>
                        <a:pt x="10205" y="9687"/>
                        <a:pt x="10205" y="9613"/>
                        <a:pt x="10242" y="9539"/>
                      </a:cubicBezTo>
                      <a:cubicBezTo>
                        <a:pt x="10279" y="9281"/>
                        <a:pt x="10315" y="9096"/>
                        <a:pt x="10315" y="8874"/>
                      </a:cubicBezTo>
                      <a:cubicBezTo>
                        <a:pt x="10315" y="8319"/>
                        <a:pt x="10094" y="8024"/>
                        <a:pt x="10057" y="7987"/>
                      </a:cubicBezTo>
                      <a:cubicBezTo>
                        <a:pt x="10020" y="7913"/>
                        <a:pt x="9946" y="7876"/>
                        <a:pt x="9872" y="7839"/>
                      </a:cubicBezTo>
                      <a:cubicBezTo>
                        <a:pt x="9761" y="7839"/>
                        <a:pt x="9687" y="7876"/>
                        <a:pt x="9613" y="7950"/>
                      </a:cubicBezTo>
                      <a:lnTo>
                        <a:pt x="9539" y="7987"/>
                      </a:lnTo>
                      <a:cubicBezTo>
                        <a:pt x="9243" y="8282"/>
                        <a:pt x="7801" y="9539"/>
                        <a:pt x="5583" y="11055"/>
                      </a:cubicBezTo>
                      <a:cubicBezTo>
                        <a:pt x="4437" y="11832"/>
                        <a:pt x="3365" y="12090"/>
                        <a:pt x="2552" y="12090"/>
                      </a:cubicBezTo>
                      <a:cubicBezTo>
                        <a:pt x="2145" y="12090"/>
                        <a:pt x="1812" y="12016"/>
                        <a:pt x="1627" y="11943"/>
                      </a:cubicBezTo>
                      <a:cubicBezTo>
                        <a:pt x="1524" y="11908"/>
                        <a:pt x="1452" y="11841"/>
                        <a:pt x="1413" y="11833"/>
                      </a:cubicBezTo>
                      <a:lnTo>
                        <a:pt x="1413" y="11833"/>
                      </a:lnTo>
                      <a:cubicBezTo>
                        <a:pt x="1456" y="11647"/>
                        <a:pt x="1560" y="11372"/>
                        <a:pt x="1664" y="11129"/>
                      </a:cubicBezTo>
                      <a:cubicBezTo>
                        <a:pt x="1738" y="11018"/>
                        <a:pt x="1775" y="10944"/>
                        <a:pt x="1812" y="10870"/>
                      </a:cubicBezTo>
                      <a:cubicBezTo>
                        <a:pt x="1849" y="10796"/>
                        <a:pt x="1886" y="10759"/>
                        <a:pt x="1886" y="10759"/>
                      </a:cubicBezTo>
                      <a:cubicBezTo>
                        <a:pt x="1923" y="10649"/>
                        <a:pt x="1923" y="10501"/>
                        <a:pt x="1849" y="10390"/>
                      </a:cubicBezTo>
                      <a:cubicBezTo>
                        <a:pt x="1795" y="10336"/>
                        <a:pt x="1701" y="10301"/>
                        <a:pt x="1611" y="10301"/>
                      </a:cubicBezTo>
                      <a:cubicBezTo>
                        <a:pt x="1579" y="10301"/>
                        <a:pt x="1546" y="10306"/>
                        <a:pt x="1516" y="10316"/>
                      </a:cubicBezTo>
                      <a:lnTo>
                        <a:pt x="1443" y="10316"/>
                      </a:lnTo>
                      <a:cubicBezTo>
                        <a:pt x="1369" y="10316"/>
                        <a:pt x="1258" y="10279"/>
                        <a:pt x="1147" y="10168"/>
                      </a:cubicBezTo>
                      <a:cubicBezTo>
                        <a:pt x="1036" y="10020"/>
                        <a:pt x="851" y="9724"/>
                        <a:pt x="814" y="9133"/>
                      </a:cubicBezTo>
                      <a:cubicBezTo>
                        <a:pt x="703" y="8504"/>
                        <a:pt x="629" y="7580"/>
                        <a:pt x="629" y="6582"/>
                      </a:cubicBezTo>
                      <a:cubicBezTo>
                        <a:pt x="629" y="5768"/>
                        <a:pt x="703" y="4881"/>
                        <a:pt x="888" y="4142"/>
                      </a:cubicBezTo>
                      <a:cubicBezTo>
                        <a:pt x="1110" y="3365"/>
                        <a:pt x="1480" y="2737"/>
                        <a:pt x="1997" y="2330"/>
                      </a:cubicBezTo>
                      <a:cubicBezTo>
                        <a:pt x="2663" y="1776"/>
                        <a:pt x="3698" y="1369"/>
                        <a:pt x="4807" y="1073"/>
                      </a:cubicBezTo>
                      <a:cubicBezTo>
                        <a:pt x="5916" y="777"/>
                        <a:pt x="7099" y="629"/>
                        <a:pt x="8134" y="629"/>
                      </a:cubicBezTo>
                      <a:close/>
                      <a:moveTo>
                        <a:pt x="8134" y="1"/>
                      </a:moveTo>
                      <a:cubicBezTo>
                        <a:pt x="7025" y="1"/>
                        <a:pt x="5805" y="149"/>
                        <a:pt x="4622" y="482"/>
                      </a:cubicBezTo>
                      <a:cubicBezTo>
                        <a:pt x="3476" y="777"/>
                        <a:pt x="2404" y="1221"/>
                        <a:pt x="1627" y="1813"/>
                      </a:cubicBezTo>
                      <a:cubicBezTo>
                        <a:pt x="962" y="2367"/>
                        <a:pt x="555" y="3143"/>
                        <a:pt x="296" y="3957"/>
                      </a:cubicBezTo>
                      <a:cubicBezTo>
                        <a:pt x="75" y="4807"/>
                        <a:pt x="1" y="5731"/>
                        <a:pt x="1" y="6582"/>
                      </a:cubicBezTo>
                      <a:cubicBezTo>
                        <a:pt x="1" y="7617"/>
                        <a:pt x="112" y="8578"/>
                        <a:pt x="186" y="9207"/>
                      </a:cubicBezTo>
                      <a:cubicBezTo>
                        <a:pt x="259" y="9872"/>
                        <a:pt x="444" y="10316"/>
                        <a:pt x="703" y="10575"/>
                      </a:cubicBezTo>
                      <a:cubicBezTo>
                        <a:pt x="836" y="10726"/>
                        <a:pt x="978" y="10819"/>
                        <a:pt x="1110" y="10869"/>
                      </a:cubicBezTo>
                      <a:lnTo>
                        <a:pt x="1110" y="10869"/>
                      </a:lnTo>
                      <a:cubicBezTo>
                        <a:pt x="1110" y="10870"/>
                        <a:pt x="1110" y="10870"/>
                        <a:pt x="1110" y="10870"/>
                      </a:cubicBezTo>
                      <a:cubicBezTo>
                        <a:pt x="1003" y="11119"/>
                        <a:pt x="863" y="11436"/>
                        <a:pt x="819" y="11723"/>
                      </a:cubicBezTo>
                      <a:lnTo>
                        <a:pt x="819" y="11723"/>
                      </a:lnTo>
                      <a:lnTo>
                        <a:pt x="814" y="11721"/>
                      </a:lnTo>
                      <a:lnTo>
                        <a:pt x="777" y="11832"/>
                      </a:lnTo>
                      <a:cubicBezTo>
                        <a:pt x="777" y="12016"/>
                        <a:pt x="888" y="12164"/>
                        <a:pt x="999" y="12275"/>
                      </a:cubicBezTo>
                      <a:cubicBezTo>
                        <a:pt x="1147" y="12423"/>
                        <a:pt x="1369" y="12497"/>
                        <a:pt x="1627" y="12608"/>
                      </a:cubicBezTo>
                      <a:cubicBezTo>
                        <a:pt x="1886" y="12682"/>
                        <a:pt x="2182" y="12719"/>
                        <a:pt x="2552" y="12719"/>
                      </a:cubicBezTo>
                      <a:cubicBezTo>
                        <a:pt x="3476" y="12719"/>
                        <a:pt x="4696" y="12423"/>
                        <a:pt x="5953" y="11573"/>
                      </a:cubicBezTo>
                      <a:cubicBezTo>
                        <a:pt x="7781" y="10327"/>
                        <a:pt x="9078" y="9234"/>
                        <a:pt x="9679" y="8714"/>
                      </a:cubicBezTo>
                      <a:lnTo>
                        <a:pt x="9679" y="8714"/>
                      </a:lnTo>
                      <a:cubicBezTo>
                        <a:pt x="9684" y="8762"/>
                        <a:pt x="9687" y="8815"/>
                        <a:pt x="9687" y="8874"/>
                      </a:cubicBezTo>
                      <a:cubicBezTo>
                        <a:pt x="9687" y="9014"/>
                        <a:pt x="9687" y="9187"/>
                        <a:pt x="9624" y="9394"/>
                      </a:cubicBezTo>
                      <a:lnTo>
                        <a:pt x="9624" y="9394"/>
                      </a:lnTo>
                      <a:lnTo>
                        <a:pt x="9613" y="9392"/>
                      </a:lnTo>
                      <a:cubicBezTo>
                        <a:pt x="9613" y="9539"/>
                        <a:pt x="9576" y="9650"/>
                        <a:pt x="9576" y="9761"/>
                      </a:cubicBezTo>
                      <a:cubicBezTo>
                        <a:pt x="9576" y="10094"/>
                        <a:pt x="9724" y="10390"/>
                        <a:pt x="9946" y="10575"/>
                      </a:cubicBezTo>
                      <a:cubicBezTo>
                        <a:pt x="10168" y="10796"/>
                        <a:pt x="10500" y="10907"/>
                        <a:pt x="10833" y="10907"/>
                      </a:cubicBezTo>
                      <a:cubicBezTo>
                        <a:pt x="11129" y="10907"/>
                        <a:pt x="11462" y="10833"/>
                        <a:pt x="11794" y="10686"/>
                      </a:cubicBezTo>
                      <a:cubicBezTo>
                        <a:pt x="12127" y="10501"/>
                        <a:pt x="12386" y="10316"/>
                        <a:pt x="12534" y="10131"/>
                      </a:cubicBezTo>
                      <a:cubicBezTo>
                        <a:pt x="12682" y="9946"/>
                        <a:pt x="12756" y="9724"/>
                        <a:pt x="12756" y="9539"/>
                      </a:cubicBezTo>
                      <a:cubicBezTo>
                        <a:pt x="12756" y="9409"/>
                        <a:pt x="12727" y="9306"/>
                        <a:pt x="12695" y="9232"/>
                      </a:cubicBezTo>
                      <a:lnTo>
                        <a:pt x="12695" y="9232"/>
                      </a:lnTo>
                      <a:cubicBezTo>
                        <a:pt x="12764" y="8771"/>
                        <a:pt x="13088" y="6546"/>
                        <a:pt x="13088" y="5325"/>
                      </a:cubicBezTo>
                      <a:cubicBezTo>
                        <a:pt x="13088" y="4585"/>
                        <a:pt x="12866" y="3550"/>
                        <a:pt x="12423" y="2552"/>
                      </a:cubicBezTo>
                      <a:cubicBezTo>
                        <a:pt x="11942" y="1554"/>
                        <a:pt x="11203" y="593"/>
                        <a:pt x="10131" y="260"/>
                      </a:cubicBezTo>
                      <a:cubicBezTo>
                        <a:pt x="9576" y="75"/>
                        <a:pt x="8911" y="1"/>
                        <a:pt x="8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4" name="Google Shape;2774;p51">
                  <a:extLst>
                    <a:ext uri="{FF2B5EF4-FFF2-40B4-BE49-F238E27FC236}">
                      <a16:creationId xmlns:a16="http://schemas.microsoft.com/office/drawing/2014/main" id="{C2A7D337-A459-C8CA-9C94-15906C79911E}"/>
                    </a:ext>
                  </a:extLst>
                </p:cNvPr>
                <p:cNvSpPr/>
                <p:nvPr/>
              </p:nvSpPr>
              <p:spPr>
                <a:xfrm>
                  <a:off x="3314100" y="3493950"/>
                  <a:ext cx="431675" cy="12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7" h="5154" extrusionOk="0">
                      <a:moveTo>
                        <a:pt x="3848" y="0"/>
                      </a:moveTo>
                      <a:cubicBezTo>
                        <a:pt x="3145" y="0"/>
                        <a:pt x="2774" y="163"/>
                        <a:pt x="2774" y="163"/>
                      </a:cubicBezTo>
                      <a:cubicBezTo>
                        <a:pt x="334" y="1789"/>
                        <a:pt x="1" y="4710"/>
                        <a:pt x="925" y="5006"/>
                      </a:cubicBezTo>
                      <a:cubicBezTo>
                        <a:pt x="1233" y="5117"/>
                        <a:pt x="3152" y="5154"/>
                        <a:pt x="5572" y="5154"/>
                      </a:cubicBezTo>
                      <a:cubicBezTo>
                        <a:pt x="10414" y="5154"/>
                        <a:pt x="17266" y="5006"/>
                        <a:pt x="17266" y="5006"/>
                      </a:cubicBezTo>
                      <a:lnTo>
                        <a:pt x="17155" y="2788"/>
                      </a:lnTo>
                      <a:cubicBezTo>
                        <a:pt x="17155" y="2788"/>
                        <a:pt x="13717" y="2492"/>
                        <a:pt x="13125" y="2492"/>
                      </a:cubicBezTo>
                      <a:cubicBezTo>
                        <a:pt x="12497" y="2492"/>
                        <a:pt x="8245" y="1272"/>
                        <a:pt x="6101" y="458"/>
                      </a:cubicBezTo>
                      <a:cubicBezTo>
                        <a:pt x="5157" y="101"/>
                        <a:pt x="4400" y="0"/>
                        <a:pt x="3848" y="0"/>
                      </a:cubicBezTo>
                      <a:close/>
                    </a:path>
                  </a:pathLst>
                </a:custGeom>
                <a:solidFill>
                  <a:srgbClr val="70707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5" name="Google Shape;2775;p51">
                  <a:extLst>
                    <a:ext uri="{FF2B5EF4-FFF2-40B4-BE49-F238E27FC236}">
                      <a16:creationId xmlns:a16="http://schemas.microsoft.com/office/drawing/2014/main" id="{297AA77B-BDA4-89BC-6026-FBAE299FA86D}"/>
                    </a:ext>
                  </a:extLst>
                </p:cNvPr>
                <p:cNvSpPr/>
                <p:nvPr/>
              </p:nvSpPr>
              <p:spPr>
                <a:xfrm>
                  <a:off x="3317800" y="3486000"/>
                  <a:ext cx="436275" cy="14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1" h="5768" extrusionOk="0">
                      <a:moveTo>
                        <a:pt x="3698" y="629"/>
                      </a:moveTo>
                      <a:cubicBezTo>
                        <a:pt x="4215" y="629"/>
                        <a:pt x="4918" y="703"/>
                        <a:pt x="5842" y="1072"/>
                      </a:cubicBezTo>
                      <a:cubicBezTo>
                        <a:pt x="6914" y="1479"/>
                        <a:pt x="8541" y="1997"/>
                        <a:pt x="9946" y="2403"/>
                      </a:cubicBezTo>
                      <a:cubicBezTo>
                        <a:pt x="10648" y="2588"/>
                        <a:pt x="11314" y="2773"/>
                        <a:pt x="11831" y="2884"/>
                      </a:cubicBezTo>
                      <a:cubicBezTo>
                        <a:pt x="12090" y="2958"/>
                        <a:pt x="12312" y="3032"/>
                        <a:pt x="12497" y="3069"/>
                      </a:cubicBezTo>
                      <a:cubicBezTo>
                        <a:pt x="12719" y="3106"/>
                        <a:pt x="12829" y="3106"/>
                        <a:pt x="12977" y="3106"/>
                      </a:cubicBezTo>
                      <a:cubicBezTo>
                        <a:pt x="13236" y="3106"/>
                        <a:pt x="14271" y="3180"/>
                        <a:pt x="15196" y="3254"/>
                      </a:cubicBezTo>
                      <a:cubicBezTo>
                        <a:pt x="15801" y="3302"/>
                        <a:pt x="16390" y="3350"/>
                        <a:pt x="16725" y="3378"/>
                      </a:cubicBezTo>
                      <a:lnTo>
                        <a:pt x="16725" y="3378"/>
                      </a:lnTo>
                      <a:lnTo>
                        <a:pt x="16806" y="5033"/>
                      </a:lnTo>
                      <a:lnTo>
                        <a:pt x="16806" y="5033"/>
                      </a:lnTo>
                      <a:cubicBezTo>
                        <a:pt x="16608" y="5037"/>
                        <a:pt x="16322" y="5047"/>
                        <a:pt x="15972" y="5065"/>
                      </a:cubicBezTo>
                      <a:cubicBezTo>
                        <a:pt x="13828" y="5102"/>
                        <a:pt x="9058" y="5176"/>
                        <a:pt x="5435" y="5176"/>
                      </a:cubicBezTo>
                      <a:cubicBezTo>
                        <a:pt x="4215" y="5176"/>
                        <a:pt x="3143" y="5176"/>
                        <a:pt x="2330" y="5139"/>
                      </a:cubicBezTo>
                      <a:cubicBezTo>
                        <a:pt x="1923" y="5139"/>
                        <a:pt x="1553" y="5102"/>
                        <a:pt x="1332" y="5102"/>
                      </a:cubicBezTo>
                      <a:cubicBezTo>
                        <a:pt x="1184" y="5102"/>
                        <a:pt x="1073" y="5065"/>
                        <a:pt x="999" y="5065"/>
                      </a:cubicBezTo>
                      <a:lnTo>
                        <a:pt x="888" y="5065"/>
                      </a:lnTo>
                      <a:cubicBezTo>
                        <a:pt x="814" y="5028"/>
                        <a:pt x="777" y="4991"/>
                        <a:pt x="703" y="4843"/>
                      </a:cubicBezTo>
                      <a:cubicBezTo>
                        <a:pt x="666" y="4732"/>
                        <a:pt x="629" y="4547"/>
                        <a:pt x="629" y="4289"/>
                      </a:cubicBezTo>
                      <a:cubicBezTo>
                        <a:pt x="629" y="3808"/>
                        <a:pt x="777" y="3180"/>
                        <a:pt x="1110" y="2551"/>
                      </a:cubicBezTo>
                      <a:cubicBezTo>
                        <a:pt x="1479" y="1886"/>
                        <a:pt x="1997" y="1220"/>
                        <a:pt x="2773" y="740"/>
                      </a:cubicBezTo>
                      <a:lnTo>
                        <a:pt x="2768" y="730"/>
                      </a:lnTo>
                      <a:lnTo>
                        <a:pt x="2768" y="730"/>
                      </a:lnTo>
                      <a:cubicBezTo>
                        <a:pt x="2865" y="703"/>
                        <a:pt x="3181" y="629"/>
                        <a:pt x="3698" y="629"/>
                      </a:cubicBezTo>
                      <a:close/>
                      <a:moveTo>
                        <a:pt x="3698" y="0"/>
                      </a:moveTo>
                      <a:cubicBezTo>
                        <a:pt x="2921" y="0"/>
                        <a:pt x="2515" y="185"/>
                        <a:pt x="2478" y="185"/>
                      </a:cubicBezTo>
                      <a:lnTo>
                        <a:pt x="2441" y="222"/>
                      </a:lnTo>
                      <a:cubicBezTo>
                        <a:pt x="1590" y="776"/>
                        <a:pt x="962" y="1516"/>
                        <a:pt x="592" y="2255"/>
                      </a:cubicBezTo>
                      <a:cubicBezTo>
                        <a:pt x="186" y="2958"/>
                        <a:pt x="1" y="3697"/>
                        <a:pt x="1" y="4289"/>
                      </a:cubicBezTo>
                      <a:cubicBezTo>
                        <a:pt x="1" y="4621"/>
                        <a:pt x="38" y="4880"/>
                        <a:pt x="149" y="5102"/>
                      </a:cubicBezTo>
                      <a:cubicBezTo>
                        <a:pt x="259" y="5361"/>
                        <a:pt x="444" y="5546"/>
                        <a:pt x="666" y="5620"/>
                      </a:cubicBezTo>
                      <a:cubicBezTo>
                        <a:pt x="777" y="5657"/>
                        <a:pt x="851" y="5657"/>
                        <a:pt x="925" y="5694"/>
                      </a:cubicBezTo>
                      <a:cubicBezTo>
                        <a:pt x="1258" y="5731"/>
                        <a:pt x="1849" y="5731"/>
                        <a:pt x="2626" y="5768"/>
                      </a:cubicBezTo>
                      <a:lnTo>
                        <a:pt x="5435" y="5768"/>
                      </a:lnTo>
                      <a:cubicBezTo>
                        <a:pt x="10278" y="5768"/>
                        <a:pt x="17118" y="5657"/>
                        <a:pt x="17118" y="5657"/>
                      </a:cubicBezTo>
                      <a:cubicBezTo>
                        <a:pt x="17229" y="5657"/>
                        <a:pt x="17303" y="5620"/>
                        <a:pt x="17340" y="5546"/>
                      </a:cubicBezTo>
                      <a:cubicBezTo>
                        <a:pt x="17414" y="5509"/>
                        <a:pt x="17451" y="5398"/>
                        <a:pt x="17414" y="5324"/>
                      </a:cubicBezTo>
                      <a:lnTo>
                        <a:pt x="17340" y="3106"/>
                      </a:lnTo>
                      <a:cubicBezTo>
                        <a:pt x="17340" y="2958"/>
                        <a:pt x="17192" y="2810"/>
                        <a:pt x="17044" y="2810"/>
                      </a:cubicBezTo>
                      <a:cubicBezTo>
                        <a:pt x="17044" y="2810"/>
                        <a:pt x="16194" y="2736"/>
                        <a:pt x="15233" y="2662"/>
                      </a:cubicBezTo>
                      <a:cubicBezTo>
                        <a:pt x="14308" y="2588"/>
                        <a:pt x="13310" y="2514"/>
                        <a:pt x="12977" y="2514"/>
                      </a:cubicBezTo>
                      <a:cubicBezTo>
                        <a:pt x="12940" y="2514"/>
                        <a:pt x="12792" y="2477"/>
                        <a:pt x="12645" y="2440"/>
                      </a:cubicBezTo>
                      <a:cubicBezTo>
                        <a:pt x="11425" y="2218"/>
                        <a:pt x="7912" y="1183"/>
                        <a:pt x="6064" y="481"/>
                      </a:cubicBezTo>
                      <a:cubicBezTo>
                        <a:pt x="5103" y="111"/>
                        <a:pt x="4289" y="0"/>
                        <a:pt x="369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6" name="Google Shape;2776;p51">
                  <a:extLst>
                    <a:ext uri="{FF2B5EF4-FFF2-40B4-BE49-F238E27FC236}">
                      <a16:creationId xmlns:a16="http://schemas.microsoft.com/office/drawing/2014/main" id="{17758FC3-9880-DF63-142E-4A303FB993D7}"/>
                    </a:ext>
                  </a:extLst>
                </p:cNvPr>
                <p:cNvSpPr/>
                <p:nvPr/>
              </p:nvSpPr>
              <p:spPr>
                <a:xfrm>
                  <a:off x="3642225" y="3515250"/>
                  <a:ext cx="1830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1" h="3970" extrusionOk="0">
                      <a:moveTo>
                        <a:pt x="4177" y="1"/>
                      </a:moveTo>
                      <a:cubicBezTo>
                        <a:pt x="4110" y="1"/>
                        <a:pt x="4049" y="16"/>
                        <a:pt x="3993" y="50"/>
                      </a:cubicBezTo>
                      <a:cubicBezTo>
                        <a:pt x="3180" y="605"/>
                        <a:pt x="481" y="2934"/>
                        <a:pt x="481" y="2934"/>
                      </a:cubicBezTo>
                      <a:lnTo>
                        <a:pt x="0" y="3821"/>
                      </a:lnTo>
                      <a:lnTo>
                        <a:pt x="2736" y="3821"/>
                      </a:lnTo>
                      <a:cubicBezTo>
                        <a:pt x="3610" y="3821"/>
                        <a:pt x="3995" y="3516"/>
                        <a:pt x="4336" y="3516"/>
                      </a:cubicBezTo>
                      <a:cubicBezTo>
                        <a:pt x="4370" y="3516"/>
                        <a:pt x="4403" y="3519"/>
                        <a:pt x="4437" y="3525"/>
                      </a:cubicBezTo>
                      <a:cubicBezTo>
                        <a:pt x="4843" y="3599"/>
                        <a:pt x="6618" y="3969"/>
                        <a:pt x="6618" y="3969"/>
                      </a:cubicBezTo>
                      <a:cubicBezTo>
                        <a:pt x="6618" y="3969"/>
                        <a:pt x="7321" y="3821"/>
                        <a:pt x="7247" y="3525"/>
                      </a:cubicBezTo>
                      <a:cubicBezTo>
                        <a:pt x="7177" y="3249"/>
                        <a:pt x="5138" y="1"/>
                        <a:pt x="417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7" name="Google Shape;2777;p51">
                  <a:extLst>
                    <a:ext uri="{FF2B5EF4-FFF2-40B4-BE49-F238E27FC236}">
                      <a16:creationId xmlns:a16="http://schemas.microsoft.com/office/drawing/2014/main" id="{1EF1E359-459F-B956-BBFA-BB2527C04B7B}"/>
                    </a:ext>
                  </a:extLst>
                </p:cNvPr>
                <p:cNvSpPr/>
                <p:nvPr/>
              </p:nvSpPr>
              <p:spPr>
                <a:xfrm>
                  <a:off x="3634825" y="3508175"/>
                  <a:ext cx="195975" cy="1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39" h="4548" extrusionOk="0">
                      <a:moveTo>
                        <a:pt x="4474" y="0"/>
                      </a:moveTo>
                      <a:cubicBezTo>
                        <a:pt x="4363" y="0"/>
                        <a:pt x="4252" y="0"/>
                        <a:pt x="4141" y="74"/>
                      </a:cubicBezTo>
                      <a:cubicBezTo>
                        <a:pt x="3698" y="370"/>
                        <a:pt x="2810" y="1073"/>
                        <a:pt x="2034" y="1738"/>
                      </a:cubicBezTo>
                      <a:cubicBezTo>
                        <a:pt x="1258" y="2403"/>
                        <a:pt x="555" y="2958"/>
                        <a:pt x="555" y="2958"/>
                      </a:cubicBezTo>
                      <a:cubicBezTo>
                        <a:pt x="444" y="3069"/>
                        <a:pt x="407" y="3291"/>
                        <a:pt x="518" y="3402"/>
                      </a:cubicBezTo>
                      <a:cubicBezTo>
                        <a:pt x="578" y="3481"/>
                        <a:pt x="669" y="3518"/>
                        <a:pt x="758" y="3518"/>
                      </a:cubicBezTo>
                      <a:cubicBezTo>
                        <a:pt x="835" y="3518"/>
                        <a:pt x="910" y="3490"/>
                        <a:pt x="962" y="3439"/>
                      </a:cubicBezTo>
                      <a:cubicBezTo>
                        <a:pt x="962" y="3439"/>
                        <a:pt x="1147" y="3291"/>
                        <a:pt x="1405" y="3069"/>
                      </a:cubicBezTo>
                      <a:cubicBezTo>
                        <a:pt x="1812" y="2736"/>
                        <a:pt x="2404" y="2219"/>
                        <a:pt x="2995" y="1701"/>
                      </a:cubicBezTo>
                      <a:cubicBezTo>
                        <a:pt x="3587" y="1220"/>
                        <a:pt x="4178" y="777"/>
                        <a:pt x="4474" y="592"/>
                      </a:cubicBezTo>
                      <a:cubicBezTo>
                        <a:pt x="4511" y="592"/>
                        <a:pt x="4585" y="629"/>
                        <a:pt x="4733" y="703"/>
                      </a:cubicBezTo>
                      <a:cubicBezTo>
                        <a:pt x="4918" y="814"/>
                        <a:pt x="5213" y="1073"/>
                        <a:pt x="5472" y="1405"/>
                      </a:cubicBezTo>
                      <a:cubicBezTo>
                        <a:pt x="5916" y="1849"/>
                        <a:pt x="6360" y="2477"/>
                        <a:pt x="6692" y="2958"/>
                      </a:cubicBezTo>
                      <a:cubicBezTo>
                        <a:pt x="6840" y="3217"/>
                        <a:pt x="6988" y="3439"/>
                        <a:pt x="7099" y="3624"/>
                      </a:cubicBezTo>
                      <a:cubicBezTo>
                        <a:pt x="7136" y="3697"/>
                        <a:pt x="7173" y="3771"/>
                        <a:pt x="7210" y="3808"/>
                      </a:cubicBezTo>
                      <a:lnTo>
                        <a:pt x="7214" y="3817"/>
                      </a:lnTo>
                      <a:lnTo>
                        <a:pt x="7214" y="3817"/>
                      </a:lnTo>
                      <a:cubicBezTo>
                        <a:pt x="7176" y="3850"/>
                        <a:pt x="7111" y="3882"/>
                        <a:pt x="7062" y="3882"/>
                      </a:cubicBezTo>
                      <a:lnTo>
                        <a:pt x="6936" y="3946"/>
                      </a:lnTo>
                      <a:lnTo>
                        <a:pt x="6936" y="3946"/>
                      </a:lnTo>
                      <a:cubicBezTo>
                        <a:pt x="6635" y="3884"/>
                        <a:pt x="5139" y="3579"/>
                        <a:pt x="4807" y="3513"/>
                      </a:cubicBezTo>
                      <a:lnTo>
                        <a:pt x="4659" y="3476"/>
                      </a:lnTo>
                      <a:cubicBezTo>
                        <a:pt x="4363" y="3476"/>
                        <a:pt x="4178" y="3587"/>
                        <a:pt x="3956" y="3660"/>
                      </a:cubicBezTo>
                      <a:cubicBezTo>
                        <a:pt x="3698" y="3734"/>
                        <a:pt x="3439" y="3808"/>
                        <a:pt x="3032" y="3808"/>
                      </a:cubicBezTo>
                      <a:lnTo>
                        <a:pt x="296" y="3808"/>
                      </a:lnTo>
                      <a:cubicBezTo>
                        <a:pt x="148" y="3808"/>
                        <a:pt x="1" y="3919"/>
                        <a:pt x="1" y="4104"/>
                      </a:cubicBezTo>
                      <a:cubicBezTo>
                        <a:pt x="1" y="4289"/>
                        <a:pt x="148" y="4400"/>
                        <a:pt x="296" y="4400"/>
                      </a:cubicBezTo>
                      <a:lnTo>
                        <a:pt x="3032" y="4400"/>
                      </a:lnTo>
                      <a:cubicBezTo>
                        <a:pt x="3513" y="4400"/>
                        <a:pt x="3846" y="4326"/>
                        <a:pt x="4141" y="4252"/>
                      </a:cubicBezTo>
                      <a:cubicBezTo>
                        <a:pt x="4400" y="4141"/>
                        <a:pt x="4585" y="4104"/>
                        <a:pt x="4659" y="4104"/>
                      </a:cubicBezTo>
                      <a:lnTo>
                        <a:pt x="4696" y="4104"/>
                      </a:lnTo>
                      <a:cubicBezTo>
                        <a:pt x="5066" y="4178"/>
                        <a:pt x="6877" y="4548"/>
                        <a:pt x="6877" y="4548"/>
                      </a:cubicBezTo>
                      <a:lnTo>
                        <a:pt x="6988" y="4548"/>
                      </a:lnTo>
                      <a:cubicBezTo>
                        <a:pt x="7025" y="4548"/>
                        <a:pt x="7173" y="4511"/>
                        <a:pt x="7358" y="4437"/>
                      </a:cubicBezTo>
                      <a:cubicBezTo>
                        <a:pt x="7469" y="4400"/>
                        <a:pt x="7543" y="4326"/>
                        <a:pt x="7653" y="4252"/>
                      </a:cubicBezTo>
                      <a:cubicBezTo>
                        <a:pt x="7727" y="4178"/>
                        <a:pt x="7838" y="4030"/>
                        <a:pt x="7838" y="3845"/>
                      </a:cubicBezTo>
                      <a:lnTo>
                        <a:pt x="7838" y="3734"/>
                      </a:lnTo>
                      <a:cubicBezTo>
                        <a:pt x="7801" y="3660"/>
                        <a:pt x="7801" y="3624"/>
                        <a:pt x="7764" y="3587"/>
                      </a:cubicBezTo>
                      <a:cubicBezTo>
                        <a:pt x="7690" y="3402"/>
                        <a:pt x="7506" y="3143"/>
                        <a:pt x="7284" y="2773"/>
                      </a:cubicBezTo>
                      <a:cubicBezTo>
                        <a:pt x="6951" y="2219"/>
                        <a:pt x="6470" y="1553"/>
                        <a:pt x="5990" y="1036"/>
                      </a:cubicBezTo>
                      <a:cubicBezTo>
                        <a:pt x="5731" y="740"/>
                        <a:pt x="5509" y="518"/>
                        <a:pt x="5250" y="296"/>
                      </a:cubicBezTo>
                      <a:cubicBezTo>
                        <a:pt x="4992" y="148"/>
                        <a:pt x="4770" y="0"/>
                        <a:pt x="44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8" name="Google Shape;2778;p51">
                  <a:extLst>
                    <a:ext uri="{FF2B5EF4-FFF2-40B4-BE49-F238E27FC236}">
                      <a16:creationId xmlns:a16="http://schemas.microsoft.com/office/drawing/2014/main" id="{BE61C3F7-2F11-8A66-AAE6-2AEC792EBFB9}"/>
                    </a:ext>
                  </a:extLst>
                </p:cNvPr>
                <p:cNvSpPr/>
                <p:nvPr/>
              </p:nvSpPr>
              <p:spPr>
                <a:xfrm>
                  <a:off x="4000825" y="3493950"/>
                  <a:ext cx="430750" cy="12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0" h="5154" extrusionOk="0">
                      <a:moveTo>
                        <a:pt x="13404" y="0"/>
                      </a:moveTo>
                      <a:cubicBezTo>
                        <a:pt x="12849" y="0"/>
                        <a:pt x="12093" y="101"/>
                        <a:pt x="11166" y="458"/>
                      </a:cubicBezTo>
                      <a:cubicBezTo>
                        <a:pt x="9022" y="1272"/>
                        <a:pt x="4770" y="2492"/>
                        <a:pt x="4142" y="2492"/>
                      </a:cubicBezTo>
                      <a:cubicBezTo>
                        <a:pt x="3550" y="2492"/>
                        <a:pt x="75" y="2788"/>
                        <a:pt x="75" y="2788"/>
                      </a:cubicBezTo>
                      <a:lnTo>
                        <a:pt x="1" y="5006"/>
                      </a:lnTo>
                      <a:cubicBezTo>
                        <a:pt x="1" y="5006"/>
                        <a:pt x="6853" y="5154"/>
                        <a:pt x="11695" y="5154"/>
                      </a:cubicBezTo>
                      <a:cubicBezTo>
                        <a:pt x="14115" y="5154"/>
                        <a:pt x="16034" y="5117"/>
                        <a:pt x="16342" y="5006"/>
                      </a:cubicBezTo>
                      <a:cubicBezTo>
                        <a:pt x="17229" y="4710"/>
                        <a:pt x="16933" y="1789"/>
                        <a:pt x="14493" y="163"/>
                      </a:cubicBezTo>
                      <a:cubicBezTo>
                        <a:pt x="14493" y="163"/>
                        <a:pt x="14111" y="0"/>
                        <a:pt x="13404" y="0"/>
                      </a:cubicBezTo>
                      <a:close/>
                    </a:path>
                  </a:pathLst>
                </a:custGeom>
                <a:solidFill>
                  <a:srgbClr val="70707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9" name="Google Shape;2779;p51">
                  <a:extLst>
                    <a:ext uri="{FF2B5EF4-FFF2-40B4-BE49-F238E27FC236}">
                      <a16:creationId xmlns:a16="http://schemas.microsoft.com/office/drawing/2014/main" id="{76CDCFB8-F5C7-1856-A0E1-75F1E21BC472}"/>
                    </a:ext>
                  </a:extLst>
                </p:cNvPr>
                <p:cNvSpPr/>
                <p:nvPr/>
              </p:nvSpPr>
              <p:spPr>
                <a:xfrm>
                  <a:off x="3992525" y="3486000"/>
                  <a:ext cx="436275" cy="14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1" h="5768" extrusionOk="0">
                      <a:moveTo>
                        <a:pt x="13753" y="629"/>
                      </a:moveTo>
                      <a:cubicBezTo>
                        <a:pt x="14086" y="629"/>
                        <a:pt x="14345" y="666"/>
                        <a:pt x="14493" y="703"/>
                      </a:cubicBezTo>
                      <a:cubicBezTo>
                        <a:pt x="14567" y="703"/>
                        <a:pt x="14641" y="740"/>
                        <a:pt x="14678" y="740"/>
                      </a:cubicBezTo>
                      <a:cubicBezTo>
                        <a:pt x="15417" y="1220"/>
                        <a:pt x="15971" y="1886"/>
                        <a:pt x="16304" y="2551"/>
                      </a:cubicBezTo>
                      <a:cubicBezTo>
                        <a:pt x="16674" y="3180"/>
                        <a:pt x="16822" y="3808"/>
                        <a:pt x="16822" y="4289"/>
                      </a:cubicBezTo>
                      <a:cubicBezTo>
                        <a:pt x="16822" y="4547"/>
                        <a:pt x="16785" y="4732"/>
                        <a:pt x="16711" y="4880"/>
                      </a:cubicBezTo>
                      <a:cubicBezTo>
                        <a:pt x="16674" y="4991"/>
                        <a:pt x="16600" y="5028"/>
                        <a:pt x="16563" y="5065"/>
                      </a:cubicBezTo>
                      <a:lnTo>
                        <a:pt x="16415" y="5065"/>
                      </a:lnTo>
                      <a:cubicBezTo>
                        <a:pt x="16156" y="5102"/>
                        <a:pt x="15565" y="5139"/>
                        <a:pt x="14788" y="5139"/>
                      </a:cubicBezTo>
                      <a:cubicBezTo>
                        <a:pt x="14049" y="5176"/>
                        <a:pt x="13088" y="5176"/>
                        <a:pt x="12016" y="5176"/>
                      </a:cubicBezTo>
                      <a:cubicBezTo>
                        <a:pt x="9613" y="5176"/>
                        <a:pt x="6692" y="5139"/>
                        <a:pt x="4363" y="5102"/>
                      </a:cubicBezTo>
                      <a:cubicBezTo>
                        <a:pt x="3180" y="5102"/>
                        <a:pt x="2181" y="5065"/>
                        <a:pt x="1479" y="5065"/>
                      </a:cubicBezTo>
                      <a:cubicBezTo>
                        <a:pt x="1119" y="5047"/>
                        <a:pt x="839" y="5038"/>
                        <a:pt x="645" y="5033"/>
                      </a:cubicBezTo>
                      <a:lnTo>
                        <a:pt x="645" y="5033"/>
                      </a:lnTo>
                      <a:lnTo>
                        <a:pt x="726" y="3377"/>
                      </a:lnTo>
                      <a:lnTo>
                        <a:pt x="726" y="3377"/>
                      </a:lnTo>
                      <a:cubicBezTo>
                        <a:pt x="1055" y="3349"/>
                        <a:pt x="1632" y="3301"/>
                        <a:pt x="2255" y="3254"/>
                      </a:cubicBezTo>
                      <a:cubicBezTo>
                        <a:pt x="3180" y="3180"/>
                        <a:pt x="4215" y="3106"/>
                        <a:pt x="4474" y="3106"/>
                      </a:cubicBezTo>
                      <a:cubicBezTo>
                        <a:pt x="4585" y="3106"/>
                        <a:pt x="4732" y="3106"/>
                        <a:pt x="4917" y="3069"/>
                      </a:cubicBezTo>
                      <a:cubicBezTo>
                        <a:pt x="6211" y="2810"/>
                        <a:pt x="9686" y="1775"/>
                        <a:pt x="11609" y="1072"/>
                      </a:cubicBezTo>
                      <a:cubicBezTo>
                        <a:pt x="12496" y="703"/>
                        <a:pt x="13236" y="629"/>
                        <a:pt x="13753" y="629"/>
                      </a:cubicBezTo>
                      <a:close/>
                      <a:moveTo>
                        <a:pt x="13753" y="0"/>
                      </a:moveTo>
                      <a:cubicBezTo>
                        <a:pt x="13162" y="0"/>
                        <a:pt x="12348" y="111"/>
                        <a:pt x="11387" y="481"/>
                      </a:cubicBezTo>
                      <a:cubicBezTo>
                        <a:pt x="10315" y="887"/>
                        <a:pt x="8725" y="1405"/>
                        <a:pt x="7320" y="1812"/>
                      </a:cubicBezTo>
                      <a:cubicBezTo>
                        <a:pt x="6618" y="1997"/>
                        <a:pt x="5952" y="2181"/>
                        <a:pt x="5472" y="2292"/>
                      </a:cubicBezTo>
                      <a:cubicBezTo>
                        <a:pt x="5213" y="2366"/>
                        <a:pt x="4991" y="2403"/>
                        <a:pt x="4806" y="2440"/>
                      </a:cubicBezTo>
                      <a:cubicBezTo>
                        <a:pt x="4622" y="2477"/>
                        <a:pt x="4511" y="2514"/>
                        <a:pt x="4474" y="2514"/>
                      </a:cubicBezTo>
                      <a:cubicBezTo>
                        <a:pt x="4141" y="2514"/>
                        <a:pt x="3143" y="2588"/>
                        <a:pt x="2181" y="2662"/>
                      </a:cubicBezTo>
                      <a:cubicBezTo>
                        <a:pt x="1257" y="2736"/>
                        <a:pt x="407" y="2810"/>
                        <a:pt x="407" y="2810"/>
                      </a:cubicBezTo>
                      <a:cubicBezTo>
                        <a:pt x="222" y="2810"/>
                        <a:pt x="111" y="2958"/>
                        <a:pt x="111" y="3106"/>
                      </a:cubicBezTo>
                      <a:lnTo>
                        <a:pt x="0" y="5324"/>
                      </a:lnTo>
                      <a:cubicBezTo>
                        <a:pt x="0" y="5398"/>
                        <a:pt x="37" y="5509"/>
                        <a:pt x="74" y="5546"/>
                      </a:cubicBezTo>
                      <a:cubicBezTo>
                        <a:pt x="148" y="5620"/>
                        <a:pt x="222" y="5657"/>
                        <a:pt x="296" y="5657"/>
                      </a:cubicBezTo>
                      <a:cubicBezTo>
                        <a:pt x="296" y="5657"/>
                        <a:pt x="7172" y="5768"/>
                        <a:pt x="12016" y="5768"/>
                      </a:cubicBezTo>
                      <a:lnTo>
                        <a:pt x="15121" y="5768"/>
                      </a:lnTo>
                      <a:cubicBezTo>
                        <a:pt x="15565" y="5731"/>
                        <a:pt x="15898" y="5731"/>
                        <a:pt x="16156" y="5731"/>
                      </a:cubicBezTo>
                      <a:cubicBezTo>
                        <a:pt x="16304" y="5694"/>
                        <a:pt x="16415" y="5694"/>
                        <a:pt x="16526" y="5694"/>
                      </a:cubicBezTo>
                      <a:cubicBezTo>
                        <a:pt x="16600" y="5657"/>
                        <a:pt x="16674" y="5657"/>
                        <a:pt x="16748" y="5620"/>
                      </a:cubicBezTo>
                      <a:cubicBezTo>
                        <a:pt x="17007" y="5546"/>
                        <a:pt x="17192" y="5361"/>
                        <a:pt x="17302" y="5102"/>
                      </a:cubicBezTo>
                      <a:cubicBezTo>
                        <a:pt x="17376" y="4880"/>
                        <a:pt x="17450" y="4621"/>
                        <a:pt x="17450" y="4289"/>
                      </a:cubicBezTo>
                      <a:cubicBezTo>
                        <a:pt x="17450" y="3697"/>
                        <a:pt x="17265" y="2958"/>
                        <a:pt x="16859" y="2255"/>
                      </a:cubicBezTo>
                      <a:cubicBezTo>
                        <a:pt x="16452" y="1516"/>
                        <a:pt x="15861" y="776"/>
                        <a:pt x="15010" y="222"/>
                      </a:cubicBezTo>
                      <a:lnTo>
                        <a:pt x="14936" y="185"/>
                      </a:lnTo>
                      <a:cubicBezTo>
                        <a:pt x="14936" y="185"/>
                        <a:pt x="14493" y="0"/>
                        <a:pt x="1375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0" name="Google Shape;2780;p51">
                  <a:extLst>
                    <a:ext uri="{FF2B5EF4-FFF2-40B4-BE49-F238E27FC236}">
                      <a16:creationId xmlns:a16="http://schemas.microsoft.com/office/drawing/2014/main" id="{906037EB-5461-AA5B-07D3-BB93C8B08902}"/>
                    </a:ext>
                  </a:extLst>
                </p:cNvPr>
                <p:cNvSpPr/>
                <p:nvPr/>
              </p:nvSpPr>
              <p:spPr>
                <a:xfrm>
                  <a:off x="3898250" y="3515250"/>
                  <a:ext cx="1830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1" h="3970" extrusionOk="0">
                      <a:moveTo>
                        <a:pt x="3143" y="1"/>
                      </a:moveTo>
                      <a:cubicBezTo>
                        <a:pt x="2183" y="1"/>
                        <a:pt x="143" y="3249"/>
                        <a:pt x="74" y="3525"/>
                      </a:cubicBezTo>
                      <a:cubicBezTo>
                        <a:pt x="0" y="3821"/>
                        <a:pt x="703" y="3969"/>
                        <a:pt x="703" y="3969"/>
                      </a:cubicBezTo>
                      <a:cubicBezTo>
                        <a:pt x="703" y="3969"/>
                        <a:pt x="2477" y="3599"/>
                        <a:pt x="2884" y="3525"/>
                      </a:cubicBezTo>
                      <a:cubicBezTo>
                        <a:pt x="2918" y="3519"/>
                        <a:pt x="2951" y="3516"/>
                        <a:pt x="2985" y="3516"/>
                      </a:cubicBezTo>
                      <a:cubicBezTo>
                        <a:pt x="3326" y="3516"/>
                        <a:pt x="3711" y="3821"/>
                        <a:pt x="4585" y="3821"/>
                      </a:cubicBezTo>
                      <a:lnTo>
                        <a:pt x="7320" y="3821"/>
                      </a:lnTo>
                      <a:lnTo>
                        <a:pt x="6840" y="2934"/>
                      </a:lnTo>
                      <a:cubicBezTo>
                        <a:pt x="6840" y="2934"/>
                        <a:pt x="4141" y="605"/>
                        <a:pt x="3328" y="50"/>
                      </a:cubicBezTo>
                      <a:cubicBezTo>
                        <a:pt x="3272" y="16"/>
                        <a:pt x="3210" y="1"/>
                        <a:pt x="314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1" name="Google Shape;2781;p51">
                  <a:extLst>
                    <a:ext uri="{FF2B5EF4-FFF2-40B4-BE49-F238E27FC236}">
                      <a16:creationId xmlns:a16="http://schemas.microsoft.com/office/drawing/2014/main" id="{CAF95E19-8845-5769-A000-4AA68A5DAA23}"/>
                    </a:ext>
                  </a:extLst>
                </p:cNvPr>
                <p:cNvSpPr/>
                <p:nvPr/>
              </p:nvSpPr>
              <p:spPr>
                <a:xfrm>
                  <a:off x="3892700" y="3508175"/>
                  <a:ext cx="195975" cy="1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39" h="4548" extrusionOk="0">
                      <a:moveTo>
                        <a:pt x="3365" y="0"/>
                      </a:moveTo>
                      <a:cubicBezTo>
                        <a:pt x="3143" y="0"/>
                        <a:pt x="2958" y="74"/>
                        <a:pt x="2810" y="185"/>
                      </a:cubicBezTo>
                      <a:cubicBezTo>
                        <a:pt x="2477" y="370"/>
                        <a:pt x="2182" y="629"/>
                        <a:pt x="1886" y="999"/>
                      </a:cubicBezTo>
                      <a:cubicBezTo>
                        <a:pt x="1442" y="1479"/>
                        <a:pt x="999" y="2108"/>
                        <a:pt x="629" y="2625"/>
                      </a:cubicBezTo>
                      <a:cubicBezTo>
                        <a:pt x="481" y="2884"/>
                        <a:pt x="333" y="3106"/>
                        <a:pt x="222" y="3291"/>
                      </a:cubicBezTo>
                      <a:cubicBezTo>
                        <a:pt x="185" y="3402"/>
                        <a:pt x="111" y="3476"/>
                        <a:pt x="74" y="3550"/>
                      </a:cubicBezTo>
                      <a:cubicBezTo>
                        <a:pt x="37" y="3624"/>
                        <a:pt x="37" y="3660"/>
                        <a:pt x="0" y="3734"/>
                      </a:cubicBezTo>
                      <a:lnTo>
                        <a:pt x="0" y="3845"/>
                      </a:lnTo>
                      <a:cubicBezTo>
                        <a:pt x="0" y="4030"/>
                        <a:pt x="111" y="4178"/>
                        <a:pt x="185" y="4252"/>
                      </a:cubicBezTo>
                      <a:cubicBezTo>
                        <a:pt x="333" y="4400"/>
                        <a:pt x="481" y="4437"/>
                        <a:pt x="629" y="4474"/>
                      </a:cubicBezTo>
                      <a:cubicBezTo>
                        <a:pt x="740" y="4548"/>
                        <a:pt x="851" y="4548"/>
                        <a:pt x="851" y="4548"/>
                      </a:cubicBezTo>
                      <a:lnTo>
                        <a:pt x="962" y="4548"/>
                      </a:lnTo>
                      <a:cubicBezTo>
                        <a:pt x="962" y="4548"/>
                        <a:pt x="2773" y="4178"/>
                        <a:pt x="3143" y="4104"/>
                      </a:cubicBezTo>
                      <a:lnTo>
                        <a:pt x="3180" y="4104"/>
                      </a:lnTo>
                      <a:cubicBezTo>
                        <a:pt x="3254" y="4104"/>
                        <a:pt x="3439" y="4141"/>
                        <a:pt x="3697" y="4252"/>
                      </a:cubicBezTo>
                      <a:cubicBezTo>
                        <a:pt x="3993" y="4326"/>
                        <a:pt x="4326" y="4400"/>
                        <a:pt x="4807" y="4400"/>
                      </a:cubicBezTo>
                      <a:lnTo>
                        <a:pt x="7542" y="4400"/>
                      </a:lnTo>
                      <a:cubicBezTo>
                        <a:pt x="7690" y="4400"/>
                        <a:pt x="7838" y="4289"/>
                        <a:pt x="7838" y="4104"/>
                      </a:cubicBezTo>
                      <a:cubicBezTo>
                        <a:pt x="7838" y="3919"/>
                        <a:pt x="7690" y="3808"/>
                        <a:pt x="7542" y="3808"/>
                      </a:cubicBezTo>
                      <a:lnTo>
                        <a:pt x="4807" y="3808"/>
                      </a:lnTo>
                      <a:cubicBezTo>
                        <a:pt x="4400" y="3808"/>
                        <a:pt x="4141" y="3734"/>
                        <a:pt x="3882" y="3660"/>
                      </a:cubicBezTo>
                      <a:cubicBezTo>
                        <a:pt x="3660" y="3587"/>
                        <a:pt x="3476" y="3476"/>
                        <a:pt x="3180" y="3476"/>
                      </a:cubicBezTo>
                      <a:lnTo>
                        <a:pt x="3032" y="3513"/>
                      </a:lnTo>
                      <a:cubicBezTo>
                        <a:pt x="2699" y="3579"/>
                        <a:pt x="1198" y="3885"/>
                        <a:pt x="902" y="3946"/>
                      </a:cubicBezTo>
                      <a:lnTo>
                        <a:pt x="902" y="3946"/>
                      </a:lnTo>
                      <a:cubicBezTo>
                        <a:pt x="841" y="3930"/>
                        <a:pt x="754" y="3897"/>
                        <a:pt x="703" y="3845"/>
                      </a:cubicBezTo>
                      <a:lnTo>
                        <a:pt x="626" y="3820"/>
                      </a:lnTo>
                      <a:lnTo>
                        <a:pt x="626" y="3820"/>
                      </a:lnTo>
                      <a:cubicBezTo>
                        <a:pt x="645" y="3788"/>
                        <a:pt x="670" y="3747"/>
                        <a:pt x="703" y="3697"/>
                      </a:cubicBezTo>
                      <a:cubicBezTo>
                        <a:pt x="925" y="3291"/>
                        <a:pt x="1442" y="2477"/>
                        <a:pt x="1997" y="1775"/>
                      </a:cubicBezTo>
                      <a:cubicBezTo>
                        <a:pt x="2293" y="1442"/>
                        <a:pt x="2588" y="1146"/>
                        <a:pt x="2810" y="925"/>
                      </a:cubicBezTo>
                      <a:cubicBezTo>
                        <a:pt x="2958" y="814"/>
                        <a:pt x="3069" y="703"/>
                        <a:pt x="3180" y="666"/>
                      </a:cubicBezTo>
                      <a:cubicBezTo>
                        <a:pt x="3254" y="629"/>
                        <a:pt x="3328" y="592"/>
                        <a:pt x="3365" y="592"/>
                      </a:cubicBezTo>
                      <a:cubicBezTo>
                        <a:pt x="3771" y="851"/>
                        <a:pt x="4659" y="1553"/>
                        <a:pt x="5435" y="2219"/>
                      </a:cubicBezTo>
                      <a:cubicBezTo>
                        <a:pt x="5805" y="2514"/>
                        <a:pt x="6174" y="2847"/>
                        <a:pt x="6433" y="3069"/>
                      </a:cubicBezTo>
                      <a:cubicBezTo>
                        <a:pt x="6692" y="3291"/>
                        <a:pt x="6877" y="3439"/>
                        <a:pt x="6877" y="3439"/>
                      </a:cubicBezTo>
                      <a:cubicBezTo>
                        <a:pt x="6928" y="3490"/>
                        <a:pt x="7004" y="3518"/>
                        <a:pt x="7081" y="3518"/>
                      </a:cubicBezTo>
                      <a:cubicBezTo>
                        <a:pt x="7170" y="3518"/>
                        <a:pt x="7261" y="3481"/>
                        <a:pt x="7321" y="3402"/>
                      </a:cubicBezTo>
                      <a:cubicBezTo>
                        <a:pt x="7431" y="3291"/>
                        <a:pt x="7394" y="3069"/>
                        <a:pt x="7284" y="2958"/>
                      </a:cubicBezTo>
                      <a:cubicBezTo>
                        <a:pt x="7284" y="2958"/>
                        <a:pt x="6581" y="2403"/>
                        <a:pt x="5805" y="1738"/>
                      </a:cubicBezTo>
                      <a:cubicBezTo>
                        <a:pt x="5028" y="1073"/>
                        <a:pt x="4141" y="370"/>
                        <a:pt x="3697" y="74"/>
                      </a:cubicBezTo>
                      <a:cubicBezTo>
                        <a:pt x="3587" y="0"/>
                        <a:pt x="3476" y="0"/>
                        <a:pt x="336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2" name="Google Shape;2782;p51">
                  <a:extLst>
                    <a:ext uri="{FF2B5EF4-FFF2-40B4-BE49-F238E27FC236}">
                      <a16:creationId xmlns:a16="http://schemas.microsoft.com/office/drawing/2014/main" id="{18475299-BD6F-B567-C5F7-3A7DCF9FDC9C}"/>
                    </a:ext>
                  </a:extLst>
                </p:cNvPr>
                <p:cNvSpPr/>
                <p:nvPr/>
              </p:nvSpPr>
              <p:spPr>
                <a:xfrm>
                  <a:off x="3581225" y="3885275"/>
                  <a:ext cx="489875" cy="21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95" h="8504" extrusionOk="0">
                      <a:moveTo>
                        <a:pt x="0" y="0"/>
                      </a:moveTo>
                      <a:lnTo>
                        <a:pt x="0" y="8504"/>
                      </a:lnTo>
                      <a:lnTo>
                        <a:pt x="19595" y="8504"/>
                      </a:lnTo>
                      <a:lnTo>
                        <a:pt x="1959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3" name="Google Shape;2783;p51">
                  <a:extLst>
                    <a:ext uri="{FF2B5EF4-FFF2-40B4-BE49-F238E27FC236}">
                      <a16:creationId xmlns:a16="http://schemas.microsoft.com/office/drawing/2014/main" id="{35CE8669-35DD-1BF4-99F6-DDFB4A085F3A}"/>
                    </a:ext>
                  </a:extLst>
                </p:cNvPr>
                <p:cNvSpPr/>
                <p:nvPr/>
              </p:nvSpPr>
              <p:spPr>
                <a:xfrm>
                  <a:off x="3573825" y="3876950"/>
                  <a:ext cx="504675" cy="2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87" h="9133" extrusionOk="0">
                      <a:moveTo>
                        <a:pt x="19558" y="629"/>
                      </a:moveTo>
                      <a:lnTo>
                        <a:pt x="19558" y="8504"/>
                      </a:lnTo>
                      <a:lnTo>
                        <a:pt x="592" y="8504"/>
                      </a:lnTo>
                      <a:lnTo>
                        <a:pt x="592" y="629"/>
                      </a:lnTo>
                      <a:close/>
                      <a:moveTo>
                        <a:pt x="296" y="1"/>
                      </a:moveTo>
                      <a:cubicBezTo>
                        <a:pt x="222" y="1"/>
                        <a:pt x="148" y="38"/>
                        <a:pt x="74" y="112"/>
                      </a:cubicBezTo>
                      <a:cubicBezTo>
                        <a:pt x="37" y="149"/>
                        <a:pt x="1" y="223"/>
                        <a:pt x="1" y="333"/>
                      </a:cubicBezTo>
                      <a:lnTo>
                        <a:pt x="1" y="8837"/>
                      </a:lnTo>
                      <a:cubicBezTo>
                        <a:pt x="1" y="8911"/>
                        <a:pt x="37" y="8985"/>
                        <a:pt x="74" y="9022"/>
                      </a:cubicBezTo>
                      <a:cubicBezTo>
                        <a:pt x="148" y="9095"/>
                        <a:pt x="222" y="9132"/>
                        <a:pt x="296" y="9132"/>
                      </a:cubicBezTo>
                      <a:lnTo>
                        <a:pt x="19891" y="9132"/>
                      </a:lnTo>
                      <a:cubicBezTo>
                        <a:pt x="19965" y="9132"/>
                        <a:pt x="20039" y="9095"/>
                        <a:pt x="20113" y="9022"/>
                      </a:cubicBezTo>
                      <a:cubicBezTo>
                        <a:pt x="20149" y="8985"/>
                        <a:pt x="20186" y="8911"/>
                        <a:pt x="20186" y="8837"/>
                      </a:cubicBezTo>
                      <a:lnTo>
                        <a:pt x="20186" y="333"/>
                      </a:lnTo>
                      <a:cubicBezTo>
                        <a:pt x="20186" y="223"/>
                        <a:pt x="20149" y="149"/>
                        <a:pt x="20113" y="112"/>
                      </a:cubicBezTo>
                      <a:cubicBezTo>
                        <a:pt x="20039" y="38"/>
                        <a:pt x="19965" y="1"/>
                        <a:pt x="1989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4" name="Google Shape;2784;p51">
                  <a:extLst>
                    <a:ext uri="{FF2B5EF4-FFF2-40B4-BE49-F238E27FC236}">
                      <a16:creationId xmlns:a16="http://schemas.microsoft.com/office/drawing/2014/main" id="{29349BE5-F103-FDAA-5B79-209F66D4F3D1}"/>
                    </a:ext>
                  </a:extLst>
                </p:cNvPr>
                <p:cNvSpPr/>
                <p:nvPr/>
              </p:nvSpPr>
              <p:spPr>
                <a:xfrm>
                  <a:off x="3618200" y="3864350"/>
                  <a:ext cx="183950" cy="15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58" h="6280" extrusionOk="0">
                      <a:moveTo>
                        <a:pt x="306" y="1"/>
                      </a:moveTo>
                      <a:cubicBezTo>
                        <a:pt x="185" y="1"/>
                        <a:pt x="66" y="93"/>
                        <a:pt x="37" y="209"/>
                      </a:cubicBezTo>
                      <a:cubicBezTo>
                        <a:pt x="0" y="394"/>
                        <a:pt x="74" y="542"/>
                        <a:pt x="259" y="616"/>
                      </a:cubicBezTo>
                      <a:lnTo>
                        <a:pt x="296" y="616"/>
                      </a:lnTo>
                      <a:cubicBezTo>
                        <a:pt x="592" y="690"/>
                        <a:pt x="1997" y="1133"/>
                        <a:pt x="3401" y="2021"/>
                      </a:cubicBezTo>
                      <a:cubicBezTo>
                        <a:pt x="4843" y="2908"/>
                        <a:pt x="6285" y="4239"/>
                        <a:pt x="6729" y="6050"/>
                      </a:cubicBezTo>
                      <a:cubicBezTo>
                        <a:pt x="6761" y="6179"/>
                        <a:pt x="6905" y="6279"/>
                        <a:pt x="7039" y="6279"/>
                      </a:cubicBezTo>
                      <a:cubicBezTo>
                        <a:pt x="7059" y="6279"/>
                        <a:pt x="7079" y="6277"/>
                        <a:pt x="7098" y="6272"/>
                      </a:cubicBezTo>
                      <a:cubicBezTo>
                        <a:pt x="7283" y="6235"/>
                        <a:pt x="7357" y="6050"/>
                        <a:pt x="7320" y="5902"/>
                      </a:cubicBezTo>
                      <a:cubicBezTo>
                        <a:pt x="6766" y="3721"/>
                        <a:pt x="5028" y="2242"/>
                        <a:pt x="3438" y="1318"/>
                      </a:cubicBezTo>
                      <a:cubicBezTo>
                        <a:pt x="1849" y="394"/>
                        <a:pt x="407" y="24"/>
                        <a:pt x="407" y="24"/>
                      </a:cubicBezTo>
                      <a:cubicBezTo>
                        <a:pt x="374" y="8"/>
                        <a:pt x="340" y="1"/>
                        <a:pt x="3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5" name="Google Shape;2785;p51">
                  <a:extLst>
                    <a:ext uri="{FF2B5EF4-FFF2-40B4-BE49-F238E27FC236}">
                      <a16:creationId xmlns:a16="http://schemas.microsoft.com/office/drawing/2014/main" id="{79B19765-214A-6EE2-3BD8-BE9764D9FAC0}"/>
                    </a:ext>
                  </a:extLst>
                </p:cNvPr>
                <p:cNvSpPr/>
                <p:nvPr/>
              </p:nvSpPr>
              <p:spPr>
                <a:xfrm>
                  <a:off x="3875125" y="3876950"/>
                  <a:ext cx="171025" cy="13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1" h="5519" extrusionOk="0">
                      <a:moveTo>
                        <a:pt x="6434" y="1"/>
                      </a:moveTo>
                      <a:cubicBezTo>
                        <a:pt x="6064" y="1"/>
                        <a:pt x="4844" y="75"/>
                        <a:pt x="3513" y="740"/>
                      </a:cubicBezTo>
                      <a:cubicBezTo>
                        <a:pt x="2182" y="1406"/>
                        <a:pt x="777" y="2700"/>
                        <a:pt x="75" y="5140"/>
                      </a:cubicBezTo>
                      <a:cubicBezTo>
                        <a:pt x="1" y="5288"/>
                        <a:pt x="112" y="5472"/>
                        <a:pt x="260" y="5509"/>
                      </a:cubicBezTo>
                      <a:cubicBezTo>
                        <a:pt x="291" y="5516"/>
                        <a:pt x="320" y="5519"/>
                        <a:pt x="349" y="5519"/>
                      </a:cubicBezTo>
                      <a:cubicBezTo>
                        <a:pt x="492" y="5519"/>
                        <a:pt x="605" y="5442"/>
                        <a:pt x="666" y="5288"/>
                      </a:cubicBezTo>
                      <a:cubicBezTo>
                        <a:pt x="1332" y="3032"/>
                        <a:pt x="2589" y="1886"/>
                        <a:pt x="3809" y="1295"/>
                      </a:cubicBezTo>
                      <a:cubicBezTo>
                        <a:pt x="4992" y="666"/>
                        <a:pt x="6101" y="629"/>
                        <a:pt x="6434" y="629"/>
                      </a:cubicBezTo>
                      <a:lnTo>
                        <a:pt x="6508" y="629"/>
                      </a:lnTo>
                      <a:cubicBezTo>
                        <a:pt x="6693" y="629"/>
                        <a:pt x="6840" y="518"/>
                        <a:pt x="6840" y="333"/>
                      </a:cubicBezTo>
                      <a:cubicBezTo>
                        <a:pt x="6840" y="149"/>
                        <a:pt x="6730" y="1"/>
                        <a:pt x="654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6" name="Google Shape;2786;p51">
                  <a:extLst>
                    <a:ext uri="{FF2B5EF4-FFF2-40B4-BE49-F238E27FC236}">
                      <a16:creationId xmlns:a16="http://schemas.microsoft.com/office/drawing/2014/main" id="{0A8D5B7F-BCED-6613-48E1-F51A855B4560}"/>
                    </a:ext>
                  </a:extLst>
                </p:cNvPr>
                <p:cNvSpPr/>
                <p:nvPr/>
              </p:nvSpPr>
              <p:spPr>
                <a:xfrm>
                  <a:off x="3388050" y="3841775"/>
                  <a:ext cx="297625" cy="111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5" h="44405" extrusionOk="0">
                      <a:moveTo>
                        <a:pt x="5814" y="0"/>
                      </a:moveTo>
                      <a:cubicBezTo>
                        <a:pt x="5175" y="0"/>
                        <a:pt x="4518" y="122"/>
                        <a:pt x="3845" y="446"/>
                      </a:cubicBezTo>
                      <a:cubicBezTo>
                        <a:pt x="0" y="2221"/>
                        <a:pt x="3771" y="44405"/>
                        <a:pt x="3771" y="44405"/>
                      </a:cubicBezTo>
                      <a:lnTo>
                        <a:pt x="6877" y="44405"/>
                      </a:lnTo>
                      <a:cubicBezTo>
                        <a:pt x="6877" y="44405"/>
                        <a:pt x="10907" y="19486"/>
                        <a:pt x="11720" y="6621"/>
                      </a:cubicBezTo>
                      <a:cubicBezTo>
                        <a:pt x="11905" y="3478"/>
                        <a:pt x="9835" y="594"/>
                        <a:pt x="6729" y="77"/>
                      </a:cubicBezTo>
                      <a:cubicBezTo>
                        <a:pt x="6428" y="29"/>
                        <a:pt x="6123" y="0"/>
                        <a:pt x="581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7" name="Google Shape;2787;p51">
                  <a:extLst>
                    <a:ext uri="{FF2B5EF4-FFF2-40B4-BE49-F238E27FC236}">
                      <a16:creationId xmlns:a16="http://schemas.microsoft.com/office/drawing/2014/main" id="{1631173C-0EE9-E7DF-F071-AA789E9409AC}"/>
                    </a:ext>
                  </a:extLst>
                </p:cNvPr>
                <p:cNvSpPr/>
                <p:nvPr/>
              </p:nvSpPr>
              <p:spPr>
                <a:xfrm>
                  <a:off x="3433325" y="3834450"/>
                  <a:ext cx="256050" cy="1124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2" h="44994" extrusionOk="0">
                      <a:moveTo>
                        <a:pt x="4031" y="592"/>
                      </a:moveTo>
                      <a:cubicBezTo>
                        <a:pt x="4327" y="592"/>
                        <a:pt x="4585" y="629"/>
                        <a:pt x="4881" y="666"/>
                      </a:cubicBezTo>
                      <a:cubicBezTo>
                        <a:pt x="7654" y="1146"/>
                        <a:pt x="9613" y="3697"/>
                        <a:pt x="9613" y="6507"/>
                      </a:cubicBezTo>
                      <a:cubicBezTo>
                        <a:pt x="9613" y="6618"/>
                        <a:pt x="9613" y="6766"/>
                        <a:pt x="9613" y="6877"/>
                      </a:cubicBezTo>
                      <a:cubicBezTo>
                        <a:pt x="9207" y="13310"/>
                        <a:pt x="7987" y="22737"/>
                        <a:pt x="6878" y="30575"/>
                      </a:cubicBezTo>
                      <a:cubicBezTo>
                        <a:pt x="6323" y="34494"/>
                        <a:pt x="5768" y="38006"/>
                        <a:pt x="5399" y="40557"/>
                      </a:cubicBezTo>
                      <a:cubicBezTo>
                        <a:pt x="5214" y="41814"/>
                        <a:pt x="5029" y="42849"/>
                        <a:pt x="4918" y="43552"/>
                      </a:cubicBezTo>
                      <a:cubicBezTo>
                        <a:pt x="4859" y="43923"/>
                        <a:pt x="4811" y="44212"/>
                        <a:pt x="4779" y="44402"/>
                      </a:cubicBezTo>
                      <a:lnTo>
                        <a:pt x="2244" y="44402"/>
                      </a:lnTo>
                      <a:cubicBezTo>
                        <a:pt x="2234" y="44266"/>
                        <a:pt x="2215" y="44079"/>
                        <a:pt x="2182" y="43847"/>
                      </a:cubicBezTo>
                      <a:cubicBezTo>
                        <a:pt x="1886" y="40150"/>
                        <a:pt x="629" y="24623"/>
                        <a:pt x="629" y="13236"/>
                      </a:cubicBezTo>
                      <a:cubicBezTo>
                        <a:pt x="629" y="9908"/>
                        <a:pt x="740" y="6951"/>
                        <a:pt x="999" y="4769"/>
                      </a:cubicBezTo>
                      <a:cubicBezTo>
                        <a:pt x="1147" y="3660"/>
                        <a:pt x="1295" y="2736"/>
                        <a:pt x="1517" y="2107"/>
                      </a:cubicBezTo>
                      <a:cubicBezTo>
                        <a:pt x="1628" y="1775"/>
                        <a:pt x="1739" y="1516"/>
                        <a:pt x="1850" y="1331"/>
                      </a:cubicBezTo>
                      <a:cubicBezTo>
                        <a:pt x="1960" y="1146"/>
                        <a:pt x="2108" y="1035"/>
                        <a:pt x="2182" y="998"/>
                      </a:cubicBezTo>
                      <a:cubicBezTo>
                        <a:pt x="2811" y="702"/>
                        <a:pt x="3402" y="592"/>
                        <a:pt x="4031" y="592"/>
                      </a:cubicBezTo>
                      <a:close/>
                      <a:moveTo>
                        <a:pt x="4031" y="0"/>
                      </a:moveTo>
                      <a:cubicBezTo>
                        <a:pt x="3328" y="0"/>
                        <a:pt x="2626" y="111"/>
                        <a:pt x="1923" y="444"/>
                      </a:cubicBezTo>
                      <a:cubicBezTo>
                        <a:pt x="1702" y="555"/>
                        <a:pt x="1517" y="739"/>
                        <a:pt x="1332" y="998"/>
                      </a:cubicBezTo>
                      <a:cubicBezTo>
                        <a:pt x="1073" y="1442"/>
                        <a:pt x="851" y="2033"/>
                        <a:pt x="703" y="2810"/>
                      </a:cubicBezTo>
                      <a:cubicBezTo>
                        <a:pt x="186" y="5102"/>
                        <a:pt x="1" y="8873"/>
                        <a:pt x="1" y="13236"/>
                      </a:cubicBezTo>
                      <a:cubicBezTo>
                        <a:pt x="1" y="26286"/>
                        <a:pt x="1665" y="44735"/>
                        <a:pt x="1665" y="44735"/>
                      </a:cubicBezTo>
                      <a:cubicBezTo>
                        <a:pt x="1665" y="44882"/>
                        <a:pt x="1813" y="44993"/>
                        <a:pt x="1960" y="44993"/>
                      </a:cubicBezTo>
                      <a:lnTo>
                        <a:pt x="5066" y="44993"/>
                      </a:lnTo>
                      <a:cubicBezTo>
                        <a:pt x="5214" y="44993"/>
                        <a:pt x="5325" y="44882"/>
                        <a:pt x="5362" y="44735"/>
                      </a:cubicBezTo>
                      <a:cubicBezTo>
                        <a:pt x="5362" y="44735"/>
                        <a:pt x="9392" y="19816"/>
                        <a:pt x="10205" y="6914"/>
                      </a:cubicBezTo>
                      <a:cubicBezTo>
                        <a:pt x="10242" y="6766"/>
                        <a:pt x="10242" y="6655"/>
                        <a:pt x="10242" y="6507"/>
                      </a:cubicBezTo>
                      <a:cubicBezTo>
                        <a:pt x="10242" y="3401"/>
                        <a:pt x="8098" y="592"/>
                        <a:pt x="4992" y="74"/>
                      </a:cubicBezTo>
                      <a:cubicBezTo>
                        <a:pt x="4659" y="0"/>
                        <a:pt x="4364" y="0"/>
                        <a:pt x="40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8" name="Google Shape;2788;p51">
                  <a:extLst>
                    <a:ext uri="{FF2B5EF4-FFF2-40B4-BE49-F238E27FC236}">
                      <a16:creationId xmlns:a16="http://schemas.microsoft.com/office/drawing/2014/main" id="{8A02562B-9E98-AFE4-2852-C72CD58D75A4}"/>
                    </a:ext>
                  </a:extLst>
                </p:cNvPr>
                <p:cNvSpPr/>
                <p:nvPr/>
              </p:nvSpPr>
              <p:spPr>
                <a:xfrm>
                  <a:off x="3374175" y="4889025"/>
                  <a:ext cx="198750" cy="14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50" h="5879" extrusionOk="0">
                      <a:moveTo>
                        <a:pt x="3994" y="1"/>
                      </a:moveTo>
                      <a:lnTo>
                        <a:pt x="3069" y="3920"/>
                      </a:lnTo>
                      <a:lnTo>
                        <a:pt x="1" y="5879"/>
                      </a:lnTo>
                      <a:lnTo>
                        <a:pt x="7839" y="5879"/>
                      </a:lnTo>
                      <a:lnTo>
                        <a:pt x="795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9" name="Google Shape;2789;p51">
                  <a:extLst>
                    <a:ext uri="{FF2B5EF4-FFF2-40B4-BE49-F238E27FC236}">
                      <a16:creationId xmlns:a16="http://schemas.microsoft.com/office/drawing/2014/main" id="{E91A7EB4-E193-4DEF-B2D3-F508A36E3D2B}"/>
                    </a:ext>
                  </a:extLst>
                </p:cNvPr>
                <p:cNvSpPr/>
                <p:nvPr/>
              </p:nvSpPr>
              <p:spPr>
                <a:xfrm>
                  <a:off x="3365875" y="4881625"/>
                  <a:ext cx="215375" cy="16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5" h="6471" extrusionOk="0">
                      <a:moveTo>
                        <a:pt x="7986" y="592"/>
                      </a:moveTo>
                      <a:lnTo>
                        <a:pt x="7875" y="5842"/>
                      </a:lnTo>
                      <a:lnTo>
                        <a:pt x="1405" y="5842"/>
                      </a:lnTo>
                      <a:lnTo>
                        <a:pt x="3586" y="4474"/>
                      </a:lnTo>
                      <a:cubicBezTo>
                        <a:pt x="3623" y="4437"/>
                        <a:pt x="3697" y="4363"/>
                        <a:pt x="3697" y="4289"/>
                      </a:cubicBezTo>
                      <a:lnTo>
                        <a:pt x="4569" y="592"/>
                      </a:lnTo>
                      <a:close/>
                      <a:moveTo>
                        <a:pt x="4326" y="1"/>
                      </a:moveTo>
                      <a:cubicBezTo>
                        <a:pt x="4178" y="1"/>
                        <a:pt x="4067" y="75"/>
                        <a:pt x="4030" y="223"/>
                      </a:cubicBezTo>
                      <a:lnTo>
                        <a:pt x="3143" y="4031"/>
                      </a:lnTo>
                      <a:lnTo>
                        <a:pt x="148" y="5916"/>
                      </a:lnTo>
                      <a:cubicBezTo>
                        <a:pt x="37" y="5990"/>
                        <a:pt x="0" y="6138"/>
                        <a:pt x="37" y="6249"/>
                      </a:cubicBezTo>
                      <a:cubicBezTo>
                        <a:pt x="74" y="6397"/>
                        <a:pt x="185" y="6471"/>
                        <a:pt x="333" y="6471"/>
                      </a:cubicBezTo>
                      <a:lnTo>
                        <a:pt x="8171" y="6471"/>
                      </a:lnTo>
                      <a:cubicBezTo>
                        <a:pt x="8319" y="6471"/>
                        <a:pt x="8466" y="6323"/>
                        <a:pt x="8466" y="6175"/>
                      </a:cubicBezTo>
                      <a:lnTo>
                        <a:pt x="8614" y="297"/>
                      </a:lnTo>
                      <a:cubicBezTo>
                        <a:pt x="8614" y="223"/>
                        <a:pt x="8577" y="149"/>
                        <a:pt x="8503" y="75"/>
                      </a:cubicBezTo>
                      <a:cubicBezTo>
                        <a:pt x="8466" y="38"/>
                        <a:pt x="8355" y="1"/>
                        <a:pt x="82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0" name="Google Shape;2790;p51">
                  <a:extLst>
                    <a:ext uri="{FF2B5EF4-FFF2-40B4-BE49-F238E27FC236}">
                      <a16:creationId xmlns:a16="http://schemas.microsoft.com/office/drawing/2014/main" id="{83CA2424-6C42-1FFD-0293-4070A7AA8985}"/>
                    </a:ext>
                  </a:extLst>
                </p:cNvPr>
                <p:cNvSpPr/>
                <p:nvPr/>
              </p:nvSpPr>
              <p:spPr>
                <a:xfrm>
                  <a:off x="3450900" y="4973025"/>
                  <a:ext cx="84125" cy="1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5" h="560" extrusionOk="0">
                      <a:moveTo>
                        <a:pt x="1868" y="1"/>
                      </a:moveTo>
                      <a:cubicBezTo>
                        <a:pt x="871" y="1"/>
                        <a:pt x="0" y="560"/>
                        <a:pt x="0" y="560"/>
                      </a:cubicBezTo>
                      <a:lnTo>
                        <a:pt x="3365" y="560"/>
                      </a:lnTo>
                      <a:cubicBezTo>
                        <a:pt x="2896" y="141"/>
                        <a:pt x="2367" y="1"/>
                        <a:pt x="186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1" name="Google Shape;2791;p51">
                  <a:extLst>
                    <a:ext uri="{FF2B5EF4-FFF2-40B4-BE49-F238E27FC236}">
                      <a16:creationId xmlns:a16="http://schemas.microsoft.com/office/drawing/2014/main" id="{481B0F74-1EE2-1C5E-EE89-475DF45CC2A2}"/>
                    </a:ext>
                  </a:extLst>
                </p:cNvPr>
                <p:cNvSpPr/>
                <p:nvPr/>
              </p:nvSpPr>
              <p:spPr>
                <a:xfrm>
                  <a:off x="3442575" y="4964825"/>
                  <a:ext cx="100775" cy="2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1" h="1189" extrusionOk="0">
                      <a:moveTo>
                        <a:pt x="2219" y="0"/>
                      </a:moveTo>
                      <a:cubicBezTo>
                        <a:pt x="1110" y="37"/>
                        <a:pt x="186" y="629"/>
                        <a:pt x="186" y="629"/>
                      </a:cubicBezTo>
                      <a:cubicBezTo>
                        <a:pt x="38" y="703"/>
                        <a:pt x="1" y="888"/>
                        <a:pt x="75" y="1035"/>
                      </a:cubicBezTo>
                      <a:cubicBezTo>
                        <a:pt x="149" y="1134"/>
                        <a:pt x="255" y="1183"/>
                        <a:pt x="362" y="1183"/>
                      </a:cubicBezTo>
                      <a:cubicBezTo>
                        <a:pt x="416" y="1183"/>
                        <a:pt x="469" y="1171"/>
                        <a:pt x="518" y="1146"/>
                      </a:cubicBezTo>
                      <a:cubicBezTo>
                        <a:pt x="592" y="1072"/>
                        <a:pt x="1369" y="629"/>
                        <a:pt x="2219" y="629"/>
                      </a:cubicBezTo>
                      <a:cubicBezTo>
                        <a:pt x="2626" y="629"/>
                        <a:pt x="3069" y="740"/>
                        <a:pt x="3476" y="1109"/>
                      </a:cubicBezTo>
                      <a:cubicBezTo>
                        <a:pt x="3545" y="1161"/>
                        <a:pt x="3621" y="1188"/>
                        <a:pt x="3695" y="1188"/>
                      </a:cubicBezTo>
                      <a:cubicBezTo>
                        <a:pt x="3779" y="1188"/>
                        <a:pt x="3860" y="1152"/>
                        <a:pt x="3920" y="1072"/>
                      </a:cubicBezTo>
                      <a:cubicBezTo>
                        <a:pt x="4030" y="961"/>
                        <a:pt x="4030" y="777"/>
                        <a:pt x="3883" y="666"/>
                      </a:cubicBezTo>
                      <a:cubicBezTo>
                        <a:pt x="3365" y="185"/>
                        <a:pt x="2737" y="0"/>
                        <a:pt x="22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2" name="Google Shape;2792;p51">
                  <a:extLst>
                    <a:ext uri="{FF2B5EF4-FFF2-40B4-BE49-F238E27FC236}">
                      <a16:creationId xmlns:a16="http://schemas.microsoft.com/office/drawing/2014/main" id="{01CE7B72-84E9-F02B-3529-0B6954DA19F2}"/>
                    </a:ext>
                  </a:extLst>
                </p:cNvPr>
                <p:cNvSpPr/>
                <p:nvPr/>
              </p:nvSpPr>
              <p:spPr>
                <a:xfrm>
                  <a:off x="3998975" y="3841775"/>
                  <a:ext cx="297650" cy="111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44405" extrusionOk="0">
                      <a:moveTo>
                        <a:pt x="6079" y="0"/>
                      </a:moveTo>
                      <a:cubicBezTo>
                        <a:pt x="5766" y="0"/>
                        <a:pt x="5453" y="29"/>
                        <a:pt x="5140" y="77"/>
                      </a:cubicBezTo>
                      <a:cubicBezTo>
                        <a:pt x="2071" y="594"/>
                        <a:pt x="1" y="3478"/>
                        <a:pt x="186" y="6621"/>
                      </a:cubicBezTo>
                      <a:cubicBezTo>
                        <a:pt x="999" y="19486"/>
                        <a:pt x="5029" y="44405"/>
                        <a:pt x="5029" y="44405"/>
                      </a:cubicBezTo>
                      <a:lnTo>
                        <a:pt x="8135" y="44405"/>
                      </a:lnTo>
                      <a:cubicBezTo>
                        <a:pt x="8135" y="44405"/>
                        <a:pt x="11906" y="2221"/>
                        <a:pt x="8024" y="446"/>
                      </a:cubicBezTo>
                      <a:cubicBezTo>
                        <a:pt x="7375" y="122"/>
                        <a:pt x="6727" y="0"/>
                        <a:pt x="607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3" name="Google Shape;2793;p51">
                  <a:extLst>
                    <a:ext uri="{FF2B5EF4-FFF2-40B4-BE49-F238E27FC236}">
                      <a16:creationId xmlns:a16="http://schemas.microsoft.com/office/drawing/2014/main" id="{7F128262-7193-58E6-C7C4-0B79BF7BF911}"/>
                    </a:ext>
                  </a:extLst>
                </p:cNvPr>
                <p:cNvSpPr/>
                <p:nvPr/>
              </p:nvSpPr>
              <p:spPr>
                <a:xfrm>
                  <a:off x="3995300" y="3834450"/>
                  <a:ext cx="256025" cy="1124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1" h="44994" extrusionOk="0">
                      <a:moveTo>
                        <a:pt x="6211" y="592"/>
                      </a:moveTo>
                      <a:cubicBezTo>
                        <a:pt x="6803" y="592"/>
                        <a:pt x="7431" y="702"/>
                        <a:pt x="8060" y="998"/>
                      </a:cubicBezTo>
                      <a:cubicBezTo>
                        <a:pt x="8134" y="1035"/>
                        <a:pt x="8245" y="1146"/>
                        <a:pt x="8355" y="1331"/>
                      </a:cubicBezTo>
                      <a:cubicBezTo>
                        <a:pt x="8577" y="1664"/>
                        <a:pt x="8762" y="2218"/>
                        <a:pt x="8947" y="2921"/>
                      </a:cubicBezTo>
                      <a:cubicBezTo>
                        <a:pt x="9428" y="5139"/>
                        <a:pt x="9612" y="8873"/>
                        <a:pt x="9612" y="13236"/>
                      </a:cubicBezTo>
                      <a:cubicBezTo>
                        <a:pt x="9612" y="19742"/>
                        <a:pt x="9206" y="27580"/>
                        <a:pt x="8799" y="33828"/>
                      </a:cubicBezTo>
                      <a:cubicBezTo>
                        <a:pt x="8577" y="36934"/>
                        <a:pt x="8392" y="39670"/>
                        <a:pt x="8208" y="41592"/>
                      </a:cubicBezTo>
                      <a:cubicBezTo>
                        <a:pt x="8134" y="42553"/>
                        <a:pt x="8097" y="43330"/>
                        <a:pt x="8023" y="43847"/>
                      </a:cubicBezTo>
                      <a:cubicBezTo>
                        <a:pt x="8006" y="44079"/>
                        <a:pt x="7990" y="44266"/>
                        <a:pt x="7976" y="44402"/>
                      </a:cubicBezTo>
                      <a:lnTo>
                        <a:pt x="5443" y="44402"/>
                      </a:lnTo>
                      <a:cubicBezTo>
                        <a:pt x="5421" y="44212"/>
                        <a:pt x="5383" y="43923"/>
                        <a:pt x="5324" y="43552"/>
                      </a:cubicBezTo>
                      <a:cubicBezTo>
                        <a:pt x="4511" y="38597"/>
                        <a:pt x="1331" y="18116"/>
                        <a:pt x="629" y="6877"/>
                      </a:cubicBezTo>
                      <a:cubicBezTo>
                        <a:pt x="629" y="6766"/>
                        <a:pt x="629" y="6618"/>
                        <a:pt x="629" y="6507"/>
                      </a:cubicBezTo>
                      <a:cubicBezTo>
                        <a:pt x="629" y="3697"/>
                        <a:pt x="2588" y="1146"/>
                        <a:pt x="5361" y="666"/>
                      </a:cubicBezTo>
                      <a:cubicBezTo>
                        <a:pt x="5620" y="629"/>
                        <a:pt x="5915" y="592"/>
                        <a:pt x="6211" y="592"/>
                      </a:cubicBezTo>
                      <a:close/>
                      <a:moveTo>
                        <a:pt x="6211" y="0"/>
                      </a:moveTo>
                      <a:cubicBezTo>
                        <a:pt x="5878" y="0"/>
                        <a:pt x="5546" y="0"/>
                        <a:pt x="5250" y="74"/>
                      </a:cubicBezTo>
                      <a:cubicBezTo>
                        <a:pt x="2144" y="592"/>
                        <a:pt x="0" y="3401"/>
                        <a:pt x="0" y="6507"/>
                      </a:cubicBezTo>
                      <a:cubicBezTo>
                        <a:pt x="0" y="6655"/>
                        <a:pt x="0" y="6766"/>
                        <a:pt x="37" y="6914"/>
                      </a:cubicBezTo>
                      <a:cubicBezTo>
                        <a:pt x="813" y="19816"/>
                        <a:pt x="4880" y="44735"/>
                        <a:pt x="4880" y="44735"/>
                      </a:cubicBezTo>
                      <a:cubicBezTo>
                        <a:pt x="4917" y="44882"/>
                        <a:pt x="5028" y="44993"/>
                        <a:pt x="5176" y="44993"/>
                      </a:cubicBezTo>
                      <a:lnTo>
                        <a:pt x="8282" y="44993"/>
                      </a:lnTo>
                      <a:cubicBezTo>
                        <a:pt x="8429" y="44993"/>
                        <a:pt x="8577" y="44882"/>
                        <a:pt x="8577" y="44735"/>
                      </a:cubicBezTo>
                      <a:cubicBezTo>
                        <a:pt x="8577" y="44735"/>
                        <a:pt x="10241" y="26286"/>
                        <a:pt x="10241" y="13236"/>
                      </a:cubicBezTo>
                      <a:cubicBezTo>
                        <a:pt x="10241" y="9908"/>
                        <a:pt x="10130" y="6914"/>
                        <a:pt x="9834" y="4695"/>
                      </a:cubicBezTo>
                      <a:cubicBezTo>
                        <a:pt x="9723" y="3549"/>
                        <a:pt x="9539" y="2625"/>
                        <a:pt x="9317" y="1923"/>
                      </a:cubicBezTo>
                      <a:cubicBezTo>
                        <a:pt x="9169" y="1553"/>
                        <a:pt x="9058" y="1257"/>
                        <a:pt x="8910" y="998"/>
                      </a:cubicBezTo>
                      <a:cubicBezTo>
                        <a:pt x="8725" y="739"/>
                        <a:pt x="8540" y="555"/>
                        <a:pt x="8318" y="444"/>
                      </a:cubicBezTo>
                      <a:cubicBezTo>
                        <a:pt x="7616" y="111"/>
                        <a:pt x="6877" y="0"/>
                        <a:pt x="62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4" name="Google Shape;2794;p51">
                  <a:extLst>
                    <a:ext uri="{FF2B5EF4-FFF2-40B4-BE49-F238E27FC236}">
                      <a16:creationId xmlns:a16="http://schemas.microsoft.com/office/drawing/2014/main" id="{06EE4809-4C8B-85FD-8832-154F6C85EC92}"/>
                    </a:ext>
                  </a:extLst>
                </p:cNvPr>
                <p:cNvSpPr/>
                <p:nvPr/>
              </p:nvSpPr>
              <p:spPr>
                <a:xfrm>
                  <a:off x="4111750" y="4889025"/>
                  <a:ext cx="198750" cy="14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50" h="5879" extrusionOk="0">
                      <a:moveTo>
                        <a:pt x="0" y="1"/>
                      </a:moveTo>
                      <a:lnTo>
                        <a:pt x="111" y="5879"/>
                      </a:lnTo>
                      <a:lnTo>
                        <a:pt x="7949" y="5879"/>
                      </a:lnTo>
                      <a:lnTo>
                        <a:pt x="4881" y="3920"/>
                      </a:lnTo>
                      <a:lnTo>
                        <a:pt x="3956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5" name="Google Shape;2795;p51">
                  <a:extLst>
                    <a:ext uri="{FF2B5EF4-FFF2-40B4-BE49-F238E27FC236}">
                      <a16:creationId xmlns:a16="http://schemas.microsoft.com/office/drawing/2014/main" id="{308127C3-CB6F-5BD5-4BCD-CAA140270CD3}"/>
                    </a:ext>
                  </a:extLst>
                </p:cNvPr>
                <p:cNvSpPr/>
                <p:nvPr/>
              </p:nvSpPr>
              <p:spPr>
                <a:xfrm>
                  <a:off x="4103425" y="4881625"/>
                  <a:ext cx="215375" cy="16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5" h="6471" extrusionOk="0">
                      <a:moveTo>
                        <a:pt x="4046" y="592"/>
                      </a:moveTo>
                      <a:lnTo>
                        <a:pt x="4918" y="4289"/>
                      </a:lnTo>
                      <a:cubicBezTo>
                        <a:pt x="4918" y="4363"/>
                        <a:pt x="4955" y="4437"/>
                        <a:pt x="5029" y="4474"/>
                      </a:cubicBezTo>
                      <a:lnTo>
                        <a:pt x="7210" y="5842"/>
                      </a:lnTo>
                      <a:lnTo>
                        <a:pt x="740" y="5842"/>
                      </a:lnTo>
                      <a:lnTo>
                        <a:pt x="629" y="592"/>
                      </a:lnTo>
                      <a:close/>
                      <a:moveTo>
                        <a:pt x="333" y="1"/>
                      </a:moveTo>
                      <a:cubicBezTo>
                        <a:pt x="222" y="1"/>
                        <a:pt x="149" y="38"/>
                        <a:pt x="112" y="75"/>
                      </a:cubicBezTo>
                      <a:cubicBezTo>
                        <a:pt x="38" y="149"/>
                        <a:pt x="1" y="223"/>
                        <a:pt x="1" y="297"/>
                      </a:cubicBezTo>
                      <a:lnTo>
                        <a:pt x="149" y="6175"/>
                      </a:lnTo>
                      <a:cubicBezTo>
                        <a:pt x="149" y="6323"/>
                        <a:pt x="296" y="6471"/>
                        <a:pt x="444" y="6471"/>
                      </a:cubicBezTo>
                      <a:lnTo>
                        <a:pt x="8282" y="6471"/>
                      </a:lnTo>
                      <a:cubicBezTo>
                        <a:pt x="8430" y="6471"/>
                        <a:pt x="8541" y="6397"/>
                        <a:pt x="8578" y="6249"/>
                      </a:cubicBezTo>
                      <a:cubicBezTo>
                        <a:pt x="8615" y="6138"/>
                        <a:pt x="8541" y="5990"/>
                        <a:pt x="8430" y="5916"/>
                      </a:cubicBezTo>
                      <a:lnTo>
                        <a:pt x="5472" y="4031"/>
                      </a:lnTo>
                      <a:lnTo>
                        <a:pt x="4585" y="223"/>
                      </a:lnTo>
                      <a:cubicBezTo>
                        <a:pt x="4548" y="75"/>
                        <a:pt x="4437" y="1"/>
                        <a:pt x="42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6" name="Google Shape;2796;p51">
                  <a:extLst>
                    <a:ext uri="{FF2B5EF4-FFF2-40B4-BE49-F238E27FC236}">
                      <a16:creationId xmlns:a16="http://schemas.microsoft.com/office/drawing/2014/main" id="{4E895D46-FC46-7C4C-3D20-ACA0C8E753F6}"/>
                    </a:ext>
                  </a:extLst>
                </p:cNvPr>
                <p:cNvSpPr/>
                <p:nvPr/>
              </p:nvSpPr>
              <p:spPr>
                <a:xfrm>
                  <a:off x="4149650" y="4973025"/>
                  <a:ext cx="84125" cy="1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5" h="560" extrusionOk="0">
                      <a:moveTo>
                        <a:pt x="1497" y="1"/>
                      </a:moveTo>
                      <a:cubicBezTo>
                        <a:pt x="998" y="1"/>
                        <a:pt x="468" y="141"/>
                        <a:pt x="0" y="560"/>
                      </a:cubicBezTo>
                      <a:lnTo>
                        <a:pt x="3365" y="560"/>
                      </a:lnTo>
                      <a:cubicBezTo>
                        <a:pt x="3365" y="560"/>
                        <a:pt x="2494" y="1"/>
                        <a:pt x="149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7" name="Google Shape;2797;p51">
                  <a:extLst>
                    <a:ext uri="{FF2B5EF4-FFF2-40B4-BE49-F238E27FC236}">
                      <a16:creationId xmlns:a16="http://schemas.microsoft.com/office/drawing/2014/main" id="{C7F39390-F380-3338-4D7E-ADECF15502B5}"/>
                    </a:ext>
                  </a:extLst>
                </p:cNvPr>
                <p:cNvSpPr/>
                <p:nvPr/>
              </p:nvSpPr>
              <p:spPr>
                <a:xfrm>
                  <a:off x="4141325" y="4964825"/>
                  <a:ext cx="100775" cy="2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1" h="1189" extrusionOk="0">
                      <a:moveTo>
                        <a:pt x="1812" y="0"/>
                      </a:moveTo>
                      <a:cubicBezTo>
                        <a:pt x="1257" y="0"/>
                        <a:pt x="666" y="185"/>
                        <a:pt x="111" y="666"/>
                      </a:cubicBezTo>
                      <a:cubicBezTo>
                        <a:pt x="0" y="777"/>
                        <a:pt x="0" y="961"/>
                        <a:pt x="111" y="1072"/>
                      </a:cubicBezTo>
                      <a:cubicBezTo>
                        <a:pt x="171" y="1152"/>
                        <a:pt x="251" y="1188"/>
                        <a:pt x="331" y="1188"/>
                      </a:cubicBezTo>
                      <a:cubicBezTo>
                        <a:pt x="399" y="1188"/>
                        <a:pt x="467" y="1161"/>
                        <a:pt x="518" y="1109"/>
                      </a:cubicBezTo>
                      <a:cubicBezTo>
                        <a:pt x="925" y="740"/>
                        <a:pt x="1368" y="629"/>
                        <a:pt x="1812" y="629"/>
                      </a:cubicBezTo>
                      <a:cubicBezTo>
                        <a:pt x="2256" y="629"/>
                        <a:pt x="2699" y="740"/>
                        <a:pt x="2995" y="888"/>
                      </a:cubicBezTo>
                      <a:cubicBezTo>
                        <a:pt x="3180" y="961"/>
                        <a:pt x="3291" y="998"/>
                        <a:pt x="3402" y="1072"/>
                      </a:cubicBezTo>
                      <a:lnTo>
                        <a:pt x="3476" y="1109"/>
                      </a:lnTo>
                      <a:lnTo>
                        <a:pt x="3513" y="1146"/>
                      </a:lnTo>
                      <a:cubicBezTo>
                        <a:pt x="3562" y="1171"/>
                        <a:pt x="3615" y="1183"/>
                        <a:pt x="3669" y="1183"/>
                      </a:cubicBezTo>
                      <a:cubicBezTo>
                        <a:pt x="3776" y="1183"/>
                        <a:pt x="3882" y="1134"/>
                        <a:pt x="3956" y="1035"/>
                      </a:cubicBezTo>
                      <a:cubicBezTo>
                        <a:pt x="4030" y="888"/>
                        <a:pt x="3993" y="703"/>
                        <a:pt x="3845" y="629"/>
                      </a:cubicBezTo>
                      <a:cubicBezTo>
                        <a:pt x="3808" y="629"/>
                        <a:pt x="2921" y="37"/>
                        <a:pt x="181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8" name="Google Shape;2798;p51">
                  <a:extLst>
                    <a:ext uri="{FF2B5EF4-FFF2-40B4-BE49-F238E27FC236}">
                      <a16:creationId xmlns:a16="http://schemas.microsoft.com/office/drawing/2014/main" id="{400421D2-7889-A88E-3DBB-B358128CE294}"/>
                    </a:ext>
                  </a:extLst>
                </p:cNvPr>
                <p:cNvSpPr/>
                <p:nvPr/>
              </p:nvSpPr>
              <p:spPr>
                <a:xfrm>
                  <a:off x="4605300" y="3247525"/>
                  <a:ext cx="720950" cy="36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38" h="14605" extrusionOk="0">
                      <a:moveTo>
                        <a:pt x="518" y="1"/>
                      </a:moveTo>
                      <a:cubicBezTo>
                        <a:pt x="223" y="1"/>
                        <a:pt x="1" y="333"/>
                        <a:pt x="149" y="592"/>
                      </a:cubicBezTo>
                      <a:lnTo>
                        <a:pt x="6175" y="14345"/>
                      </a:lnTo>
                      <a:cubicBezTo>
                        <a:pt x="6249" y="14493"/>
                        <a:pt x="6397" y="14604"/>
                        <a:pt x="6544" y="14604"/>
                      </a:cubicBezTo>
                      <a:lnTo>
                        <a:pt x="28320" y="14604"/>
                      </a:lnTo>
                      <a:cubicBezTo>
                        <a:pt x="28653" y="14604"/>
                        <a:pt x="28838" y="14271"/>
                        <a:pt x="28727" y="14013"/>
                      </a:cubicBezTo>
                      <a:lnTo>
                        <a:pt x="22701" y="259"/>
                      </a:lnTo>
                      <a:cubicBezTo>
                        <a:pt x="22627" y="112"/>
                        <a:pt x="22479" y="1"/>
                        <a:pt x="2229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9" name="Google Shape;2799;p51">
                  <a:extLst>
                    <a:ext uri="{FF2B5EF4-FFF2-40B4-BE49-F238E27FC236}">
                      <a16:creationId xmlns:a16="http://schemas.microsoft.com/office/drawing/2014/main" id="{274DF589-AD5B-AA30-BF0C-ED2EE33D153F}"/>
                    </a:ext>
                  </a:extLst>
                </p:cNvPr>
                <p:cNvSpPr/>
                <p:nvPr/>
              </p:nvSpPr>
              <p:spPr>
                <a:xfrm>
                  <a:off x="4599750" y="3240125"/>
                  <a:ext cx="732050" cy="37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82" h="15196" extrusionOk="0">
                      <a:moveTo>
                        <a:pt x="22516" y="592"/>
                      </a:moveTo>
                      <a:lnTo>
                        <a:pt x="22627" y="666"/>
                      </a:lnTo>
                      <a:lnTo>
                        <a:pt x="28653" y="14419"/>
                      </a:lnTo>
                      <a:lnTo>
                        <a:pt x="28653" y="14456"/>
                      </a:lnTo>
                      <a:lnTo>
                        <a:pt x="28653" y="14567"/>
                      </a:lnTo>
                      <a:lnTo>
                        <a:pt x="28542" y="14604"/>
                      </a:lnTo>
                      <a:lnTo>
                        <a:pt x="6766" y="14604"/>
                      </a:lnTo>
                      <a:lnTo>
                        <a:pt x="6656" y="14530"/>
                      </a:lnTo>
                      <a:lnTo>
                        <a:pt x="629" y="777"/>
                      </a:lnTo>
                      <a:lnTo>
                        <a:pt x="629" y="740"/>
                      </a:lnTo>
                      <a:lnTo>
                        <a:pt x="666" y="629"/>
                      </a:lnTo>
                      <a:lnTo>
                        <a:pt x="740" y="592"/>
                      </a:lnTo>
                      <a:close/>
                      <a:moveTo>
                        <a:pt x="740" y="1"/>
                      </a:moveTo>
                      <a:cubicBezTo>
                        <a:pt x="334" y="1"/>
                        <a:pt x="1" y="334"/>
                        <a:pt x="1" y="740"/>
                      </a:cubicBezTo>
                      <a:cubicBezTo>
                        <a:pt x="1" y="814"/>
                        <a:pt x="38" y="925"/>
                        <a:pt x="75" y="999"/>
                      </a:cubicBezTo>
                      <a:lnTo>
                        <a:pt x="6101" y="14752"/>
                      </a:lnTo>
                      <a:cubicBezTo>
                        <a:pt x="6212" y="15048"/>
                        <a:pt x="6471" y="15196"/>
                        <a:pt x="6766" y="15196"/>
                      </a:cubicBezTo>
                      <a:lnTo>
                        <a:pt x="28542" y="15196"/>
                      </a:lnTo>
                      <a:cubicBezTo>
                        <a:pt x="28986" y="15196"/>
                        <a:pt x="29282" y="14863"/>
                        <a:pt x="29282" y="14456"/>
                      </a:cubicBezTo>
                      <a:cubicBezTo>
                        <a:pt x="29282" y="14382"/>
                        <a:pt x="29282" y="14272"/>
                        <a:pt x="29245" y="14198"/>
                      </a:cubicBezTo>
                      <a:lnTo>
                        <a:pt x="23181" y="445"/>
                      </a:lnTo>
                      <a:cubicBezTo>
                        <a:pt x="23071" y="149"/>
                        <a:pt x="22812" y="1"/>
                        <a:pt x="225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0" name="Google Shape;2800;p51">
                  <a:extLst>
                    <a:ext uri="{FF2B5EF4-FFF2-40B4-BE49-F238E27FC236}">
                      <a16:creationId xmlns:a16="http://schemas.microsoft.com/office/drawing/2014/main" id="{FC9FD87C-E2A2-4DB1-E773-2D99C0FFFF9A}"/>
                    </a:ext>
                  </a:extLst>
                </p:cNvPr>
                <p:cNvSpPr/>
                <p:nvPr/>
              </p:nvSpPr>
              <p:spPr>
                <a:xfrm>
                  <a:off x="4658900" y="3274325"/>
                  <a:ext cx="614675" cy="31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87" h="12460" extrusionOk="0">
                      <a:moveTo>
                        <a:pt x="408" y="1"/>
                      </a:moveTo>
                      <a:cubicBezTo>
                        <a:pt x="149" y="1"/>
                        <a:pt x="1" y="260"/>
                        <a:pt x="75" y="518"/>
                      </a:cubicBezTo>
                      <a:lnTo>
                        <a:pt x="5251" y="12238"/>
                      </a:lnTo>
                      <a:cubicBezTo>
                        <a:pt x="5288" y="12386"/>
                        <a:pt x="5436" y="12460"/>
                        <a:pt x="5547" y="12460"/>
                      </a:cubicBezTo>
                      <a:lnTo>
                        <a:pt x="24143" y="12460"/>
                      </a:lnTo>
                      <a:cubicBezTo>
                        <a:pt x="24402" y="12460"/>
                        <a:pt x="24586" y="12201"/>
                        <a:pt x="24476" y="11942"/>
                      </a:cubicBezTo>
                      <a:lnTo>
                        <a:pt x="19337" y="223"/>
                      </a:lnTo>
                      <a:cubicBezTo>
                        <a:pt x="19263" y="75"/>
                        <a:pt x="19152" y="1"/>
                        <a:pt x="190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1" name="Google Shape;2801;p51">
                  <a:extLst>
                    <a:ext uri="{FF2B5EF4-FFF2-40B4-BE49-F238E27FC236}">
                      <a16:creationId xmlns:a16="http://schemas.microsoft.com/office/drawing/2014/main" id="{DA43E883-B226-86C0-865C-94C5B73EEDE1}"/>
                    </a:ext>
                  </a:extLst>
                </p:cNvPr>
                <p:cNvSpPr/>
                <p:nvPr/>
              </p:nvSpPr>
              <p:spPr>
                <a:xfrm>
                  <a:off x="4652450" y="3266950"/>
                  <a:ext cx="626675" cy="32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67" h="13051" extrusionOk="0">
                      <a:moveTo>
                        <a:pt x="19262" y="592"/>
                      </a:moveTo>
                      <a:lnTo>
                        <a:pt x="19299" y="629"/>
                      </a:lnTo>
                      <a:lnTo>
                        <a:pt x="24438" y="12385"/>
                      </a:lnTo>
                      <a:lnTo>
                        <a:pt x="24475" y="12385"/>
                      </a:lnTo>
                      <a:lnTo>
                        <a:pt x="24438" y="12422"/>
                      </a:lnTo>
                      <a:lnTo>
                        <a:pt x="24401" y="12459"/>
                      </a:lnTo>
                      <a:lnTo>
                        <a:pt x="5805" y="12459"/>
                      </a:lnTo>
                      <a:lnTo>
                        <a:pt x="5768" y="12422"/>
                      </a:lnTo>
                      <a:lnTo>
                        <a:pt x="629" y="666"/>
                      </a:lnTo>
                      <a:lnTo>
                        <a:pt x="666" y="592"/>
                      </a:lnTo>
                      <a:close/>
                      <a:moveTo>
                        <a:pt x="666" y="0"/>
                      </a:moveTo>
                      <a:cubicBezTo>
                        <a:pt x="296" y="0"/>
                        <a:pt x="0" y="296"/>
                        <a:pt x="0" y="666"/>
                      </a:cubicBezTo>
                      <a:cubicBezTo>
                        <a:pt x="0" y="739"/>
                        <a:pt x="37" y="850"/>
                        <a:pt x="74" y="924"/>
                      </a:cubicBezTo>
                      <a:lnTo>
                        <a:pt x="5213" y="12644"/>
                      </a:lnTo>
                      <a:cubicBezTo>
                        <a:pt x="5324" y="12903"/>
                        <a:pt x="5546" y="13051"/>
                        <a:pt x="5805" y="13051"/>
                      </a:cubicBezTo>
                      <a:lnTo>
                        <a:pt x="24401" y="13051"/>
                      </a:lnTo>
                      <a:cubicBezTo>
                        <a:pt x="24807" y="13051"/>
                        <a:pt x="25066" y="12755"/>
                        <a:pt x="25066" y="12385"/>
                      </a:cubicBezTo>
                      <a:cubicBezTo>
                        <a:pt x="25066" y="12311"/>
                        <a:pt x="25066" y="12200"/>
                        <a:pt x="25029" y="12126"/>
                      </a:cubicBezTo>
                      <a:lnTo>
                        <a:pt x="19890" y="407"/>
                      </a:lnTo>
                      <a:cubicBezTo>
                        <a:pt x="19779" y="148"/>
                        <a:pt x="19521" y="0"/>
                        <a:pt x="1926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2" name="Google Shape;2802;p51">
                  <a:extLst>
                    <a:ext uri="{FF2B5EF4-FFF2-40B4-BE49-F238E27FC236}">
                      <a16:creationId xmlns:a16="http://schemas.microsoft.com/office/drawing/2014/main" id="{36DF54C9-69C1-96C7-343C-671A81D2DC9C}"/>
                    </a:ext>
                  </a:extLst>
                </p:cNvPr>
                <p:cNvSpPr/>
                <p:nvPr/>
              </p:nvSpPr>
              <p:spPr>
                <a:xfrm>
                  <a:off x="4761500" y="3589500"/>
                  <a:ext cx="818000" cy="2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20" h="1073" extrusionOk="0">
                      <a:moveTo>
                        <a:pt x="1" y="1"/>
                      </a:moveTo>
                      <a:lnTo>
                        <a:pt x="1" y="1073"/>
                      </a:lnTo>
                      <a:lnTo>
                        <a:pt x="32720" y="1073"/>
                      </a:lnTo>
                      <a:lnTo>
                        <a:pt x="3272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3" name="Google Shape;2803;p51">
                  <a:extLst>
                    <a:ext uri="{FF2B5EF4-FFF2-40B4-BE49-F238E27FC236}">
                      <a16:creationId xmlns:a16="http://schemas.microsoft.com/office/drawing/2014/main" id="{95C80413-277C-4CD8-DB62-0CDE029B931D}"/>
                    </a:ext>
                  </a:extLst>
                </p:cNvPr>
                <p:cNvSpPr/>
                <p:nvPr/>
              </p:nvSpPr>
              <p:spPr>
                <a:xfrm>
                  <a:off x="4754100" y="3582125"/>
                  <a:ext cx="832800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12" h="1701" extrusionOk="0">
                      <a:moveTo>
                        <a:pt x="32720" y="629"/>
                      </a:moveTo>
                      <a:lnTo>
                        <a:pt x="32720" y="1072"/>
                      </a:lnTo>
                      <a:lnTo>
                        <a:pt x="592" y="1072"/>
                      </a:lnTo>
                      <a:lnTo>
                        <a:pt x="592" y="629"/>
                      </a:lnTo>
                      <a:close/>
                      <a:moveTo>
                        <a:pt x="297" y="0"/>
                      </a:moveTo>
                      <a:cubicBezTo>
                        <a:pt x="223" y="0"/>
                        <a:pt x="149" y="37"/>
                        <a:pt x="75" y="74"/>
                      </a:cubicBezTo>
                      <a:cubicBezTo>
                        <a:pt x="38" y="148"/>
                        <a:pt x="1" y="222"/>
                        <a:pt x="1" y="296"/>
                      </a:cubicBezTo>
                      <a:lnTo>
                        <a:pt x="1" y="1368"/>
                      </a:lnTo>
                      <a:cubicBezTo>
                        <a:pt x="1" y="1442"/>
                        <a:pt x="38" y="1553"/>
                        <a:pt x="75" y="1590"/>
                      </a:cubicBezTo>
                      <a:cubicBezTo>
                        <a:pt x="149" y="1664"/>
                        <a:pt x="223" y="1701"/>
                        <a:pt x="297" y="1701"/>
                      </a:cubicBezTo>
                      <a:lnTo>
                        <a:pt x="33016" y="1701"/>
                      </a:lnTo>
                      <a:cubicBezTo>
                        <a:pt x="33090" y="1701"/>
                        <a:pt x="33164" y="1664"/>
                        <a:pt x="33238" y="1590"/>
                      </a:cubicBezTo>
                      <a:cubicBezTo>
                        <a:pt x="33311" y="1553"/>
                        <a:pt x="33311" y="1442"/>
                        <a:pt x="33311" y="1368"/>
                      </a:cubicBezTo>
                      <a:lnTo>
                        <a:pt x="33311" y="296"/>
                      </a:lnTo>
                      <a:cubicBezTo>
                        <a:pt x="33311" y="222"/>
                        <a:pt x="33311" y="148"/>
                        <a:pt x="33238" y="74"/>
                      </a:cubicBezTo>
                      <a:cubicBezTo>
                        <a:pt x="33164" y="37"/>
                        <a:pt x="33090" y="0"/>
                        <a:pt x="330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4" name="Google Shape;2804;p51">
                  <a:extLst>
                    <a:ext uri="{FF2B5EF4-FFF2-40B4-BE49-F238E27FC236}">
                      <a16:creationId xmlns:a16="http://schemas.microsoft.com/office/drawing/2014/main" id="{ABD00821-CA4D-E80B-94F4-8D5127764C72}"/>
                    </a:ext>
                  </a:extLst>
                </p:cNvPr>
                <p:cNvSpPr/>
                <p:nvPr/>
              </p:nvSpPr>
              <p:spPr>
                <a:xfrm>
                  <a:off x="4761500" y="3589500"/>
                  <a:ext cx="396550" cy="2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2" h="1073" extrusionOk="0">
                      <a:moveTo>
                        <a:pt x="1" y="1"/>
                      </a:moveTo>
                      <a:lnTo>
                        <a:pt x="1" y="1073"/>
                      </a:lnTo>
                      <a:lnTo>
                        <a:pt x="15861" y="1073"/>
                      </a:lnTo>
                      <a:lnTo>
                        <a:pt x="1586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5" name="Google Shape;2805;p51">
                  <a:extLst>
                    <a:ext uri="{FF2B5EF4-FFF2-40B4-BE49-F238E27FC236}">
                      <a16:creationId xmlns:a16="http://schemas.microsoft.com/office/drawing/2014/main" id="{4D7060D3-6B17-564A-4331-4603DCA1F00B}"/>
                    </a:ext>
                  </a:extLst>
                </p:cNvPr>
                <p:cNvSpPr/>
                <p:nvPr/>
              </p:nvSpPr>
              <p:spPr>
                <a:xfrm>
                  <a:off x="4754100" y="3582125"/>
                  <a:ext cx="411325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3" h="1701" extrusionOk="0">
                      <a:moveTo>
                        <a:pt x="15861" y="629"/>
                      </a:moveTo>
                      <a:lnTo>
                        <a:pt x="15861" y="1072"/>
                      </a:lnTo>
                      <a:lnTo>
                        <a:pt x="592" y="1072"/>
                      </a:lnTo>
                      <a:lnTo>
                        <a:pt x="592" y="629"/>
                      </a:lnTo>
                      <a:close/>
                      <a:moveTo>
                        <a:pt x="297" y="0"/>
                      </a:moveTo>
                      <a:cubicBezTo>
                        <a:pt x="223" y="0"/>
                        <a:pt x="149" y="37"/>
                        <a:pt x="75" y="74"/>
                      </a:cubicBezTo>
                      <a:cubicBezTo>
                        <a:pt x="38" y="148"/>
                        <a:pt x="1" y="222"/>
                        <a:pt x="1" y="296"/>
                      </a:cubicBezTo>
                      <a:lnTo>
                        <a:pt x="1" y="1368"/>
                      </a:lnTo>
                      <a:cubicBezTo>
                        <a:pt x="1" y="1442"/>
                        <a:pt x="38" y="1553"/>
                        <a:pt x="75" y="1590"/>
                      </a:cubicBezTo>
                      <a:cubicBezTo>
                        <a:pt x="149" y="1664"/>
                        <a:pt x="223" y="1701"/>
                        <a:pt x="297" y="1701"/>
                      </a:cubicBezTo>
                      <a:lnTo>
                        <a:pt x="16157" y="1701"/>
                      </a:lnTo>
                      <a:cubicBezTo>
                        <a:pt x="16231" y="1701"/>
                        <a:pt x="16305" y="1664"/>
                        <a:pt x="16379" y="1590"/>
                      </a:cubicBezTo>
                      <a:cubicBezTo>
                        <a:pt x="16453" y="1553"/>
                        <a:pt x="16453" y="1442"/>
                        <a:pt x="16453" y="1368"/>
                      </a:cubicBezTo>
                      <a:lnTo>
                        <a:pt x="16453" y="296"/>
                      </a:lnTo>
                      <a:cubicBezTo>
                        <a:pt x="16453" y="222"/>
                        <a:pt x="16453" y="148"/>
                        <a:pt x="16379" y="74"/>
                      </a:cubicBezTo>
                      <a:cubicBezTo>
                        <a:pt x="16305" y="37"/>
                        <a:pt x="16231" y="0"/>
                        <a:pt x="161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6" name="Google Shape;2806;p51">
                  <a:extLst>
                    <a:ext uri="{FF2B5EF4-FFF2-40B4-BE49-F238E27FC236}">
                      <a16:creationId xmlns:a16="http://schemas.microsoft.com/office/drawing/2014/main" id="{6660164F-7499-DF9B-75B5-84CF3DC4D55F}"/>
                    </a:ext>
                  </a:extLst>
                </p:cNvPr>
                <p:cNvSpPr/>
                <p:nvPr/>
              </p:nvSpPr>
              <p:spPr>
                <a:xfrm>
                  <a:off x="4818800" y="2599625"/>
                  <a:ext cx="476025" cy="47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41" h="19041" extrusionOk="0">
                      <a:moveTo>
                        <a:pt x="9539" y="0"/>
                      </a:moveTo>
                      <a:cubicBezTo>
                        <a:pt x="4253" y="0"/>
                        <a:pt x="1" y="4252"/>
                        <a:pt x="1" y="9502"/>
                      </a:cubicBezTo>
                      <a:cubicBezTo>
                        <a:pt x="1" y="14788"/>
                        <a:pt x="4253" y="19040"/>
                        <a:pt x="9539" y="19040"/>
                      </a:cubicBezTo>
                      <a:cubicBezTo>
                        <a:pt x="14789" y="19040"/>
                        <a:pt x="19041" y="14788"/>
                        <a:pt x="19041" y="9502"/>
                      </a:cubicBezTo>
                      <a:cubicBezTo>
                        <a:pt x="19041" y="4252"/>
                        <a:pt x="14789" y="0"/>
                        <a:pt x="953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7" name="Google Shape;2807;p51">
                  <a:extLst>
                    <a:ext uri="{FF2B5EF4-FFF2-40B4-BE49-F238E27FC236}">
                      <a16:creationId xmlns:a16="http://schemas.microsoft.com/office/drawing/2014/main" id="{C55EFBB3-AF84-D92B-A1B1-681B48C7083A}"/>
                    </a:ext>
                  </a:extLst>
                </p:cNvPr>
                <p:cNvSpPr/>
                <p:nvPr/>
              </p:nvSpPr>
              <p:spPr>
                <a:xfrm>
                  <a:off x="4811425" y="2592225"/>
                  <a:ext cx="490800" cy="49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32" h="19632" extrusionOk="0">
                      <a:moveTo>
                        <a:pt x="9834" y="592"/>
                      </a:moveTo>
                      <a:cubicBezTo>
                        <a:pt x="12348" y="592"/>
                        <a:pt x="14677" y="1627"/>
                        <a:pt x="16341" y="3291"/>
                      </a:cubicBezTo>
                      <a:cubicBezTo>
                        <a:pt x="18005" y="4954"/>
                        <a:pt x="19040" y="7284"/>
                        <a:pt x="19040" y="9798"/>
                      </a:cubicBezTo>
                      <a:cubicBezTo>
                        <a:pt x="19040" y="12349"/>
                        <a:pt x="18005" y="14641"/>
                        <a:pt x="16341" y="16304"/>
                      </a:cubicBezTo>
                      <a:cubicBezTo>
                        <a:pt x="14677" y="18005"/>
                        <a:pt x="12348" y="19003"/>
                        <a:pt x="9834" y="19003"/>
                      </a:cubicBezTo>
                      <a:cubicBezTo>
                        <a:pt x="7283" y="19003"/>
                        <a:pt x="4991" y="18005"/>
                        <a:pt x="3291" y="16304"/>
                      </a:cubicBezTo>
                      <a:cubicBezTo>
                        <a:pt x="1627" y="14641"/>
                        <a:pt x="629" y="12349"/>
                        <a:pt x="629" y="9798"/>
                      </a:cubicBezTo>
                      <a:cubicBezTo>
                        <a:pt x="629" y="7284"/>
                        <a:pt x="1627" y="4954"/>
                        <a:pt x="3291" y="3291"/>
                      </a:cubicBezTo>
                      <a:cubicBezTo>
                        <a:pt x="4991" y="1627"/>
                        <a:pt x="7283" y="592"/>
                        <a:pt x="9834" y="592"/>
                      </a:cubicBezTo>
                      <a:close/>
                      <a:moveTo>
                        <a:pt x="9834" y="0"/>
                      </a:moveTo>
                      <a:cubicBezTo>
                        <a:pt x="4400" y="0"/>
                        <a:pt x="0" y="4400"/>
                        <a:pt x="0" y="9798"/>
                      </a:cubicBezTo>
                      <a:cubicBezTo>
                        <a:pt x="0" y="15232"/>
                        <a:pt x="4400" y="19632"/>
                        <a:pt x="9834" y="19632"/>
                      </a:cubicBezTo>
                      <a:cubicBezTo>
                        <a:pt x="15232" y="19632"/>
                        <a:pt x="19632" y="15232"/>
                        <a:pt x="19632" y="9798"/>
                      </a:cubicBezTo>
                      <a:cubicBezTo>
                        <a:pt x="19632" y="4400"/>
                        <a:pt x="15232" y="0"/>
                        <a:pt x="98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8" name="Google Shape;2808;p51">
                  <a:extLst>
                    <a:ext uri="{FF2B5EF4-FFF2-40B4-BE49-F238E27FC236}">
                      <a16:creationId xmlns:a16="http://schemas.microsoft.com/office/drawing/2014/main" id="{4419E40A-C43F-E1E2-9A99-554333EE77BA}"/>
                    </a:ext>
                  </a:extLst>
                </p:cNvPr>
                <p:cNvSpPr/>
                <p:nvPr/>
              </p:nvSpPr>
              <p:spPr>
                <a:xfrm>
                  <a:off x="5000900" y="3058050"/>
                  <a:ext cx="93375" cy="30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5" h="12275" extrusionOk="0">
                      <a:moveTo>
                        <a:pt x="3734" y="1"/>
                      </a:moveTo>
                      <a:lnTo>
                        <a:pt x="0" y="481"/>
                      </a:lnTo>
                      <a:lnTo>
                        <a:pt x="1738" y="12275"/>
                      </a:lnTo>
                      <a:lnTo>
                        <a:pt x="37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9" name="Google Shape;2809;p51">
                  <a:extLst>
                    <a:ext uri="{FF2B5EF4-FFF2-40B4-BE49-F238E27FC236}">
                      <a16:creationId xmlns:a16="http://schemas.microsoft.com/office/drawing/2014/main" id="{0722CD39-17D5-9B27-5D7E-B842A8248C5D}"/>
                    </a:ext>
                  </a:extLst>
                </p:cNvPr>
                <p:cNvSpPr/>
                <p:nvPr/>
              </p:nvSpPr>
              <p:spPr>
                <a:xfrm>
                  <a:off x="4992575" y="3050475"/>
                  <a:ext cx="110000" cy="32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0" h="12874" extrusionOk="0">
                      <a:moveTo>
                        <a:pt x="4071" y="1"/>
                      </a:moveTo>
                      <a:cubicBezTo>
                        <a:pt x="3920" y="1"/>
                        <a:pt x="3804" y="106"/>
                        <a:pt x="3771" y="267"/>
                      </a:cubicBezTo>
                      <a:lnTo>
                        <a:pt x="2108" y="10582"/>
                      </a:lnTo>
                      <a:lnTo>
                        <a:pt x="629" y="747"/>
                      </a:lnTo>
                      <a:cubicBezTo>
                        <a:pt x="592" y="599"/>
                        <a:pt x="444" y="489"/>
                        <a:pt x="296" y="489"/>
                      </a:cubicBezTo>
                      <a:cubicBezTo>
                        <a:pt x="111" y="525"/>
                        <a:pt x="0" y="673"/>
                        <a:pt x="37" y="858"/>
                      </a:cubicBezTo>
                      <a:lnTo>
                        <a:pt x="1775" y="12615"/>
                      </a:lnTo>
                      <a:cubicBezTo>
                        <a:pt x="1812" y="12763"/>
                        <a:pt x="1923" y="12874"/>
                        <a:pt x="2071" y="12874"/>
                      </a:cubicBezTo>
                      <a:cubicBezTo>
                        <a:pt x="2219" y="12874"/>
                        <a:pt x="2366" y="12763"/>
                        <a:pt x="2366" y="12615"/>
                      </a:cubicBezTo>
                      <a:lnTo>
                        <a:pt x="4400" y="341"/>
                      </a:lnTo>
                      <a:cubicBezTo>
                        <a:pt x="4400" y="193"/>
                        <a:pt x="4289" y="8"/>
                        <a:pt x="4141" y="8"/>
                      </a:cubicBezTo>
                      <a:cubicBezTo>
                        <a:pt x="4117" y="3"/>
                        <a:pt x="4094" y="1"/>
                        <a:pt x="407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0" name="Google Shape;2810;p51">
                  <a:extLst>
                    <a:ext uri="{FF2B5EF4-FFF2-40B4-BE49-F238E27FC236}">
                      <a16:creationId xmlns:a16="http://schemas.microsoft.com/office/drawing/2014/main" id="{1D8CE3D3-7492-058C-9A00-DBC357AE943C}"/>
                    </a:ext>
                  </a:extLst>
                </p:cNvPr>
                <p:cNvSpPr/>
                <p:nvPr/>
              </p:nvSpPr>
              <p:spPr>
                <a:xfrm>
                  <a:off x="3524850" y="3248450"/>
                  <a:ext cx="631275" cy="37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51" h="14974" extrusionOk="0">
                      <a:moveTo>
                        <a:pt x="1553" y="1"/>
                      </a:moveTo>
                      <a:cubicBezTo>
                        <a:pt x="703" y="1"/>
                        <a:pt x="0" y="666"/>
                        <a:pt x="0" y="1516"/>
                      </a:cubicBezTo>
                      <a:lnTo>
                        <a:pt x="0" y="14974"/>
                      </a:lnTo>
                      <a:lnTo>
                        <a:pt x="25251" y="14974"/>
                      </a:lnTo>
                      <a:lnTo>
                        <a:pt x="25251" y="1516"/>
                      </a:lnTo>
                      <a:cubicBezTo>
                        <a:pt x="25251" y="666"/>
                        <a:pt x="24586" y="1"/>
                        <a:pt x="237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1" name="Google Shape;2811;p51">
                  <a:extLst>
                    <a:ext uri="{FF2B5EF4-FFF2-40B4-BE49-F238E27FC236}">
                      <a16:creationId xmlns:a16="http://schemas.microsoft.com/office/drawing/2014/main" id="{46ABBDD1-3CA8-8774-3553-3B18B421AEA4}"/>
                    </a:ext>
                  </a:extLst>
                </p:cNvPr>
                <p:cNvSpPr/>
                <p:nvPr/>
              </p:nvSpPr>
              <p:spPr>
                <a:xfrm>
                  <a:off x="3517450" y="3240125"/>
                  <a:ext cx="647000" cy="39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80" h="15640" extrusionOk="0">
                      <a:moveTo>
                        <a:pt x="24031" y="629"/>
                      </a:moveTo>
                      <a:cubicBezTo>
                        <a:pt x="24697" y="629"/>
                        <a:pt x="25251" y="1184"/>
                        <a:pt x="25251" y="1849"/>
                      </a:cubicBezTo>
                      <a:lnTo>
                        <a:pt x="25251" y="15011"/>
                      </a:lnTo>
                      <a:lnTo>
                        <a:pt x="592" y="15011"/>
                      </a:lnTo>
                      <a:lnTo>
                        <a:pt x="592" y="1849"/>
                      </a:lnTo>
                      <a:cubicBezTo>
                        <a:pt x="629" y="1184"/>
                        <a:pt x="1146" y="629"/>
                        <a:pt x="1849" y="629"/>
                      </a:cubicBezTo>
                      <a:close/>
                      <a:moveTo>
                        <a:pt x="1849" y="1"/>
                      </a:moveTo>
                      <a:cubicBezTo>
                        <a:pt x="814" y="1"/>
                        <a:pt x="0" y="851"/>
                        <a:pt x="0" y="1849"/>
                      </a:cubicBezTo>
                      <a:lnTo>
                        <a:pt x="0" y="15307"/>
                      </a:lnTo>
                      <a:cubicBezTo>
                        <a:pt x="0" y="15418"/>
                        <a:pt x="37" y="15492"/>
                        <a:pt x="74" y="15529"/>
                      </a:cubicBezTo>
                      <a:cubicBezTo>
                        <a:pt x="148" y="15603"/>
                        <a:pt x="222" y="15639"/>
                        <a:pt x="296" y="15639"/>
                      </a:cubicBezTo>
                      <a:lnTo>
                        <a:pt x="25547" y="15639"/>
                      </a:lnTo>
                      <a:cubicBezTo>
                        <a:pt x="25658" y="15639"/>
                        <a:pt x="25732" y="15603"/>
                        <a:pt x="25769" y="15529"/>
                      </a:cubicBezTo>
                      <a:cubicBezTo>
                        <a:pt x="25843" y="15492"/>
                        <a:pt x="25880" y="15418"/>
                        <a:pt x="25880" y="15307"/>
                      </a:cubicBezTo>
                      <a:lnTo>
                        <a:pt x="25880" y="1849"/>
                      </a:lnTo>
                      <a:cubicBezTo>
                        <a:pt x="25880" y="851"/>
                        <a:pt x="25029" y="1"/>
                        <a:pt x="240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2" name="Google Shape;2812;p51">
                  <a:extLst>
                    <a:ext uri="{FF2B5EF4-FFF2-40B4-BE49-F238E27FC236}">
                      <a16:creationId xmlns:a16="http://schemas.microsoft.com/office/drawing/2014/main" id="{A21F9EE2-CEF2-B177-22EA-FDAE243EEDD2}"/>
                    </a:ext>
                  </a:extLst>
                </p:cNvPr>
                <p:cNvSpPr/>
                <p:nvPr/>
              </p:nvSpPr>
              <p:spPr>
                <a:xfrm>
                  <a:off x="4051675" y="2338050"/>
                  <a:ext cx="475100" cy="47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04" h="19004" extrusionOk="0">
                      <a:moveTo>
                        <a:pt x="9502" y="0"/>
                      </a:moveTo>
                      <a:cubicBezTo>
                        <a:pt x="4252" y="0"/>
                        <a:pt x="0" y="4252"/>
                        <a:pt x="0" y="9502"/>
                      </a:cubicBezTo>
                      <a:cubicBezTo>
                        <a:pt x="0" y="14752"/>
                        <a:pt x="4252" y="19003"/>
                        <a:pt x="9502" y="19003"/>
                      </a:cubicBezTo>
                      <a:cubicBezTo>
                        <a:pt x="14752" y="19003"/>
                        <a:pt x="19003" y="14752"/>
                        <a:pt x="19003" y="9502"/>
                      </a:cubicBezTo>
                      <a:cubicBezTo>
                        <a:pt x="19003" y="4252"/>
                        <a:pt x="14752" y="0"/>
                        <a:pt x="950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3" name="Google Shape;2813;p51">
                  <a:extLst>
                    <a:ext uri="{FF2B5EF4-FFF2-40B4-BE49-F238E27FC236}">
                      <a16:creationId xmlns:a16="http://schemas.microsoft.com/office/drawing/2014/main" id="{8BA421D0-A4E9-7AD6-BC1A-0F93FD07E5C0}"/>
                    </a:ext>
                  </a:extLst>
                </p:cNvPr>
                <p:cNvSpPr/>
                <p:nvPr/>
              </p:nvSpPr>
              <p:spPr>
                <a:xfrm>
                  <a:off x="4043350" y="2329725"/>
                  <a:ext cx="491725" cy="49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69" h="19670" extrusionOk="0">
                      <a:moveTo>
                        <a:pt x="9835" y="629"/>
                      </a:moveTo>
                      <a:cubicBezTo>
                        <a:pt x="12386" y="629"/>
                        <a:pt x="14678" y="1664"/>
                        <a:pt x="16342" y="3328"/>
                      </a:cubicBezTo>
                      <a:cubicBezTo>
                        <a:pt x="18005" y="4992"/>
                        <a:pt x="19040" y="7284"/>
                        <a:pt x="19040" y="9835"/>
                      </a:cubicBezTo>
                      <a:cubicBezTo>
                        <a:pt x="19040" y="12386"/>
                        <a:pt x="18005" y="14678"/>
                        <a:pt x="16342" y="16342"/>
                      </a:cubicBezTo>
                      <a:cubicBezTo>
                        <a:pt x="14678" y="18005"/>
                        <a:pt x="12386" y="19041"/>
                        <a:pt x="9835" y="19041"/>
                      </a:cubicBezTo>
                      <a:cubicBezTo>
                        <a:pt x="7284" y="19041"/>
                        <a:pt x="4992" y="18005"/>
                        <a:pt x="3328" y="16342"/>
                      </a:cubicBezTo>
                      <a:cubicBezTo>
                        <a:pt x="1664" y="14678"/>
                        <a:pt x="629" y="12386"/>
                        <a:pt x="629" y="9835"/>
                      </a:cubicBezTo>
                      <a:cubicBezTo>
                        <a:pt x="629" y="7284"/>
                        <a:pt x="1664" y="4992"/>
                        <a:pt x="3328" y="3328"/>
                      </a:cubicBezTo>
                      <a:cubicBezTo>
                        <a:pt x="4992" y="1664"/>
                        <a:pt x="7284" y="629"/>
                        <a:pt x="9835" y="629"/>
                      </a:cubicBezTo>
                      <a:close/>
                      <a:moveTo>
                        <a:pt x="9835" y="1"/>
                      </a:moveTo>
                      <a:cubicBezTo>
                        <a:pt x="4400" y="1"/>
                        <a:pt x="1" y="4400"/>
                        <a:pt x="1" y="9835"/>
                      </a:cubicBezTo>
                      <a:cubicBezTo>
                        <a:pt x="1" y="15270"/>
                        <a:pt x="4400" y="19669"/>
                        <a:pt x="9835" y="19669"/>
                      </a:cubicBezTo>
                      <a:cubicBezTo>
                        <a:pt x="15269" y="19669"/>
                        <a:pt x="19669" y="15270"/>
                        <a:pt x="19669" y="9835"/>
                      </a:cubicBezTo>
                      <a:cubicBezTo>
                        <a:pt x="19669" y="4400"/>
                        <a:pt x="15269" y="1"/>
                        <a:pt x="98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4" name="Google Shape;2814;p51">
                  <a:extLst>
                    <a:ext uri="{FF2B5EF4-FFF2-40B4-BE49-F238E27FC236}">
                      <a16:creationId xmlns:a16="http://schemas.microsoft.com/office/drawing/2014/main" id="{056AA1D0-772F-D881-6173-2D1FA159B8B6}"/>
                    </a:ext>
                  </a:extLst>
                </p:cNvPr>
                <p:cNvSpPr/>
                <p:nvPr/>
              </p:nvSpPr>
              <p:spPr>
                <a:xfrm>
                  <a:off x="4112675" y="2789100"/>
                  <a:ext cx="193200" cy="36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8" h="14752" extrusionOk="0">
                      <a:moveTo>
                        <a:pt x="7727" y="0"/>
                      </a:moveTo>
                      <a:lnTo>
                        <a:pt x="4511" y="481"/>
                      </a:lnTo>
                      <a:lnTo>
                        <a:pt x="0" y="14751"/>
                      </a:lnTo>
                      <a:lnTo>
                        <a:pt x="772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5" name="Google Shape;2815;p51">
                  <a:extLst>
                    <a:ext uri="{FF2B5EF4-FFF2-40B4-BE49-F238E27FC236}">
                      <a16:creationId xmlns:a16="http://schemas.microsoft.com/office/drawing/2014/main" id="{C737B7FA-688B-DFDA-509C-4571C9B77A66}"/>
                    </a:ext>
                  </a:extLst>
                </p:cNvPr>
                <p:cNvSpPr/>
                <p:nvPr/>
              </p:nvSpPr>
              <p:spPr>
                <a:xfrm>
                  <a:off x="4103425" y="2780975"/>
                  <a:ext cx="211675" cy="38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7" h="15402" extrusionOk="0">
                      <a:moveTo>
                        <a:pt x="8121" y="0"/>
                      </a:moveTo>
                      <a:cubicBezTo>
                        <a:pt x="8006" y="0"/>
                        <a:pt x="7893" y="69"/>
                        <a:pt x="7838" y="177"/>
                      </a:cubicBezTo>
                      <a:lnTo>
                        <a:pt x="1701" y="11897"/>
                      </a:lnTo>
                      <a:lnTo>
                        <a:pt x="5140" y="917"/>
                      </a:lnTo>
                      <a:cubicBezTo>
                        <a:pt x="5214" y="769"/>
                        <a:pt x="5103" y="584"/>
                        <a:pt x="4955" y="510"/>
                      </a:cubicBezTo>
                      <a:cubicBezTo>
                        <a:pt x="4935" y="505"/>
                        <a:pt x="4915" y="503"/>
                        <a:pt x="4895" y="503"/>
                      </a:cubicBezTo>
                      <a:cubicBezTo>
                        <a:pt x="4761" y="503"/>
                        <a:pt x="4617" y="603"/>
                        <a:pt x="4585" y="732"/>
                      </a:cubicBezTo>
                      <a:lnTo>
                        <a:pt x="75" y="15003"/>
                      </a:lnTo>
                      <a:cubicBezTo>
                        <a:pt x="1" y="15150"/>
                        <a:pt x="75" y="15298"/>
                        <a:pt x="222" y="15372"/>
                      </a:cubicBezTo>
                      <a:cubicBezTo>
                        <a:pt x="262" y="15392"/>
                        <a:pt x="304" y="15401"/>
                        <a:pt x="346" y="15401"/>
                      </a:cubicBezTo>
                      <a:cubicBezTo>
                        <a:pt x="461" y="15401"/>
                        <a:pt x="575" y="15333"/>
                        <a:pt x="629" y="15224"/>
                      </a:cubicBezTo>
                      <a:lnTo>
                        <a:pt x="8393" y="473"/>
                      </a:lnTo>
                      <a:cubicBezTo>
                        <a:pt x="8467" y="325"/>
                        <a:pt x="8393" y="140"/>
                        <a:pt x="8245" y="29"/>
                      </a:cubicBezTo>
                      <a:cubicBezTo>
                        <a:pt x="8205" y="10"/>
                        <a:pt x="8163" y="0"/>
                        <a:pt x="81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6" name="Google Shape;2816;p51">
                  <a:extLst>
                    <a:ext uri="{FF2B5EF4-FFF2-40B4-BE49-F238E27FC236}">
                      <a16:creationId xmlns:a16="http://schemas.microsoft.com/office/drawing/2014/main" id="{D0247849-69C3-921D-B136-4676C07107AB}"/>
                    </a:ext>
                  </a:extLst>
                </p:cNvPr>
                <p:cNvSpPr/>
                <p:nvPr/>
              </p:nvSpPr>
              <p:spPr>
                <a:xfrm>
                  <a:off x="2612600" y="3247525"/>
                  <a:ext cx="720950" cy="36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38" h="14605" extrusionOk="0">
                      <a:moveTo>
                        <a:pt x="6544" y="1"/>
                      </a:moveTo>
                      <a:cubicBezTo>
                        <a:pt x="6359" y="1"/>
                        <a:pt x="6211" y="112"/>
                        <a:pt x="6137" y="259"/>
                      </a:cubicBezTo>
                      <a:lnTo>
                        <a:pt x="111" y="14013"/>
                      </a:lnTo>
                      <a:cubicBezTo>
                        <a:pt x="0" y="14271"/>
                        <a:pt x="222" y="14604"/>
                        <a:pt x="518" y="14604"/>
                      </a:cubicBezTo>
                      <a:lnTo>
                        <a:pt x="22293" y="14604"/>
                      </a:lnTo>
                      <a:cubicBezTo>
                        <a:pt x="22478" y="14604"/>
                        <a:pt x="22626" y="14493"/>
                        <a:pt x="22663" y="14345"/>
                      </a:cubicBezTo>
                      <a:lnTo>
                        <a:pt x="28726" y="592"/>
                      </a:lnTo>
                      <a:cubicBezTo>
                        <a:pt x="28837" y="333"/>
                        <a:pt x="28615" y="1"/>
                        <a:pt x="283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7" name="Google Shape;2817;p51">
                  <a:extLst>
                    <a:ext uri="{FF2B5EF4-FFF2-40B4-BE49-F238E27FC236}">
                      <a16:creationId xmlns:a16="http://schemas.microsoft.com/office/drawing/2014/main" id="{85627CB9-D6C3-8904-CFF3-0DE4768C323F}"/>
                    </a:ext>
                  </a:extLst>
                </p:cNvPr>
                <p:cNvSpPr/>
                <p:nvPr/>
              </p:nvSpPr>
              <p:spPr>
                <a:xfrm>
                  <a:off x="2607050" y="3240125"/>
                  <a:ext cx="732025" cy="37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81" h="15196" extrusionOk="0">
                      <a:moveTo>
                        <a:pt x="28542" y="592"/>
                      </a:moveTo>
                      <a:lnTo>
                        <a:pt x="28616" y="629"/>
                      </a:lnTo>
                      <a:lnTo>
                        <a:pt x="28652" y="740"/>
                      </a:lnTo>
                      <a:lnTo>
                        <a:pt x="28652" y="777"/>
                      </a:lnTo>
                      <a:lnTo>
                        <a:pt x="22626" y="14530"/>
                      </a:lnTo>
                      <a:lnTo>
                        <a:pt x="22515" y="14604"/>
                      </a:lnTo>
                      <a:lnTo>
                        <a:pt x="740" y="14604"/>
                      </a:lnTo>
                      <a:lnTo>
                        <a:pt x="666" y="14567"/>
                      </a:lnTo>
                      <a:lnTo>
                        <a:pt x="629" y="14456"/>
                      </a:lnTo>
                      <a:lnTo>
                        <a:pt x="629" y="14419"/>
                      </a:lnTo>
                      <a:lnTo>
                        <a:pt x="6655" y="666"/>
                      </a:lnTo>
                      <a:lnTo>
                        <a:pt x="6766" y="592"/>
                      </a:lnTo>
                      <a:close/>
                      <a:moveTo>
                        <a:pt x="6766" y="1"/>
                      </a:moveTo>
                      <a:cubicBezTo>
                        <a:pt x="6470" y="1"/>
                        <a:pt x="6211" y="149"/>
                        <a:pt x="6100" y="445"/>
                      </a:cubicBezTo>
                      <a:lnTo>
                        <a:pt x="74" y="14198"/>
                      </a:lnTo>
                      <a:lnTo>
                        <a:pt x="74" y="14161"/>
                      </a:lnTo>
                      <a:cubicBezTo>
                        <a:pt x="37" y="14272"/>
                        <a:pt x="0" y="14382"/>
                        <a:pt x="0" y="14456"/>
                      </a:cubicBezTo>
                      <a:cubicBezTo>
                        <a:pt x="0" y="14863"/>
                        <a:pt x="296" y="15196"/>
                        <a:pt x="740" y="15196"/>
                      </a:cubicBezTo>
                      <a:lnTo>
                        <a:pt x="22515" y="15196"/>
                      </a:lnTo>
                      <a:cubicBezTo>
                        <a:pt x="22811" y="15196"/>
                        <a:pt x="23070" y="15048"/>
                        <a:pt x="23181" y="14752"/>
                      </a:cubicBezTo>
                      <a:lnTo>
                        <a:pt x="29207" y="999"/>
                      </a:lnTo>
                      <a:cubicBezTo>
                        <a:pt x="29244" y="925"/>
                        <a:pt x="29281" y="814"/>
                        <a:pt x="29281" y="740"/>
                      </a:cubicBezTo>
                      <a:cubicBezTo>
                        <a:pt x="29281" y="334"/>
                        <a:pt x="28948" y="1"/>
                        <a:pt x="285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8" name="Google Shape;2818;p51">
                  <a:extLst>
                    <a:ext uri="{FF2B5EF4-FFF2-40B4-BE49-F238E27FC236}">
                      <a16:creationId xmlns:a16="http://schemas.microsoft.com/office/drawing/2014/main" id="{722A2541-48F5-EC6F-7E25-D31E54C57207}"/>
                    </a:ext>
                  </a:extLst>
                </p:cNvPr>
                <p:cNvSpPr/>
                <p:nvPr/>
              </p:nvSpPr>
              <p:spPr>
                <a:xfrm>
                  <a:off x="2665275" y="3274325"/>
                  <a:ext cx="615575" cy="31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23" h="12460" extrusionOk="0">
                      <a:moveTo>
                        <a:pt x="5583" y="1"/>
                      </a:moveTo>
                      <a:cubicBezTo>
                        <a:pt x="5435" y="1"/>
                        <a:pt x="5324" y="75"/>
                        <a:pt x="5250" y="223"/>
                      </a:cubicBezTo>
                      <a:lnTo>
                        <a:pt x="111" y="11942"/>
                      </a:lnTo>
                      <a:cubicBezTo>
                        <a:pt x="0" y="12201"/>
                        <a:pt x="185" y="12460"/>
                        <a:pt x="444" y="12460"/>
                      </a:cubicBezTo>
                      <a:lnTo>
                        <a:pt x="19040" y="12460"/>
                      </a:lnTo>
                      <a:cubicBezTo>
                        <a:pt x="19188" y="12460"/>
                        <a:pt x="19299" y="12386"/>
                        <a:pt x="19373" y="12238"/>
                      </a:cubicBezTo>
                      <a:lnTo>
                        <a:pt x="24512" y="518"/>
                      </a:lnTo>
                      <a:cubicBezTo>
                        <a:pt x="24623" y="260"/>
                        <a:pt x="24438" y="1"/>
                        <a:pt x="2417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9" name="Google Shape;2819;p51">
                  <a:extLst>
                    <a:ext uri="{FF2B5EF4-FFF2-40B4-BE49-F238E27FC236}">
                      <a16:creationId xmlns:a16="http://schemas.microsoft.com/office/drawing/2014/main" id="{0068E85B-BE47-B2A9-C48C-2A5E16FE4E7A}"/>
                    </a:ext>
                  </a:extLst>
                </p:cNvPr>
                <p:cNvSpPr/>
                <p:nvPr/>
              </p:nvSpPr>
              <p:spPr>
                <a:xfrm>
                  <a:off x="2659725" y="3266950"/>
                  <a:ext cx="626675" cy="32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67" h="13051" extrusionOk="0">
                      <a:moveTo>
                        <a:pt x="24401" y="592"/>
                      </a:moveTo>
                      <a:lnTo>
                        <a:pt x="24438" y="629"/>
                      </a:lnTo>
                      <a:lnTo>
                        <a:pt x="24438" y="666"/>
                      </a:lnTo>
                      <a:lnTo>
                        <a:pt x="19299" y="12422"/>
                      </a:lnTo>
                      <a:lnTo>
                        <a:pt x="19262" y="12459"/>
                      </a:lnTo>
                      <a:lnTo>
                        <a:pt x="666" y="12459"/>
                      </a:lnTo>
                      <a:lnTo>
                        <a:pt x="629" y="12422"/>
                      </a:lnTo>
                      <a:lnTo>
                        <a:pt x="629" y="12385"/>
                      </a:lnTo>
                      <a:lnTo>
                        <a:pt x="5768" y="629"/>
                      </a:lnTo>
                      <a:lnTo>
                        <a:pt x="5805" y="592"/>
                      </a:lnTo>
                      <a:close/>
                      <a:moveTo>
                        <a:pt x="5805" y="0"/>
                      </a:moveTo>
                      <a:cubicBezTo>
                        <a:pt x="5546" y="0"/>
                        <a:pt x="5324" y="148"/>
                        <a:pt x="5213" y="407"/>
                      </a:cubicBezTo>
                      <a:lnTo>
                        <a:pt x="38" y="12126"/>
                      </a:lnTo>
                      <a:cubicBezTo>
                        <a:pt x="1" y="12200"/>
                        <a:pt x="1" y="12311"/>
                        <a:pt x="1" y="12385"/>
                      </a:cubicBezTo>
                      <a:cubicBezTo>
                        <a:pt x="1" y="12755"/>
                        <a:pt x="296" y="13051"/>
                        <a:pt x="666" y="13051"/>
                      </a:cubicBezTo>
                      <a:lnTo>
                        <a:pt x="19262" y="13051"/>
                      </a:lnTo>
                      <a:cubicBezTo>
                        <a:pt x="19521" y="13051"/>
                        <a:pt x="19743" y="12903"/>
                        <a:pt x="19854" y="12644"/>
                      </a:cubicBezTo>
                      <a:lnTo>
                        <a:pt x="24993" y="924"/>
                      </a:lnTo>
                      <a:cubicBezTo>
                        <a:pt x="25067" y="850"/>
                        <a:pt x="25067" y="739"/>
                        <a:pt x="25067" y="666"/>
                      </a:cubicBezTo>
                      <a:cubicBezTo>
                        <a:pt x="25067" y="296"/>
                        <a:pt x="24771" y="0"/>
                        <a:pt x="2440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0" name="Google Shape;2820;p51">
                  <a:extLst>
                    <a:ext uri="{FF2B5EF4-FFF2-40B4-BE49-F238E27FC236}">
                      <a16:creationId xmlns:a16="http://schemas.microsoft.com/office/drawing/2014/main" id="{F636582F-C473-989A-F05A-2BEE066E33D5}"/>
                    </a:ext>
                  </a:extLst>
                </p:cNvPr>
                <p:cNvSpPr/>
                <p:nvPr/>
              </p:nvSpPr>
              <p:spPr>
                <a:xfrm>
                  <a:off x="2359350" y="3589500"/>
                  <a:ext cx="818000" cy="2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20" h="1073" extrusionOk="0">
                      <a:moveTo>
                        <a:pt x="0" y="1"/>
                      </a:moveTo>
                      <a:lnTo>
                        <a:pt x="0" y="1073"/>
                      </a:lnTo>
                      <a:lnTo>
                        <a:pt x="32719" y="1073"/>
                      </a:lnTo>
                      <a:lnTo>
                        <a:pt x="3271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1" name="Google Shape;2821;p51">
                  <a:extLst>
                    <a:ext uri="{FF2B5EF4-FFF2-40B4-BE49-F238E27FC236}">
                      <a16:creationId xmlns:a16="http://schemas.microsoft.com/office/drawing/2014/main" id="{149B3491-B306-2D09-70FD-693E7DBF38E2}"/>
                    </a:ext>
                  </a:extLst>
                </p:cNvPr>
                <p:cNvSpPr/>
                <p:nvPr/>
              </p:nvSpPr>
              <p:spPr>
                <a:xfrm>
                  <a:off x="2351950" y="3582125"/>
                  <a:ext cx="833700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48" h="1701" extrusionOk="0">
                      <a:moveTo>
                        <a:pt x="32719" y="629"/>
                      </a:moveTo>
                      <a:lnTo>
                        <a:pt x="32719" y="1072"/>
                      </a:lnTo>
                      <a:lnTo>
                        <a:pt x="592" y="1072"/>
                      </a:lnTo>
                      <a:lnTo>
                        <a:pt x="592" y="629"/>
                      </a:lnTo>
                      <a:close/>
                      <a:moveTo>
                        <a:pt x="296" y="0"/>
                      </a:moveTo>
                      <a:cubicBezTo>
                        <a:pt x="222" y="0"/>
                        <a:pt x="148" y="37"/>
                        <a:pt x="74" y="74"/>
                      </a:cubicBezTo>
                      <a:cubicBezTo>
                        <a:pt x="37" y="148"/>
                        <a:pt x="0" y="222"/>
                        <a:pt x="0" y="296"/>
                      </a:cubicBezTo>
                      <a:lnTo>
                        <a:pt x="0" y="1368"/>
                      </a:lnTo>
                      <a:cubicBezTo>
                        <a:pt x="0" y="1442"/>
                        <a:pt x="37" y="1553"/>
                        <a:pt x="74" y="1590"/>
                      </a:cubicBezTo>
                      <a:cubicBezTo>
                        <a:pt x="148" y="1664"/>
                        <a:pt x="222" y="1701"/>
                        <a:pt x="296" y="1701"/>
                      </a:cubicBezTo>
                      <a:lnTo>
                        <a:pt x="33015" y="1701"/>
                      </a:lnTo>
                      <a:cubicBezTo>
                        <a:pt x="33089" y="1701"/>
                        <a:pt x="33200" y="1664"/>
                        <a:pt x="33237" y="1590"/>
                      </a:cubicBezTo>
                      <a:cubicBezTo>
                        <a:pt x="33311" y="1553"/>
                        <a:pt x="33348" y="1442"/>
                        <a:pt x="33348" y="1368"/>
                      </a:cubicBezTo>
                      <a:lnTo>
                        <a:pt x="33348" y="296"/>
                      </a:lnTo>
                      <a:cubicBezTo>
                        <a:pt x="33348" y="222"/>
                        <a:pt x="33311" y="148"/>
                        <a:pt x="33237" y="74"/>
                      </a:cubicBezTo>
                      <a:cubicBezTo>
                        <a:pt x="33200" y="37"/>
                        <a:pt x="33089" y="0"/>
                        <a:pt x="3301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2" name="Google Shape;2822;p51">
                  <a:extLst>
                    <a:ext uri="{FF2B5EF4-FFF2-40B4-BE49-F238E27FC236}">
                      <a16:creationId xmlns:a16="http://schemas.microsoft.com/office/drawing/2014/main" id="{69338E83-DE66-7198-7C56-B85760140638}"/>
                    </a:ext>
                  </a:extLst>
                </p:cNvPr>
                <p:cNvSpPr/>
                <p:nvPr/>
              </p:nvSpPr>
              <p:spPr>
                <a:xfrm>
                  <a:off x="2780800" y="3589500"/>
                  <a:ext cx="396550" cy="2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2" h="1073" extrusionOk="0">
                      <a:moveTo>
                        <a:pt x="1" y="1"/>
                      </a:moveTo>
                      <a:lnTo>
                        <a:pt x="1" y="1073"/>
                      </a:lnTo>
                      <a:lnTo>
                        <a:pt x="15861" y="1073"/>
                      </a:lnTo>
                      <a:lnTo>
                        <a:pt x="1586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3" name="Google Shape;2823;p51">
                  <a:extLst>
                    <a:ext uri="{FF2B5EF4-FFF2-40B4-BE49-F238E27FC236}">
                      <a16:creationId xmlns:a16="http://schemas.microsoft.com/office/drawing/2014/main" id="{AAA4DBFB-B084-5C46-CD65-82894FA8EB47}"/>
                    </a:ext>
                  </a:extLst>
                </p:cNvPr>
                <p:cNvSpPr/>
                <p:nvPr/>
              </p:nvSpPr>
              <p:spPr>
                <a:xfrm>
                  <a:off x="2773400" y="3582125"/>
                  <a:ext cx="412250" cy="4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90" h="1701" extrusionOk="0">
                      <a:moveTo>
                        <a:pt x="15861" y="629"/>
                      </a:moveTo>
                      <a:lnTo>
                        <a:pt x="15861" y="1072"/>
                      </a:lnTo>
                      <a:lnTo>
                        <a:pt x="593" y="1072"/>
                      </a:lnTo>
                      <a:lnTo>
                        <a:pt x="593" y="629"/>
                      </a:lnTo>
                      <a:close/>
                      <a:moveTo>
                        <a:pt x="297" y="0"/>
                      </a:moveTo>
                      <a:cubicBezTo>
                        <a:pt x="223" y="0"/>
                        <a:pt x="149" y="37"/>
                        <a:pt x="75" y="74"/>
                      </a:cubicBezTo>
                      <a:cubicBezTo>
                        <a:pt x="38" y="148"/>
                        <a:pt x="1" y="222"/>
                        <a:pt x="1" y="296"/>
                      </a:cubicBezTo>
                      <a:lnTo>
                        <a:pt x="1" y="1368"/>
                      </a:lnTo>
                      <a:cubicBezTo>
                        <a:pt x="1" y="1442"/>
                        <a:pt x="38" y="1553"/>
                        <a:pt x="75" y="1590"/>
                      </a:cubicBezTo>
                      <a:cubicBezTo>
                        <a:pt x="149" y="1664"/>
                        <a:pt x="223" y="1701"/>
                        <a:pt x="297" y="1701"/>
                      </a:cubicBezTo>
                      <a:lnTo>
                        <a:pt x="16157" y="1701"/>
                      </a:lnTo>
                      <a:cubicBezTo>
                        <a:pt x="16231" y="1701"/>
                        <a:pt x="16342" y="1664"/>
                        <a:pt x="16379" y="1590"/>
                      </a:cubicBezTo>
                      <a:cubicBezTo>
                        <a:pt x="16453" y="1553"/>
                        <a:pt x="16490" y="1442"/>
                        <a:pt x="16490" y="1368"/>
                      </a:cubicBezTo>
                      <a:lnTo>
                        <a:pt x="16490" y="296"/>
                      </a:lnTo>
                      <a:cubicBezTo>
                        <a:pt x="16490" y="222"/>
                        <a:pt x="16453" y="148"/>
                        <a:pt x="16379" y="74"/>
                      </a:cubicBezTo>
                      <a:cubicBezTo>
                        <a:pt x="16342" y="37"/>
                        <a:pt x="16231" y="0"/>
                        <a:pt x="161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4" name="Google Shape;2824;p51">
                  <a:extLst>
                    <a:ext uri="{FF2B5EF4-FFF2-40B4-BE49-F238E27FC236}">
                      <a16:creationId xmlns:a16="http://schemas.microsoft.com/office/drawing/2014/main" id="{687BE55C-0AF0-44BD-C2BC-EAC49F39A767}"/>
                    </a:ext>
                  </a:extLst>
                </p:cNvPr>
                <p:cNvSpPr/>
                <p:nvPr/>
              </p:nvSpPr>
              <p:spPr>
                <a:xfrm>
                  <a:off x="2617200" y="2599625"/>
                  <a:ext cx="476025" cy="47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41" h="19041" extrusionOk="0">
                      <a:moveTo>
                        <a:pt x="9539" y="0"/>
                      </a:moveTo>
                      <a:cubicBezTo>
                        <a:pt x="4290" y="0"/>
                        <a:pt x="1" y="4252"/>
                        <a:pt x="1" y="9502"/>
                      </a:cubicBezTo>
                      <a:cubicBezTo>
                        <a:pt x="1" y="14788"/>
                        <a:pt x="4290" y="19040"/>
                        <a:pt x="9539" y="19040"/>
                      </a:cubicBezTo>
                      <a:cubicBezTo>
                        <a:pt x="14789" y="19040"/>
                        <a:pt x="19041" y="14788"/>
                        <a:pt x="19041" y="9502"/>
                      </a:cubicBezTo>
                      <a:cubicBezTo>
                        <a:pt x="19041" y="4252"/>
                        <a:pt x="14789" y="0"/>
                        <a:pt x="953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5" name="Google Shape;2825;p51">
                  <a:extLst>
                    <a:ext uri="{FF2B5EF4-FFF2-40B4-BE49-F238E27FC236}">
                      <a16:creationId xmlns:a16="http://schemas.microsoft.com/office/drawing/2014/main" id="{D87D992F-C3A3-329A-774C-C47DB7CDAFA8}"/>
                    </a:ext>
                  </a:extLst>
                </p:cNvPr>
                <p:cNvSpPr/>
                <p:nvPr/>
              </p:nvSpPr>
              <p:spPr>
                <a:xfrm>
                  <a:off x="2609825" y="2592225"/>
                  <a:ext cx="490800" cy="49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32" h="19632" extrusionOk="0">
                      <a:moveTo>
                        <a:pt x="9834" y="592"/>
                      </a:moveTo>
                      <a:cubicBezTo>
                        <a:pt x="12385" y="592"/>
                        <a:pt x="14678" y="1627"/>
                        <a:pt x="16341" y="3291"/>
                      </a:cubicBezTo>
                      <a:cubicBezTo>
                        <a:pt x="18005" y="4954"/>
                        <a:pt x="19040" y="7284"/>
                        <a:pt x="19040" y="9798"/>
                      </a:cubicBezTo>
                      <a:cubicBezTo>
                        <a:pt x="19040" y="12349"/>
                        <a:pt x="18005" y="14641"/>
                        <a:pt x="16341" y="16304"/>
                      </a:cubicBezTo>
                      <a:cubicBezTo>
                        <a:pt x="14678" y="18005"/>
                        <a:pt x="12385" y="19003"/>
                        <a:pt x="9834" y="19003"/>
                      </a:cubicBezTo>
                      <a:cubicBezTo>
                        <a:pt x="7283" y="19003"/>
                        <a:pt x="4991" y="18005"/>
                        <a:pt x="3328" y="16304"/>
                      </a:cubicBezTo>
                      <a:cubicBezTo>
                        <a:pt x="1664" y="14641"/>
                        <a:pt x="629" y="12349"/>
                        <a:pt x="629" y="9798"/>
                      </a:cubicBezTo>
                      <a:cubicBezTo>
                        <a:pt x="629" y="7284"/>
                        <a:pt x="1664" y="4954"/>
                        <a:pt x="3328" y="3291"/>
                      </a:cubicBezTo>
                      <a:cubicBezTo>
                        <a:pt x="4991" y="1627"/>
                        <a:pt x="7283" y="592"/>
                        <a:pt x="9834" y="592"/>
                      </a:cubicBezTo>
                      <a:close/>
                      <a:moveTo>
                        <a:pt x="9834" y="0"/>
                      </a:moveTo>
                      <a:cubicBezTo>
                        <a:pt x="4400" y="0"/>
                        <a:pt x="0" y="4400"/>
                        <a:pt x="0" y="9798"/>
                      </a:cubicBezTo>
                      <a:cubicBezTo>
                        <a:pt x="0" y="15232"/>
                        <a:pt x="4400" y="19632"/>
                        <a:pt x="9834" y="19632"/>
                      </a:cubicBezTo>
                      <a:cubicBezTo>
                        <a:pt x="15232" y="19632"/>
                        <a:pt x="19632" y="15232"/>
                        <a:pt x="19632" y="9798"/>
                      </a:cubicBezTo>
                      <a:cubicBezTo>
                        <a:pt x="19632" y="4400"/>
                        <a:pt x="15232" y="0"/>
                        <a:pt x="98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6" name="Google Shape;2826;p51">
                  <a:extLst>
                    <a:ext uri="{FF2B5EF4-FFF2-40B4-BE49-F238E27FC236}">
                      <a16:creationId xmlns:a16="http://schemas.microsoft.com/office/drawing/2014/main" id="{25363BD6-ED60-31F2-17FC-EE3B13791A1C}"/>
                    </a:ext>
                  </a:extLst>
                </p:cNvPr>
                <p:cNvSpPr/>
                <p:nvPr/>
              </p:nvSpPr>
              <p:spPr>
                <a:xfrm>
                  <a:off x="2855675" y="3045125"/>
                  <a:ext cx="68425" cy="30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7" h="12016" extrusionOk="0">
                      <a:moveTo>
                        <a:pt x="2736" y="0"/>
                      </a:moveTo>
                      <a:lnTo>
                        <a:pt x="0" y="1220"/>
                      </a:lnTo>
                      <a:lnTo>
                        <a:pt x="2219" y="12016"/>
                      </a:lnTo>
                      <a:lnTo>
                        <a:pt x="273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7" name="Google Shape;2827;p51">
                  <a:extLst>
                    <a:ext uri="{FF2B5EF4-FFF2-40B4-BE49-F238E27FC236}">
                      <a16:creationId xmlns:a16="http://schemas.microsoft.com/office/drawing/2014/main" id="{8A88DA51-34C2-824D-33E0-856AFD5E63D4}"/>
                    </a:ext>
                  </a:extLst>
                </p:cNvPr>
                <p:cNvSpPr/>
                <p:nvPr/>
              </p:nvSpPr>
              <p:spPr>
                <a:xfrm>
                  <a:off x="2847350" y="3037950"/>
                  <a:ext cx="84125" cy="31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5" h="12636" extrusionOk="0">
                      <a:moveTo>
                        <a:pt x="2736" y="768"/>
                      </a:moveTo>
                      <a:lnTo>
                        <a:pt x="2367" y="9789"/>
                      </a:lnTo>
                      <a:lnTo>
                        <a:pt x="677" y="1664"/>
                      </a:lnTo>
                      <a:lnTo>
                        <a:pt x="677" y="1664"/>
                      </a:lnTo>
                      <a:lnTo>
                        <a:pt x="2736" y="768"/>
                      </a:lnTo>
                      <a:close/>
                      <a:moveTo>
                        <a:pt x="3083" y="1"/>
                      </a:moveTo>
                      <a:cubicBezTo>
                        <a:pt x="3032" y="1"/>
                        <a:pt x="2977" y="10"/>
                        <a:pt x="2921" y="28"/>
                      </a:cubicBezTo>
                      <a:lnTo>
                        <a:pt x="185" y="1211"/>
                      </a:lnTo>
                      <a:cubicBezTo>
                        <a:pt x="75" y="1285"/>
                        <a:pt x="1" y="1433"/>
                        <a:pt x="38" y="1544"/>
                      </a:cubicBezTo>
                      <a:lnTo>
                        <a:pt x="2256" y="12376"/>
                      </a:lnTo>
                      <a:cubicBezTo>
                        <a:pt x="2293" y="12524"/>
                        <a:pt x="2441" y="12635"/>
                        <a:pt x="2589" y="12635"/>
                      </a:cubicBezTo>
                      <a:cubicBezTo>
                        <a:pt x="2736" y="12598"/>
                        <a:pt x="2847" y="12487"/>
                        <a:pt x="2847" y="12340"/>
                      </a:cubicBezTo>
                      <a:lnTo>
                        <a:pt x="3365" y="324"/>
                      </a:lnTo>
                      <a:cubicBezTo>
                        <a:pt x="3365" y="213"/>
                        <a:pt x="3328" y="102"/>
                        <a:pt x="3217" y="28"/>
                      </a:cubicBezTo>
                      <a:cubicBezTo>
                        <a:pt x="3180" y="10"/>
                        <a:pt x="3134" y="1"/>
                        <a:pt x="30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8" name="Google Shape;2828;p51">
                  <a:extLst>
                    <a:ext uri="{FF2B5EF4-FFF2-40B4-BE49-F238E27FC236}">
                      <a16:creationId xmlns:a16="http://schemas.microsoft.com/office/drawing/2014/main" id="{E61CC768-43E5-6E79-17C4-877C5391A697}"/>
                    </a:ext>
                  </a:extLst>
                </p:cNvPr>
                <p:cNvSpPr/>
                <p:nvPr/>
              </p:nvSpPr>
              <p:spPr>
                <a:xfrm>
                  <a:off x="4462975" y="3403725"/>
                  <a:ext cx="145125" cy="21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05" h="8541" extrusionOk="0">
                      <a:moveTo>
                        <a:pt x="0" y="1"/>
                      </a:moveTo>
                      <a:lnTo>
                        <a:pt x="0" y="8541"/>
                      </a:lnTo>
                      <a:lnTo>
                        <a:pt x="5805" y="8541"/>
                      </a:lnTo>
                      <a:lnTo>
                        <a:pt x="580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9" name="Google Shape;2829;p51">
                  <a:extLst>
                    <a:ext uri="{FF2B5EF4-FFF2-40B4-BE49-F238E27FC236}">
                      <a16:creationId xmlns:a16="http://schemas.microsoft.com/office/drawing/2014/main" id="{E0240DFE-FC40-A374-66D7-7B7CE72B69AA}"/>
                    </a:ext>
                  </a:extLst>
                </p:cNvPr>
                <p:cNvSpPr/>
                <p:nvPr/>
              </p:nvSpPr>
              <p:spPr>
                <a:xfrm>
                  <a:off x="4455575" y="3396325"/>
                  <a:ext cx="159925" cy="2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7" h="9133" extrusionOk="0">
                      <a:moveTo>
                        <a:pt x="5768" y="592"/>
                      </a:moveTo>
                      <a:lnTo>
                        <a:pt x="5768" y="8504"/>
                      </a:lnTo>
                      <a:lnTo>
                        <a:pt x="629" y="8504"/>
                      </a:lnTo>
                      <a:lnTo>
                        <a:pt x="629" y="592"/>
                      </a:lnTo>
                      <a:close/>
                      <a:moveTo>
                        <a:pt x="296" y="1"/>
                      </a:moveTo>
                      <a:cubicBezTo>
                        <a:pt x="222" y="1"/>
                        <a:pt x="148" y="38"/>
                        <a:pt x="74" y="75"/>
                      </a:cubicBezTo>
                      <a:cubicBezTo>
                        <a:pt x="37" y="149"/>
                        <a:pt x="0" y="223"/>
                        <a:pt x="0" y="297"/>
                      </a:cubicBezTo>
                      <a:lnTo>
                        <a:pt x="0" y="8837"/>
                      </a:lnTo>
                      <a:cubicBezTo>
                        <a:pt x="0" y="8911"/>
                        <a:pt x="37" y="8985"/>
                        <a:pt x="74" y="9059"/>
                      </a:cubicBezTo>
                      <a:cubicBezTo>
                        <a:pt x="148" y="9096"/>
                        <a:pt x="222" y="9133"/>
                        <a:pt x="296" y="9133"/>
                      </a:cubicBezTo>
                      <a:lnTo>
                        <a:pt x="6101" y="9133"/>
                      </a:lnTo>
                      <a:cubicBezTo>
                        <a:pt x="6175" y="9133"/>
                        <a:pt x="6248" y="9096"/>
                        <a:pt x="6285" y="9059"/>
                      </a:cubicBezTo>
                      <a:cubicBezTo>
                        <a:pt x="6359" y="8985"/>
                        <a:pt x="6396" y="8911"/>
                        <a:pt x="6396" y="8837"/>
                      </a:cubicBezTo>
                      <a:lnTo>
                        <a:pt x="6396" y="297"/>
                      </a:lnTo>
                      <a:cubicBezTo>
                        <a:pt x="6396" y="223"/>
                        <a:pt x="6359" y="149"/>
                        <a:pt x="6285" y="75"/>
                      </a:cubicBezTo>
                      <a:cubicBezTo>
                        <a:pt x="6248" y="38"/>
                        <a:pt x="6175" y="1"/>
                        <a:pt x="61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0" name="Google Shape;2830;p51">
                  <a:extLst>
                    <a:ext uri="{FF2B5EF4-FFF2-40B4-BE49-F238E27FC236}">
                      <a16:creationId xmlns:a16="http://schemas.microsoft.com/office/drawing/2014/main" id="{7A82902D-76FF-8E69-75A0-E7DFF5A4A7F7}"/>
                    </a:ext>
                  </a:extLst>
                </p:cNvPr>
                <p:cNvSpPr/>
                <p:nvPr/>
              </p:nvSpPr>
              <p:spPr>
                <a:xfrm>
                  <a:off x="4570175" y="3443475"/>
                  <a:ext cx="77675" cy="14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7" h="5768" extrusionOk="0">
                      <a:moveTo>
                        <a:pt x="481" y="0"/>
                      </a:moveTo>
                      <a:cubicBezTo>
                        <a:pt x="186" y="0"/>
                        <a:pt x="1" y="222"/>
                        <a:pt x="1" y="481"/>
                      </a:cubicBezTo>
                      <a:cubicBezTo>
                        <a:pt x="1" y="740"/>
                        <a:pt x="186" y="962"/>
                        <a:pt x="481" y="962"/>
                      </a:cubicBezTo>
                      <a:lnTo>
                        <a:pt x="1258" y="962"/>
                      </a:lnTo>
                      <a:cubicBezTo>
                        <a:pt x="1738" y="962"/>
                        <a:pt x="2145" y="1368"/>
                        <a:pt x="2145" y="1849"/>
                      </a:cubicBezTo>
                      <a:lnTo>
                        <a:pt x="2145" y="3919"/>
                      </a:lnTo>
                      <a:cubicBezTo>
                        <a:pt x="2145" y="4437"/>
                        <a:pt x="1738" y="4844"/>
                        <a:pt x="1258" y="4844"/>
                      </a:cubicBezTo>
                      <a:lnTo>
                        <a:pt x="629" y="4844"/>
                      </a:lnTo>
                      <a:cubicBezTo>
                        <a:pt x="371" y="4844"/>
                        <a:pt x="149" y="5028"/>
                        <a:pt x="149" y="5287"/>
                      </a:cubicBezTo>
                      <a:cubicBezTo>
                        <a:pt x="149" y="5583"/>
                        <a:pt x="371" y="5768"/>
                        <a:pt x="629" y="5768"/>
                      </a:cubicBezTo>
                      <a:lnTo>
                        <a:pt x="1258" y="5768"/>
                      </a:lnTo>
                      <a:cubicBezTo>
                        <a:pt x="2256" y="5768"/>
                        <a:pt x="3106" y="4955"/>
                        <a:pt x="3106" y="3919"/>
                      </a:cubicBezTo>
                      <a:lnTo>
                        <a:pt x="3106" y="1849"/>
                      </a:lnTo>
                      <a:cubicBezTo>
                        <a:pt x="3106" y="851"/>
                        <a:pt x="2256" y="0"/>
                        <a:pt x="125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1" name="Google Shape;2831;p51">
                  <a:extLst>
                    <a:ext uri="{FF2B5EF4-FFF2-40B4-BE49-F238E27FC236}">
                      <a16:creationId xmlns:a16="http://schemas.microsoft.com/office/drawing/2014/main" id="{F7DE7588-3890-BE1D-23A7-5EC31BD4FEB0}"/>
                    </a:ext>
                  </a:extLst>
                </p:cNvPr>
                <p:cNvSpPr/>
                <p:nvPr/>
              </p:nvSpPr>
              <p:spPr>
                <a:xfrm>
                  <a:off x="4561875" y="3436075"/>
                  <a:ext cx="93375" cy="15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5" h="6397" extrusionOk="0">
                      <a:moveTo>
                        <a:pt x="1590" y="592"/>
                      </a:moveTo>
                      <a:cubicBezTo>
                        <a:pt x="2440" y="629"/>
                        <a:pt x="3106" y="1295"/>
                        <a:pt x="3106" y="2145"/>
                      </a:cubicBezTo>
                      <a:lnTo>
                        <a:pt x="3106" y="4215"/>
                      </a:lnTo>
                      <a:cubicBezTo>
                        <a:pt x="3106" y="5066"/>
                        <a:pt x="2440" y="5768"/>
                        <a:pt x="1590" y="5768"/>
                      </a:cubicBezTo>
                      <a:lnTo>
                        <a:pt x="961" y="5768"/>
                      </a:lnTo>
                      <a:cubicBezTo>
                        <a:pt x="887" y="5768"/>
                        <a:pt x="813" y="5694"/>
                        <a:pt x="813" y="5583"/>
                      </a:cubicBezTo>
                      <a:cubicBezTo>
                        <a:pt x="813" y="5509"/>
                        <a:pt x="887" y="5435"/>
                        <a:pt x="961" y="5435"/>
                      </a:cubicBezTo>
                      <a:lnTo>
                        <a:pt x="1590" y="5435"/>
                      </a:lnTo>
                      <a:cubicBezTo>
                        <a:pt x="2255" y="5435"/>
                        <a:pt x="2773" y="4881"/>
                        <a:pt x="2773" y="4215"/>
                      </a:cubicBezTo>
                      <a:lnTo>
                        <a:pt x="2773" y="2145"/>
                      </a:lnTo>
                      <a:cubicBezTo>
                        <a:pt x="2773" y="1480"/>
                        <a:pt x="2255" y="962"/>
                        <a:pt x="1590" y="962"/>
                      </a:cubicBezTo>
                      <a:lnTo>
                        <a:pt x="813" y="962"/>
                      </a:lnTo>
                      <a:cubicBezTo>
                        <a:pt x="703" y="962"/>
                        <a:pt x="629" y="888"/>
                        <a:pt x="629" y="777"/>
                      </a:cubicBezTo>
                      <a:cubicBezTo>
                        <a:pt x="629" y="703"/>
                        <a:pt x="703" y="592"/>
                        <a:pt x="813" y="592"/>
                      </a:cubicBezTo>
                      <a:close/>
                      <a:moveTo>
                        <a:pt x="813" y="1"/>
                      </a:moveTo>
                      <a:cubicBezTo>
                        <a:pt x="370" y="1"/>
                        <a:pt x="0" y="333"/>
                        <a:pt x="0" y="777"/>
                      </a:cubicBezTo>
                      <a:cubicBezTo>
                        <a:pt x="0" y="1221"/>
                        <a:pt x="370" y="1553"/>
                        <a:pt x="813" y="1553"/>
                      </a:cubicBezTo>
                      <a:lnTo>
                        <a:pt x="1590" y="1553"/>
                      </a:lnTo>
                      <a:cubicBezTo>
                        <a:pt x="1886" y="1553"/>
                        <a:pt x="2181" y="1812"/>
                        <a:pt x="2181" y="2145"/>
                      </a:cubicBezTo>
                      <a:lnTo>
                        <a:pt x="2181" y="4215"/>
                      </a:lnTo>
                      <a:cubicBezTo>
                        <a:pt x="2181" y="4548"/>
                        <a:pt x="1886" y="4807"/>
                        <a:pt x="1590" y="4807"/>
                      </a:cubicBezTo>
                      <a:lnTo>
                        <a:pt x="961" y="4807"/>
                      </a:lnTo>
                      <a:cubicBezTo>
                        <a:pt x="518" y="4807"/>
                        <a:pt x="185" y="5177"/>
                        <a:pt x="185" y="5583"/>
                      </a:cubicBezTo>
                      <a:cubicBezTo>
                        <a:pt x="185" y="6027"/>
                        <a:pt x="518" y="6397"/>
                        <a:pt x="961" y="6397"/>
                      </a:cubicBezTo>
                      <a:lnTo>
                        <a:pt x="1590" y="6397"/>
                      </a:lnTo>
                      <a:cubicBezTo>
                        <a:pt x="2773" y="6397"/>
                        <a:pt x="3734" y="5398"/>
                        <a:pt x="3734" y="4215"/>
                      </a:cubicBezTo>
                      <a:lnTo>
                        <a:pt x="3734" y="2145"/>
                      </a:lnTo>
                      <a:cubicBezTo>
                        <a:pt x="3734" y="962"/>
                        <a:pt x="2773" y="1"/>
                        <a:pt x="15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2" name="Google Shape;2832;p51">
                  <a:extLst>
                    <a:ext uri="{FF2B5EF4-FFF2-40B4-BE49-F238E27FC236}">
                      <a16:creationId xmlns:a16="http://schemas.microsoft.com/office/drawing/2014/main" id="{B2ED6A45-25BF-75CB-8368-AB38642922D1}"/>
                    </a:ext>
                  </a:extLst>
                </p:cNvPr>
                <p:cNvSpPr/>
                <p:nvPr/>
              </p:nvSpPr>
              <p:spPr>
                <a:xfrm>
                  <a:off x="4999975" y="3728150"/>
                  <a:ext cx="140500" cy="134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0" h="53844" extrusionOk="0">
                      <a:moveTo>
                        <a:pt x="0" y="0"/>
                      </a:moveTo>
                      <a:lnTo>
                        <a:pt x="4474" y="53312"/>
                      </a:lnTo>
                      <a:cubicBezTo>
                        <a:pt x="4506" y="53634"/>
                        <a:pt x="4762" y="53844"/>
                        <a:pt x="5048" y="53844"/>
                      </a:cubicBezTo>
                      <a:cubicBezTo>
                        <a:pt x="5090" y="53844"/>
                        <a:pt x="5133" y="53839"/>
                        <a:pt x="5176" y="53830"/>
                      </a:cubicBezTo>
                      <a:cubicBezTo>
                        <a:pt x="5435" y="53756"/>
                        <a:pt x="5620" y="53497"/>
                        <a:pt x="5620" y="53201"/>
                      </a:cubicBezTo>
                      <a:lnTo>
                        <a:pt x="255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3" name="Google Shape;2833;p51">
                  <a:extLst>
                    <a:ext uri="{FF2B5EF4-FFF2-40B4-BE49-F238E27FC236}">
                      <a16:creationId xmlns:a16="http://schemas.microsoft.com/office/drawing/2014/main" id="{2ACC22AE-EBFA-4216-672C-F949F24A0902}"/>
                    </a:ext>
                  </a:extLst>
                </p:cNvPr>
                <p:cNvSpPr/>
                <p:nvPr/>
              </p:nvSpPr>
              <p:spPr>
                <a:xfrm>
                  <a:off x="4991650" y="3720750"/>
                  <a:ext cx="156225" cy="136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9" h="54422" extrusionOk="0">
                      <a:moveTo>
                        <a:pt x="2588" y="629"/>
                      </a:moveTo>
                      <a:lnTo>
                        <a:pt x="5620" y="53497"/>
                      </a:lnTo>
                      <a:lnTo>
                        <a:pt x="5620" y="53534"/>
                      </a:lnTo>
                      <a:lnTo>
                        <a:pt x="5620" y="53571"/>
                      </a:lnTo>
                      <a:cubicBezTo>
                        <a:pt x="5620" y="53682"/>
                        <a:pt x="5546" y="53793"/>
                        <a:pt x="5435" y="53793"/>
                      </a:cubicBezTo>
                      <a:lnTo>
                        <a:pt x="5361" y="53830"/>
                      </a:lnTo>
                      <a:cubicBezTo>
                        <a:pt x="5250" y="53830"/>
                        <a:pt x="5139" y="53719"/>
                        <a:pt x="5102" y="53571"/>
                      </a:cubicBezTo>
                      <a:lnTo>
                        <a:pt x="5099" y="53572"/>
                      </a:lnTo>
                      <a:lnTo>
                        <a:pt x="5099" y="53572"/>
                      </a:lnTo>
                      <a:lnTo>
                        <a:pt x="657" y="629"/>
                      </a:lnTo>
                      <a:close/>
                      <a:moveTo>
                        <a:pt x="333" y="1"/>
                      </a:moveTo>
                      <a:cubicBezTo>
                        <a:pt x="222" y="1"/>
                        <a:pt x="148" y="38"/>
                        <a:pt x="111" y="112"/>
                      </a:cubicBezTo>
                      <a:cubicBezTo>
                        <a:pt x="37" y="149"/>
                        <a:pt x="0" y="259"/>
                        <a:pt x="0" y="333"/>
                      </a:cubicBezTo>
                      <a:lnTo>
                        <a:pt x="4511" y="53645"/>
                      </a:lnTo>
                      <a:lnTo>
                        <a:pt x="4511" y="53682"/>
                      </a:lnTo>
                      <a:cubicBezTo>
                        <a:pt x="4548" y="54126"/>
                        <a:pt x="4954" y="54422"/>
                        <a:pt x="5361" y="54422"/>
                      </a:cubicBezTo>
                      <a:lnTo>
                        <a:pt x="5583" y="54422"/>
                      </a:lnTo>
                      <a:cubicBezTo>
                        <a:pt x="5990" y="54311"/>
                        <a:pt x="6248" y="53941"/>
                        <a:pt x="6248" y="53571"/>
                      </a:cubicBezTo>
                      <a:lnTo>
                        <a:pt x="6248" y="53460"/>
                      </a:lnTo>
                      <a:lnTo>
                        <a:pt x="3180" y="296"/>
                      </a:lnTo>
                      <a:cubicBezTo>
                        <a:pt x="3180" y="112"/>
                        <a:pt x="3069" y="1"/>
                        <a:pt x="28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4" name="Google Shape;2834;p51">
                  <a:extLst>
                    <a:ext uri="{FF2B5EF4-FFF2-40B4-BE49-F238E27FC236}">
                      <a16:creationId xmlns:a16="http://schemas.microsoft.com/office/drawing/2014/main" id="{496C7032-7094-68B9-B766-65314F31DBB3}"/>
                    </a:ext>
                  </a:extLst>
                </p:cNvPr>
                <p:cNvSpPr/>
                <p:nvPr/>
              </p:nvSpPr>
              <p:spPr>
                <a:xfrm>
                  <a:off x="5752325" y="3728150"/>
                  <a:ext cx="141425" cy="134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7" h="53992" extrusionOk="0">
                      <a:moveTo>
                        <a:pt x="0" y="0"/>
                      </a:moveTo>
                      <a:lnTo>
                        <a:pt x="4474" y="53497"/>
                      </a:lnTo>
                      <a:cubicBezTo>
                        <a:pt x="4538" y="53786"/>
                        <a:pt x="4770" y="53992"/>
                        <a:pt x="5048" y="53992"/>
                      </a:cubicBezTo>
                      <a:cubicBezTo>
                        <a:pt x="5090" y="53992"/>
                        <a:pt x="5133" y="53987"/>
                        <a:pt x="5176" y="53978"/>
                      </a:cubicBezTo>
                      <a:cubicBezTo>
                        <a:pt x="5472" y="53941"/>
                        <a:pt x="5657" y="53645"/>
                        <a:pt x="5620" y="53386"/>
                      </a:cubicBezTo>
                      <a:lnTo>
                        <a:pt x="255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5" name="Google Shape;2835;p51">
                  <a:extLst>
                    <a:ext uri="{FF2B5EF4-FFF2-40B4-BE49-F238E27FC236}">
                      <a16:creationId xmlns:a16="http://schemas.microsoft.com/office/drawing/2014/main" id="{51220040-5BB9-230E-3AFD-71188AD54CB4}"/>
                    </a:ext>
                  </a:extLst>
                </p:cNvPr>
                <p:cNvSpPr/>
                <p:nvPr/>
              </p:nvSpPr>
              <p:spPr>
                <a:xfrm>
                  <a:off x="5744000" y="3720750"/>
                  <a:ext cx="156225" cy="136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9" h="54607" extrusionOk="0">
                      <a:moveTo>
                        <a:pt x="2588" y="629"/>
                      </a:moveTo>
                      <a:lnTo>
                        <a:pt x="5657" y="53682"/>
                      </a:lnTo>
                      <a:lnTo>
                        <a:pt x="5657" y="53719"/>
                      </a:lnTo>
                      <a:cubicBezTo>
                        <a:pt x="5657" y="53867"/>
                        <a:pt x="5583" y="53978"/>
                        <a:pt x="5435" y="53978"/>
                      </a:cubicBezTo>
                      <a:lnTo>
                        <a:pt x="5398" y="53978"/>
                      </a:lnTo>
                      <a:cubicBezTo>
                        <a:pt x="5250" y="53978"/>
                        <a:pt x="5139" y="53904"/>
                        <a:pt x="5139" y="53756"/>
                      </a:cubicBezTo>
                      <a:lnTo>
                        <a:pt x="657" y="629"/>
                      </a:lnTo>
                      <a:close/>
                      <a:moveTo>
                        <a:pt x="333" y="1"/>
                      </a:moveTo>
                      <a:cubicBezTo>
                        <a:pt x="222" y="1"/>
                        <a:pt x="148" y="38"/>
                        <a:pt x="111" y="112"/>
                      </a:cubicBezTo>
                      <a:cubicBezTo>
                        <a:pt x="37" y="149"/>
                        <a:pt x="0" y="259"/>
                        <a:pt x="0" y="333"/>
                      </a:cubicBezTo>
                      <a:lnTo>
                        <a:pt x="4511" y="53830"/>
                      </a:lnTo>
                      <a:cubicBezTo>
                        <a:pt x="4585" y="54274"/>
                        <a:pt x="4955" y="54606"/>
                        <a:pt x="5398" y="54606"/>
                      </a:cubicBezTo>
                      <a:cubicBezTo>
                        <a:pt x="5472" y="54606"/>
                        <a:pt x="5509" y="54606"/>
                        <a:pt x="5583" y="54569"/>
                      </a:cubicBezTo>
                      <a:cubicBezTo>
                        <a:pt x="5990" y="54495"/>
                        <a:pt x="6248" y="54126"/>
                        <a:pt x="6248" y="53719"/>
                      </a:cubicBezTo>
                      <a:lnTo>
                        <a:pt x="6248" y="53645"/>
                      </a:lnTo>
                      <a:lnTo>
                        <a:pt x="3217" y="296"/>
                      </a:lnTo>
                      <a:cubicBezTo>
                        <a:pt x="3180" y="112"/>
                        <a:pt x="3069" y="1"/>
                        <a:pt x="28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6" name="Google Shape;2836;p51">
                  <a:extLst>
                    <a:ext uri="{FF2B5EF4-FFF2-40B4-BE49-F238E27FC236}">
                      <a16:creationId xmlns:a16="http://schemas.microsoft.com/office/drawing/2014/main" id="{D9AD45E4-D87B-5FFB-7E52-53FFBEB4EEA2}"/>
                    </a:ext>
                  </a:extLst>
                </p:cNvPr>
                <p:cNvSpPr/>
                <p:nvPr/>
              </p:nvSpPr>
              <p:spPr>
                <a:xfrm>
                  <a:off x="2587625" y="3728150"/>
                  <a:ext cx="123875" cy="133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5" h="53512" extrusionOk="0">
                      <a:moveTo>
                        <a:pt x="2404" y="0"/>
                      </a:moveTo>
                      <a:lnTo>
                        <a:pt x="38" y="52869"/>
                      </a:lnTo>
                      <a:cubicBezTo>
                        <a:pt x="1" y="53164"/>
                        <a:pt x="186" y="53423"/>
                        <a:pt x="482" y="53497"/>
                      </a:cubicBezTo>
                      <a:cubicBezTo>
                        <a:pt x="520" y="53507"/>
                        <a:pt x="559" y="53511"/>
                        <a:pt x="598" y="53511"/>
                      </a:cubicBezTo>
                      <a:cubicBezTo>
                        <a:pt x="859" y="53511"/>
                        <a:pt x="1115" y="53306"/>
                        <a:pt x="1147" y="53016"/>
                      </a:cubicBezTo>
                      <a:lnTo>
                        <a:pt x="495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7" name="Google Shape;2837;p51">
                  <a:extLst>
                    <a:ext uri="{FF2B5EF4-FFF2-40B4-BE49-F238E27FC236}">
                      <a16:creationId xmlns:a16="http://schemas.microsoft.com/office/drawing/2014/main" id="{58F1629B-B866-996F-5AC9-F21596B1E170}"/>
                    </a:ext>
                  </a:extLst>
                </p:cNvPr>
                <p:cNvSpPr/>
                <p:nvPr/>
              </p:nvSpPr>
              <p:spPr>
                <a:xfrm>
                  <a:off x="2580250" y="3720750"/>
                  <a:ext cx="138650" cy="135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6" h="54089" extrusionOk="0">
                      <a:moveTo>
                        <a:pt x="4917" y="629"/>
                      </a:moveTo>
                      <a:lnTo>
                        <a:pt x="1149" y="53239"/>
                      </a:lnTo>
                      <a:lnTo>
                        <a:pt x="1149" y="53239"/>
                      </a:lnTo>
                      <a:lnTo>
                        <a:pt x="1146" y="53238"/>
                      </a:lnTo>
                      <a:cubicBezTo>
                        <a:pt x="1146" y="53386"/>
                        <a:pt x="998" y="53497"/>
                        <a:pt x="887" y="53497"/>
                      </a:cubicBezTo>
                      <a:lnTo>
                        <a:pt x="850" y="53460"/>
                      </a:lnTo>
                      <a:cubicBezTo>
                        <a:pt x="703" y="53460"/>
                        <a:pt x="629" y="53349"/>
                        <a:pt x="629" y="53202"/>
                      </a:cubicBezTo>
                      <a:lnTo>
                        <a:pt x="629" y="53165"/>
                      </a:lnTo>
                      <a:lnTo>
                        <a:pt x="2982" y="629"/>
                      </a:lnTo>
                      <a:close/>
                      <a:moveTo>
                        <a:pt x="2699" y="1"/>
                      </a:moveTo>
                      <a:cubicBezTo>
                        <a:pt x="2514" y="1"/>
                        <a:pt x="2366" y="112"/>
                        <a:pt x="2366" y="296"/>
                      </a:cubicBezTo>
                      <a:lnTo>
                        <a:pt x="0" y="53128"/>
                      </a:lnTo>
                      <a:lnTo>
                        <a:pt x="0" y="53202"/>
                      </a:lnTo>
                      <a:cubicBezTo>
                        <a:pt x="0" y="53608"/>
                        <a:pt x="296" y="53978"/>
                        <a:pt x="703" y="54089"/>
                      </a:cubicBezTo>
                      <a:lnTo>
                        <a:pt x="887" y="54089"/>
                      </a:lnTo>
                      <a:cubicBezTo>
                        <a:pt x="1331" y="54089"/>
                        <a:pt x="1701" y="53793"/>
                        <a:pt x="1775" y="53349"/>
                      </a:cubicBezTo>
                      <a:lnTo>
                        <a:pt x="1775" y="53312"/>
                      </a:lnTo>
                      <a:lnTo>
                        <a:pt x="5546" y="333"/>
                      </a:lnTo>
                      <a:cubicBezTo>
                        <a:pt x="5546" y="259"/>
                        <a:pt x="5509" y="149"/>
                        <a:pt x="5472" y="112"/>
                      </a:cubicBezTo>
                      <a:cubicBezTo>
                        <a:pt x="5398" y="38"/>
                        <a:pt x="5324" y="1"/>
                        <a:pt x="525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8" name="Google Shape;2838;p51">
                  <a:extLst>
                    <a:ext uri="{FF2B5EF4-FFF2-40B4-BE49-F238E27FC236}">
                      <a16:creationId xmlns:a16="http://schemas.microsoft.com/office/drawing/2014/main" id="{70074CEA-201D-70DA-448F-BDE5A7BC7370}"/>
                    </a:ext>
                  </a:extLst>
                </p:cNvPr>
                <p:cNvSpPr/>
                <p:nvPr/>
              </p:nvSpPr>
              <p:spPr>
                <a:xfrm>
                  <a:off x="1894425" y="3728150"/>
                  <a:ext cx="122975" cy="133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9" h="53327" extrusionOk="0">
                      <a:moveTo>
                        <a:pt x="2367" y="0"/>
                      </a:moveTo>
                      <a:lnTo>
                        <a:pt x="38" y="52684"/>
                      </a:lnTo>
                      <a:cubicBezTo>
                        <a:pt x="1" y="52979"/>
                        <a:pt x="186" y="53238"/>
                        <a:pt x="445" y="53312"/>
                      </a:cubicBezTo>
                      <a:cubicBezTo>
                        <a:pt x="488" y="53322"/>
                        <a:pt x="531" y="53326"/>
                        <a:pt x="574" y="53326"/>
                      </a:cubicBezTo>
                      <a:cubicBezTo>
                        <a:pt x="859" y="53326"/>
                        <a:pt x="1115" y="53121"/>
                        <a:pt x="1147" y="52832"/>
                      </a:cubicBezTo>
                      <a:lnTo>
                        <a:pt x="491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9" name="Google Shape;2839;p51">
                  <a:extLst>
                    <a:ext uri="{FF2B5EF4-FFF2-40B4-BE49-F238E27FC236}">
                      <a16:creationId xmlns:a16="http://schemas.microsoft.com/office/drawing/2014/main" id="{FDD64108-E292-CAAA-8174-91D03EFD5353}"/>
                    </a:ext>
                  </a:extLst>
                </p:cNvPr>
                <p:cNvSpPr/>
                <p:nvPr/>
              </p:nvSpPr>
              <p:spPr>
                <a:xfrm>
                  <a:off x="1887050" y="3720750"/>
                  <a:ext cx="138650" cy="134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6" h="53941" extrusionOk="0">
                      <a:moveTo>
                        <a:pt x="4880" y="629"/>
                      </a:moveTo>
                      <a:lnTo>
                        <a:pt x="1146" y="53091"/>
                      </a:lnTo>
                      <a:cubicBezTo>
                        <a:pt x="1109" y="53202"/>
                        <a:pt x="998" y="53312"/>
                        <a:pt x="887" y="53312"/>
                      </a:cubicBezTo>
                      <a:lnTo>
                        <a:pt x="814" y="53312"/>
                      </a:lnTo>
                      <a:cubicBezTo>
                        <a:pt x="703" y="53275"/>
                        <a:pt x="629" y="53165"/>
                        <a:pt x="629" y="53017"/>
                      </a:cubicBezTo>
                      <a:lnTo>
                        <a:pt x="629" y="52980"/>
                      </a:lnTo>
                      <a:lnTo>
                        <a:pt x="2982" y="629"/>
                      </a:lnTo>
                      <a:close/>
                      <a:moveTo>
                        <a:pt x="2662" y="1"/>
                      </a:moveTo>
                      <a:cubicBezTo>
                        <a:pt x="2514" y="1"/>
                        <a:pt x="2366" y="112"/>
                        <a:pt x="2366" y="296"/>
                      </a:cubicBezTo>
                      <a:lnTo>
                        <a:pt x="2" y="52943"/>
                      </a:lnTo>
                      <a:lnTo>
                        <a:pt x="2" y="52943"/>
                      </a:lnTo>
                      <a:lnTo>
                        <a:pt x="0" y="52943"/>
                      </a:lnTo>
                      <a:lnTo>
                        <a:pt x="0" y="53017"/>
                      </a:lnTo>
                      <a:cubicBezTo>
                        <a:pt x="0" y="53423"/>
                        <a:pt x="296" y="53793"/>
                        <a:pt x="666" y="53904"/>
                      </a:cubicBezTo>
                      <a:cubicBezTo>
                        <a:pt x="740" y="53904"/>
                        <a:pt x="814" y="53941"/>
                        <a:pt x="887" y="53941"/>
                      </a:cubicBezTo>
                      <a:cubicBezTo>
                        <a:pt x="1331" y="53941"/>
                        <a:pt x="1701" y="53608"/>
                        <a:pt x="1775" y="53165"/>
                      </a:cubicBezTo>
                      <a:lnTo>
                        <a:pt x="1775" y="53128"/>
                      </a:lnTo>
                      <a:lnTo>
                        <a:pt x="5546" y="333"/>
                      </a:lnTo>
                      <a:cubicBezTo>
                        <a:pt x="5546" y="259"/>
                        <a:pt x="5509" y="149"/>
                        <a:pt x="5435" y="112"/>
                      </a:cubicBezTo>
                      <a:cubicBezTo>
                        <a:pt x="5398" y="38"/>
                        <a:pt x="5324" y="1"/>
                        <a:pt x="52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0" name="Google Shape;2840;p51">
                  <a:extLst>
                    <a:ext uri="{FF2B5EF4-FFF2-40B4-BE49-F238E27FC236}">
                      <a16:creationId xmlns:a16="http://schemas.microsoft.com/office/drawing/2014/main" id="{28C9DC5B-8FCF-5674-2BAA-F54AD29F4F66}"/>
                    </a:ext>
                  </a:extLst>
                </p:cNvPr>
                <p:cNvSpPr/>
                <p:nvPr/>
              </p:nvSpPr>
              <p:spPr>
                <a:xfrm>
                  <a:off x="1912000" y="3654200"/>
                  <a:ext cx="3986375" cy="11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455" h="4586" extrusionOk="0">
                      <a:moveTo>
                        <a:pt x="0" y="1"/>
                      </a:moveTo>
                      <a:lnTo>
                        <a:pt x="0" y="4585"/>
                      </a:lnTo>
                      <a:lnTo>
                        <a:pt x="159455" y="4585"/>
                      </a:lnTo>
                      <a:lnTo>
                        <a:pt x="15945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1" name="Google Shape;2841;p51">
                  <a:extLst>
                    <a:ext uri="{FF2B5EF4-FFF2-40B4-BE49-F238E27FC236}">
                      <a16:creationId xmlns:a16="http://schemas.microsoft.com/office/drawing/2014/main" id="{E0B71F1A-FC21-8E70-B934-3D9EF12F08E7}"/>
                    </a:ext>
                  </a:extLst>
                </p:cNvPr>
                <p:cNvSpPr/>
                <p:nvPr/>
              </p:nvSpPr>
              <p:spPr>
                <a:xfrm>
                  <a:off x="1904600" y="3646800"/>
                  <a:ext cx="4001175" cy="13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047" h="5214" extrusionOk="0">
                      <a:moveTo>
                        <a:pt x="159455" y="629"/>
                      </a:moveTo>
                      <a:lnTo>
                        <a:pt x="159455" y="4585"/>
                      </a:lnTo>
                      <a:lnTo>
                        <a:pt x="592" y="4585"/>
                      </a:lnTo>
                      <a:lnTo>
                        <a:pt x="592" y="629"/>
                      </a:lnTo>
                      <a:close/>
                      <a:moveTo>
                        <a:pt x="296" y="1"/>
                      </a:moveTo>
                      <a:cubicBezTo>
                        <a:pt x="222" y="1"/>
                        <a:pt x="149" y="38"/>
                        <a:pt x="75" y="112"/>
                      </a:cubicBezTo>
                      <a:cubicBezTo>
                        <a:pt x="38" y="149"/>
                        <a:pt x="1" y="223"/>
                        <a:pt x="1" y="297"/>
                      </a:cubicBezTo>
                      <a:lnTo>
                        <a:pt x="1" y="4881"/>
                      </a:lnTo>
                      <a:cubicBezTo>
                        <a:pt x="1" y="4955"/>
                        <a:pt x="38" y="5066"/>
                        <a:pt x="75" y="5103"/>
                      </a:cubicBezTo>
                      <a:cubicBezTo>
                        <a:pt x="149" y="5177"/>
                        <a:pt x="222" y="5214"/>
                        <a:pt x="296" y="5214"/>
                      </a:cubicBezTo>
                      <a:lnTo>
                        <a:pt x="159751" y="5214"/>
                      </a:lnTo>
                      <a:cubicBezTo>
                        <a:pt x="159824" y="5214"/>
                        <a:pt x="159898" y="5177"/>
                        <a:pt x="159972" y="5103"/>
                      </a:cubicBezTo>
                      <a:cubicBezTo>
                        <a:pt x="160046" y="5066"/>
                        <a:pt x="160046" y="4955"/>
                        <a:pt x="160046" y="4881"/>
                      </a:cubicBezTo>
                      <a:lnTo>
                        <a:pt x="160046" y="297"/>
                      </a:lnTo>
                      <a:cubicBezTo>
                        <a:pt x="160046" y="223"/>
                        <a:pt x="160046" y="149"/>
                        <a:pt x="159972" y="112"/>
                      </a:cubicBezTo>
                      <a:cubicBezTo>
                        <a:pt x="159898" y="38"/>
                        <a:pt x="159824" y="1"/>
                        <a:pt x="15975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2" name="Google Shape;2842;p51">
                  <a:extLst>
                    <a:ext uri="{FF2B5EF4-FFF2-40B4-BE49-F238E27FC236}">
                      <a16:creationId xmlns:a16="http://schemas.microsoft.com/office/drawing/2014/main" id="{44E4FEC0-CF0F-5B77-BC6D-D2681C77D1A2}"/>
                    </a:ext>
                  </a:extLst>
                </p:cNvPr>
                <p:cNvSpPr/>
                <p:nvPr/>
              </p:nvSpPr>
              <p:spPr>
                <a:xfrm>
                  <a:off x="1912000" y="3654200"/>
                  <a:ext cx="3986375" cy="3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455" h="1591" extrusionOk="0">
                      <a:moveTo>
                        <a:pt x="0" y="1"/>
                      </a:moveTo>
                      <a:lnTo>
                        <a:pt x="0" y="1591"/>
                      </a:lnTo>
                      <a:lnTo>
                        <a:pt x="159455" y="1591"/>
                      </a:lnTo>
                      <a:lnTo>
                        <a:pt x="15945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3" name="Google Shape;2843;p51">
                  <a:extLst>
                    <a:ext uri="{FF2B5EF4-FFF2-40B4-BE49-F238E27FC236}">
                      <a16:creationId xmlns:a16="http://schemas.microsoft.com/office/drawing/2014/main" id="{415587EF-8821-04F2-FC91-1114472DC7CA}"/>
                    </a:ext>
                  </a:extLst>
                </p:cNvPr>
                <p:cNvSpPr/>
                <p:nvPr/>
              </p:nvSpPr>
              <p:spPr>
                <a:xfrm>
                  <a:off x="1904600" y="3646800"/>
                  <a:ext cx="4001175" cy="5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047" h="2183" extrusionOk="0">
                      <a:moveTo>
                        <a:pt x="159455" y="629"/>
                      </a:moveTo>
                      <a:lnTo>
                        <a:pt x="159455" y="1591"/>
                      </a:lnTo>
                      <a:lnTo>
                        <a:pt x="592" y="1591"/>
                      </a:lnTo>
                      <a:lnTo>
                        <a:pt x="592" y="629"/>
                      </a:lnTo>
                      <a:close/>
                      <a:moveTo>
                        <a:pt x="296" y="1"/>
                      </a:moveTo>
                      <a:cubicBezTo>
                        <a:pt x="222" y="1"/>
                        <a:pt x="149" y="38"/>
                        <a:pt x="75" y="112"/>
                      </a:cubicBezTo>
                      <a:cubicBezTo>
                        <a:pt x="38" y="149"/>
                        <a:pt x="1" y="223"/>
                        <a:pt x="1" y="297"/>
                      </a:cubicBezTo>
                      <a:lnTo>
                        <a:pt x="1" y="1887"/>
                      </a:lnTo>
                      <a:cubicBezTo>
                        <a:pt x="1" y="1960"/>
                        <a:pt x="38" y="2034"/>
                        <a:pt x="75" y="2108"/>
                      </a:cubicBezTo>
                      <a:cubicBezTo>
                        <a:pt x="149" y="2145"/>
                        <a:pt x="222" y="2182"/>
                        <a:pt x="296" y="2182"/>
                      </a:cubicBezTo>
                      <a:lnTo>
                        <a:pt x="159751" y="2182"/>
                      </a:lnTo>
                      <a:cubicBezTo>
                        <a:pt x="159824" y="2182"/>
                        <a:pt x="159898" y="2145"/>
                        <a:pt x="159972" y="2108"/>
                      </a:cubicBezTo>
                      <a:cubicBezTo>
                        <a:pt x="160046" y="2034"/>
                        <a:pt x="160046" y="1960"/>
                        <a:pt x="160046" y="1887"/>
                      </a:cubicBezTo>
                      <a:lnTo>
                        <a:pt x="160046" y="297"/>
                      </a:lnTo>
                      <a:cubicBezTo>
                        <a:pt x="160046" y="223"/>
                        <a:pt x="160046" y="149"/>
                        <a:pt x="159972" y="112"/>
                      </a:cubicBezTo>
                      <a:cubicBezTo>
                        <a:pt x="159898" y="38"/>
                        <a:pt x="159824" y="1"/>
                        <a:pt x="15975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4" name="Google Shape;2844;p51">
                  <a:extLst>
                    <a:ext uri="{FF2B5EF4-FFF2-40B4-BE49-F238E27FC236}">
                      <a16:creationId xmlns:a16="http://schemas.microsoft.com/office/drawing/2014/main" id="{71BDF1CD-3924-C87A-AEDD-229A0EEACCD1}"/>
                    </a:ext>
                  </a:extLst>
                </p:cNvPr>
                <p:cNvSpPr/>
                <p:nvPr/>
              </p:nvSpPr>
              <p:spPr>
                <a:xfrm>
                  <a:off x="4901075" y="3654200"/>
                  <a:ext cx="997300" cy="11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92" h="4586" extrusionOk="0">
                      <a:moveTo>
                        <a:pt x="0" y="1"/>
                      </a:moveTo>
                      <a:lnTo>
                        <a:pt x="0" y="4585"/>
                      </a:lnTo>
                      <a:lnTo>
                        <a:pt x="39892" y="4585"/>
                      </a:lnTo>
                      <a:lnTo>
                        <a:pt x="398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5" name="Google Shape;2845;p51">
                  <a:extLst>
                    <a:ext uri="{FF2B5EF4-FFF2-40B4-BE49-F238E27FC236}">
                      <a16:creationId xmlns:a16="http://schemas.microsoft.com/office/drawing/2014/main" id="{7EFBDDFC-6C61-230E-C5A3-CC2298C11EA5}"/>
                    </a:ext>
                  </a:extLst>
                </p:cNvPr>
                <p:cNvSpPr/>
                <p:nvPr/>
              </p:nvSpPr>
              <p:spPr>
                <a:xfrm>
                  <a:off x="4893675" y="3646800"/>
                  <a:ext cx="1012100" cy="13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4" h="5214" extrusionOk="0">
                      <a:moveTo>
                        <a:pt x="39892" y="629"/>
                      </a:moveTo>
                      <a:lnTo>
                        <a:pt x="39892" y="4585"/>
                      </a:lnTo>
                      <a:lnTo>
                        <a:pt x="592" y="4585"/>
                      </a:lnTo>
                      <a:lnTo>
                        <a:pt x="592" y="629"/>
                      </a:lnTo>
                      <a:close/>
                      <a:moveTo>
                        <a:pt x="296" y="1"/>
                      </a:moveTo>
                      <a:cubicBezTo>
                        <a:pt x="222" y="1"/>
                        <a:pt x="148" y="38"/>
                        <a:pt x="74" y="112"/>
                      </a:cubicBezTo>
                      <a:cubicBezTo>
                        <a:pt x="1" y="149"/>
                        <a:pt x="1" y="223"/>
                        <a:pt x="1" y="297"/>
                      </a:cubicBezTo>
                      <a:lnTo>
                        <a:pt x="1" y="4881"/>
                      </a:lnTo>
                      <a:cubicBezTo>
                        <a:pt x="1" y="4955"/>
                        <a:pt x="1" y="5066"/>
                        <a:pt x="74" y="5103"/>
                      </a:cubicBezTo>
                      <a:cubicBezTo>
                        <a:pt x="148" y="5177"/>
                        <a:pt x="222" y="5214"/>
                        <a:pt x="296" y="5214"/>
                      </a:cubicBezTo>
                      <a:lnTo>
                        <a:pt x="40188" y="5214"/>
                      </a:lnTo>
                      <a:cubicBezTo>
                        <a:pt x="40261" y="5214"/>
                        <a:pt x="40335" y="5177"/>
                        <a:pt x="40409" y="5103"/>
                      </a:cubicBezTo>
                      <a:cubicBezTo>
                        <a:pt x="40483" y="5066"/>
                        <a:pt x="40483" y="4955"/>
                        <a:pt x="40483" y="4881"/>
                      </a:cubicBezTo>
                      <a:lnTo>
                        <a:pt x="40483" y="297"/>
                      </a:lnTo>
                      <a:cubicBezTo>
                        <a:pt x="40483" y="223"/>
                        <a:pt x="40483" y="149"/>
                        <a:pt x="40409" y="112"/>
                      </a:cubicBezTo>
                      <a:cubicBezTo>
                        <a:pt x="40335" y="38"/>
                        <a:pt x="40261" y="1"/>
                        <a:pt x="401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6" name="Google Shape;2846;p51">
                  <a:extLst>
                    <a:ext uri="{FF2B5EF4-FFF2-40B4-BE49-F238E27FC236}">
                      <a16:creationId xmlns:a16="http://schemas.microsoft.com/office/drawing/2014/main" id="{87CF5BE3-0E37-EB67-AB00-5F26500BACAB}"/>
                    </a:ext>
                  </a:extLst>
                </p:cNvPr>
                <p:cNvSpPr/>
                <p:nvPr/>
              </p:nvSpPr>
              <p:spPr>
                <a:xfrm>
                  <a:off x="1876875" y="3616300"/>
                  <a:ext cx="4057550" cy="4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02" h="1739" extrusionOk="0">
                      <a:moveTo>
                        <a:pt x="1" y="1"/>
                      </a:moveTo>
                      <a:lnTo>
                        <a:pt x="1" y="1739"/>
                      </a:lnTo>
                      <a:lnTo>
                        <a:pt x="162301" y="1739"/>
                      </a:lnTo>
                      <a:lnTo>
                        <a:pt x="16230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7" name="Google Shape;2847;p51">
                  <a:extLst>
                    <a:ext uri="{FF2B5EF4-FFF2-40B4-BE49-F238E27FC236}">
                      <a16:creationId xmlns:a16="http://schemas.microsoft.com/office/drawing/2014/main" id="{35D2EF7F-E13F-242A-9782-297293CEA156}"/>
                    </a:ext>
                  </a:extLst>
                </p:cNvPr>
                <p:cNvSpPr/>
                <p:nvPr/>
              </p:nvSpPr>
              <p:spPr>
                <a:xfrm>
                  <a:off x="1868550" y="3608925"/>
                  <a:ext cx="4073275" cy="5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931" h="2367" extrusionOk="0">
                      <a:moveTo>
                        <a:pt x="162302" y="629"/>
                      </a:moveTo>
                      <a:lnTo>
                        <a:pt x="162302" y="1738"/>
                      </a:lnTo>
                      <a:lnTo>
                        <a:pt x="629" y="1738"/>
                      </a:lnTo>
                      <a:lnTo>
                        <a:pt x="629" y="629"/>
                      </a:lnTo>
                      <a:close/>
                      <a:moveTo>
                        <a:pt x="334" y="0"/>
                      </a:moveTo>
                      <a:cubicBezTo>
                        <a:pt x="223" y="0"/>
                        <a:pt x="149" y="37"/>
                        <a:pt x="112" y="74"/>
                      </a:cubicBezTo>
                      <a:cubicBezTo>
                        <a:pt x="38" y="148"/>
                        <a:pt x="1" y="222"/>
                        <a:pt x="1" y="296"/>
                      </a:cubicBezTo>
                      <a:lnTo>
                        <a:pt x="1" y="2034"/>
                      </a:lnTo>
                      <a:cubicBezTo>
                        <a:pt x="1" y="2144"/>
                        <a:pt x="38" y="2218"/>
                        <a:pt x="112" y="2255"/>
                      </a:cubicBezTo>
                      <a:cubicBezTo>
                        <a:pt x="149" y="2329"/>
                        <a:pt x="223" y="2366"/>
                        <a:pt x="334" y="2366"/>
                      </a:cubicBezTo>
                      <a:lnTo>
                        <a:pt x="162634" y="2366"/>
                      </a:lnTo>
                      <a:cubicBezTo>
                        <a:pt x="162708" y="2366"/>
                        <a:pt x="162782" y="2329"/>
                        <a:pt x="162819" y="2255"/>
                      </a:cubicBezTo>
                      <a:cubicBezTo>
                        <a:pt x="162893" y="2218"/>
                        <a:pt x="162930" y="2144"/>
                        <a:pt x="162930" y="2034"/>
                      </a:cubicBezTo>
                      <a:lnTo>
                        <a:pt x="162930" y="296"/>
                      </a:lnTo>
                      <a:cubicBezTo>
                        <a:pt x="162930" y="222"/>
                        <a:pt x="162893" y="148"/>
                        <a:pt x="162819" y="74"/>
                      </a:cubicBezTo>
                      <a:cubicBezTo>
                        <a:pt x="162782" y="37"/>
                        <a:pt x="162708" y="0"/>
                        <a:pt x="1626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8" name="Google Shape;2848;p51">
                  <a:extLst>
                    <a:ext uri="{FF2B5EF4-FFF2-40B4-BE49-F238E27FC236}">
                      <a16:creationId xmlns:a16="http://schemas.microsoft.com/office/drawing/2014/main" id="{EC15DA73-2352-E63F-1A40-BE5C74525420}"/>
                    </a:ext>
                  </a:extLst>
                </p:cNvPr>
                <p:cNvSpPr/>
                <p:nvPr/>
              </p:nvSpPr>
              <p:spPr>
                <a:xfrm>
                  <a:off x="4942650" y="3616300"/>
                  <a:ext cx="991775" cy="4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71" h="1739" extrusionOk="0">
                      <a:moveTo>
                        <a:pt x="1" y="1"/>
                      </a:moveTo>
                      <a:lnTo>
                        <a:pt x="1" y="1739"/>
                      </a:lnTo>
                      <a:lnTo>
                        <a:pt x="39670" y="1739"/>
                      </a:lnTo>
                      <a:lnTo>
                        <a:pt x="3967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9" name="Google Shape;2849;p51">
                  <a:extLst>
                    <a:ext uri="{FF2B5EF4-FFF2-40B4-BE49-F238E27FC236}">
                      <a16:creationId xmlns:a16="http://schemas.microsoft.com/office/drawing/2014/main" id="{B073015A-0601-8599-A911-7514085CE295}"/>
                    </a:ext>
                  </a:extLst>
                </p:cNvPr>
                <p:cNvSpPr/>
                <p:nvPr/>
              </p:nvSpPr>
              <p:spPr>
                <a:xfrm>
                  <a:off x="4935275" y="3608925"/>
                  <a:ext cx="1006550" cy="5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2" h="2367" extrusionOk="0">
                      <a:moveTo>
                        <a:pt x="39633" y="629"/>
                      </a:moveTo>
                      <a:lnTo>
                        <a:pt x="39633" y="1738"/>
                      </a:lnTo>
                      <a:lnTo>
                        <a:pt x="592" y="1738"/>
                      </a:lnTo>
                      <a:lnTo>
                        <a:pt x="592" y="629"/>
                      </a:lnTo>
                      <a:close/>
                      <a:moveTo>
                        <a:pt x="296" y="0"/>
                      </a:moveTo>
                      <a:cubicBezTo>
                        <a:pt x="222" y="0"/>
                        <a:pt x="148" y="37"/>
                        <a:pt x="74" y="74"/>
                      </a:cubicBezTo>
                      <a:cubicBezTo>
                        <a:pt x="0" y="148"/>
                        <a:pt x="0" y="222"/>
                        <a:pt x="0" y="296"/>
                      </a:cubicBezTo>
                      <a:lnTo>
                        <a:pt x="0" y="2034"/>
                      </a:lnTo>
                      <a:cubicBezTo>
                        <a:pt x="0" y="2144"/>
                        <a:pt x="0" y="2218"/>
                        <a:pt x="74" y="2255"/>
                      </a:cubicBezTo>
                      <a:cubicBezTo>
                        <a:pt x="148" y="2329"/>
                        <a:pt x="222" y="2366"/>
                        <a:pt x="296" y="2366"/>
                      </a:cubicBezTo>
                      <a:lnTo>
                        <a:pt x="39965" y="2366"/>
                      </a:lnTo>
                      <a:cubicBezTo>
                        <a:pt x="40039" y="2366"/>
                        <a:pt x="40113" y="2329"/>
                        <a:pt x="40150" y="2255"/>
                      </a:cubicBezTo>
                      <a:cubicBezTo>
                        <a:pt x="40224" y="2218"/>
                        <a:pt x="40261" y="2144"/>
                        <a:pt x="40261" y="2034"/>
                      </a:cubicBezTo>
                      <a:lnTo>
                        <a:pt x="40261" y="296"/>
                      </a:lnTo>
                      <a:cubicBezTo>
                        <a:pt x="40261" y="222"/>
                        <a:pt x="40224" y="148"/>
                        <a:pt x="40150" y="74"/>
                      </a:cubicBezTo>
                      <a:cubicBezTo>
                        <a:pt x="40113" y="37"/>
                        <a:pt x="40039" y="0"/>
                        <a:pt x="3996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0" name="Google Shape;2850;p51">
                  <a:extLst>
                    <a:ext uri="{FF2B5EF4-FFF2-40B4-BE49-F238E27FC236}">
                      <a16:creationId xmlns:a16="http://schemas.microsoft.com/office/drawing/2014/main" id="{D9AFB81D-18C8-24A5-8309-A72F21121C32}"/>
                    </a:ext>
                  </a:extLst>
                </p:cNvPr>
                <p:cNvSpPr/>
                <p:nvPr/>
              </p:nvSpPr>
              <p:spPr>
                <a:xfrm>
                  <a:off x="5555450" y="2786125"/>
                  <a:ext cx="416875" cy="36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5" h="14626" extrusionOk="0">
                      <a:moveTo>
                        <a:pt x="6176" y="1"/>
                      </a:moveTo>
                      <a:cubicBezTo>
                        <a:pt x="5854" y="1"/>
                        <a:pt x="5521" y="27"/>
                        <a:pt x="5176" y="82"/>
                      </a:cubicBezTo>
                      <a:cubicBezTo>
                        <a:pt x="555" y="785"/>
                        <a:pt x="0" y="2966"/>
                        <a:pt x="296" y="4260"/>
                      </a:cubicBezTo>
                      <a:cubicBezTo>
                        <a:pt x="296" y="4260"/>
                        <a:pt x="2736" y="9842"/>
                        <a:pt x="4289" y="12320"/>
                      </a:cubicBezTo>
                      <a:cubicBezTo>
                        <a:pt x="5353" y="13953"/>
                        <a:pt x="6550" y="14625"/>
                        <a:pt x="7480" y="14625"/>
                      </a:cubicBezTo>
                      <a:cubicBezTo>
                        <a:pt x="7939" y="14625"/>
                        <a:pt x="8333" y="14461"/>
                        <a:pt x="8615" y="14168"/>
                      </a:cubicBezTo>
                      <a:lnTo>
                        <a:pt x="11055" y="11728"/>
                      </a:lnTo>
                      <a:lnTo>
                        <a:pt x="14086" y="14464"/>
                      </a:lnTo>
                      <a:lnTo>
                        <a:pt x="16674" y="10582"/>
                      </a:lnTo>
                      <a:cubicBezTo>
                        <a:pt x="16674" y="10582"/>
                        <a:pt x="14382" y="7550"/>
                        <a:pt x="13384" y="5702"/>
                      </a:cubicBezTo>
                      <a:cubicBezTo>
                        <a:pt x="12426" y="3958"/>
                        <a:pt x="10141" y="1"/>
                        <a:pt x="617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1" name="Google Shape;2851;p51">
                  <a:extLst>
                    <a:ext uri="{FF2B5EF4-FFF2-40B4-BE49-F238E27FC236}">
                      <a16:creationId xmlns:a16="http://schemas.microsoft.com/office/drawing/2014/main" id="{266C9020-E6E7-0B9B-F718-A26F26040D79}"/>
                    </a:ext>
                  </a:extLst>
                </p:cNvPr>
                <p:cNvSpPr/>
                <p:nvPr/>
              </p:nvSpPr>
              <p:spPr>
                <a:xfrm>
                  <a:off x="5552675" y="2778000"/>
                  <a:ext cx="427950" cy="38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18" h="15270" extrusionOk="0">
                      <a:moveTo>
                        <a:pt x="6249" y="629"/>
                      </a:moveTo>
                      <a:cubicBezTo>
                        <a:pt x="8134" y="629"/>
                        <a:pt x="9650" y="1553"/>
                        <a:pt x="10796" y="2736"/>
                      </a:cubicBezTo>
                      <a:cubicBezTo>
                        <a:pt x="11942" y="3919"/>
                        <a:pt x="12755" y="5287"/>
                        <a:pt x="13199" y="6175"/>
                      </a:cubicBezTo>
                      <a:cubicBezTo>
                        <a:pt x="14086" y="7790"/>
                        <a:pt x="15895" y="10246"/>
                        <a:pt x="16396" y="10917"/>
                      </a:cubicBezTo>
                      <a:lnTo>
                        <a:pt x="16396" y="10917"/>
                      </a:lnTo>
                      <a:lnTo>
                        <a:pt x="14123" y="14308"/>
                      </a:lnTo>
                      <a:lnTo>
                        <a:pt x="11387" y="11831"/>
                      </a:lnTo>
                      <a:cubicBezTo>
                        <a:pt x="11332" y="11776"/>
                        <a:pt x="11258" y="11748"/>
                        <a:pt x="11180" y="11748"/>
                      </a:cubicBezTo>
                      <a:cubicBezTo>
                        <a:pt x="11101" y="11748"/>
                        <a:pt x="11018" y="11776"/>
                        <a:pt x="10944" y="11831"/>
                      </a:cubicBezTo>
                      <a:cubicBezTo>
                        <a:pt x="10944" y="11831"/>
                        <a:pt x="9391" y="13421"/>
                        <a:pt x="8504" y="14271"/>
                      </a:cubicBezTo>
                      <a:cubicBezTo>
                        <a:pt x="8282" y="14493"/>
                        <a:pt x="7986" y="14641"/>
                        <a:pt x="7616" y="14641"/>
                      </a:cubicBezTo>
                      <a:cubicBezTo>
                        <a:pt x="6840" y="14641"/>
                        <a:pt x="5694" y="14049"/>
                        <a:pt x="4659" y="12460"/>
                      </a:cubicBezTo>
                      <a:cubicBezTo>
                        <a:pt x="3919" y="11277"/>
                        <a:pt x="2884" y="9243"/>
                        <a:pt x="2108" y="7543"/>
                      </a:cubicBezTo>
                      <a:cubicBezTo>
                        <a:pt x="1701" y="6692"/>
                        <a:pt x="1331" y="5916"/>
                        <a:pt x="1073" y="5361"/>
                      </a:cubicBezTo>
                      <a:cubicBezTo>
                        <a:pt x="883" y="4955"/>
                        <a:pt x="753" y="4647"/>
                        <a:pt x="697" y="4512"/>
                      </a:cubicBezTo>
                      <a:lnTo>
                        <a:pt x="697" y="4512"/>
                      </a:lnTo>
                      <a:lnTo>
                        <a:pt x="703" y="4511"/>
                      </a:lnTo>
                      <a:cubicBezTo>
                        <a:pt x="666" y="4363"/>
                        <a:pt x="629" y="4178"/>
                        <a:pt x="629" y="4030"/>
                      </a:cubicBezTo>
                      <a:cubicBezTo>
                        <a:pt x="629" y="3439"/>
                        <a:pt x="851" y="2810"/>
                        <a:pt x="1516" y="2182"/>
                      </a:cubicBezTo>
                      <a:cubicBezTo>
                        <a:pt x="2182" y="1590"/>
                        <a:pt x="3365" y="999"/>
                        <a:pt x="5324" y="703"/>
                      </a:cubicBezTo>
                      <a:cubicBezTo>
                        <a:pt x="5657" y="666"/>
                        <a:pt x="5953" y="629"/>
                        <a:pt x="6249" y="629"/>
                      </a:cubicBezTo>
                      <a:close/>
                      <a:moveTo>
                        <a:pt x="6249" y="1"/>
                      </a:moveTo>
                      <a:cubicBezTo>
                        <a:pt x="5916" y="1"/>
                        <a:pt x="5583" y="37"/>
                        <a:pt x="5250" y="111"/>
                      </a:cubicBezTo>
                      <a:cubicBezTo>
                        <a:pt x="3217" y="407"/>
                        <a:pt x="1923" y="999"/>
                        <a:pt x="1110" y="1738"/>
                      </a:cubicBezTo>
                      <a:cubicBezTo>
                        <a:pt x="296" y="2441"/>
                        <a:pt x="1" y="3291"/>
                        <a:pt x="38" y="4030"/>
                      </a:cubicBezTo>
                      <a:cubicBezTo>
                        <a:pt x="38" y="4252"/>
                        <a:pt x="38" y="4437"/>
                        <a:pt x="74" y="4659"/>
                      </a:cubicBezTo>
                      <a:lnTo>
                        <a:pt x="111" y="4696"/>
                      </a:lnTo>
                      <a:cubicBezTo>
                        <a:pt x="111" y="4696"/>
                        <a:pt x="740" y="6101"/>
                        <a:pt x="1516" y="7801"/>
                      </a:cubicBezTo>
                      <a:cubicBezTo>
                        <a:pt x="2330" y="9539"/>
                        <a:pt x="3365" y="11535"/>
                        <a:pt x="4141" y="12792"/>
                      </a:cubicBezTo>
                      <a:cubicBezTo>
                        <a:pt x="5250" y="14493"/>
                        <a:pt x="6507" y="15232"/>
                        <a:pt x="7616" y="15269"/>
                      </a:cubicBezTo>
                      <a:cubicBezTo>
                        <a:pt x="8134" y="15269"/>
                        <a:pt x="8615" y="15048"/>
                        <a:pt x="8947" y="14715"/>
                      </a:cubicBezTo>
                      <a:lnTo>
                        <a:pt x="10500" y="13162"/>
                      </a:lnTo>
                      <a:lnTo>
                        <a:pt x="11193" y="12469"/>
                      </a:lnTo>
                      <a:lnTo>
                        <a:pt x="13975" y="15011"/>
                      </a:lnTo>
                      <a:cubicBezTo>
                        <a:pt x="14030" y="15065"/>
                        <a:pt x="14103" y="15099"/>
                        <a:pt x="14168" y="15099"/>
                      </a:cubicBezTo>
                      <a:cubicBezTo>
                        <a:pt x="14192" y="15099"/>
                        <a:pt x="14214" y="15094"/>
                        <a:pt x="14234" y="15085"/>
                      </a:cubicBezTo>
                      <a:cubicBezTo>
                        <a:pt x="14308" y="15085"/>
                        <a:pt x="14419" y="15048"/>
                        <a:pt x="14456" y="14974"/>
                      </a:cubicBezTo>
                      <a:lnTo>
                        <a:pt x="17044" y="11092"/>
                      </a:lnTo>
                      <a:cubicBezTo>
                        <a:pt x="17118" y="10981"/>
                        <a:pt x="17118" y="10833"/>
                        <a:pt x="17044" y="10722"/>
                      </a:cubicBezTo>
                      <a:cubicBezTo>
                        <a:pt x="17044" y="10722"/>
                        <a:pt x="16896" y="10537"/>
                        <a:pt x="16674" y="10204"/>
                      </a:cubicBezTo>
                      <a:cubicBezTo>
                        <a:pt x="15972" y="9280"/>
                        <a:pt x="14493" y="7247"/>
                        <a:pt x="13754" y="5879"/>
                      </a:cubicBezTo>
                      <a:cubicBezTo>
                        <a:pt x="13273" y="4992"/>
                        <a:pt x="12460" y="3550"/>
                        <a:pt x="11240" y="2293"/>
                      </a:cubicBezTo>
                      <a:cubicBezTo>
                        <a:pt x="10020" y="1073"/>
                        <a:pt x="8356" y="1"/>
                        <a:pt x="62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2" name="Google Shape;2852;p51">
                  <a:extLst>
                    <a:ext uri="{FF2B5EF4-FFF2-40B4-BE49-F238E27FC236}">
                      <a16:creationId xmlns:a16="http://schemas.microsoft.com/office/drawing/2014/main" id="{A18A9B02-6387-9C77-DF58-40B1A1DE673C}"/>
                    </a:ext>
                  </a:extLst>
                </p:cNvPr>
                <p:cNvSpPr/>
                <p:nvPr/>
              </p:nvSpPr>
              <p:spPr>
                <a:xfrm>
                  <a:off x="5414950" y="2624850"/>
                  <a:ext cx="546275" cy="39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1" h="15647" extrusionOk="0">
                      <a:moveTo>
                        <a:pt x="13545" y="0"/>
                      </a:moveTo>
                      <a:cubicBezTo>
                        <a:pt x="11427" y="0"/>
                        <a:pt x="9026" y="650"/>
                        <a:pt x="6619" y="2060"/>
                      </a:cubicBezTo>
                      <a:cubicBezTo>
                        <a:pt x="999" y="5387"/>
                        <a:pt x="1" y="11265"/>
                        <a:pt x="3033" y="12153"/>
                      </a:cubicBezTo>
                      <a:cubicBezTo>
                        <a:pt x="3273" y="12221"/>
                        <a:pt x="3520" y="12252"/>
                        <a:pt x="3773" y="12252"/>
                      </a:cubicBezTo>
                      <a:cubicBezTo>
                        <a:pt x="6670" y="12252"/>
                        <a:pt x="10204" y="8124"/>
                        <a:pt x="10205" y="8123"/>
                      </a:cubicBezTo>
                      <a:lnTo>
                        <a:pt x="10205" y="8123"/>
                      </a:lnTo>
                      <a:cubicBezTo>
                        <a:pt x="8763" y="10711"/>
                        <a:pt x="11351" y="10711"/>
                        <a:pt x="11351" y="10711"/>
                      </a:cubicBezTo>
                      <a:cubicBezTo>
                        <a:pt x="11351" y="10711"/>
                        <a:pt x="11499" y="12412"/>
                        <a:pt x="12238" y="13595"/>
                      </a:cubicBezTo>
                      <a:cubicBezTo>
                        <a:pt x="12355" y="13785"/>
                        <a:pt x="12456" y="13864"/>
                        <a:pt x="12544" y="13864"/>
                      </a:cubicBezTo>
                      <a:cubicBezTo>
                        <a:pt x="12986" y="13864"/>
                        <a:pt x="13089" y="11857"/>
                        <a:pt x="13089" y="11857"/>
                      </a:cubicBezTo>
                      <a:cubicBezTo>
                        <a:pt x="13089" y="11857"/>
                        <a:pt x="15529" y="14297"/>
                        <a:pt x="17414" y="15295"/>
                      </a:cubicBezTo>
                      <a:cubicBezTo>
                        <a:pt x="17865" y="15539"/>
                        <a:pt x="18268" y="15646"/>
                        <a:pt x="18625" y="15646"/>
                      </a:cubicBezTo>
                      <a:cubicBezTo>
                        <a:pt x="19731" y="15646"/>
                        <a:pt x="20397" y="14620"/>
                        <a:pt x="20704" y="13447"/>
                      </a:cubicBezTo>
                      <a:cubicBezTo>
                        <a:pt x="21148" y="11857"/>
                        <a:pt x="21851" y="6829"/>
                        <a:pt x="19854" y="3206"/>
                      </a:cubicBezTo>
                      <a:cubicBezTo>
                        <a:pt x="18692" y="1156"/>
                        <a:pt x="16370" y="0"/>
                        <a:pt x="135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3" name="Google Shape;2853;p51">
                  <a:extLst>
                    <a:ext uri="{FF2B5EF4-FFF2-40B4-BE49-F238E27FC236}">
                      <a16:creationId xmlns:a16="http://schemas.microsoft.com/office/drawing/2014/main" id="{E8F857F8-5EFD-BBC9-FF16-C2532CAAFF6D}"/>
                    </a:ext>
                  </a:extLst>
                </p:cNvPr>
                <p:cNvSpPr/>
                <p:nvPr/>
              </p:nvSpPr>
              <p:spPr>
                <a:xfrm>
                  <a:off x="5440850" y="2617175"/>
                  <a:ext cx="512050" cy="40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2" h="16268" extrusionOk="0">
                      <a:moveTo>
                        <a:pt x="12496" y="629"/>
                      </a:moveTo>
                      <a:cubicBezTo>
                        <a:pt x="15269" y="629"/>
                        <a:pt x="17450" y="1738"/>
                        <a:pt x="18559" y="3698"/>
                      </a:cubicBezTo>
                      <a:cubicBezTo>
                        <a:pt x="19558" y="5472"/>
                        <a:pt x="19853" y="7654"/>
                        <a:pt x="19853" y="9576"/>
                      </a:cubicBezTo>
                      <a:cubicBezTo>
                        <a:pt x="19853" y="11351"/>
                        <a:pt x="19595" y="12940"/>
                        <a:pt x="19373" y="13680"/>
                      </a:cubicBezTo>
                      <a:cubicBezTo>
                        <a:pt x="19225" y="14234"/>
                        <a:pt x="19003" y="14752"/>
                        <a:pt x="18707" y="15122"/>
                      </a:cubicBezTo>
                      <a:cubicBezTo>
                        <a:pt x="18374" y="15454"/>
                        <a:pt x="18042" y="15639"/>
                        <a:pt x="17598" y="15676"/>
                      </a:cubicBezTo>
                      <a:cubicBezTo>
                        <a:pt x="17302" y="15676"/>
                        <a:pt x="16933" y="15565"/>
                        <a:pt x="16526" y="15343"/>
                      </a:cubicBezTo>
                      <a:cubicBezTo>
                        <a:pt x="15639" y="14863"/>
                        <a:pt x="14567" y="14013"/>
                        <a:pt x="13716" y="13273"/>
                      </a:cubicBezTo>
                      <a:cubicBezTo>
                        <a:pt x="13310" y="12903"/>
                        <a:pt x="12940" y="12571"/>
                        <a:pt x="12681" y="12349"/>
                      </a:cubicBezTo>
                      <a:cubicBezTo>
                        <a:pt x="12533" y="12201"/>
                        <a:pt x="12459" y="12127"/>
                        <a:pt x="12385" y="12053"/>
                      </a:cubicBezTo>
                      <a:cubicBezTo>
                        <a:pt x="12311" y="11979"/>
                        <a:pt x="12274" y="11942"/>
                        <a:pt x="12274" y="11942"/>
                      </a:cubicBezTo>
                      <a:cubicBezTo>
                        <a:pt x="12220" y="11888"/>
                        <a:pt x="12126" y="11854"/>
                        <a:pt x="12037" y="11854"/>
                      </a:cubicBezTo>
                      <a:cubicBezTo>
                        <a:pt x="12004" y="11854"/>
                        <a:pt x="11971" y="11858"/>
                        <a:pt x="11942" y="11868"/>
                      </a:cubicBezTo>
                      <a:cubicBezTo>
                        <a:pt x="11831" y="11905"/>
                        <a:pt x="11757" y="12016"/>
                        <a:pt x="11757" y="12127"/>
                      </a:cubicBezTo>
                      <a:cubicBezTo>
                        <a:pt x="11757" y="12127"/>
                        <a:pt x="11757" y="12275"/>
                        <a:pt x="11720" y="12460"/>
                      </a:cubicBezTo>
                      <a:cubicBezTo>
                        <a:pt x="11720" y="12719"/>
                        <a:pt x="11646" y="13125"/>
                        <a:pt x="11572" y="13458"/>
                      </a:cubicBezTo>
                      <a:cubicBezTo>
                        <a:pt x="11544" y="13571"/>
                        <a:pt x="11515" y="13684"/>
                        <a:pt x="11487" y="13764"/>
                      </a:cubicBezTo>
                      <a:lnTo>
                        <a:pt x="11487" y="13764"/>
                      </a:lnTo>
                      <a:cubicBezTo>
                        <a:pt x="11479" y="13750"/>
                        <a:pt x="11470" y="13734"/>
                        <a:pt x="11461" y="13717"/>
                      </a:cubicBezTo>
                      <a:cubicBezTo>
                        <a:pt x="11128" y="13199"/>
                        <a:pt x="10906" y="12497"/>
                        <a:pt x="10796" y="11942"/>
                      </a:cubicBezTo>
                      <a:cubicBezTo>
                        <a:pt x="10722" y="11683"/>
                        <a:pt x="10685" y="11425"/>
                        <a:pt x="10685" y="11240"/>
                      </a:cubicBezTo>
                      <a:cubicBezTo>
                        <a:pt x="10648" y="11166"/>
                        <a:pt x="10648" y="11092"/>
                        <a:pt x="10648" y="11055"/>
                      </a:cubicBezTo>
                      <a:lnTo>
                        <a:pt x="10648" y="10981"/>
                      </a:lnTo>
                      <a:cubicBezTo>
                        <a:pt x="10611" y="10833"/>
                        <a:pt x="10500" y="10685"/>
                        <a:pt x="10315" y="10685"/>
                      </a:cubicBezTo>
                      <a:cubicBezTo>
                        <a:pt x="10241" y="10685"/>
                        <a:pt x="9908" y="10685"/>
                        <a:pt x="9575" y="10537"/>
                      </a:cubicBezTo>
                      <a:cubicBezTo>
                        <a:pt x="9428" y="10463"/>
                        <a:pt x="9317" y="10389"/>
                        <a:pt x="9206" y="10278"/>
                      </a:cubicBezTo>
                      <a:cubicBezTo>
                        <a:pt x="9132" y="10131"/>
                        <a:pt x="9058" y="9983"/>
                        <a:pt x="9058" y="9761"/>
                      </a:cubicBezTo>
                      <a:cubicBezTo>
                        <a:pt x="9058" y="9502"/>
                        <a:pt x="9169" y="9095"/>
                        <a:pt x="9465" y="8578"/>
                      </a:cubicBezTo>
                      <a:cubicBezTo>
                        <a:pt x="9539" y="8430"/>
                        <a:pt x="9502" y="8245"/>
                        <a:pt x="9354" y="8171"/>
                      </a:cubicBezTo>
                      <a:cubicBezTo>
                        <a:pt x="9307" y="8125"/>
                        <a:pt x="9248" y="8104"/>
                        <a:pt x="9186" y="8104"/>
                      </a:cubicBezTo>
                      <a:cubicBezTo>
                        <a:pt x="9101" y="8104"/>
                        <a:pt x="9011" y="8144"/>
                        <a:pt x="8947" y="8208"/>
                      </a:cubicBezTo>
                      <a:lnTo>
                        <a:pt x="8910" y="8245"/>
                      </a:lnTo>
                      <a:cubicBezTo>
                        <a:pt x="8725" y="8467"/>
                        <a:pt x="7801" y="9502"/>
                        <a:pt x="6618" y="10426"/>
                      </a:cubicBezTo>
                      <a:cubicBezTo>
                        <a:pt x="5435" y="11388"/>
                        <a:pt x="3956" y="12238"/>
                        <a:pt x="2736" y="12238"/>
                      </a:cubicBezTo>
                      <a:cubicBezTo>
                        <a:pt x="2514" y="12238"/>
                        <a:pt x="2292" y="12201"/>
                        <a:pt x="2070" y="12164"/>
                      </a:cubicBezTo>
                      <a:cubicBezTo>
                        <a:pt x="1590" y="12016"/>
                        <a:pt x="1257" y="11757"/>
                        <a:pt x="998" y="11351"/>
                      </a:cubicBezTo>
                      <a:cubicBezTo>
                        <a:pt x="740" y="10981"/>
                        <a:pt x="629" y="10463"/>
                        <a:pt x="629" y="9872"/>
                      </a:cubicBezTo>
                      <a:cubicBezTo>
                        <a:pt x="629" y="8800"/>
                        <a:pt x="1035" y="7506"/>
                        <a:pt x="1886" y="6249"/>
                      </a:cubicBezTo>
                      <a:cubicBezTo>
                        <a:pt x="2699" y="4955"/>
                        <a:pt x="3993" y="3661"/>
                        <a:pt x="5731" y="2626"/>
                      </a:cubicBezTo>
                      <a:cubicBezTo>
                        <a:pt x="8097" y="1258"/>
                        <a:pt x="10463" y="629"/>
                        <a:pt x="12496" y="629"/>
                      </a:cubicBezTo>
                      <a:close/>
                      <a:moveTo>
                        <a:pt x="12496" y="1"/>
                      </a:moveTo>
                      <a:cubicBezTo>
                        <a:pt x="10315" y="1"/>
                        <a:pt x="7875" y="666"/>
                        <a:pt x="5435" y="2108"/>
                      </a:cubicBezTo>
                      <a:cubicBezTo>
                        <a:pt x="3623" y="3180"/>
                        <a:pt x="2255" y="4511"/>
                        <a:pt x="1368" y="5879"/>
                      </a:cubicBezTo>
                      <a:cubicBezTo>
                        <a:pt x="444" y="7284"/>
                        <a:pt x="0" y="8652"/>
                        <a:pt x="0" y="9872"/>
                      </a:cubicBezTo>
                      <a:cubicBezTo>
                        <a:pt x="0" y="10537"/>
                        <a:pt x="148" y="11166"/>
                        <a:pt x="481" y="11683"/>
                      </a:cubicBezTo>
                      <a:cubicBezTo>
                        <a:pt x="776" y="12201"/>
                        <a:pt x="1294" y="12571"/>
                        <a:pt x="1886" y="12756"/>
                      </a:cubicBezTo>
                      <a:cubicBezTo>
                        <a:pt x="2181" y="12829"/>
                        <a:pt x="2440" y="12866"/>
                        <a:pt x="2736" y="12866"/>
                      </a:cubicBezTo>
                      <a:cubicBezTo>
                        <a:pt x="4363" y="12829"/>
                        <a:pt x="5989" y="11757"/>
                        <a:pt x="7246" y="10722"/>
                      </a:cubicBezTo>
                      <a:cubicBezTo>
                        <a:pt x="7697" y="10351"/>
                        <a:pt x="8100" y="9975"/>
                        <a:pt x="8433" y="9646"/>
                      </a:cubicBezTo>
                      <a:lnTo>
                        <a:pt x="8433" y="9646"/>
                      </a:lnTo>
                      <a:cubicBezTo>
                        <a:pt x="8431" y="9685"/>
                        <a:pt x="8429" y="9723"/>
                        <a:pt x="8429" y="9761"/>
                      </a:cubicBezTo>
                      <a:cubicBezTo>
                        <a:pt x="8429" y="10131"/>
                        <a:pt x="8577" y="10463"/>
                        <a:pt x="8762" y="10685"/>
                      </a:cubicBezTo>
                      <a:cubicBezTo>
                        <a:pt x="9058" y="11018"/>
                        <a:pt x="9428" y="11166"/>
                        <a:pt x="9760" y="11240"/>
                      </a:cubicBezTo>
                      <a:cubicBezTo>
                        <a:pt x="9864" y="11266"/>
                        <a:pt x="9963" y="11283"/>
                        <a:pt x="10049" y="11293"/>
                      </a:cubicBezTo>
                      <a:lnTo>
                        <a:pt x="10049" y="11293"/>
                      </a:lnTo>
                      <a:cubicBezTo>
                        <a:pt x="10075" y="11486"/>
                        <a:pt x="10123" y="11766"/>
                        <a:pt x="10204" y="12090"/>
                      </a:cubicBezTo>
                      <a:cubicBezTo>
                        <a:pt x="10315" y="12682"/>
                        <a:pt x="10537" y="13421"/>
                        <a:pt x="10943" y="14049"/>
                      </a:cubicBezTo>
                      <a:cubicBezTo>
                        <a:pt x="11017" y="14160"/>
                        <a:pt x="11091" y="14271"/>
                        <a:pt x="11165" y="14345"/>
                      </a:cubicBezTo>
                      <a:cubicBezTo>
                        <a:pt x="11239" y="14419"/>
                        <a:pt x="11350" y="14456"/>
                        <a:pt x="11498" y="14456"/>
                      </a:cubicBezTo>
                      <a:cubicBezTo>
                        <a:pt x="11683" y="14456"/>
                        <a:pt x="11831" y="14345"/>
                        <a:pt x="11905" y="14271"/>
                      </a:cubicBezTo>
                      <a:cubicBezTo>
                        <a:pt x="12016" y="14086"/>
                        <a:pt x="12089" y="13902"/>
                        <a:pt x="12163" y="13680"/>
                      </a:cubicBezTo>
                      <a:cubicBezTo>
                        <a:pt x="12226" y="13412"/>
                        <a:pt x="12269" y="13104"/>
                        <a:pt x="12298" y="12836"/>
                      </a:cubicBezTo>
                      <a:lnTo>
                        <a:pt x="12298" y="12836"/>
                      </a:lnTo>
                      <a:cubicBezTo>
                        <a:pt x="12557" y="13081"/>
                        <a:pt x="12909" y="13405"/>
                        <a:pt x="13310" y="13754"/>
                      </a:cubicBezTo>
                      <a:cubicBezTo>
                        <a:pt x="14160" y="14493"/>
                        <a:pt x="15269" y="15343"/>
                        <a:pt x="16230" y="15898"/>
                      </a:cubicBezTo>
                      <a:cubicBezTo>
                        <a:pt x="16711" y="16157"/>
                        <a:pt x="17154" y="16268"/>
                        <a:pt x="17598" y="16268"/>
                      </a:cubicBezTo>
                      <a:cubicBezTo>
                        <a:pt x="18264" y="16268"/>
                        <a:pt x="18781" y="15972"/>
                        <a:pt x="19151" y="15491"/>
                      </a:cubicBezTo>
                      <a:cubicBezTo>
                        <a:pt x="19558" y="15048"/>
                        <a:pt x="19816" y="14456"/>
                        <a:pt x="19964" y="13828"/>
                      </a:cubicBezTo>
                      <a:cubicBezTo>
                        <a:pt x="20186" y="13014"/>
                        <a:pt x="20482" y="11425"/>
                        <a:pt x="20482" y="9576"/>
                      </a:cubicBezTo>
                      <a:cubicBezTo>
                        <a:pt x="20482" y="7580"/>
                        <a:pt x="20149" y="5287"/>
                        <a:pt x="19077" y="3365"/>
                      </a:cubicBezTo>
                      <a:cubicBezTo>
                        <a:pt x="17857" y="1221"/>
                        <a:pt x="15417" y="1"/>
                        <a:pt x="1249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4" name="Google Shape;2854;p51">
                  <a:extLst>
                    <a:ext uri="{FF2B5EF4-FFF2-40B4-BE49-F238E27FC236}">
                      <a16:creationId xmlns:a16="http://schemas.microsoft.com/office/drawing/2014/main" id="{8AF3FDF0-B66F-B3C1-D4C0-B5D48D0657FF}"/>
                    </a:ext>
                  </a:extLst>
                </p:cNvPr>
                <p:cNvSpPr/>
                <p:nvPr/>
              </p:nvSpPr>
              <p:spPr>
                <a:xfrm>
                  <a:off x="5732875" y="2898975"/>
                  <a:ext cx="70300" cy="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2" h="3628" extrusionOk="0">
                      <a:moveTo>
                        <a:pt x="1120" y="1"/>
                      </a:moveTo>
                      <a:cubicBezTo>
                        <a:pt x="0" y="1"/>
                        <a:pt x="519" y="2888"/>
                        <a:pt x="519" y="2888"/>
                      </a:cubicBezTo>
                      <a:lnTo>
                        <a:pt x="1961" y="3628"/>
                      </a:lnTo>
                      <a:cubicBezTo>
                        <a:pt x="2664" y="2334"/>
                        <a:pt x="2812" y="448"/>
                        <a:pt x="1370" y="42"/>
                      </a:cubicBezTo>
                      <a:cubicBezTo>
                        <a:pt x="1279" y="14"/>
                        <a:pt x="1196" y="1"/>
                        <a:pt x="11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5" name="Google Shape;2855;p51">
                  <a:extLst>
                    <a:ext uri="{FF2B5EF4-FFF2-40B4-BE49-F238E27FC236}">
                      <a16:creationId xmlns:a16="http://schemas.microsoft.com/office/drawing/2014/main" id="{C06E687F-50E3-783A-AEA2-4D66B51E63FC}"/>
                    </a:ext>
                  </a:extLst>
                </p:cNvPr>
                <p:cNvSpPr/>
                <p:nvPr/>
              </p:nvSpPr>
              <p:spPr>
                <a:xfrm>
                  <a:off x="5735675" y="2890750"/>
                  <a:ext cx="67500" cy="10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0" h="4253" extrusionOk="0">
                      <a:moveTo>
                        <a:pt x="1036" y="1"/>
                      </a:moveTo>
                      <a:cubicBezTo>
                        <a:pt x="814" y="1"/>
                        <a:pt x="592" y="75"/>
                        <a:pt x="444" y="223"/>
                      </a:cubicBezTo>
                      <a:cubicBezTo>
                        <a:pt x="223" y="445"/>
                        <a:pt x="149" y="703"/>
                        <a:pt x="75" y="999"/>
                      </a:cubicBezTo>
                      <a:cubicBezTo>
                        <a:pt x="1" y="1258"/>
                        <a:pt x="1" y="1591"/>
                        <a:pt x="1" y="1886"/>
                      </a:cubicBezTo>
                      <a:cubicBezTo>
                        <a:pt x="1" y="2626"/>
                        <a:pt x="112" y="3291"/>
                        <a:pt x="112" y="3291"/>
                      </a:cubicBezTo>
                      <a:cubicBezTo>
                        <a:pt x="149" y="3439"/>
                        <a:pt x="296" y="3550"/>
                        <a:pt x="444" y="3550"/>
                      </a:cubicBezTo>
                      <a:cubicBezTo>
                        <a:pt x="629" y="3513"/>
                        <a:pt x="740" y="3328"/>
                        <a:pt x="703" y="3180"/>
                      </a:cubicBezTo>
                      <a:cubicBezTo>
                        <a:pt x="703" y="3180"/>
                        <a:pt x="703" y="3143"/>
                        <a:pt x="703" y="3070"/>
                      </a:cubicBezTo>
                      <a:cubicBezTo>
                        <a:pt x="666" y="2848"/>
                        <a:pt x="592" y="2367"/>
                        <a:pt x="592" y="1886"/>
                      </a:cubicBezTo>
                      <a:cubicBezTo>
                        <a:pt x="592" y="1517"/>
                        <a:pt x="629" y="1147"/>
                        <a:pt x="740" y="925"/>
                      </a:cubicBezTo>
                      <a:cubicBezTo>
                        <a:pt x="777" y="814"/>
                        <a:pt x="814" y="740"/>
                        <a:pt x="851" y="666"/>
                      </a:cubicBezTo>
                      <a:cubicBezTo>
                        <a:pt x="925" y="629"/>
                        <a:pt x="962" y="629"/>
                        <a:pt x="1036" y="629"/>
                      </a:cubicBezTo>
                      <a:cubicBezTo>
                        <a:pt x="1073" y="629"/>
                        <a:pt x="1110" y="629"/>
                        <a:pt x="1184" y="666"/>
                      </a:cubicBezTo>
                      <a:cubicBezTo>
                        <a:pt x="1517" y="740"/>
                        <a:pt x="1701" y="925"/>
                        <a:pt x="1849" y="1147"/>
                      </a:cubicBezTo>
                      <a:cubicBezTo>
                        <a:pt x="1997" y="1406"/>
                        <a:pt x="2071" y="1702"/>
                        <a:pt x="2071" y="2034"/>
                      </a:cubicBezTo>
                      <a:cubicBezTo>
                        <a:pt x="2071" y="2589"/>
                        <a:pt x="1886" y="3254"/>
                        <a:pt x="1590" y="3809"/>
                      </a:cubicBezTo>
                      <a:cubicBezTo>
                        <a:pt x="1480" y="3957"/>
                        <a:pt x="1553" y="4142"/>
                        <a:pt x="1701" y="4216"/>
                      </a:cubicBezTo>
                      <a:cubicBezTo>
                        <a:pt x="1751" y="4240"/>
                        <a:pt x="1804" y="4253"/>
                        <a:pt x="1856" y="4253"/>
                      </a:cubicBezTo>
                      <a:cubicBezTo>
                        <a:pt x="1960" y="4253"/>
                        <a:pt x="2059" y="4203"/>
                        <a:pt x="2108" y="4105"/>
                      </a:cubicBezTo>
                      <a:cubicBezTo>
                        <a:pt x="2441" y="3476"/>
                        <a:pt x="2700" y="2737"/>
                        <a:pt x="2700" y="2034"/>
                      </a:cubicBezTo>
                      <a:cubicBezTo>
                        <a:pt x="2700" y="1628"/>
                        <a:pt x="2589" y="1184"/>
                        <a:pt x="2367" y="851"/>
                      </a:cubicBezTo>
                      <a:cubicBezTo>
                        <a:pt x="2182" y="482"/>
                        <a:pt x="1812" y="186"/>
                        <a:pt x="1369" y="75"/>
                      </a:cubicBezTo>
                      <a:cubicBezTo>
                        <a:pt x="1258" y="38"/>
                        <a:pt x="1147" y="1"/>
                        <a:pt x="10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6" name="Google Shape;2856;p51">
                  <a:extLst>
                    <a:ext uri="{FF2B5EF4-FFF2-40B4-BE49-F238E27FC236}">
                      <a16:creationId xmlns:a16="http://schemas.microsoft.com/office/drawing/2014/main" id="{CFE5F59B-85B0-6B5C-5A5F-D422D1866A45}"/>
                    </a:ext>
                  </a:extLst>
                </p:cNvPr>
                <p:cNvSpPr/>
                <p:nvPr/>
              </p:nvSpPr>
              <p:spPr>
                <a:xfrm>
                  <a:off x="5487050" y="4141300"/>
                  <a:ext cx="251425" cy="78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57" h="31426" extrusionOk="0">
                      <a:moveTo>
                        <a:pt x="7395" y="0"/>
                      </a:moveTo>
                      <a:lnTo>
                        <a:pt x="1" y="407"/>
                      </a:lnTo>
                      <a:lnTo>
                        <a:pt x="6581" y="31241"/>
                      </a:lnTo>
                      <a:lnTo>
                        <a:pt x="10057" y="31425"/>
                      </a:lnTo>
                      <a:lnTo>
                        <a:pt x="739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7" name="Google Shape;2857;p51">
                  <a:extLst>
                    <a:ext uri="{FF2B5EF4-FFF2-40B4-BE49-F238E27FC236}">
                      <a16:creationId xmlns:a16="http://schemas.microsoft.com/office/drawing/2014/main" id="{66B29A41-6138-D706-15E4-45CB5AF86B03}"/>
                    </a:ext>
                  </a:extLst>
                </p:cNvPr>
                <p:cNvSpPr/>
                <p:nvPr/>
              </p:nvSpPr>
              <p:spPr>
                <a:xfrm>
                  <a:off x="5478725" y="4133900"/>
                  <a:ext cx="268075" cy="80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23" h="32055" extrusionOk="0">
                      <a:moveTo>
                        <a:pt x="7432" y="629"/>
                      </a:moveTo>
                      <a:lnTo>
                        <a:pt x="10057" y="31389"/>
                      </a:lnTo>
                      <a:lnTo>
                        <a:pt x="7173" y="31241"/>
                      </a:lnTo>
                      <a:lnTo>
                        <a:pt x="704" y="1017"/>
                      </a:lnTo>
                      <a:lnTo>
                        <a:pt x="704" y="1017"/>
                      </a:lnTo>
                      <a:lnTo>
                        <a:pt x="7432" y="629"/>
                      </a:lnTo>
                      <a:close/>
                      <a:moveTo>
                        <a:pt x="7728" y="1"/>
                      </a:moveTo>
                      <a:lnTo>
                        <a:pt x="334" y="407"/>
                      </a:lnTo>
                      <a:cubicBezTo>
                        <a:pt x="223" y="407"/>
                        <a:pt x="149" y="444"/>
                        <a:pt x="75" y="518"/>
                      </a:cubicBezTo>
                      <a:cubicBezTo>
                        <a:pt x="38" y="592"/>
                        <a:pt x="1" y="703"/>
                        <a:pt x="38" y="777"/>
                      </a:cubicBezTo>
                      <a:lnTo>
                        <a:pt x="6619" y="31574"/>
                      </a:lnTo>
                      <a:cubicBezTo>
                        <a:pt x="6619" y="31721"/>
                        <a:pt x="6767" y="31832"/>
                        <a:pt x="6877" y="31832"/>
                      </a:cubicBezTo>
                      <a:lnTo>
                        <a:pt x="10390" y="32054"/>
                      </a:lnTo>
                      <a:cubicBezTo>
                        <a:pt x="10464" y="32054"/>
                        <a:pt x="10574" y="32017"/>
                        <a:pt x="10611" y="31943"/>
                      </a:cubicBezTo>
                      <a:cubicBezTo>
                        <a:pt x="10685" y="31869"/>
                        <a:pt x="10722" y="31795"/>
                        <a:pt x="10722" y="31721"/>
                      </a:cubicBezTo>
                      <a:lnTo>
                        <a:pt x="8024" y="296"/>
                      </a:lnTo>
                      <a:cubicBezTo>
                        <a:pt x="8024" y="111"/>
                        <a:pt x="7876" y="1"/>
                        <a:pt x="772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8" name="Google Shape;2858;p51">
                  <a:extLst>
                    <a:ext uri="{FF2B5EF4-FFF2-40B4-BE49-F238E27FC236}">
                      <a16:creationId xmlns:a16="http://schemas.microsoft.com/office/drawing/2014/main" id="{EB3C7212-30B8-F023-BAA2-CFB600FE5776}"/>
                    </a:ext>
                  </a:extLst>
                </p:cNvPr>
                <p:cNvSpPr/>
                <p:nvPr/>
              </p:nvSpPr>
              <p:spPr>
                <a:xfrm>
                  <a:off x="5471350" y="4922300"/>
                  <a:ext cx="282850" cy="117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4" h="4696" extrusionOk="0">
                      <a:moveTo>
                        <a:pt x="7209" y="1"/>
                      </a:moveTo>
                      <a:lnTo>
                        <a:pt x="0" y="4696"/>
                      </a:lnTo>
                      <a:lnTo>
                        <a:pt x="11313" y="4696"/>
                      </a:lnTo>
                      <a:lnTo>
                        <a:pt x="10685" y="185"/>
                      </a:lnTo>
                      <a:lnTo>
                        <a:pt x="720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9" name="Google Shape;2859;p51">
                  <a:extLst>
                    <a:ext uri="{FF2B5EF4-FFF2-40B4-BE49-F238E27FC236}">
                      <a16:creationId xmlns:a16="http://schemas.microsoft.com/office/drawing/2014/main" id="{9C147C19-04DA-9A4A-6032-3071D66AB192}"/>
                    </a:ext>
                  </a:extLst>
                </p:cNvPr>
                <p:cNvSpPr/>
                <p:nvPr/>
              </p:nvSpPr>
              <p:spPr>
                <a:xfrm>
                  <a:off x="5463025" y="4913975"/>
                  <a:ext cx="299475" cy="13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9" h="5362" extrusionOk="0">
                      <a:moveTo>
                        <a:pt x="7624" y="636"/>
                      </a:moveTo>
                      <a:lnTo>
                        <a:pt x="10759" y="814"/>
                      </a:lnTo>
                      <a:lnTo>
                        <a:pt x="11276" y="4733"/>
                      </a:lnTo>
                      <a:lnTo>
                        <a:pt x="1368" y="4733"/>
                      </a:lnTo>
                      <a:lnTo>
                        <a:pt x="7624" y="636"/>
                      </a:lnTo>
                      <a:close/>
                      <a:moveTo>
                        <a:pt x="7542" y="1"/>
                      </a:moveTo>
                      <a:cubicBezTo>
                        <a:pt x="7505" y="1"/>
                        <a:pt x="7431" y="38"/>
                        <a:pt x="7358" y="75"/>
                      </a:cubicBezTo>
                      <a:lnTo>
                        <a:pt x="185" y="4807"/>
                      </a:lnTo>
                      <a:cubicBezTo>
                        <a:pt x="74" y="4881"/>
                        <a:pt x="0" y="4992"/>
                        <a:pt x="37" y="5140"/>
                      </a:cubicBezTo>
                      <a:cubicBezTo>
                        <a:pt x="74" y="5251"/>
                        <a:pt x="222" y="5362"/>
                        <a:pt x="333" y="5362"/>
                      </a:cubicBezTo>
                      <a:lnTo>
                        <a:pt x="11646" y="5362"/>
                      </a:lnTo>
                      <a:cubicBezTo>
                        <a:pt x="11720" y="5362"/>
                        <a:pt x="11831" y="5325"/>
                        <a:pt x="11868" y="5251"/>
                      </a:cubicBezTo>
                      <a:cubicBezTo>
                        <a:pt x="11942" y="5177"/>
                        <a:pt x="11979" y="5103"/>
                        <a:pt x="11942" y="4992"/>
                      </a:cubicBezTo>
                      <a:lnTo>
                        <a:pt x="11350" y="481"/>
                      </a:lnTo>
                      <a:cubicBezTo>
                        <a:pt x="11313" y="334"/>
                        <a:pt x="11202" y="223"/>
                        <a:pt x="11055" y="223"/>
                      </a:cubicBezTo>
                      <a:lnTo>
                        <a:pt x="75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0" name="Google Shape;2860;p51">
                  <a:extLst>
                    <a:ext uri="{FF2B5EF4-FFF2-40B4-BE49-F238E27FC236}">
                      <a16:creationId xmlns:a16="http://schemas.microsoft.com/office/drawing/2014/main" id="{8D94B4D0-7E28-E39C-8FDC-20E05B321A1C}"/>
                    </a:ext>
                  </a:extLst>
                </p:cNvPr>
                <p:cNvSpPr/>
                <p:nvPr/>
              </p:nvSpPr>
              <p:spPr>
                <a:xfrm>
                  <a:off x="5231950" y="3802100"/>
                  <a:ext cx="1096200" cy="112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48" h="45105" extrusionOk="0">
                      <a:moveTo>
                        <a:pt x="41704" y="0"/>
                      </a:moveTo>
                      <a:lnTo>
                        <a:pt x="28024" y="148"/>
                      </a:lnTo>
                      <a:lnTo>
                        <a:pt x="26730" y="3180"/>
                      </a:lnTo>
                      <a:cubicBezTo>
                        <a:pt x="26730" y="3180"/>
                        <a:pt x="16674" y="5028"/>
                        <a:pt x="11351" y="6174"/>
                      </a:cubicBezTo>
                      <a:cubicBezTo>
                        <a:pt x="6027" y="7357"/>
                        <a:pt x="1" y="9502"/>
                        <a:pt x="1" y="10796"/>
                      </a:cubicBezTo>
                      <a:cubicBezTo>
                        <a:pt x="1" y="12089"/>
                        <a:pt x="4474" y="44956"/>
                        <a:pt x="4474" y="44956"/>
                      </a:cubicBezTo>
                      <a:lnTo>
                        <a:pt x="7210" y="45104"/>
                      </a:lnTo>
                      <a:lnTo>
                        <a:pt x="7765" y="15269"/>
                      </a:lnTo>
                      <a:cubicBezTo>
                        <a:pt x="7765" y="15269"/>
                        <a:pt x="24290" y="14086"/>
                        <a:pt x="28912" y="13938"/>
                      </a:cubicBezTo>
                      <a:cubicBezTo>
                        <a:pt x="29406" y="13926"/>
                        <a:pt x="29890" y="13924"/>
                        <a:pt x="30365" y="13924"/>
                      </a:cubicBezTo>
                      <a:cubicBezTo>
                        <a:pt x="30708" y="13924"/>
                        <a:pt x="31045" y="13925"/>
                        <a:pt x="31379" y="13925"/>
                      </a:cubicBezTo>
                      <a:cubicBezTo>
                        <a:pt x="34868" y="13925"/>
                        <a:pt x="37847" y="13782"/>
                        <a:pt x="40557" y="10500"/>
                      </a:cubicBezTo>
                      <a:cubicBezTo>
                        <a:pt x="43848" y="6470"/>
                        <a:pt x="41704" y="0"/>
                        <a:pt x="4170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1" name="Google Shape;2861;p51">
                  <a:extLst>
                    <a:ext uri="{FF2B5EF4-FFF2-40B4-BE49-F238E27FC236}">
                      <a16:creationId xmlns:a16="http://schemas.microsoft.com/office/drawing/2014/main" id="{1A64990D-BE7C-FC94-5A53-4E0E62EA9F4C}"/>
                    </a:ext>
                  </a:extLst>
                </p:cNvPr>
                <p:cNvSpPr/>
                <p:nvPr/>
              </p:nvSpPr>
              <p:spPr>
                <a:xfrm>
                  <a:off x="5223650" y="3794700"/>
                  <a:ext cx="1075850" cy="114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34" h="45697" extrusionOk="0">
                      <a:moveTo>
                        <a:pt x="41808" y="594"/>
                      </a:moveTo>
                      <a:cubicBezTo>
                        <a:pt x="41961" y="1163"/>
                        <a:pt x="42405" y="2897"/>
                        <a:pt x="42405" y="4917"/>
                      </a:cubicBezTo>
                      <a:cubicBezTo>
                        <a:pt x="42405" y="6803"/>
                        <a:pt x="41999" y="8947"/>
                        <a:pt x="40631" y="10611"/>
                      </a:cubicBezTo>
                      <a:cubicBezTo>
                        <a:pt x="39041" y="12570"/>
                        <a:pt x="37377" y="13347"/>
                        <a:pt x="35492" y="13679"/>
                      </a:cubicBezTo>
                      <a:cubicBezTo>
                        <a:pt x="33606" y="14012"/>
                        <a:pt x="31536" y="13864"/>
                        <a:pt x="29207" y="13938"/>
                      </a:cubicBezTo>
                      <a:cubicBezTo>
                        <a:pt x="24585" y="14086"/>
                        <a:pt x="8060" y="15232"/>
                        <a:pt x="8060" y="15232"/>
                      </a:cubicBezTo>
                      <a:cubicBezTo>
                        <a:pt x="7912" y="15269"/>
                        <a:pt x="7764" y="15380"/>
                        <a:pt x="7764" y="15528"/>
                      </a:cubicBezTo>
                      <a:lnTo>
                        <a:pt x="7246" y="45068"/>
                      </a:lnTo>
                      <a:lnTo>
                        <a:pt x="5102" y="44969"/>
                      </a:lnTo>
                      <a:lnTo>
                        <a:pt x="5102" y="44969"/>
                      </a:lnTo>
                      <a:cubicBezTo>
                        <a:pt x="5067" y="44733"/>
                        <a:pt x="5005" y="44337"/>
                        <a:pt x="4917" y="43811"/>
                      </a:cubicBezTo>
                      <a:cubicBezTo>
                        <a:pt x="4510" y="40631"/>
                        <a:pt x="3438" y="32756"/>
                        <a:pt x="2440" y="25473"/>
                      </a:cubicBezTo>
                      <a:cubicBezTo>
                        <a:pt x="1959" y="21850"/>
                        <a:pt x="1516" y="18375"/>
                        <a:pt x="1183" y="15750"/>
                      </a:cubicBezTo>
                      <a:cubicBezTo>
                        <a:pt x="998" y="14456"/>
                        <a:pt x="887" y="13347"/>
                        <a:pt x="776" y="12533"/>
                      </a:cubicBezTo>
                      <a:cubicBezTo>
                        <a:pt x="739" y="12127"/>
                        <a:pt x="702" y="11794"/>
                        <a:pt x="665" y="11535"/>
                      </a:cubicBezTo>
                      <a:cubicBezTo>
                        <a:pt x="629" y="11313"/>
                        <a:pt x="629" y="11128"/>
                        <a:pt x="629" y="11092"/>
                      </a:cubicBezTo>
                      <a:cubicBezTo>
                        <a:pt x="629" y="11055"/>
                        <a:pt x="665" y="10944"/>
                        <a:pt x="813" y="10759"/>
                      </a:cubicBezTo>
                      <a:cubicBezTo>
                        <a:pt x="1072" y="10500"/>
                        <a:pt x="1590" y="10167"/>
                        <a:pt x="2329" y="9798"/>
                      </a:cubicBezTo>
                      <a:cubicBezTo>
                        <a:pt x="4473" y="8725"/>
                        <a:pt x="8281" y="7542"/>
                        <a:pt x="11757" y="6803"/>
                      </a:cubicBezTo>
                      <a:cubicBezTo>
                        <a:pt x="14419" y="6211"/>
                        <a:pt x="18263" y="5472"/>
                        <a:pt x="21443" y="4843"/>
                      </a:cubicBezTo>
                      <a:cubicBezTo>
                        <a:pt x="23033" y="4548"/>
                        <a:pt x="24438" y="4289"/>
                        <a:pt x="25473" y="4067"/>
                      </a:cubicBezTo>
                      <a:cubicBezTo>
                        <a:pt x="26508" y="3882"/>
                        <a:pt x="27136" y="3771"/>
                        <a:pt x="27136" y="3771"/>
                      </a:cubicBezTo>
                      <a:cubicBezTo>
                        <a:pt x="27247" y="3734"/>
                        <a:pt x="27321" y="3697"/>
                        <a:pt x="27358" y="3586"/>
                      </a:cubicBezTo>
                      <a:lnTo>
                        <a:pt x="28574" y="737"/>
                      </a:lnTo>
                      <a:lnTo>
                        <a:pt x="28574" y="737"/>
                      </a:lnTo>
                      <a:lnTo>
                        <a:pt x="41808" y="594"/>
                      </a:lnTo>
                      <a:close/>
                      <a:moveTo>
                        <a:pt x="42036" y="0"/>
                      </a:moveTo>
                      <a:lnTo>
                        <a:pt x="28356" y="148"/>
                      </a:lnTo>
                      <a:cubicBezTo>
                        <a:pt x="28246" y="148"/>
                        <a:pt x="28135" y="222"/>
                        <a:pt x="28098" y="333"/>
                      </a:cubicBezTo>
                      <a:lnTo>
                        <a:pt x="26854" y="3211"/>
                      </a:lnTo>
                      <a:lnTo>
                        <a:pt x="26854" y="3211"/>
                      </a:lnTo>
                      <a:cubicBezTo>
                        <a:pt x="25505" y="3459"/>
                        <a:pt x="16524" y="5116"/>
                        <a:pt x="11609" y="6174"/>
                      </a:cubicBezTo>
                      <a:cubicBezTo>
                        <a:pt x="8947" y="6766"/>
                        <a:pt x="6100" y="7579"/>
                        <a:pt x="3882" y="8430"/>
                      </a:cubicBezTo>
                      <a:cubicBezTo>
                        <a:pt x="2810" y="8873"/>
                        <a:pt x="1849" y="9317"/>
                        <a:pt x="1183" y="9724"/>
                      </a:cubicBezTo>
                      <a:cubicBezTo>
                        <a:pt x="850" y="9945"/>
                        <a:pt x="555" y="10130"/>
                        <a:pt x="370" y="10352"/>
                      </a:cubicBezTo>
                      <a:cubicBezTo>
                        <a:pt x="148" y="10574"/>
                        <a:pt x="0" y="10796"/>
                        <a:pt x="0" y="11092"/>
                      </a:cubicBezTo>
                      <a:cubicBezTo>
                        <a:pt x="0" y="11202"/>
                        <a:pt x="37" y="11387"/>
                        <a:pt x="74" y="11720"/>
                      </a:cubicBezTo>
                      <a:cubicBezTo>
                        <a:pt x="555" y="16415"/>
                        <a:pt x="4510" y="45289"/>
                        <a:pt x="4510" y="45289"/>
                      </a:cubicBezTo>
                      <a:cubicBezTo>
                        <a:pt x="4547" y="45437"/>
                        <a:pt x="4658" y="45548"/>
                        <a:pt x="4806" y="45548"/>
                      </a:cubicBezTo>
                      <a:lnTo>
                        <a:pt x="7542" y="45696"/>
                      </a:lnTo>
                      <a:cubicBezTo>
                        <a:pt x="7616" y="45696"/>
                        <a:pt x="7690" y="45696"/>
                        <a:pt x="7764" y="45622"/>
                      </a:cubicBezTo>
                      <a:cubicBezTo>
                        <a:pt x="7838" y="45585"/>
                        <a:pt x="7875" y="45474"/>
                        <a:pt x="7875" y="45400"/>
                      </a:cubicBezTo>
                      <a:lnTo>
                        <a:pt x="8388" y="15840"/>
                      </a:lnTo>
                      <a:lnTo>
                        <a:pt x="8388" y="15840"/>
                      </a:lnTo>
                      <a:cubicBezTo>
                        <a:pt x="8803" y="15811"/>
                        <a:pt x="9641" y="15752"/>
                        <a:pt x="10758" y="15676"/>
                      </a:cubicBezTo>
                      <a:cubicBezTo>
                        <a:pt x="15639" y="15343"/>
                        <a:pt x="25805" y="14678"/>
                        <a:pt x="29244" y="14567"/>
                      </a:cubicBezTo>
                      <a:cubicBezTo>
                        <a:pt x="31536" y="14493"/>
                        <a:pt x="33606" y="14641"/>
                        <a:pt x="35603" y="14271"/>
                      </a:cubicBezTo>
                      <a:cubicBezTo>
                        <a:pt x="37562" y="13938"/>
                        <a:pt x="39411" y="13051"/>
                        <a:pt x="41111" y="10981"/>
                      </a:cubicBezTo>
                      <a:cubicBezTo>
                        <a:pt x="42627" y="9169"/>
                        <a:pt x="43034" y="6877"/>
                        <a:pt x="43034" y="4917"/>
                      </a:cubicBezTo>
                      <a:cubicBezTo>
                        <a:pt x="43034" y="2329"/>
                        <a:pt x="42331" y="222"/>
                        <a:pt x="42331" y="185"/>
                      </a:cubicBezTo>
                      <a:cubicBezTo>
                        <a:pt x="42294" y="74"/>
                        <a:pt x="42146" y="0"/>
                        <a:pt x="420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2" name="Google Shape;2862;p51">
                  <a:extLst>
                    <a:ext uri="{FF2B5EF4-FFF2-40B4-BE49-F238E27FC236}">
                      <a16:creationId xmlns:a16="http://schemas.microsoft.com/office/drawing/2014/main" id="{B504C456-70CE-53F9-B2FB-6E697E2F4C4E}"/>
                    </a:ext>
                  </a:extLst>
                </p:cNvPr>
                <p:cNvSpPr/>
                <p:nvPr/>
              </p:nvSpPr>
              <p:spPr>
                <a:xfrm>
                  <a:off x="5111800" y="4926000"/>
                  <a:ext cx="308725" cy="13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49" h="5399" extrusionOk="0">
                      <a:moveTo>
                        <a:pt x="9280" y="0"/>
                      </a:moveTo>
                      <a:lnTo>
                        <a:pt x="8837" y="259"/>
                      </a:lnTo>
                      <a:lnTo>
                        <a:pt x="1" y="5398"/>
                      </a:lnTo>
                      <a:lnTo>
                        <a:pt x="12349" y="5398"/>
                      </a:lnTo>
                      <a:lnTo>
                        <a:pt x="12016" y="148"/>
                      </a:lnTo>
                      <a:lnTo>
                        <a:pt x="928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3" name="Google Shape;2863;p51">
                  <a:extLst>
                    <a:ext uri="{FF2B5EF4-FFF2-40B4-BE49-F238E27FC236}">
                      <a16:creationId xmlns:a16="http://schemas.microsoft.com/office/drawing/2014/main" id="{911F19C5-447F-F14C-75F9-42CE4330AF12}"/>
                    </a:ext>
                  </a:extLst>
                </p:cNvPr>
                <p:cNvSpPr/>
                <p:nvPr/>
              </p:nvSpPr>
              <p:spPr>
                <a:xfrm>
                  <a:off x="5103475" y="4918600"/>
                  <a:ext cx="324450" cy="15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8" h="6027" extrusionOk="0">
                      <a:moveTo>
                        <a:pt x="9698" y="597"/>
                      </a:moveTo>
                      <a:lnTo>
                        <a:pt x="12053" y="740"/>
                      </a:lnTo>
                      <a:lnTo>
                        <a:pt x="12349" y="5398"/>
                      </a:lnTo>
                      <a:lnTo>
                        <a:pt x="1480" y="5398"/>
                      </a:lnTo>
                      <a:lnTo>
                        <a:pt x="9317" y="851"/>
                      </a:lnTo>
                      <a:lnTo>
                        <a:pt x="9698" y="597"/>
                      </a:lnTo>
                      <a:close/>
                      <a:moveTo>
                        <a:pt x="9650" y="1"/>
                      </a:moveTo>
                      <a:cubicBezTo>
                        <a:pt x="9576" y="1"/>
                        <a:pt x="9539" y="1"/>
                        <a:pt x="9465" y="38"/>
                      </a:cubicBezTo>
                      <a:lnTo>
                        <a:pt x="9022" y="296"/>
                      </a:lnTo>
                      <a:lnTo>
                        <a:pt x="186" y="5435"/>
                      </a:lnTo>
                      <a:cubicBezTo>
                        <a:pt x="38" y="5509"/>
                        <a:pt x="1" y="5657"/>
                        <a:pt x="38" y="5805"/>
                      </a:cubicBezTo>
                      <a:cubicBezTo>
                        <a:pt x="75" y="5916"/>
                        <a:pt x="186" y="6027"/>
                        <a:pt x="334" y="6027"/>
                      </a:cubicBezTo>
                      <a:lnTo>
                        <a:pt x="12682" y="6027"/>
                      </a:lnTo>
                      <a:cubicBezTo>
                        <a:pt x="12756" y="6027"/>
                        <a:pt x="12830" y="5990"/>
                        <a:pt x="12904" y="5916"/>
                      </a:cubicBezTo>
                      <a:cubicBezTo>
                        <a:pt x="12941" y="5842"/>
                        <a:pt x="12978" y="5768"/>
                        <a:pt x="12978" y="5694"/>
                      </a:cubicBezTo>
                      <a:lnTo>
                        <a:pt x="12682" y="407"/>
                      </a:lnTo>
                      <a:cubicBezTo>
                        <a:pt x="12645" y="259"/>
                        <a:pt x="12534" y="149"/>
                        <a:pt x="12386" y="149"/>
                      </a:cubicBezTo>
                      <a:lnTo>
                        <a:pt x="96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4" name="Google Shape;2864;p51">
                  <a:extLst>
                    <a:ext uri="{FF2B5EF4-FFF2-40B4-BE49-F238E27FC236}">
                      <a16:creationId xmlns:a16="http://schemas.microsoft.com/office/drawing/2014/main" id="{F4610361-6FAC-D824-084F-E850F9D1F2FB}"/>
                    </a:ext>
                  </a:extLst>
                </p:cNvPr>
                <p:cNvSpPr/>
                <p:nvPr/>
              </p:nvSpPr>
              <p:spPr>
                <a:xfrm>
                  <a:off x="5408500" y="3494300"/>
                  <a:ext cx="201500" cy="9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0" h="3624" extrusionOk="0">
                      <a:moveTo>
                        <a:pt x="2884" y="1"/>
                      </a:moveTo>
                      <a:cubicBezTo>
                        <a:pt x="1960" y="1"/>
                        <a:pt x="0" y="2367"/>
                        <a:pt x="0" y="2700"/>
                      </a:cubicBezTo>
                      <a:cubicBezTo>
                        <a:pt x="0" y="2933"/>
                        <a:pt x="46" y="3306"/>
                        <a:pt x="321" y="3306"/>
                      </a:cubicBezTo>
                      <a:cubicBezTo>
                        <a:pt x="394" y="3306"/>
                        <a:pt x="483" y="3279"/>
                        <a:pt x="592" y="3217"/>
                      </a:cubicBezTo>
                      <a:cubicBezTo>
                        <a:pt x="1109" y="2885"/>
                        <a:pt x="2366" y="2071"/>
                        <a:pt x="2366" y="2071"/>
                      </a:cubicBezTo>
                      <a:lnTo>
                        <a:pt x="7542" y="3624"/>
                      </a:lnTo>
                      <a:lnTo>
                        <a:pt x="8060" y="1443"/>
                      </a:lnTo>
                      <a:lnTo>
                        <a:pt x="5287" y="297"/>
                      </a:lnTo>
                      <a:cubicBezTo>
                        <a:pt x="5287" y="297"/>
                        <a:pt x="3808" y="1"/>
                        <a:pt x="288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5" name="Google Shape;2865;p51">
                  <a:extLst>
                    <a:ext uri="{FF2B5EF4-FFF2-40B4-BE49-F238E27FC236}">
                      <a16:creationId xmlns:a16="http://schemas.microsoft.com/office/drawing/2014/main" id="{86FF16FA-833B-A619-5FFA-08426C86E220}"/>
                    </a:ext>
                  </a:extLst>
                </p:cNvPr>
                <p:cNvSpPr/>
                <p:nvPr/>
              </p:nvSpPr>
              <p:spPr>
                <a:xfrm>
                  <a:off x="5400175" y="3486925"/>
                  <a:ext cx="218150" cy="10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26" h="4231" extrusionOk="0">
                      <a:moveTo>
                        <a:pt x="3217" y="592"/>
                      </a:moveTo>
                      <a:cubicBezTo>
                        <a:pt x="3660" y="592"/>
                        <a:pt x="4252" y="666"/>
                        <a:pt x="4696" y="739"/>
                      </a:cubicBezTo>
                      <a:cubicBezTo>
                        <a:pt x="4954" y="776"/>
                        <a:pt x="5139" y="813"/>
                        <a:pt x="5287" y="850"/>
                      </a:cubicBezTo>
                      <a:cubicBezTo>
                        <a:pt x="5362" y="869"/>
                        <a:pt x="5428" y="878"/>
                        <a:pt x="5474" y="883"/>
                      </a:cubicBezTo>
                      <a:lnTo>
                        <a:pt x="5474" y="883"/>
                      </a:lnTo>
                      <a:lnTo>
                        <a:pt x="5472" y="887"/>
                      </a:lnTo>
                      <a:lnTo>
                        <a:pt x="8023" y="1923"/>
                      </a:lnTo>
                      <a:lnTo>
                        <a:pt x="7653" y="3512"/>
                      </a:lnTo>
                      <a:lnTo>
                        <a:pt x="2773" y="2070"/>
                      </a:lnTo>
                      <a:cubicBezTo>
                        <a:pt x="2752" y="2060"/>
                        <a:pt x="2730" y="2055"/>
                        <a:pt x="2707" y="2055"/>
                      </a:cubicBezTo>
                      <a:cubicBezTo>
                        <a:pt x="2653" y="2055"/>
                        <a:pt x="2593" y="2081"/>
                        <a:pt x="2514" y="2107"/>
                      </a:cubicBezTo>
                      <a:cubicBezTo>
                        <a:pt x="2514" y="2107"/>
                        <a:pt x="2219" y="2329"/>
                        <a:pt x="1849" y="2551"/>
                      </a:cubicBezTo>
                      <a:cubicBezTo>
                        <a:pt x="1479" y="2810"/>
                        <a:pt x="1036" y="3106"/>
                        <a:pt x="777" y="3253"/>
                      </a:cubicBezTo>
                      <a:cubicBezTo>
                        <a:pt x="743" y="3271"/>
                        <a:pt x="716" y="3280"/>
                        <a:pt x="698" y="3285"/>
                      </a:cubicBezTo>
                      <a:lnTo>
                        <a:pt x="698" y="3285"/>
                      </a:lnTo>
                      <a:cubicBezTo>
                        <a:pt x="688" y="3272"/>
                        <a:pt x="666" y="3237"/>
                        <a:pt x="666" y="3180"/>
                      </a:cubicBezTo>
                      <a:cubicBezTo>
                        <a:pt x="635" y="3149"/>
                        <a:pt x="630" y="3092"/>
                        <a:pt x="629" y="3031"/>
                      </a:cubicBezTo>
                      <a:lnTo>
                        <a:pt x="629" y="3031"/>
                      </a:lnTo>
                      <a:cubicBezTo>
                        <a:pt x="632" y="3026"/>
                        <a:pt x="669" y="2953"/>
                        <a:pt x="740" y="2847"/>
                      </a:cubicBezTo>
                      <a:cubicBezTo>
                        <a:pt x="962" y="2514"/>
                        <a:pt x="1442" y="1923"/>
                        <a:pt x="1960" y="1442"/>
                      </a:cubicBezTo>
                      <a:cubicBezTo>
                        <a:pt x="2182" y="1183"/>
                        <a:pt x="2477" y="961"/>
                        <a:pt x="2699" y="813"/>
                      </a:cubicBezTo>
                      <a:cubicBezTo>
                        <a:pt x="2921" y="666"/>
                        <a:pt x="3143" y="592"/>
                        <a:pt x="3217" y="592"/>
                      </a:cubicBezTo>
                      <a:close/>
                      <a:moveTo>
                        <a:pt x="3217" y="0"/>
                      </a:moveTo>
                      <a:cubicBezTo>
                        <a:pt x="2847" y="0"/>
                        <a:pt x="2551" y="185"/>
                        <a:pt x="2182" y="407"/>
                      </a:cubicBezTo>
                      <a:cubicBezTo>
                        <a:pt x="1701" y="776"/>
                        <a:pt x="1183" y="1331"/>
                        <a:pt x="740" y="1812"/>
                      </a:cubicBezTo>
                      <a:cubicBezTo>
                        <a:pt x="555" y="2033"/>
                        <a:pt x="370" y="2255"/>
                        <a:pt x="259" y="2440"/>
                      </a:cubicBezTo>
                      <a:cubicBezTo>
                        <a:pt x="185" y="2551"/>
                        <a:pt x="148" y="2625"/>
                        <a:pt x="111" y="2699"/>
                      </a:cubicBezTo>
                      <a:lnTo>
                        <a:pt x="37" y="2810"/>
                      </a:lnTo>
                      <a:cubicBezTo>
                        <a:pt x="37" y="2884"/>
                        <a:pt x="0" y="2921"/>
                        <a:pt x="0" y="2995"/>
                      </a:cubicBezTo>
                      <a:cubicBezTo>
                        <a:pt x="0" y="3143"/>
                        <a:pt x="37" y="3327"/>
                        <a:pt x="111" y="3512"/>
                      </a:cubicBezTo>
                      <a:cubicBezTo>
                        <a:pt x="148" y="3586"/>
                        <a:pt x="185" y="3697"/>
                        <a:pt x="296" y="3771"/>
                      </a:cubicBezTo>
                      <a:cubicBezTo>
                        <a:pt x="370" y="3845"/>
                        <a:pt x="518" y="3919"/>
                        <a:pt x="666" y="3919"/>
                      </a:cubicBezTo>
                      <a:cubicBezTo>
                        <a:pt x="814" y="3919"/>
                        <a:pt x="962" y="3845"/>
                        <a:pt x="1110" y="3771"/>
                      </a:cubicBezTo>
                      <a:cubicBezTo>
                        <a:pt x="1529" y="3501"/>
                        <a:pt x="2436" y="2915"/>
                        <a:pt x="2763" y="2703"/>
                      </a:cubicBezTo>
                      <a:lnTo>
                        <a:pt x="2763" y="2703"/>
                      </a:lnTo>
                      <a:lnTo>
                        <a:pt x="7801" y="4215"/>
                      </a:lnTo>
                      <a:cubicBezTo>
                        <a:pt x="7823" y="4226"/>
                        <a:pt x="7845" y="4230"/>
                        <a:pt x="7866" y="4230"/>
                      </a:cubicBezTo>
                      <a:cubicBezTo>
                        <a:pt x="7918" y="4230"/>
                        <a:pt x="7971" y="4204"/>
                        <a:pt x="8023" y="4178"/>
                      </a:cubicBezTo>
                      <a:cubicBezTo>
                        <a:pt x="8097" y="4141"/>
                        <a:pt x="8171" y="4067"/>
                        <a:pt x="8171" y="3993"/>
                      </a:cubicBezTo>
                      <a:lnTo>
                        <a:pt x="8688" y="1812"/>
                      </a:lnTo>
                      <a:cubicBezTo>
                        <a:pt x="8725" y="1664"/>
                        <a:pt x="8652" y="1516"/>
                        <a:pt x="8504" y="1442"/>
                      </a:cubicBezTo>
                      <a:lnTo>
                        <a:pt x="5731" y="333"/>
                      </a:lnTo>
                      <a:lnTo>
                        <a:pt x="5657" y="296"/>
                      </a:lnTo>
                      <a:cubicBezTo>
                        <a:pt x="5657" y="296"/>
                        <a:pt x="4215" y="0"/>
                        <a:pt x="32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6" name="Google Shape;2866;p51">
                  <a:extLst>
                    <a:ext uri="{FF2B5EF4-FFF2-40B4-BE49-F238E27FC236}">
                      <a16:creationId xmlns:a16="http://schemas.microsoft.com/office/drawing/2014/main" id="{346DCD3F-ABB1-84A8-EA5A-683C270D5B6E}"/>
                    </a:ext>
                  </a:extLst>
                </p:cNvPr>
                <p:cNvSpPr/>
                <p:nvPr/>
              </p:nvSpPr>
              <p:spPr>
                <a:xfrm>
                  <a:off x="5410350" y="3530350"/>
                  <a:ext cx="171000" cy="4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0" h="1961" extrusionOk="0">
                      <a:moveTo>
                        <a:pt x="5213" y="1"/>
                      </a:moveTo>
                      <a:cubicBezTo>
                        <a:pt x="5213" y="1"/>
                        <a:pt x="1775" y="223"/>
                        <a:pt x="1035" y="333"/>
                      </a:cubicBezTo>
                      <a:cubicBezTo>
                        <a:pt x="333" y="407"/>
                        <a:pt x="0" y="1258"/>
                        <a:pt x="961" y="1258"/>
                      </a:cubicBezTo>
                      <a:cubicBezTo>
                        <a:pt x="1886" y="1258"/>
                        <a:pt x="3106" y="1147"/>
                        <a:pt x="3106" y="1147"/>
                      </a:cubicBezTo>
                      <a:cubicBezTo>
                        <a:pt x="3106" y="1147"/>
                        <a:pt x="3845" y="1775"/>
                        <a:pt x="5213" y="1886"/>
                      </a:cubicBezTo>
                      <a:cubicBezTo>
                        <a:pt x="6544" y="1960"/>
                        <a:pt x="6840" y="1960"/>
                        <a:pt x="6840" y="1960"/>
                      </a:cubicBezTo>
                      <a:lnTo>
                        <a:pt x="521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7" name="Google Shape;2867;p51">
                  <a:extLst>
                    <a:ext uri="{FF2B5EF4-FFF2-40B4-BE49-F238E27FC236}">
                      <a16:creationId xmlns:a16="http://schemas.microsoft.com/office/drawing/2014/main" id="{A45D135B-BE2A-6895-D4D0-F21718CE531B}"/>
                    </a:ext>
                  </a:extLst>
                </p:cNvPr>
                <p:cNvSpPr/>
                <p:nvPr/>
              </p:nvSpPr>
              <p:spPr>
                <a:xfrm>
                  <a:off x="5412200" y="3522950"/>
                  <a:ext cx="177475" cy="6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99" h="2589" extrusionOk="0">
                      <a:moveTo>
                        <a:pt x="5102" y="1"/>
                      </a:moveTo>
                      <a:cubicBezTo>
                        <a:pt x="5102" y="1"/>
                        <a:pt x="4252" y="38"/>
                        <a:pt x="3290" y="112"/>
                      </a:cubicBezTo>
                      <a:cubicBezTo>
                        <a:pt x="2366" y="186"/>
                        <a:pt x="1331" y="260"/>
                        <a:pt x="924" y="297"/>
                      </a:cubicBezTo>
                      <a:cubicBezTo>
                        <a:pt x="665" y="334"/>
                        <a:pt x="444" y="445"/>
                        <a:pt x="296" y="592"/>
                      </a:cubicBezTo>
                      <a:cubicBezTo>
                        <a:pt x="111" y="777"/>
                        <a:pt x="0" y="962"/>
                        <a:pt x="0" y="1184"/>
                      </a:cubicBezTo>
                      <a:cubicBezTo>
                        <a:pt x="0" y="1369"/>
                        <a:pt x="74" y="1591"/>
                        <a:pt x="259" y="1702"/>
                      </a:cubicBezTo>
                      <a:cubicBezTo>
                        <a:pt x="444" y="1812"/>
                        <a:pt x="629" y="1849"/>
                        <a:pt x="887" y="1849"/>
                      </a:cubicBezTo>
                      <a:cubicBezTo>
                        <a:pt x="1642" y="1849"/>
                        <a:pt x="2618" y="1776"/>
                        <a:pt x="2951" y="1748"/>
                      </a:cubicBezTo>
                      <a:lnTo>
                        <a:pt x="2951" y="1748"/>
                      </a:lnTo>
                      <a:cubicBezTo>
                        <a:pt x="3210" y="1939"/>
                        <a:pt x="3940" y="2389"/>
                        <a:pt x="5102" y="2478"/>
                      </a:cubicBezTo>
                      <a:cubicBezTo>
                        <a:pt x="6433" y="2589"/>
                        <a:pt x="6766" y="2589"/>
                        <a:pt x="6766" y="2589"/>
                      </a:cubicBezTo>
                      <a:cubicBezTo>
                        <a:pt x="6950" y="2589"/>
                        <a:pt x="7098" y="2441"/>
                        <a:pt x="7098" y="2256"/>
                      </a:cubicBezTo>
                      <a:cubicBezTo>
                        <a:pt x="7098" y="2108"/>
                        <a:pt x="6950" y="1960"/>
                        <a:pt x="6766" y="1960"/>
                      </a:cubicBezTo>
                      <a:cubicBezTo>
                        <a:pt x="6692" y="1960"/>
                        <a:pt x="6322" y="1960"/>
                        <a:pt x="5139" y="1849"/>
                      </a:cubicBezTo>
                      <a:cubicBezTo>
                        <a:pt x="4510" y="1812"/>
                        <a:pt x="4030" y="1628"/>
                        <a:pt x="3697" y="1480"/>
                      </a:cubicBezTo>
                      <a:cubicBezTo>
                        <a:pt x="3549" y="1406"/>
                        <a:pt x="3438" y="1332"/>
                        <a:pt x="3364" y="1295"/>
                      </a:cubicBezTo>
                      <a:lnTo>
                        <a:pt x="3253" y="1221"/>
                      </a:lnTo>
                      <a:cubicBezTo>
                        <a:pt x="3199" y="1167"/>
                        <a:pt x="3145" y="1133"/>
                        <a:pt x="3091" y="1133"/>
                      </a:cubicBezTo>
                      <a:cubicBezTo>
                        <a:pt x="3071" y="1133"/>
                        <a:pt x="3051" y="1137"/>
                        <a:pt x="3032" y="1147"/>
                      </a:cubicBezTo>
                      <a:cubicBezTo>
                        <a:pt x="3032" y="1147"/>
                        <a:pt x="2699" y="1147"/>
                        <a:pt x="2292" y="1184"/>
                      </a:cubicBezTo>
                      <a:cubicBezTo>
                        <a:pt x="1886" y="1221"/>
                        <a:pt x="1331" y="1221"/>
                        <a:pt x="887" y="1221"/>
                      </a:cubicBezTo>
                      <a:cubicBezTo>
                        <a:pt x="702" y="1221"/>
                        <a:pt x="629" y="1184"/>
                        <a:pt x="592" y="1184"/>
                      </a:cubicBezTo>
                      <a:lnTo>
                        <a:pt x="629" y="1147"/>
                      </a:lnTo>
                      <a:cubicBezTo>
                        <a:pt x="665" y="1073"/>
                        <a:pt x="813" y="962"/>
                        <a:pt x="1035" y="925"/>
                      </a:cubicBezTo>
                      <a:cubicBezTo>
                        <a:pt x="1368" y="851"/>
                        <a:pt x="2403" y="777"/>
                        <a:pt x="3327" y="740"/>
                      </a:cubicBezTo>
                      <a:cubicBezTo>
                        <a:pt x="4289" y="666"/>
                        <a:pt x="5139" y="592"/>
                        <a:pt x="5139" y="592"/>
                      </a:cubicBezTo>
                      <a:cubicBezTo>
                        <a:pt x="5324" y="592"/>
                        <a:pt x="5435" y="445"/>
                        <a:pt x="5435" y="297"/>
                      </a:cubicBezTo>
                      <a:cubicBezTo>
                        <a:pt x="5435" y="112"/>
                        <a:pt x="5287" y="1"/>
                        <a:pt x="51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8" name="Google Shape;2868;p51">
                  <a:extLst>
                    <a:ext uri="{FF2B5EF4-FFF2-40B4-BE49-F238E27FC236}">
                      <a16:creationId xmlns:a16="http://schemas.microsoft.com/office/drawing/2014/main" id="{8F934AE2-40EB-0465-D97F-028D775A742B}"/>
                    </a:ext>
                  </a:extLst>
                </p:cNvPr>
                <p:cNvSpPr/>
                <p:nvPr/>
              </p:nvSpPr>
              <p:spPr>
                <a:xfrm>
                  <a:off x="5597050" y="3530350"/>
                  <a:ext cx="448275" cy="19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1" h="7876" extrusionOk="0">
                      <a:moveTo>
                        <a:pt x="518" y="1"/>
                      </a:moveTo>
                      <a:lnTo>
                        <a:pt x="0" y="2182"/>
                      </a:lnTo>
                      <a:lnTo>
                        <a:pt x="17487" y="7875"/>
                      </a:lnTo>
                      <a:lnTo>
                        <a:pt x="17931" y="2810"/>
                      </a:lnTo>
                      <a:lnTo>
                        <a:pt x="518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9" name="Google Shape;2869;p51">
                  <a:extLst>
                    <a:ext uri="{FF2B5EF4-FFF2-40B4-BE49-F238E27FC236}">
                      <a16:creationId xmlns:a16="http://schemas.microsoft.com/office/drawing/2014/main" id="{833A62F7-7D6E-00B5-319A-15BD00A0387A}"/>
                    </a:ext>
                  </a:extLst>
                </p:cNvPr>
                <p:cNvSpPr/>
                <p:nvPr/>
              </p:nvSpPr>
              <p:spPr>
                <a:xfrm>
                  <a:off x="5588725" y="3522775"/>
                  <a:ext cx="464000" cy="21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60" h="8490" extrusionOk="0">
                      <a:moveTo>
                        <a:pt x="1084" y="643"/>
                      </a:moveTo>
                      <a:lnTo>
                        <a:pt x="17931" y="3372"/>
                      </a:lnTo>
                      <a:lnTo>
                        <a:pt x="17561" y="7772"/>
                      </a:lnTo>
                      <a:lnTo>
                        <a:pt x="703" y="2263"/>
                      </a:lnTo>
                      <a:lnTo>
                        <a:pt x="1084" y="643"/>
                      </a:lnTo>
                      <a:close/>
                      <a:moveTo>
                        <a:pt x="830" y="1"/>
                      </a:moveTo>
                      <a:cubicBezTo>
                        <a:pt x="703" y="1"/>
                        <a:pt x="587" y="101"/>
                        <a:pt x="555" y="230"/>
                      </a:cubicBezTo>
                      <a:lnTo>
                        <a:pt x="37" y="2411"/>
                      </a:lnTo>
                      <a:cubicBezTo>
                        <a:pt x="0" y="2559"/>
                        <a:pt x="74" y="2744"/>
                        <a:pt x="259" y="2781"/>
                      </a:cubicBezTo>
                      <a:lnTo>
                        <a:pt x="17746" y="8474"/>
                      </a:lnTo>
                      <a:cubicBezTo>
                        <a:pt x="17768" y="8485"/>
                        <a:pt x="17793" y="8490"/>
                        <a:pt x="17819" y="8490"/>
                      </a:cubicBezTo>
                      <a:cubicBezTo>
                        <a:pt x="17882" y="8490"/>
                        <a:pt x="17953" y="8463"/>
                        <a:pt x="18005" y="8437"/>
                      </a:cubicBezTo>
                      <a:cubicBezTo>
                        <a:pt x="18079" y="8400"/>
                        <a:pt x="18153" y="8289"/>
                        <a:pt x="18153" y="8215"/>
                      </a:cubicBezTo>
                      <a:lnTo>
                        <a:pt x="18560" y="3113"/>
                      </a:lnTo>
                      <a:cubicBezTo>
                        <a:pt x="18560" y="2966"/>
                        <a:pt x="18449" y="2818"/>
                        <a:pt x="18301" y="2818"/>
                      </a:cubicBezTo>
                      <a:lnTo>
                        <a:pt x="888" y="8"/>
                      </a:lnTo>
                      <a:cubicBezTo>
                        <a:pt x="868" y="3"/>
                        <a:pt x="849" y="1"/>
                        <a:pt x="8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0" name="Google Shape;2870;p51">
                  <a:extLst>
                    <a:ext uri="{FF2B5EF4-FFF2-40B4-BE49-F238E27FC236}">
                      <a16:creationId xmlns:a16="http://schemas.microsoft.com/office/drawing/2014/main" id="{B676641F-FFDC-C233-E6DB-2741E487F512}"/>
                    </a:ext>
                  </a:extLst>
                </p:cNvPr>
                <p:cNvSpPr/>
                <p:nvPr/>
              </p:nvSpPr>
              <p:spPr>
                <a:xfrm>
                  <a:off x="5831800" y="3033350"/>
                  <a:ext cx="475100" cy="853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04" h="34123" extrusionOk="0">
                      <a:moveTo>
                        <a:pt x="9555" y="1"/>
                      </a:moveTo>
                      <a:cubicBezTo>
                        <a:pt x="8899" y="1"/>
                        <a:pt x="8262" y="269"/>
                        <a:pt x="7654" y="841"/>
                      </a:cubicBezTo>
                      <a:cubicBezTo>
                        <a:pt x="7654" y="841"/>
                        <a:pt x="2330" y="6571"/>
                        <a:pt x="1147" y="8605"/>
                      </a:cubicBezTo>
                      <a:cubicBezTo>
                        <a:pt x="1" y="10601"/>
                        <a:pt x="3476" y="19955"/>
                        <a:pt x="3772" y="22690"/>
                      </a:cubicBezTo>
                      <a:cubicBezTo>
                        <a:pt x="4030" y="25426"/>
                        <a:pt x="4918" y="27164"/>
                        <a:pt x="3624" y="28606"/>
                      </a:cubicBezTo>
                      <a:cubicBezTo>
                        <a:pt x="2330" y="30048"/>
                        <a:pt x="3476" y="30898"/>
                        <a:pt x="4178" y="31489"/>
                      </a:cubicBezTo>
                      <a:cubicBezTo>
                        <a:pt x="4861" y="32002"/>
                        <a:pt x="10182" y="34123"/>
                        <a:pt x="13583" y="34123"/>
                      </a:cubicBezTo>
                      <a:cubicBezTo>
                        <a:pt x="13864" y="34123"/>
                        <a:pt x="14131" y="34108"/>
                        <a:pt x="14382" y="34077"/>
                      </a:cubicBezTo>
                      <a:cubicBezTo>
                        <a:pt x="17710" y="33634"/>
                        <a:pt x="18412" y="31342"/>
                        <a:pt x="18708" y="27718"/>
                      </a:cubicBezTo>
                      <a:cubicBezTo>
                        <a:pt x="19004" y="24132"/>
                        <a:pt x="18708" y="11488"/>
                        <a:pt x="15824" y="6312"/>
                      </a:cubicBezTo>
                      <a:cubicBezTo>
                        <a:pt x="13687" y="2428"/>
                        <a:pt x="11530" y="1"/>
                        <a:pt x="955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1" name="Google Shape;2871;p51">
                  <a:extLst>
                    <a:ext uri="{FF2B5EF4-FFF2-40B4-BE49-F238E27FC236}">
                      <a16:creationId xmlns:a16="http://schemas.microsoft.com/office/drawing/2014/main" id="{60D32C9E-7B8A-DE6F-8164-7FFDE1AC07B3}"/>
                    </a:ext>
                  </a:extLst>
                </p:cNvPr>
                <p:cNvSpPr/>
                <p:nvPr/>
              </p:nvSpPr>
              <p:spPr>
                <a:xfrm>
                  <a:off x="5847525" y="3025700"/>
                  <a:ext cx="462150" cy="86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86" h="34717" extrusionOk="0">
                      <a:moveTo>
                        <a:pt x="8910" y="592"/>
                      </a:moveTo>
                      <a:cubicBezTo>
                        <a:pt x="9760" y="592"/>
                        <a:pt x="10759" y="1147"/>
                        <a:pt x="11757" y="2219"/>
                      </a:cubicBezTo>
                      <a:cubicBezTo>
                        <a:pt x="12792" y="3254"/>
                        <a:pt x="13864" y="4844"/>
                        <a:pt x="14936" y="6766"/>
                      </a:cubicBezTo>
                      <a:cubicBezTo>
                        <a:pt x="16082" y="8800"/>
                        <a:pt x="16822" y="12090"/>
                        <a:pt x="17265" y="15528"/>
                      </a:cubicBezTo>
                      <a:cubicBezTo>
                        <a:pt x="17709" y="19004"/>
                        <a:pt x="17857" y="22553"/>
                        <a:pt x="17857" y="25141"/>
                      </a:cubicBezTo>
                      <a:cubicBezTo>
                        <a:pt x="17857" y="26361"/>
                        <a:pt x="17820" y="27359"/>
                        <a:pt x="17783" y="28024"/>
                      </a:cubicBezTo>
                      <a:cubicBezTo>
                        <a:pt x="17635" y="29799"/>
                        <a:pt x="17376" y="31241"/>
                        <a:pt x="16785" y="32239"/>
                      </a:cubicBezTo>
                      <a:cubicBezTo>
                        <a:pt x="16193" y="33237"/>
                        <a:pt x="15306" y="33866"/>
                        <a:pt x="13716" y="34051"/>
                      </a:cubicBezTo>
                      <a:cubicBezTo>
                        <a:pt x="13494" y="34088"/>
                        <a:pt x="13199" y="34125"/>
                        <a:pt x="12903" y="34125"/>
                      </a:cubicBezTo>
                      <a:cubicBezTo>
                        <a:pt x="11276" y="34125"/>
                        <a:pt x="9095" y="33607"/>
                        <a:pt x="7283" y="33016"/>
                      </a:cubicBezTo>
                      <a:cubicBezTo>
                        <a:pt x="6396" y="32720"/>
                        <a:pt x="5583" y="32387"/>
                        <a:pt x="4954" y="32128"/>
                      </a:cubicBezTo>
                      <a:cubicBezTo>
                        <a:pt x="4621" y="31980"/>
                        <a:pt x="4363" y="31869"/>
                        <a:pt x="4141" y="31759"/>
                      </a:cubicBezTo>
                      <a:cubicBezTo>
                        <a:pt x="3956" y="31685"/>
                        <a:pt x="3808" y="31574"/>
                        <a:pt x="3734" y="31537"/>
                      </a:cubicBezTo>
                      <a:cubicBezTo>
                        <a:pt x="3512" y="31352"/>
                        <a:pt x="3217" y="31130"/>
                        <a:pt x="3032" y="30908"/>
                      </a:cubicBezTo>
                      <a:cubicBezTo>
                        <a:pt x="2810" y="30649"/>
                        <a:pt x="2699" y="30428"/>
                        <a:pt x="2699" y="30132"/>
                      </a:cubicBezTo>
                      <a:cubicBezTo>
                        <a:pt x="2699" y="29873"/>
                        <a:pt x="2810" y="29540"/>
                        <a:pt x="3217" y="29097"/>
                      </a:cubicBezTo>
                      <a:cubicBezTo>
                        <a:pt x="3771" y="28468"/>
                        <a:pt x="3993" y="27729"/>
                        <a:pt x="3993" y="26989"/>
                      </a:cubicBezTo>
                      <a:cubicBezTo>
                        <a:pt x="3993" y="25843"/>
                        <a:pt x="3586" y="24586"/>
                        <a:pt x="3438" y="22959"/>
                      </a:cubicBezTo>
                      <a:cubicBezTo>
                        <a:pt x="3291" y="21739"/>
                        <a:pt x="2588" y="19373"/>
                        <a:pt x="1923" y="16859"/>
                      </a:cubicBezTo>
                      <a:cubicBezTo>
                        <a:pt x="1257" y="14345"/>
                        <a:pt x="592" y="11720"/>
                        <a:pt x="592" y="10168"/>
                      </a:cubicBezTo>
                      <a:cubicBezTo>
                        <a:pt x="592" y="9650"/>
                        <a:pt x="703" y="9280"/>
                        <a:pt x="814" y="9058"/>
                      </a:cubicBezTo>
                      <a:cubicBezTo>
                        <a:pt x="1072" y="8578"/>
                        <a:pt x="1627" y="7838"/>
                        <a:pt x="2255" y="7025"/>
                      </a:cubicBezTo>
                      <a:cubicBezTo>
                        <a:pt x="3254" y="5805"/>
                        <a:pt x="4511" y="4400"/>
                        <a:pt x="5509" y="3291"/>
                      </a:cubicBezTo>
                      <a:cubicBezTo>
                        <a:pt x="5989" y="2700"/>
                        <a:pt x="6433" y="2219"/>
                        <a:pt x="6729" y="1886"/>
                      </a:cubicBezTo>
                      <a:cubicBezTo>
                        <a:pt x="7062" y="1553"/>
                        <a:pt x="7246" y="1369"/>
                        <a:pt x="7246" y="1369"/>
                      </a:cubicBezTo>
                      <a:lnTo>
                        <a:pt x="7229" y="1351"/>
                      </a:lnTo>
                      <a:lnTo>
                        <a:pt x="7229" y="1351"/>
                      </a:lnTo>
                      <a:cubicBezTo>
                        <a:pt x="7813" y="809"/>
                        <a:pt x="8361" y="592"/>
                        <a:pt x="8910" y="592"/>
                      </a:cubicBezTo>
                      <a:close/>
                      <a:moveTo>
                        <a:pt x="8910" y="1"/>
                      </a:moveTo>
                      <a:cubicBezTo>
                        <a:pt x="8171" y="1"/>
                        <a:pt x="7431" y="296"/>
                        <a:pt x="6803" y="925"/>
                      </a:cubicBezTo>
                      <a:lnTo>
                        <a:pt x="6766" y="925"/>
                      </a:lnTo>
                      <a:cubicBezTo>
                        <a:pt x="6766" y="925"/>
                        <a:pt x="5435" y="2367"/>
                        <a:pt x="3956" y="4067"/>
                      </a:cubicBezTo>
                      <a:cubicBezTo>
                        <a:pt x="3217" y="4918"/>
                        <a:pt x="2440" y="5842"/>
                        <a:pt x="1775" y="6655"/>
                      </a:cubicBezTo>
                      <a:cubicBezTo>
                        <a:pt x="1109" y="7469"/>
                        <a:pt x="592" y="8208"/>
                        <a:pt x="259" y="8763"/>
                      </a:cubicBezTo>
                      <a:cubicBezTo>
                        <a:pt x="74" y="9132"/>
                        <a:pt x="0" y="9613"/>
                        <a:pt x="0" y="10168"/>
                      </a:cubicBezTo>
                      <a:cubicBezTo>
                        <a:pt x="0" y="11868"/>
                        <a:pt x="666" y="14493"/>
                        <a:pt x="1331" y="17007"/>
                      </a:cubicBezTo>
                      <a:cubicBezTo>
                        <a:pt x="1997" y="19521"/>
                        <a:pt x="2699" y="21924"/>
                        <a:pt x="2810" y="23033"/>
                      </a:cubicBezTo>
                      <a:cubicBezTo>
                        <a:pt x="2995" y="24697"/>
                        <a:pt x="3364" y="25991"/>
                        <a:pt x="3364" y="26989"/>
                      </a:cubicBezTo>
                      <a:cubicBezTo>
                        <a:pt x="3364" y="27655"/>
                        <a:pt x="3217" y="28172"/>
                        <a:pt x="2736" y="28690"/>
                      </a:cubicBezTo>
                      <a:cubicBezTo>
                        <a:pt x="2292" y="29208"/>
                        <a:pt x="2071" y="29688"/>
                        <a:pt x="2071" y="30132"/>
                      </a:cubicBezTo>
                      <a:cubicBezTo>
                        <a:pt x="2071" y="30612"/>
                        <a:pt x="2292" y="30982"/>
                        <a:pt x="2551" y="31278"/>
                      </a:cubicBezTo>
                      <a:cubicBezTo>
                        <a:pt x="2810" y="31574"/>
                        <a:pt x="3143" y="31832"/>
                        <a:pt x="3364" y="32017"/>
                      </a:cubicBezTo>
                      <a:cubicBezTo>
                        <a:pt x="3475" y="32128"/>
                        <a:pt x="3660" y="32202"/>
                        <a:pt x="3882" y="32313"/>
                      </a:cubicBezTo>
                      <a:cubicBezTo>
                        <a:pt x="4658" y="32720"/>
                        <a:pt x="6137" y="33311"/>
                        <a:pt x="7801" y="33829"/>
                      </a:cubicBezTo>
                      <a:cubicBezTo>
                        <a:pt x="9502" y="34309"/>
                        <a:pt x="11387" y="34716"/>
                        <a:pt x="12903" y="34716"/>
                      </a:cubicBezTo>
                      <a:cubicBezTo>
                        <a:pt x="13236" y="34716"/>
                        <a:pt x="13531" y="34716"/>
                        <a:pt x="13827" y="34679"/>
                      </a:cubicBezTo>
                      <a:cubicBezTo>
                        <a:pt x="15528" y="34457"/>
                        <a:pt x="16674" y="33718"/>
                        <a:pt x="17339" y="32535"/>
                      </a:cubicBezTo>
                      <a:cubicBezTo>
                        <a:pt x="18005" y="31389"/>
                        <a:pt x="18227" y="29873"/>
                        <a:pt x="18375" y="28061"/>
                      </a:cubicBezTo>
                      <a:cubicBezTo>
                        <a:pt x="18448" y="27359"/>
                        <a:pt x="18485" y="26361"/>
                        <a:pt x="18485" y="25141"/>
                      </a:cubicBezTo>
                      <a:cubicBezTo>
                        <a:pt x="18485" y="22553"/>
                        <a:pt x="18338" y="18930"/>
                        <a:pt x="17857" y="15454"/>
                      </a:cubicBezTo>
                      <a:cubicBezTo>
                        <a:pt x="17413" y="11979"/>
                        <a:pt x="16674" y="8615"/>
                        <a:pt x="15491" y="6471"/>
                      </a:cubicBezTo>
                      <a:cubicBezTo>
                        <a:pt x="14382" y="4511"/>
                        <a:pt x="13310" y="2921"/>
                        <a:pt x="12200" y="1775"/>
                      </a:cubicBezTo>
                      <a:cubicBezTo>
                        <a:pt x="11128" y="666"/>
                        <a:pt x="10019" y="1"/>
                        <a:pt x="89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2" name="Google Shape;2872;p51">
                  <a:extLst>
                    <a:ext uri="{FF2B5EF4-FFF2-40B4-BE49-F238E27FC236}">
                      <a16:creationId xmlns:a16="http://schemas.microsoft.com/office/drawing/2014/main" id="{8FE34E17-EB32-6A7C-03AE-5D3F09732770}"/>
                    </a:ext>
                  </a:extLst>
                </p:cNvPr>
                <p:cNvSpPr/>
                <p:nvPr/>
              </p:nvSpPr>
              <p:spPr>
                <a:xfrm>
                  <a:off x="5828100" y="2996750"/>
                  <a:ext cx="275450" cy="26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18" h="10513" extrusionOk="0">
                      <a:moveTo>
                        <a:pt x="7766" y="0"/>
                      </a:moveTo>
                      <a:cubicBezTo>
                        <a:pt x="7188" y="0"/>
                        <a:pt x="6562" y="157"/>
                        <a:pt x="5916" y="567"/>
                      </a:cubicBezTo>
                      <a:lnTo>
                        <a:pt x="1" y="8331"/>
                      </a:lnTo>
                      <a:lnTo>
                        <a:pt x="740" y="10512"/>
                      </a:lnTo>
                      <a:cubicBezTo>
                        <a:pt x="740" y="10512"/>
                        <a:pt x="4215" y="6815"/>
                        <a:pt x="5657" y="5928"/>
                      </a:cubicBezTo>
                      <a:cubicBezTo>
                        <a:pt x="7099" y="5078"/>
                        <a:pt x="11018" y="1639"/>
                        <a:pt x="11018" y="1639"/>
                      </a:cubicBezTo>
                      <a:cubicBezTo>
                        <a:pt x="11018" y="1639"/>
                        <a:pt x="9638" y="0"/>
                        <a:pt x="776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3" name="Google Shape;2873;p51">
                  <a:extLst>
                    <a:ext uri="{FF2B5EF4-FFF2-40B4-BE49-F238E27FC236}">
                      <a16:creationId xmlns:a16="http://schemas.microsoft.com/office/drawing/2014/main" id="{B7E5523B-92C6-B2F9-A4CA-8A62D8B1EF8F}"/>
                    </a:ext>
                  </a:extLst>
                </p:cNvPr>
                <p:cNvSpPr/>
                <p:nvPr/>
              </p:nvSpPr>
              <p:spPr>
                <a:xfrm>
                  <a:off x="5820725" y="2989650"/>
                  <a:ext cx="291150" cy="27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6" h="11093" extrusionOk="0">
                      <a:moveTo>
                        <a:pt x="8060" y="592"/>
                      </a:moveTo>
                      <a:cubicBezTo>
                        <a:pt x="8910" y="592"/>
                        <a:pt x="9649" y="962"/>
                        <a:pt x="10204" y="1369"/>
                      </a:cubicBezTo>
                      <a:cubicBezTo>
                        <a:pt x="10463" y="1554"/>
                        <a:pt x="10685" y="1738"/>
                        <a:pt x="10832" y="1886"/>
                      </a:cubicBezTo>
                      <a:cubicBezTo>
                        <a:pt x="10838" y="1892"/>
                        <a:pt x="10843" y="1897"/>
                        <a:pt x="10848" y="1902"/>
                      </a:cubicBezTo>
                      <a:lnTo>
                        <a:pt x="10848" y="1902"/>
                      </a:lnTo>
                      <a:cubicBezTo>
                        <a:pt x="10749" y="1985"/>
                        <a:pt x="10619" y="2091"/>
                        <a:pt x="10463" y="2219"/>
                      </a:cubicBezTo>
                      <a:cubicBezTo>
                        <a:pt x="9871" y="2737"/>
                        <a:pt x="8984" y="3513"/>
                        <a:pt x="8097" y="4252"/>
                      </a:cubicBezTo>
                      <a:cubicBezTo>
                        <a:pt x="7209" y="4992"/>
                        <a:pt x="6322" y="5657"/>
                        <a:pt x="5804" y="5953"/>
                      </a:cubicBezTo>
                      <a:cubicBezTo>
                        <a:pt x="5398" y="6212"/>
                        <a:pt x="4917" y="6619"/>
                        <a:pt x="4400" y="7062"/>
                      </a:cubicBezTo>
                      <a:cubicBezTo>
                        <a:pt x="3195" y="8129"/>
                        <a:pt x="1809" y="9541"/>
                        <a:pt x="1170" y="10202"/>
                      </a:cubicBezTo>
                      <a:lnTo>
                        <a:pt x="1170" y="10202"/>
                      </a:lnTo>
                      <a:lnTo>
                        <a:pt x="665" y="8689"/>
                      </a:lnTo>
                      <a:lnTo>
                        <a:pt x="6456" y="1054"/>
                      </a:lnTo>
                      <a:lnTo>
                        <a:pt x="6456" y="1054"/>
                      </a:lnTo>
                      <a:cubicBezTo>
                        <a:pt x="7045" y="725"/>
                        <a:pt x="7569" y="592"/>
                        <a:pt x="8060" y="592"/>
                      </a:cubicBezTo>
                      <a:close/>
                      <a:moveTo>
                        <a:pt x="8060" y="1"/>
                      </a:moveTo>
                      <a:cubicBezTo>
                        <a:pt x="7431" y="1"/>
                        <a:pt x="6729" y="149"/>
                        <a:pt x="6063" y="592"/>
                      </a:cubicBezTo>
                      <a:lnTo>
                        <a:pt x="5952" y="666"/>
                      </a:lnTo>
                      <a:lnTo>
                        <a:pt x="74" y="8430"/>
                      </a:lnTo>
                      <a:cubicBezTo>
                        <a:pt x="0" y="8504"/>
                        <a:pt x="0" y="8615"/>
                        <a:pt x="37" y="8726"/>
                      </a:cubicBezTo>
                      <a:lnTo>
                        <a:pt x="739" y="10870"/>
                      </a:lnTo>
                      <a:cubicBezTo>
                        <a:pt x="776" y="10981"/>
                        <a:pt x="850" y="11055"/>
                        <a:pt x="961" y="11092"/>
                      </a:cubicBezTo>
                      <a:cubicBezTo>
                        <a:pt x="1072" y="11092"/>
                        <a:pt x="1183" y="11055"/>
                        <a:pt x="1257" y="10981"/>
                      </a:cubicBezTo>
                      <a:cubicBezTo>
                        <a:pt x="1257" y="10981"/>
                        <a:pt x="1479" y="10759"/>
                        <a:pt x="1812" y="10390"/>
                      </a:cubicBezTo>
                      <a:cubicBezTo>
                        <a:pt x="2329" y="9872"/>
                        <a:pt x="3179" y="9059"/>
                        <a:pt x="3993" y="8282"/>
                      </a:cubicBezTo>
                      <a:cubicBezTo>
                        <a:pt x="4806" y="7506"/>
                        <a:pt x="5620" y="6803"/>
                        <a:pt x="6137" y="6508"/>
                      </a:cubicBezTo>
                      <a:cubicBezTo>
                        <a:pt x="6877" y="6027"/>
                        <a:pt x="8207" y="4955"/>
                        <a:pt x="9354" y="3994"/>
                      </a:cubicBezTo>
                      <a:cubicBezTo>
                        <a:pt x="10537" y="2995"/>
                        <a:pt x="11498" y="2145"/>
                        <a:pt x="11498" y="2145"/>
                      </a:cubicBezTo>
                      <a:cubicBezTo>
                        <a:pt x="11646" y="2034"/>
                        <a:pt x="11646" y="1849"/>
                        <a:pt x="11535" y="1701"/>
                      </a:cubicBezTo>
                      <a:cubicBezTo>
                        <a:pt x="11535" y="1701"/>
                        <a:pt x="11165" y="1295"/>
                        <a:pt x="10574" y="851"/>
                      </a:cubicBezTo>
                      <a:cubicBezTo>
                        <a:pt x="9945" y="444"/>
                        <a:pt x="9095" y="1"/>
                        <a:pt x="80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4" name="Google Shape;2874;p51">
                  <a:extLst>
                    <a:ext uri="{FF2B5EF4-FFF2-40B4-BE49-F238E27FC236}">
                      <a16:creationId xmlns:a16="http://schemas.microsoft.com/office/drawing/2014/main" id="{A8789E96-75B6-7C56-EB70-E3D379811FE7}"/>
                    </a:ext>
                  </a:extLst>
                </p:cNvPr>
                <p:cNvSpPr/>
                <p:nvPr/>
              </p:nvSpPr>
              <p:spPr>
                <a:xfrm>
                  <a:off x="5256900" y="3187450"/>
                  <a:ext cx="816150" cy="60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6" h="24397" extrusionOk="0">
                      <a:moveTo>
                        <a:pt x="29060" y="1"/>
                      </a:moveTo>
                      <a:cubicBezTo>
                        <a:pt x="29060" y="1"/>
                        <a:pt x="25732" y="1590"/>
                        <a:pt x="24032" y="3882"/>
                      </a:cubicBezTo>
                      <a:cubicBezTo>
                        <a:pt x="22294" y="6175"/>
                        <a:pt x="15381" y="17820"/>
                        <a:pt x="15381" y="17820"/>
                      </a:cubicBezTo>
                      <a:lnTo>
                        <a:pt x="149" y="15085"/>
                      </a:lnTo>
                      <a:lnTo>
                        <a:pt x="1" y="17118"/>
                      </a:lnTo>
                      <a:cubicBezTo>
                        <a:pt x="1" y="17118"/>
                        <a:pt x="8911" y="21702"/>
                        <a:pt x="13089" y="22738"/>
                      </a:cubicBezTo>
                      <a:cubicBezTo>
                        <a:pt x="16084" y="23453"/>
                        <a:pt x="18338" y="24397"/>
                        <a:pt x="19633" y="24397"/>
                      </a:cubicBezTo>
                      <a:cubicBezTo>
                        <a:pt x="20144" y="24397"/>
                        <a:pt x="20506" y="24250"/>
                        <a:pt x="20704" y="23884"/>
                      </a:cubicBezTo>
                      <a:cubicBezTo>
                        <a:pt x="21444" y="22590"/>
                        <a:pt x="27914" y="11794"/>
                        <a:pt x="27914" y="11794"/>
                      </a:cubicBezTo>
                      <a:lnTo>
                        <a:pt x="32646" y="8208"/>
                      </a:lnTo>
                      <a:lnTo>
                        <a:pt x="2906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5" name="Google Shape;2875;p51">
                  <a:extLst>
                    <a:ext uri="{FF2B5EF4-FFF2-40B4-BE49-F238E27FC236}">
                      <a16:creationId xmlns:a16="http://schemas.microsoft.com/office/drawing/2014/main" id="{A40D7685-9575-0098-DDC2-34BF8E1D0A20}"/>
                    </a:ext>
                  </a:extLst>
                </p:cNvPr>
                <p:cNvSpPr/>
                <p:nvPr/>
              </p:nvSpPr>
              <p:spPr>
                <a:xfrm>
                  <a:off x="5248600" y="3179325"/>
                  <a:ext cx="832775" cy="6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11" h="25022" extrusionOk="0">
                      <a:moveTo>
                        <a:pt x="29368" y="1"/>
                      </a:moveTo>
                      <a:cubicBezTo>
                        <a:pt x="29326" y="1"/>
                        <a:pt x="29284" y="10"/>
                        <a:pt x="29244" y="30"/>
                      </a:cubicBezTo>
                      <a:cubicBezTo>
                        <a:pt x="29244" y="67"/>
                        <a:pt x="25917" y="1620"/>
                        <a:pt x="24105" y="4023"/>
                      </a:cubicBezTo>
                      <a:cubicBezTo>
                        <a:pt x="23661" y="4614"/>
                        <a:pt x="22922" y="5760"/>
                        <a:pt x="21998" y="7202"/>
                      </a:cubicBezTo>
                      <a:cubicBezTo>
                        <a:pt x="19602" y="11029"/>
                        <a:pt x="16218" y="16711"/>
                        <a:pt x="15565" y="17810"/>
                      </a:cubicBezTo>
                      <a:lnTo>
                        <a:pt x="15565" y="17810"/>
                      </a:lnTo>
                      <a:lnTo>
                        <a:pt x="518" y="15114"/>
                      </a:lnTo>
                      <a:cubicBezTo>
                        <a:pt x="444" y="15114"/>
                        <a:pt x="333" y="15114"/>
                        <a:pt x="296" y="15188"/>
                      </a:cubicBezTo>
                      <a:cubicBezTo>
                        <a:pt x="222" y="15225"/>
                        <a:pt x="185" y="15299"/>
                        <a:pt x="148" y="15410"/>
                      </a:cubicBezTo>
                      <a:lnTo>
                        <a:pt x="37" y="17406"/>
                      </a:lnTo>
                      <a:cubicBezTo>
                        <a:pt x="0" y="17554"/>
                        <a:pt x="74" y="17665"/>
                        <a:pt x="185" y="17702"/>
                      </a:cubicBezTo>
                      <a:cubicBezTo>
                        <a:pt x="185" y="17702"/>
                        <a:pt x="2403" y="18848"/>
                        <a:pt x="5176" y="20142"/>
                      </a:cubicBezTo>
                      <a:cubicBezTo>
                        <a:pt x="7949" y="21436"/>
                        <a:pt x="11202" y="22841"/>
                        <a:pt x="13347" y="23358"/>
                      </a:cubicBezTo>
                      <a:cubicBezTo>
                        <a:pt x="14825" y="23691"/>
                        <a:pt x="16119" y="24098"/>
                        <a:pt x="17229" y="24430"/>
                      </a:cubicBezTo>
                      <a:cubicBezTo>
                        <a:pt x="18338" y="24763"/>
                        <a:pt x="19225" y="25022"/>
                        <a:pt x="19964" y="25022"/>
                      </a:cubicBezTo>
                      <a:cubicBezTo>
                        <a:pt x="20260" y="25022"/>
                        <a:pt x="20519" y="24985"/>
                        <a:pt x="20741" y="24874"/>
                      </a:cubicBezTo>
                      <a:cubicBezTo>
                        <a:pt x="20963" y="24763"/>
                        <a:pt x="21184" y="24578"/>
                        <a:pt x="21295" y="24357"/>
                      </a:cubicBezTo>
                      <a:cubicBezTo>
                        <a:pt x="21665" y="23728"/>
                        <a:pt x="23477" y="20696"/>
                        <a:pt x="25177" y="17813"/>
                      </a:cubicBezTo>
                      <a:cubicBezTo>
                        <a:pt x="26028" y="16408"/>
                        <a:pt x="26841" y="15003"/>
                        <a:pt x="27469" y="13968"/>
                      </a:cubicBezTo>
                      <a:cubicBezTo>
                        <a:pt x="28016" y="13068"/>
                        <a:pt x="28395" y="12447"/>
                        <a:pt x="28484" y="12300"/>
                      </a:cubicBezTo>
                      <a:lnTo>
                        <a:pt x="28484" y="12300"/>
                      </a:lnTo>
                      <a:lnTo>
                        <a:pt x="33163" y="8755"/>
                      </a:lnTo>
                      <a:cubicBezTo>
                        <a:pt x="33311" y="8644"/>
                        <a:pt x="33311" y="8459"/>
                        <a:pt x="33237" y="8348"/>
                      </a:cubicBezTo>
                      <a:cubicBezTo>
                        <a:pt x="33170" y="8259"/>
                        <a:pt x="33075" y="8210"/>
                        <a:pt x="32979" y="8210"/>
                      </a:cubicBezTo>
                      <a:cubicBezTo>
                        <a:pt x="32916" y="8210"/>
                        <a:pt x="32851" y="8231"/>
                        <a:pt x="32793" y="8274"/>
                      </a:cubicBezTo>
                      <a:lnTo>
                        <a:pt x="28061" y="11860"/>
                      </a:lnTo>
                      <a:lnTo>
                        <a:pt x="27950" y="11971"/>
                      </a:lnTo>
                      <a:cubicBezTo>
                        <a:pt x="27950" y="11971"/>
                        <a:pt x="26360" y="14633"/>
                        <a:pt x="24660" y="17517"/>
                      </a:cubicBezTo>
                      <a:cubicBezTo>
                        <a:pt x="22922" y="20364"/>
                        <a:pt x="21147" y="23395"/>
                        <a:pt x="20778" y="24061"/>
                      </a:cubicBezTo>
                      <a:cubicBezTo>
                        <a:pt x="20704" y="24172"/>
                        <a:pt x="20630" y="24246"/>
                        <a:pt x="20482" y="24320"/>
                      </a:cubicBezTo>
                      <a:cubicBezTo>
                        <a:pt x="20371" y="24357"/>
                        <a:pt x="20186" y="24393"/>
                        <a:pt x="19964" y="24393"/>
                      </a:cubicBezTo>
                      <a:cubicBezTo>
                        <a:pt x="19373" y="24393"/>
                        <a:pt x="18486" y="24172"/>
                        <a:pt x="17413" y="23839"/>
                      </a:cubicBezTo>
                      <a:cubicBezTo>
                        <a:pt x="16304" y="23543"/>
                        <a:pt x="15010" y="23100"/>
                        <a:pt x="13494" y="22730"/>
                      </a:cubicBezTo>
                      <a:cubicBezTo>
                        <a:pt x="11461" y="22249"/>
                        <a:pt x="8171" y="20844"/>
                        <a:pt x="5435" y="19587"/>
                      </a:cubicBezTo>
                      <a:cubicBezTo>
                        <a:pt x="4067" y="18959"/>
                        <a:pt x="2810" y="18330"/>
                        <a:pt x="1923" y="17887"/>
                      </a:cubicBezTo>
                      <a:cubicBezTo>
                        <a:pt x="1318" y="17584"/>
                        <a:pt x="868" y="17351"/>
                        <a:pt x="643" y="17233"/>
                      </a:cubicBezTo>
                      <a:lnTo>
                        <a:pt x="643" y="17233"/>
                      </a:lnTo>
                      <a:lnTo>
                        <a:pt x="740" y="15779"/>
                      </a:lnTo>
                      <a:lnTo>
                        <a:pt x="15676" y="18441"/>
                      </a:lnTo>
                      <a:cubicBezTo>
                        <a:pt x="15695" y="18448"/>
                        <a:pt x="15716" y="18451"/>
                        <a:pt x="15737" y="18451"/>
                      </a:cubicBezTo>
                      <a:cubicBezTo>
                        <a:pt x="15836" y="18451"/>
                        <a:pt x="15941" y="18385"/>
                        <a:pt x="15972" y="18293"/>
                      </a:cubicBezTo>
                      <a:cubicBezTo>
                        <a:pt x="15972" y="18293"/>
                        <a:pt x="16415" y="17591"/>
                        <a:pt x="17081" y="16445"/>
                      </a:cubicBezTo>
                      <a:cubicBezTo>
                        <a:pt x="18116" y="14781"/>
                        <a:pt x="19669" y="12156"/>
                        <a:pt x="21110" y="9790"/>
                      </a:cubicBezTo>
                      <a:cubicBezTo>
                        <a:pt x="22589" y="7424"/>
                        <a:pt x="23957" y="5243"/>
                        <a:pt x="24586" y="4392"/>
                      </a:cubicBezTo>
                      <a:cubicBezTo>
                        <a:pt x="25436" y="3283"/>
                        <a:pt x="26656" y="2322"/>
                        <a:pt x="27691" y="1656"/>
                      </a:cubicBezTo>
                      <a:cubicBezTo>
                        <a:pt x="28209" y="1324"/>
                        <a:pt x="28652" y="1065"/>
                        <a:pt x="28985" y="880"/>
                      </a:cubicBezTo>
                      <a:cubicBezTo>
                        <a:pt x="29170" y="769"/>
                        <a:pt x="29281" y="695"/>
                        <a:pt x="29392" y="658"/>
                      </a:cubicBezTo>
                      <a:cubicBezTo>
                        <a:pt x="29466" y="621"/>
                        <a:pt x="29503" y="584"/>
                        <a:pt x="29503" y="584"/>
                      </a:cubicBezTo>
                      <a:cubicBezTo>
                        <a:pt x="29688" y="510"/>
                        <a:pt x="29725" y="326"/>
                        <a:pt x="29651" y="178"/>
                      </a:cubicBezTo>
                      <a:cubicBezTo>
                        <a:pt x="29597" y="69"/>
                        <a:pt x="29483" y="1"/>
                        <a:pt x="293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6" name="Google Shape;2876;p51">
                  <a:extLst>
                    <a:ext uri="{FF2B5EF4-FFF2-40B4-BE49-F238E27FC236}">
                      <a16:creationId xmlns:a16="http://schemas.microsoft.com/office/drawing/2014/main" id="{D9768CB5-1E03-4410-A49D-F9FAC7732612}"/>
                    </a:ext>
                  </a:extLst>
                </p:cNvPr>
                <p:cNvSpPr/>
                <p:nvPr/>
              </p:nvSpPr>
              <p:spPr>
                <a:xfrm>
                  <a:off x="5945500" y="3431225"/>
                  <a:ext cx="158050" cy="5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22" h="2349" extrusionOk="0">
                      <a:moveTo>
                        <a:pt x="5955" y="1"/>
                      </a:moveTo>
                      <a:cubicBezTo>
                        <a:pt x="5929" y="1"/>
                        <a:pt x="5903" y="4"/>
                        <a:pt x="5878" y="10"/>
                      </a:cubicBezTo>
                      <a:lnTo>
                        <a:pt x="259" y="1747"/>
                      </a:lnTo>
                      <a:cubicBezTo>
                        <a:pt x="111" y="1784"/>
                        <a:pt x="0" y="1969"/>
                        <a:pt x="74" y="2117"/>
                      </a:cubicBezTo>
                      <a:cubicBezTo>
                        <a:pt x="105" y="2271"/>
                        <a:pt x="238" y="2348"/>
                        <a:pt x="368" y="2348"/>
                      </a:cubicBezTo>
                      <a:cubicBezTo>
                        <a:pt x="393" y="2348"/>
                        <a:pt x="419" y="2345"/>
                        <a:pt x="444" y="2339"/>
                      </a:cubicBezTo>
                      <a:lnTo>
                        <a:pt x="6063" y="601"/>
                      </a:lnTo>
                      <a:cubicBezTo>
                        <a:pt x="6211" y="564"/>
                        <a:pt x="6322" y="380"/>
                        <a:pt x="6248" y="232"/>
                      </a:cubicBezTo>
                      <a:cubicBezTo>
                        <a:pt x="6217" y="78"/>
                        <a:pt x="6084" y="1"/>
                        <a:pt x="595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7" name="Google Shape;2877;p51">
                  <a:extLst>
                    <a:ext uri="{FF2B5EF4-FFF2-40B4-BE49-F238E27FC236}">
                      <a16:creationId xmlns:a16="http://schemas.microsoft.com/office/drawing/2014/main" id="{4CD270AD-A2E5-9EB9-0978-8096FD3DA562}"/>
                    </a:ext>
                  </a:extLst>
                </p:cNvPr>
                <p:cNvSpPr/>
                <p:nvPr/>
              </p:nvSpPr>
              <p:spPr>
                <a:xfrm>
                  <a:off x="5066625" y="3521850"/>
                  <a:ext cx="194000" cy="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60" h="3816" extrusionOk="0">
                      <a:moveTo>
                        <a:pt x="3169" y="1"/>
                      </a:moveTo>
                      <a:cubicBezTo>
                        <a:pt x="2001" y="1"/>
                        <a:pt x="1" y="2029"/>
                        <a:pt x="144" y="2744"/>
                      </a:cubicBezTo>
                      <a:cubicBezTo>
                        <a:pt x="168" y="2894"/>
                        <a:pt x="286" y="2953"/>
                        <a:pt x="457" y="2953"/>
                      </a:cubicBezTo>
                      <a:cubicBezTo>
                        <a:pt x="1087" y="2953"/>
                        <a:pt x="2436" y="2152"/>
                        <a:pt x="2436" y="2152"/>
                      </a:cubicBezTo>
                      <a:cubicBezTo>
                        <a:pt x="2436" y="2152"/>
                        <a:pt x="2843" y="2855"/>
                        <a:pt x="4580" y="3446"/>
                      </a:cubicBezTo>
                      <a:cubicBezTo>
                        <a:pt x="5449" y="3742"/>
                        <a:pt x="6207" y="3816"/>
                        <a:pt x="6748" y="3816"/>
                      </a:cubicBezTo>
                      <a:cubicBezTo>
                        <a:pt x="7288" y="3816"/>
                        <a:pt x="7612" y="3742"/>
                        <a:pt x="7612" y="3742"/>
                      </a:cubicBezTo>
                      <a:lnTo>
                        <a:pt x="7760" y="1709"/>
                      </a:lnTo>
                      <a:cubicBezTo>
                        <a:pt x="7760" y="1709"/>
                        <a:pt x="4432" y="156"/>
                        <a:pt x="3286" y="8"/>
                      </a:cubicBezTo>
                      <a:cubicBezTo>
                        <a:pt x="3248" y="3"/>
                        <a:pt x="3209" y="1"/>
                        <a:pt x="316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8" name="Google Shape;2878;p51">
                  <a:extLst>
                    <a:ext uri="{FF2B5EF4-FFF2-40B4-BE49-F238E27FC236}">
                      <a16:creationId xmlns:a16="http://schemas.microsoft.com/office/drawing/2014/main" id="{704AEE66-6FF3-2052-8535-0B37A91C24E9}"/>
                    </a:ext>
                  </a:extLst>
                </p:cNvPr>
                <p:cNvSpPr/>
                <p:nvPr/>
              </p:nvSpPr>
              <p:spPr>
                <a:xfrm>
                  <a:off x="5061900" y="3513725"/>
                  <a:ext cx="206125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5" h="4437" extrusionOk="0">
                      <a:moveTo>
                        <a:pt x="3438" y="629"/>
                      </a:moveTo>
                      <a:cubicBezTo>
                        <a:pt x="3697" y="666"/>
                        <a:pt x="4104" y="777"/>
                        <a:pt x="4548" y="924"/>
                      </a:cubicBezTo>
                      <a:cubicBezTo>
                        <a:pt x="5250" y="1183"/>
                        <a:pt x="6063" y="1553"/>
                        <a:pt x="6692" y="1812"/>
                      </a:cubicBezTo>
                      <a:cubicBezTo>
                        <a:pt x="7025" y="1960"/>
                        <a:pt x="7283" y="2071"/>
                        <a:pt x="7505" y="2181"/>
                      </a:cubicBezTo>
                      <a:cubicBezTo>
                        <a:pt x="7542" y="2196"/>
                        <a:pt x="7575" y="2211"/>
                        <a:pt x="7605" y="2225"/>
                      </a:cubicBezTo>
                      <a:lnTo>
                        <a:pt x="7605" y="2225"/>
                      </a:lnTo>
                      <a:lnTo>
                        <a:pt x="7519" y="3787"/>
                      </a:lnTo>
                      <a:lnTo>
                        <a:pt x="7519" y="3787"/>
                      </a:lnTo>
                      <a:cubicBezTo>
                        <a:pt x="7386" y="3797"/>
                        <a:pt x="7197" y="3808"/>
                        <a:pt x="6951" y="3808"/>
                      </a:cubicBezTo>
                      <a:cubicBezTo>
                        <a:pt x="6433" y="3808"/>
                        <a:pt x="5694" y="3771"/>
                        <a:pt x="4880" y="3475"/>
                      </a:cubicBezTo>
                      <a:cubicBezTo>
                        <a:pt x="4030" y="3217"/>
                        <a:pt x="3549" y="2884"/>
                        <a:pt x="3254" y="2662"/>
                      </a:cubicBezTo>
                      <a:cubicBezTo>
                        <a:pt x="3106" y="2551"/>
                        <a:pt x="2995" y="2440"/>
                        <a:pt x="2958" y="2403"/>
                      </a:cubicBezTo>
                      <a:lnTo>
                        <a:pt x="2884" y="2329"/>
                      </a:lnTo>
                      <a:cubicBezTo>
                        <a:pt x="2835" y="2231"/>
                        <a:pt x="2720" y="2165"/>
                        <a:pt x="2615" y="2165"/>
                      </a:cubicBezTo>
                      <a:cubicBezTo>
                        <a:pt x="2563" y="2165"/>
                        <a:pt x="2514" y="2181"/>
                        <a:pt x="2477" y="2218"/>
                      </a:cubicBezTo>
                      <a:lnTo>
                        <a:pt x="2403" y="2255"/>
                      </a:lnTo>
                      <a:cubicBezTo>
                        <a:pt x="2292" y="2329"/>
                        <a:pt x="1960" y="2514"/>
                        <a:pt x="1590" y="2662"/>
                      </a:cubicBezTo>
                      <a:cubicBezTo>
                        <a:pt x="1405" y="2736"/>
                        <a:pt x="1220" y="2810"/>
                        <a:pt x="1072" y="2884"/>
                      </a:cubicBezTo>
                      <a:cubicBezTo>
                        <a:pt x="887" y="2921"/>
                        <a:pt x="740" y="2958"/>
                        <a:pt x="666" y="2958"/>
                      </a:cubicBezTo>
                      <a:lnTo>
                        <a:pt x="622" y="2958"/>
                      </a:lnTo>
                      <a:cubicBezTo>
                        <a:pt x="621" y="2855"/>
                        <a:pt x="726" y="2629"/>
                        <a:pt x="887" y="2403"/>
                      </a:cubicBezTo>
                      <a:cubicBezTo>
                        <a:pt x="1146" y="2034"/>
                        <a:pt x="1590" y="1553"/>
                        <a:pt x="2071" y="1220"/>
                      </a:cubicBezTo>
                      <a:cubicBezTo>
                        <a:pt x="2551" y="851"/>
                        <a:pt x="3069" y="629"/>
                        <a:pt x="3364" y="629"/>
                      </a:cubicBezTo>
                      <a:close/>
                      <a:moveTo>
                        <a:pt x="3364" y="0"/>
                      </a:moveTo>
                      <a:cubicBezTo>
                        <a:pt x="2995" y="0"/>
                        <a:pt x="2625" y="148"/>
                        <a:pt x="2255" y="370"/>
                      </a:cubicBezTo>
                      <a:cubicBezTo>
                        <a:pt x="1701" y="666"/>
                        <a:pt x="1183" y="1109"/>
                        <a:pt x="740" y="1590"/>
                      </a:cubicBezTo>
                      <a:cubicBezTo>
                        <a:pt x="555" y="1849"/>
                        <a:pt x="370" y="2071"/>
                        <a:pt x="222" y="2292"/>
                      </a:cubicBezTo>
                      <a:cubicBezTo>
                        <a:pt x="111" y="2514"/>
                        <a:pt x="0" y="2736"/>
                        <a:pt x="0" y="2995"/>
                      </a:cubicBezTo>
                      <a:lnTo>
                        <a:pt x="0" y="3106"/>
                      </a:lnTo>
                      <a:cubicBezTo>
                        <a:pt x="37" y="3254"/>
                        <a:pt x="148" y="3402"/>
                        <a:pt x="259" y="3475"/>
                      </a:cubicBezTo>
                      <a:cubicBezTo>
                        <a:pt x="407" y="3549"/>
                        <a:pt x="518" y="3586"/>
                        <a:pt x="666" y="3586"/>
                      </a:cubicBezTo>
                      <a:cubicBezTo>
                        <a:pt x="887" y="3586"/>
                        <a:pt x="1109" y="3512"/>
                        <a:pt x="1331" y="3438"/>
                      </a:cubicBezTo>
                      <a:cubicBezTo>
                        <a:pt x="1796" y="3267"/>
                        <a:pt x="2277" y="3015"/>
                        <a:pt x="2549" y="2864"/>
                      </a:cubicBezTo>
                      <a:lnTo>
                        <a:pt x="2549" y="2864"/>
                      </a:lnTo>
                      <a:cubicBezTo>
                        <a:pt x="2821" y="3156"/>
                        <a:pt x="3437" y="3656"/>
                        <a:pt x="4695" y="4067"/>
                      </a:cubicBezTo>
                      <a:cubicBezTo>
                        <a:pt x="5583" y="4363"/>
                        <a:pt x="6359" y="4437"/>
                        <a:pt x="6951" y="4437"/>
                      </a:cubicBezTo>
                      <a:cubicBezTo>
                        <a:pt x="7505" y="4437"/>
                        <a:pt x="7838" y="4363"/>
                        <a:pt x="7875" y="4363"/>
                      </a:cubicBezTo>
                      <a:cubicBezTo>
                        <a:pt x="7986" y="4326"/>
                        <a:pt x="8097" y="4215"/>
                        <a:pt x="8097" y="4067"/>
                      </a:cubicBezTo>
                      <a:lnTo>
                        <a:pt x="8245" y="2071"/>
                      </a:lnTo>
                      <a:cubicBezTo>
                        <a:pt x="8245" y="1923"/>
                        <a:pt x="8171" y="1812"/>
                        <a:pt x="8060" y="1775"/>
                      </a:cubicBezTo>
                      <a:cubicBezTo>
                        <a:pt x="8060" y="1775"/>
                        <a:pt x="7246" y="1368"/>
                        <a:pt x="6248" y="961"/>
                      </a:cubicBezTo>
                      <a:cubicBezTo>
                        <a:pt x="5768" y="740"/>
                        <a:pt x="5250" y="518"/>
                        <a:pt x="4769" y="370"/>
                      </a:cubicBezTo>
                      <a:cubicBezTo>
                        <a:pt x="4289" y="185"/>
                        <a:pt x="3845" y="74"/>
                        <a:pt x="351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9" name="Google Shape;2879;p51">
                  <a:extLst>
                    <a:ext uri="{FF2B5EF4-FFF2-40B4-BE49-F238E27FC236}">
                      <a16:creationId xmlns:a16="http://schemas.microsoft.com/office/drawing/2014/main" id="{521E47F3-67CC-42DA-D580-8A9A38EA465A}"/>
                    </a:ext>
                  </a:extLst>
                </p:cNvPr>
                <p:cNvSpPr/>
                <p:nvPr/>
              </p:nvSpPr>
              <p:spPr>
                <a:xfrm>
                  <a:off x="5958425" y="4206925"/>
                  <a:ext cx="147900" cy="8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6" h="34841" extrusionOk="0">
                      <a:moveTo>
                        <a:pt x="3402" y="0"/>
                      </a:moveTo>
                      <a:lnTo>
                        <a:pt x="38" y="34235"/>
                      </a:lnTo>
                      <a:cubicBezTo>
                        <a:pt x="1" y="34531"/>
                        <a:pt x="185" y="34790"/>
                        <a:pt x="481" y="34827"/>
                      </a:cubicBezTo>
                      <a:cubicBezTo>
                        <a:pt x="525" y="34836"/>
                        <a:pt x="567" y="34841"/>
                        <a:pt x="609" y="34841"/>
                      </a:cubicBezTo>
                      <a:cubicBezTo>
                        <a:pt x="887" y="34841"/>
                        <a:pt x="1119" y="34635"/>
                        <a:pt x="1184" y="34346"/>
                      </a:cubicBezTo>
                      <a:lnTo>
                        <a:pt x="5916" y="555"/>
                      </a:lnTo>
                      <a:lnTo>
                        <a:pt x="340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0" name="Google Shape;2880;p51">
                  <a:extLst>
                    <a:ext uri="{FF2B5EF4-FFF2-40B4-BE49-F238E27FC236}">
                      <a16:creationId xmlns:a16="http://schemas.microsoft.com/office/drawing/2014/main" id="{17F7F18D-708B-590E-878E-17DE7F8AD6CC}"/>
                    </a:ext>
                  </a:extLst>
                </p:cNvPr>
                <p:cNvSpPr/>
                <p:nvPr/>
              </p:nvSpPr>
              <p:spPr>
                <a:xfrm>
                  <a:off x="5951950" y="4199525"/>
                  <a:ext cx="162700" cy="88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08" h="35456" extrusionOk="0">
                      <a:moveTo>
                        <a:pt x="3920" y="703"/>
                      </a:moveTo>
                      <a:lnTo>
                        <a:pt x="5835" y="1125"/>
                      </a:lnTo>
                      <a:lnTo>
                        <a:pt x="5835" y="1125"/>
                      </a:lnTo>
                      <a:lnTo>
                        <a:pt x="1110" y="34605"/>
                      </a:lnTo>
                      <a:cubicBezTo>
                        <a:pt x="1110" y="34753"/>
                        <a:pt x="999" y="34827"/>
                        <a:pt x="851" y="34827"/>
                      </a:cubicBezTo>
                      <a:lnTo>
                        <a:pt x="814" y="34827"/>
                      </a:lnTo>
                      <a:cubicBezTo>
                        <a:pt x="666" y="34790"/>
                        <a:pt x="592" y="34716"/>
                        <a:pt x="592" y="34568"/>
                      </a:cubicBezTo>
                      <a:lnTo>
                        <a:pt x="3920" y="703"/>
                      </a:lnTo>
                      <a:close/>
                      <a:moveTo>
                        <a:pt x="3698" y="0"/>
                      </a:moveTo>
                      <a:cubicBezTo>
                        <a:pt x="3624" y="0"/>
                        <a:pt x="3550" y="0"/>
                        <a:pt x="3476" y="74"/>
                      </a:cubicBezTo>
                      <a:cubicBezTo>
                        <a:pt x="3402" y="111"/>
                        <a:pt x="3328" y="185"/>
                        <a:pt x="3328" y="296"/>
                      </a:cubicBezTo>
                      <a:lnTo>
                        <a:pt x="1" y="34494"/>
                      </a:lnTo>
                      <a:lnTo>
                        <a:pt x="1" y="34568"/>
                      </a:lnTo>
                      <a:cubicBezTo>
                        <a:pt x="1" y="34975"/>
                        <a:pt x="260" y="35344"/>
                        <a:pt x="666" y="35418"/>
                      </a:cubicBezTo>
                      <a:cubicBezTo>
                        <a:pt x="740" y="35455"/>
                        <a:pt x="777" y="35455"/>
                        <a:pt x="851" y="35455"/>
                      </a:cubicBezTo>
                      <a:cubicBezTo>
                        <a:pt x="1295" y="35455"/>
                        <a:pt x="1665" y="35160"/>
                        <a:pt x="1738" y="34716"/>
                      </a:cubicBezTo>
                      <a:lnTo>
                        <a:pt x="6471" y="925"/>
                      </a:lnTo>
                      <a:cubicBezTo>
                        <a:pt x="6508" y="740"/>
                        <a:pt x="6397" y="592"/>
                        <a:pt x="6249" y="555"/>
                      </a:cubicBezTo>
                      <a:lnTo>
                        <a:pt x="369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1" name="Google Shape;2881;p51">
                  <a:extLst>
                    <a:ext uri="{FF2B5EF4-FFF2-40B4-BE49-F238E27FC236}">
                      <a16:creationId xmlns:a16="http://schemas.microsoft.com/office/drawing/2014/main" id="{7949AFD0-57C5-E7B7-87C3-EA37FC95C4FD}"/>
                    </a:ext>
                  </a:extLst>
                </p:cNvPr>
                <p:cNvSpPr/>
                <p:nvPr/>
              </p:nvSpPr>
              <p:spPr>
                <a:xfrm>
                  <a:off x="6388200" y="4228175"/>
                  <a:ext cx="260675" cy="84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7" h="33883" extrusionOk="0">
                      <a:moveTo>
                        <a:pt x="2367" y="1"/>
                      </a:moveTo>
                      <a:lnTo>
                        <a:pt x="1" y="1258"/>
                      </a:lnTo>
                      <a:lnTo>
                        <a:pt x="9244" y="33459"/>
                      </a:lnTo>
                      <a:cubicBezTo>
                        <a:pt x="9307" y="33711"/>
                        <a:pt x="9503" y="33882"/>
                        <a:pt x="9743" y="33882"/>
                      </a:cubicBezTo>
                      <a:cubicBezTo>
                        <a:pt x="9785" y="33882"/>
                        <a:pt x="9828" y="33877"/>
                        <a:pt x="9872" y="33866"/>
                      </a:cubicBezTo>
                      <a:cubicBezTo>
                        <a:pt x="10205" y="33829"/>
                        <a:pt x="10427" y="33496"/>
                        <a:pt x="10316" y="33200"/>
                      </a:cubicBezTo>
                      <a:lnTo>
                        <a:pt x="236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2" name="Google Shape;2882;p51">
                  <a:extLst>
                    <a:ext uri="{FF2B5EF4-FFF2-40B4-BE49-F238E27FC236}">
                      <a16:creationId xmlns:a16="http://schemas.microsoft.com/office/drawing/2014/main" id="{C22F939B-4DC1-8187-4214-AF1B90A6C826}"/>
                    </a:ext>
                  </a:extLst>
                </p:cNvPr>
                <p:cNvSpPr/>
                <p:nvPr/>
              </p:nvSpPr>
              <p:spPr>
                <a:xfrm>
                  <a:off x="6379900" y="4220175"/>
                  <a:ext cx="274525" cy="86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81" h="34519" extrusionOk="0">
                      <a:moveTo>
                        <a:pt x="2493" y="769"/>
                      </a:moveTo>
                      <a:lnTo>
                        <a:pt x="10352" y="33594"/>
                      </a:lnTo>
                      <a:lnTo>
                        <a:pt x="10352" y="33631"/>
                      </a:lnTo>
                      <a:cubicBezTo>
                        <a:pt x="10352" y="33779"/>
                        <a:pt x="10278" y="33890"/>
                        <a:pt x="10130" y="33890"/>
                      </a:cubicBezTo>
                      <a:lnTo>
                        <a:pt x="10093" y="33890"/>
                      </a:lnTo>
                      <a:cubicBezTo>
                        <a:pt x="9982" y="33890"/>
                        <a:pt x="9871" y="33816"/>
                        <a:pt x="9871" y="33705"/>
                      </a:cubicBezTo>
                      <a:lnTo>
                        <a:pt x="703" y="1725"/>
                      </a:lnTo>
                      <a:lnTo>
                        <a:pt x="2493" y="769"/>
                      </a:lnTo>
                      <a:close/>
                      <a:moveTo>
                        <a:pt x="2741" y="1"/>
                      </a:moveTo>
                      <a:cubicBezTo>
                        <a:pt x="2687" y="1"/>
                        <a:pt x="2631" y="18"/>
                        <a:pt x="2588" y="62"/>
                      </a:cubicBezTo>
                      <a:lnTo>
                        <a:pt x="185" y="1319"/>
                      </a:lnTo>
                      <a:cubicBezTo>
                        <a:pt x="74" y="1393"/>
                        <a:pt x="0" y="1541"/>
                        <a:pt x="37" y="1688"/>
                      </a:cubicBezTo>
                      <a:lnTo>
                        <a:pt x="9280" y="33890"/>
                      </a:lnTo>
                      <a:cubicBezTo>
                        <a:pt x="9391" y="34260"/>
                        <a:pt x="9723" y="34518"/>
                        <a:pt x="10093" y="34518"/>
                      </a:cubicBezTo>
                      <a:lnTo>
                        <a:pt x="10241" y="34518"/>
                      </a:lnTo>
                      <a:cubicBezTo>
                        <a:pt x="10685" y="34445"/>
                        <a:pt x="10980" y="34075"/>
                        <a:pt x="10980" y="33631"/>
                      </a:cubicBezTo>
                      <a:cubicBezTo>
                        <a:pt x="10980" y="33557"/>
                        <a:pt x="10980" y="33520"/>
                        <a:pt x="10980" y="33446"/>
                      </a:cubicBezTo>
                      <a:lnTo>
                        <a:pt x="3032" y="247"/>
                      </a:lnTo>
                      <a:cubicBezTo>
                        <a:pt x="2995" y="173"/>
                        <a:pt x="2921" y="62"/>
                        <a:pt x="2847" y="25"/>
                      </a:cubicBezTo>
                      <a:cubicBezTo>
                        <a:pt x="2816" y="9"/>
                        <a:pt x="2779" y="1"/>
                        <a:pt x="274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3" name="Google Shape;2883;p51">
                  <a:extLst>
                    <a:ext uri="{FF2B5EF4-FFF2-40B4-BE49-F238E27FC236}">
                      <a16:creationId xmlns:a16="http://schemas.microsoft.com/office/drawing/2014/main" id="{4316609D-6A79-9B31-5A33-38744E663E4C}"/>
                    </a:ext>
                  </a:extLst>
                </p:cNvPr>
                <p:cNvSpPr/>
                <p:nvPr/>
              </p:nvSpPr>
              <p:spPr>
                <a:xfrm>
                  <a:off x="6024975" y="4218000"/>
                  <a:ext cx="189500" cy="85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80" h="34388" extrusionOk="0">
                      <a:moveTo>
                        <a:pt x="2478" y="1"/>
                      </a:moveTo>
                      <a:lnTo>
                        <a:pt x="1" y="1073"/>
                      </a:lnTo>
                      <a:lnTo>
                        <a:pt x="6433" y="33940"/>
                      </a:lnTo>
                      <a:cubicBezTo>
                        <a:pt x="6468" y="34180"/>
                        <a:pt x="6692" y="34388"/>
                        <a:pt x="6960" y="34388"/>
                      </a:cubicBezTo>
                      <a:cubicBezTo>
                        <a:pt x="6981" y="34388"/>
                        <a:pt x="7003" y="34386"/>
                        <a:pt x="7025" y="34384"/>
                      </a:cubicBezTo>
                      <a:cubicBezTo>
                        <a:pt x="7358" y="34384"/>
                        <a:pt x="7579" y="34088"/>
                        <a:pt x="7543" y="33755"/>
                      </a:cubicBezTo>
                      <a:lnTo>
                        <a:pt x="247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4" name="Google Shape;2884;p51">
                  <a:extLst>
                    <a:ext uri="{FF2B5EF4-FFF2-40B4-BE49-F238E27FC236}">
                      <a16:creationId xmlns:a16="http://schemas.microsoft.com/office/drawing/2014/main" id="{D4406487-B661-6BE1-45F8-81BF0B6F9062}"/>
                    </a:ext>
                  </a:extLst>
                </p:cNvPr>
                <p:cNvSpPr/>
                <p:nvPr/>
              </p:nvSpPr>
              <p:spPr>
                <a:xfrm>
                  <a:off x="6016650" y="4210000"/>
                  <a:ext cx="205225" cy="87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9" h="35037" extrusionOk="0">
                      <a:moveTo>
                        <a:pt x="2576" y="766"/>
                      </a:moveTo>
                      <a:lnTo>
                        <a:pt x="7580" y="34112"/>
                      </a:lnTo>
                      <a:lnTo>
                        <a:pt x="7580" y="34149"/>
                      </a:lnTo>
                      <a:cubicBezTo>
                        <a:pt x="7580" y="34297"/>
                        <a:pt x="7469" y="34408"/>
                        <a:pt x="7321" y="34408"/>
                      </a:cubicBezTo>
                      <a:cubicBezTo>
                        <a:pt x="7173" y="34408"/>
                        <a:pt x="7062" y="34334"/>
                        <a:pt x="7062" y="34186"/>
                      </a:cubicBezTo>
                      <a:lnTo>
                        <a:pt x="703" y="1578"/>
                      </a:lnTo>
                      <a:lnTo>
                        <a:pt x="2576" y="766"/>
                      </a:lnTo>
                      <a:close/>
                      <a:moveTo>
                        <a:pt x="2805" y="1"/>
                      </a:moveTo>
                      <a:cubicBezTo>
                        <a:pt x="2767" y="1"/>
                        <a:pt x="2730" y="10"/>
                        <a:pt x="2700" y="25"/>
                      </a:cubicBezTo>
                      <a:lnTo>
                        <a:pt x="223" y="1097"/>
                      </a:lnTo>
                      <a:cubicBezTo>
                        <a:pt x="75" y="1134"/>
                        <a:pt x="1" y="1282"/>
                        <a:pt x="38" y="1430"/>
                      </a:cubicBezTo>
                      <a:lnTo>
                        <a:pt x="6434" y="34334"/>
                      </a:lnTo>
                      <a:cubicBezTo>
                        <a:pt x="6545" y="34741"/>
                        <a:pt x="6877" y="35036"/>
                        <a:pt x="7321" y="35036"/>
                      </a:cubicBezTo>
                      <a:lnTo>
                        <a:pt x="7358" y="35036"/>
                      </a:lnTo>
                      <a:cubicBezTo>
                        <a:pt x="7839" y="34999"/>
                        <a:pt x="8208" y="34593"/>
                        <a:pt x="8208" y="34149"/>
                      </a:cubicBezTo>
                      <a:lnTo>
                        <a:pt x="8171" y="34001"/>
                      </a:lnTo>
                      <a:lnTo>
                        <a:pt x="3106" y="284"/>
                      </a:lnTo>
                      <a:cubicBezTo>
                        <a:pt x="3106" y="173"/>
                        <a:pt x="3069" y="99"/>
                        <a:pt x="2958" y="62"/>
                      </a:cubicBezTo>
                      <a:cubicBezTo>
                        <a:pt x="2915" y="19"/>
                        <a:pt x="2859" y="1"/>
                        <a:pt x="280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5" name="Google Shape;2885;p51">
                  <a:extLst>
                    <a:ext uri="{FF2B5EF4-FFF2-40B4-BE49-F238E27FC236}">
                      <a16:creationId xmlns:a16="http://schemas.microsoft.com/office/drawing/2014/main" id="{45EBF5D1-1622-C73D-3911-339A308B0B1F}"/>
                    </a:ext>
                  </a:extLst>
                </p:cNvPr>
                <p:cNvSpPr/>
                <p:nvPr/>
              </p:nvSpPr>
              <p:spPr>
                <a:xfrm>
                  <a:off x="5491675" y="4206925"/>
                  <a:ext cx="147900" cy="8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6" h="34841" extrusionOk="0">
                      <a:moveTo>
                        <a:pt x="3365" y="0"/>
                      </a:moveTo>
                      <a:lnTo>
                        <a:pt x="37" y="34235"/>
                      </a:lnTo>
                      <a:cubicBezTo>
                        <a:pt x="0" y="34531"/>
                        <a:pt x="185" y="34790"/>
                        <a:pt x="481" y="34827"/>
                      </a:cubicBezTo>
                      <a:cubicBezTo>
                        <a:pt x="520" y="34836"/>
                        <a:pt x="559" y="34841"/>
                        <a:pt x="598" y="34841"/>
                      </a:cubicBezTo>
                      <a:cubicBezTo>
                        <a:pt x="859" y="34841"/>
                        <a:pt x="1114" y="34635"/>
                        <a:pt x="1147" y="34346"/>
                      </a:cubicBezTo>
                      <a:lnTo>
                        <a:pt x="5916" y="555"/>
                      </a:lnTo>
                      <a:lnTo>
                        <a:pt x="336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6" name="Google Shape;2886;p51">
                  <a:extLst>
                    <a:ext uri="{FF2B5EF4-FFF2-40B4-BE49-F238E27FC236}">
                      <a16:creationId xmlns:a16="http://schemas.microsoft.com/office/drawing/2014/main" id="{C1E9CEA0-38EB-C1AB-9F36-CC13523FEE5D}"/>
                    </a:ext>
                  </a:extLst>
                </p:cNvPr>
                <p:cNvSpPr/>
                <p:nvPr/>
              </p:nvSpPr>
              <p:spPr>
                <a:xfrm>
                  <a:off x="5484275" y="4199525"/>
                  <a:ext cx="163625" cy="88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5" h="35456" extrusionOk="0">
                      <a:moveTo>
                        <a:pt x="3957" y="703"/>
                      </a:moveTo>
                      <a:lnTo>
                        <a:pt x="5872" y="1125"/>
                      </a:lnTo>
                      <a:lnTo>
                        <a:pt x="5872" y="1125"/>
                      </a:lnTo>
                      <a:lnTo>
                        <a:pt x="1147" y="34605"/>
                      </a:lnTo>
                      <a:cubicBezTo>
                        <a:pt x="1147" y="34753"/>
                        <a:pt x="1036" y="34827"/>
                        <a:pt x="888" y="34827"/>
                      </a:cubicBezTo>
                      <a:lnTo>
                        <a:pt x="851" y="34827"/>
                      </a:lnTo>
                      <a:cubicBezTo>
                        <a:pt x="703" y="34790"/>
                        <a:pt x="629" y="34716"/>
                        <a:pt x="629" y="34568"/>
                      </a:cubicBezTo>
                      <a:lnTo>
                        <a:pt x="3957" y="703"/>
                      </a:lnTo>
                      <a:close/>
                      <a:moveTo>
                        <a:pt x="3735" y="0"/>
                      </a:moveTo>
                      <a:cubicBezTo>
                        <a:pt x="3661" y="0"/>
                        <a:pt x="3550" y="0"/>
                        <a:pt x="3513" y="74"/>
                      </a:cubicBezTo>
                      <a:cubicBezTo>
                        <a:pt x="3439" y="111"/>
                        <a:pt x="3365" y="185"/>
                        <a:pt x="3365" y="296"/>
                      </a:cubicBezTo>
                      <a:lnTo>
                        <a:pt x="38" y="34494"/>
                      </a:lnTo>
                      <a:lnTo>
                        <a:pt x="1" y="34568"/>
                      </a:lnTo>
                      <a:cubicBezTo>
                        <a:pt x="1" y="34975"/>
                        <a:pt x="296" y="35344"/>
                        <a:pt x="703" y="35418"/>
                      </a:cubicBezTo>
                      <a:cubicBezTo>
                        <a:pt x="777" y="35455"/>
                        <a:pt x="814" y="35455"/>
                        <a:pt x="888" y="35455"/>
                      </a:cubicBezTo>
                      <a:cubicBezTo>
                        <a:pt x="1332" y="35455"/>
                        <a:pt x="1701" y="35160"/>
                        <a:pt x="1775" y="34716"/>
                      </a:cubicBezTo>
                      <a:lnTo>
                        <a:pt x="6508" y="925"/>
                      </a:lnTo>
                      <a:cubicBezTo>
                        <a:pt x="6545" y="740"/>
                        <a:pt x="6434" y="592"/>
                        <a:pt x="6286" y="555"/>
                      </a:cubicBezTo>
                      <a:lnTo>
                        <a:pt x="373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7" name="Google Shape;2887;p51">
                  <a:extLst>
                    <a:ext uri="{FF2B5EF4-FFF2-40B4-BE49-F238E27FC236}">
                      <a16:creationId xmlns:a16="http://schemas.microsoft.com/office/drawing/2014/main" id="{98E02ED9-788D-6EA7-A4F7-0E6A90497BC0}"/>
                    </a:ext>
                  </a:extLst>
                </p:cNvPr>
                <p:cNvSpPr/>
                <p:nvPr/>
              </p:nvSpPr>
              <p:spPr>
                <a:xfrm>
                  <a:off x="5447300" y="3236425"/>
                  <a:ext cx="1197875" cy="104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15" h="41963" extrusionOk="0">
                      <a:moveTo>
                        <a:pt x="29171" y="1"/>
                      </a:moveTo>
                      <a:cubicBezTo>
                        <a:pt x="26879" y="1"/>
                        <a:pt x="25104" y="2034"/>
                        <a:pt x="25437" y="4290"/>
                      </a:cubicBezTo>
                      <a:cubicBezTo>
                        <a:pt x="26546" y="11906"/>
                        <a:pt x="27433" y="31315"/>
                        <a:pt x="26842" y="31463"/>
                      </a:cubicBezTo>
                      <a:cubicBezTo>
                        <a:pt x="26831" y="31466"/>
                        <a:pt x="26816" y="31467"/>
                        <a:pt x="26798" y="31467"/>
                      </a:cubicBezTo>
                      <a:cubicBezTo>
                        <a:pt x="25697" y="31467"/>
                        <a:pt x="11235" y="26262"/>
                        <a:pt x="4776" y="26262"/>
                      </a:cubicBezTo>
                      <a:cubicBezTo>
                        <a:pt x="3239" y="26262"/>
                        <a:pt x="2156" y="26556"/>
                        <a:pt x="1812" y="27285"/>
                      </a:cubicBezTo>
                      <a:cubicBezTo>
                        <a:pt x="1" y="31130"/>
                        <a:pt x="592" y="41963"/>
                        <a:pt x="592" y="41963"/>
                      </a:cubicBezTo>
                      <a:lnTo>
                        <a:pt x="41778" y="41963"/>
                      </a:lnTo>
                      <a:lnTo>
                        <a:pt x="47545" y="4327"/>
                      </a:lnTo>
                      <a:cubicBezTo>
                        <a:pt x="47915" y="2071"/>
                        <a:pt x="46140" y="1"/>
                        <a:pt x="438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8" name="Google Shape;2888;p51">
                  <a:extLst>
                    <a:ext uri="{FF2B5EF4-FFF2-40B4-BE49-F238E27FC236}">
                      <a16:creationId xmlns:a16="http://schemas.microsoft.com/office/drawing/2014/main" id="{9889E450-0A09-DDC9-3845-9AF3B8DF76BE}"/>
                    </a:ext>
                  </a:extLst>
                </p:cNvPr>
                <p:cNvSpPr/>
                <p:nvPr/>
              </p:nvSpPr>
              <p:spPr>
                <a:xfrm>
                  <a:off x="5451925" y="3229050"/>
                  <a:ext cx="1193250" cy="10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30" h="42554" extrusionOk="0">
                      <a:moveTo>
                        <a:pt x="43626" y="592"/>
                      </a:moveTo>
                      <a:cubicBezTo>
                        <a:pt x="44624" y="592"/>
                        <a:pt x="45475" y="998"/>
                        <a:pt x="46103" y="1627"/>
                      </a:cubicBezTo>
                      <a:cubicBezTo>
                        <a:pt x="46732" y="2255"/>
                        <a:pt x="47101" y="3106"/>
                        <a:pt x="47101" y="4067"/>
                      </a:cubicBezTo>
                      <a:cubicBezTo>
                        <a:pt x="47101" y="4215"/>
                        <a:pt x="47101" y="4400"/>
                        <a:pt x="47064" y="4585"/>
                      </a:cubicBezTo>
                      <a:lnTo>
                        <a:pt x="41297" y="41962"/>
                      </a:lnTo>
                      <a:lnTo>
                        <a:pt x="720" y="41962"/>
                      </a:lnTo>
                      <a:cubicBezTo>
                        <a:pt x="706" y="41768"/>
                        <a:pt x="686" y="41469"/>
                        <a:pt x="666" y="41075"/>
                      </a:cubicBezTo>
                      <a:cubicBezTo>
                        <a:pt x="666" y="40335"/>
                        <a:pt x="629" y="39337"/>
                        <a:pt x="629" y="38154"/>
                      </a:cubicBezTo>
                      <a:cubicBezTo>
                        <a:pt x="629" y="36416"/>
                        <a:pt x="703" y="34346"/>
                        <a:pt x="888" y="32461"/>
                      </a:cubicBezTo>
                      <a:cubicBezTo>
                        <a:pt x="1073" y="30538"/>
                        <a:pt x="1406" y="28800"/>
                        <a:pt x="1923" y="27728"/>
                      </a:cubicBezTo>
                      <a:cubicBezTo>
                        <a:pt x="2034" y="27469"/>
                        <a:pt x="2293" y="27248"/>
                        <a:pt x="2774" y="27100"/>
                      </a:cubicBezTo>
                      <a:cubicBezTo>
                        <a:pt x="3217" y="26952"/>
                        <a:pt x="3846" y="26878"/>
                        <a:pt x="4585" y="26878"/>
                      </a:cubicBezTo>
                      <a:cubicBezTo>
                        <a:pt x="7765" y="26878"/>
                        <a:pt x="12977" y="28172"/>
                        <a:pt x="17525" y="29466"/>
                      </a:cubicBezTo>
                      <a:cubicBezTo>
                        <a:pt x="19817" y="30094"/>
                        <a:pt x="21924" y="30760"/>
                        <a:pt x="23551" y="31240"/>
                      </a:cubicBezTo>
                      <a:cubicBezTo>
                        <a:pt x="24327" y="31499"/>
                        <a:pt x="25030" y="31684"/>
                        <a:pt x="25547" y="31832"/>
                      </a:cubicBezTo>
                      <a:cubicBezTo>
                        <a:pt x="25806" y="31906"/>
                        <a:pt x="26028" y="31980"/>
                        <a:pt x="26176" y="32017"/>
                      </a:cubicBezTo>
                      <a:cubicBezTo>
                        <a:pt x="26361" y="32054"/>
                        <a:pt x="26472" y="32091"/>
                        <a:pt x="26620" y="32091"/>
                      </a:cubicBezTo>
                      <a:lnTo>
                        <a:pt x="26730" y="32054"/>
                      </a:lnTo>
                      <a:cubicBezTo>
                        <a:pt x="26804" y="32054"/>
                        <a:pt x="26878" y="31980"/>
                        <a:pt x="26915" y="31943"/>
                      </a:cubicBezTo>
                      <a:cubicBezTo>
                        <a:pt x="26989" y="31869"/>
                        <a:pt x="26989" y="31795"/>
                        <a:pt x="26989" y="31758"/>
                      </a:cubicBezTo>
                      <a:cubicBezTo>
                        <a:pt x="27063" y="31536"/>
                        <a:pt x="27100" y="31240"/>
                        <a:pt x="27100" y="30797"/>
                      </a:cubicBezTo>
                      <a:cubicBezTo>
                        <a:pt x="27137" y="30353"/>
                        <a:pt x="27137" y="29762"/>
                        <a:pt x="27137" y="29096"/>
                      </a:cubicBezTo>
                      <a:cubicBezTo>
                        <a:pt x="27137" y="23477"/>
                        <a:pt x="26435" y="10463"/>
                        <a:pt x="25584" y="4548"/>
                      </a:cubicBezTo>
                      <a:cubicBezTo>
                        <a:pt x="25547" y="4400"/>
                        <a:pt x="25547" y="4215"/>
                        <a:pt x="25547" y="4067"/>
                      </a:cubicBezTo>
                      <a:cubicBezTo>
                        <a:pt x="25547" y="3106"/>
                        <a:pt x="25917" y="2255"/>
                        <a:pt x="26546" y="1627"/>
                      </a:cubicBezTo>
                      <a:cubicBezTo>
                        <a:pt x="27174" y="998"/>
                        <a:pt x="28024" y="592"/>
                        <a:pt x="28986" y="592"/>
                      </a:cubicBezTo>
                      <a:close/>
                      <a:moveTo>
                        <a:pt x="28986" y="0"/>
                      </a:moveTo>
                      <a:cubicBezTo>
                        <a:pt x="26694" y="0"/>
                        <a:pt x="24919" y="1849"/>
                        <a:pt x="24919" y="4067"/>
                      </a:cubicBezTo>
                      <a:cubicBezTo>
                        <a:pt x="24919" y="4252"/>
                        <a:pt x="24919" y="4437"/>
                        <a:pt x="24956" y="4659"/>
                      </a:cubicBezTo>
                      <a:cubicBezTo>
                        <a:pt x="25806" y="10500"/>
                        <a:pt x="26546" y="23514"/>
                        <a:pt x="26546" y="29096"/>
                      </a:cubicBezTo>
                      <a:cubicBezTo>
                        <a:pt x="26546" y="29910"/>
                        <a:pt x="26509" y="30575"/>
                        <a:pt x="26472" y="31019"/>
                      </a:cubicBezTo>
                      <a:cubicBezTo>
                        <a:pt x="26472" y="31208"/>
                        <a:pt x="26445" y="31344"/>
                        <a:pt x="26437" y="31448"/>
                      </a:cubicBezTo>
                      <a:lnTo>
                        <a:pt x="26437" y="31448"/>
                      </a:lnTo>
                      <a:cubicBezTo>
                        <a:pt x="26402" y="31443"/>
                        <a:pt x="26365" y="31436"/>
                        <a:pt x="26324" y="31425"/>
                      </a:cubicBezTo>
                      <a:cubicBezTo>
                        <a:pt x="25732" y="31277"/>
                        <a:pt x="24438" y="30871"/>
                        <a:pt x="22775" y="30353"/>
                      </a:cubicBezTo>
                      <a:cubicBezTo>
                        <a:pt x="20261" y="29614"/>
                        <a:pt x="16859" y="28579"/>
                        <a:pt x="13532" y="27728"/>
                      </a:cubicBezTo>
                      <a:cubicBezTo>
                        <a:pt x="10205" y="26915"/>
                        <a:pt x="6914" y="26249"/>
                        <a:pt x="4585" y="26249"/>
                      </a:cubicBezTo>
                      <a:cubicBezTo>
                        <a:pt x="3809" y="26249"/>
                        <a:pt x="3106" y="26323"/>
                        <a:pt x="2552" y="26508"/>
                      </a:cubicBezTo>
                      <a:cubicBezTo>
                        <a:pt x="2034" y="26693"/>
                        <a:pt x="1554" y="26989"/>
                        <a:pt x="1332" y="27433"/>
                      </a:cubicBezTo>
                      <a:cubicBezTo>
                        <a:pt x="777" y="28653"/>
                        <a:pt x="444" y="30464"/>
                        <a:pt x="260" y="32387"/>
                      </a:cubicBezTo>
                      <a:cubicBezTo>
                        <a:pt x="75" y="34309"/>
                        <a:pt x="1" y="36416"/>
                        <a:pt x="1" y="38154"/>
                      </a:cubicBezTo>
                      <a:cubicBezTo>
                        <a:pt x="1" y="40520"/>
                        <a:pt x="112" y="42258"/>
                        <a:pt x="112" y="42258"/>
                      </a:cubicBezTo>
                      <a:cubicBezTo>
                        <a:pt x="112" y="42443"/>
                        <a:pt x="260" y="42554"/>
                        <a:pt x="407" y="42554"/>
                      </a:cubicBezTo>
                      <a:lnTo>
                        <a:pt x="41593" y="42554"/>
                      </a:lnTo>
                      <a:cubicBezTo>
                        <a:pt x="41741" y="42554"/>
                        <a:pt x="41851" y="42443"/>
                        <a:pt x="41888" y="42295"/>
                      </a:cubicBezTo>
                      <a:lnTo>
                        <a:pt x="47656" y="4696"/>
                      </a:lnTo>
                      <a:cubicBezTo>
                        <a:pt x="47693" y="4474"/>
                        <a:pt x="47730" y="4252"/>
                        <a:pt x="47730" y="4067"/>
                      </a:cubicBezTo>
                      <a:cubicBezTo>
                        <a:pt x="47730" y="1849"/>
                        <a:pt x="45918" y="0"/>
                        <a:pt x="436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9" name="Google Shape;2889;p51">
                  <a:extLst>
                    <a:ext uri="{FF2B5EF4-FFF2-40B4-BE49-F238E27FC236}">
                      <a16:creationId xmlns:a16="http://schemas.microsoft.com/office/drawing/2014/main" id="{19A640A4-4C43-E798-12C4-C629AB9B4602}"/>
                    </a:ext>
                  </a:extLst>
                </p:cNvPr>
                <p:cNvSpPr/>
                <p:nvPr/>
              </p:nvSpPr>
              <p:spPr>
                <a:xfrm>
                  <a:off x="5447300" y="3236425"/>
                  <a:ext cx="824475" cy="104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79" h="41963" extrusionOk="0">
                      <a:moveTo>
                        <a:pt x="29023" y="1"/>
                      </a:moveTo>
                      <a:cubicBezTo>
                        <a:pt x="26805" y="75"/>
                        <a:pt x="25141" y="2071"/>
                        <a:pt x="25437" y="4290"/>
                      </a:cubicBezTo>
                      <a:cubicBezTo>
                        <a:pt x="26546" y="11906"/>
                        <a:pt x="27433" y="31315"/>
                        <a:pt x="26842" y="31463"/>
                      </a:cubicBezTo>
                      <a:cubicBezTo>
                        <a:pt x="26831" y="31466"/>
                        <a:pt x="26816" y="31467"/>
                        <a:pt x="26798" y="31467"/>
                      </a:cubicBezTo>
                      <a:cubicBezTo>
                        <a:pt x="25697" y="31467"/>
                        <a:pt x="11235" y="26262"/>
                        <a:pt x="4776" y="26262"/>
                      </a:cubicBezTo>
                      <a:cubicBezTo>
                        <a:pt x="3239" y="26262"/>
                        <a:pt x="2156" y="26556"/>
                        <a:pt x="1812" y="27285"/>
                      </a:cubicBezTo>
                      <a:cubicBezTo>
                        <a:pt x="1" y="31130"/>
                        <a:pt x="592" y="41963"/>
                        <a:pt x="592" y="41963"/>
                      </a:cubicBezTo>
                      <a:lnTo>
                        <a:pt x="26842" y="41963"/>
                      </a:lnTo>
                      <a:lnTo>
                        <a:pt x="32609" y="4327"/>
                      </a:lnTo>
                      <a:cubicBezTo>
                        <a:pt x="32979" y="2108"/>
                        <a:pt x="31278" y="75"/>
                        <a:pt x="2902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0" name="Google Shape;2890;p51">
                  <a:extLst>
                    <a:ext uri="{FF2B5EF4-FFF2-40B4-BE49-F238E27FC236}">
                      <a16:creationId xmlns:a16="http://schemas.microsoft.com/office/drawing/2014/main" id="{CA58D8F6-AB5B-868F-6227-8F76414602B3}"/>
                    </a:ext>
                  </a:extLst>
                </p:cNvPr>
                <p:cNvSpPr/>
                <p:nvPr/>
              </p:nvSpPr>
              <p:spPr>
                <a:xfrm>
                  <a:off x="5451925" y="3229050"/>
                  <a:ext cx="819850" cy="10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94" h="42554" extrusionOk="0">
                      <a:moveTo>
                        <a:pt x="28856" y="629"/>
                      </a:moveTo>
                      <a:lnTo>
                        <a:pt x="28856" y="629"/>
                      </a:lnTo>
                      <a:cubicBezTo>
                        <a:pt x="30733" y="676"/>
                        <a:pt x="32165" y="2225"/>
                        <a:pt x="32165" y="4067"/>
                      </a:cubicBezTo>
                      <a:cubicBezTo>
                        <a:pt x="32165" y="4215"/>
                        <a:pt x="32165" y="4400"/>
                        <a:pt x="32128" y="4585"/>
                      </a:cubicBezTo>
                      <a:lnTo>
                        <a:pt x="26398" y="41962"/>
                      </a:lnTo>
                      <a:lnTo>
                        <a:pt x="720" y="41962"/>
                      </a:lnTo>
                      <a:cubicBezTo>
                        <a:pt x="706" y="41768"/>
                        <a:pt x="686" y="41469"/>
                        <a:pt x="666" y="41075"/>
                      </a:cubicBezTo>
                      <a:cubicBezTo>
                        <a:pt x="666" y="40335"/>
                        <a:pt x="629" y="39337"/>
                        <a:pt x="629" y="38154"/>
                      </a:cubicBezTo>
                      <a:cubicBezTo>
                        <a:pt x="629" y="36416"/>
                        <a:pt x="703" y="34346"/>
                        <a:pt x="888" y="32461"/>
                      </a:cubicBezTo>
                      <a:cubicBezTo>
                        <a:pt x="1073" y="30538"/>
                        <a:pt x="1406" y="28800"/>
                        <a:pt x="1923" y="27728"/>
                      </a:cubicBezTo>
                      <a:cubicBezTo>
                        <a:pt x="2034" y="27469"/>
                        <a:pt x="2293" y="27248"/>
                        <a:pt x="2774" y="27100"/>
                      </a:cubicBezTo>
                      <a:cubicBezTo>
                        <a:pt x="3217" y="26952"/>
                        <a:pt x="3846" y="26878"/>
                        <a:pt x="4585" y="26878"/>
                      </a:cubicBezTo>
                      <a:cubicBezTo>
                        <a:pt x="7765" y="26878"/>
                        <a:pt x="12977" y="28172"/>
                        <a:pt x="17525" y="29466"/>
                      </a:cubicBezTo>
                      <a:cubicBezTo>
                        <a:pt x="19817" y="30094"/>
                        <a:pt x="21924" y="30760"/>
                        <a:pt x="23551" y="31240"/>
                      </a:cubicBezTo>
                      <a:cubicBezTo>
                        <a:pt x="24327" y="31499"/>
                        <a:pt x="25030" y="31684"/>
                        <a:pt x="25547" y="31832"/>
                      </a:cubicBezTo>
                      <a:cubicBezTo>
                        <a:pt x="25806" y="31906"/>
                        <a:pt x="26028" y="31980"/>
                        <a:pt x="26176" y="32017"/>
                      </a:cubicBezTo>
                      <a:cubicBezTo>
                        <a:pt x="26361" y="32054"/>
                        <a:pt x="26472" y="32091"/>
                        <a:pt x="26620" y="32091"/>
                      </a:cubicBezTo>
                      <a:lnTo>
                        <a:pt x="26730" y="32054"/>
                      </a:lnTo>
                      <a:cubicBezTo>
                        <a:pt x="26804" y="32054"/>
                        <a:pt x="26878" y="31980"/>
                        <a:pt x="26915" y="31943"/>
                      </a:cubicBezTo>
                      <a:cubicBezTo>
                        <a:pt x="26989" y="31869"/>
                        <a:pt x="26989" y="31795"/>
                        <a:pt x="26989" y="31758"/>
                      </a:cubicBezTo>
                      <a:cubicBezTo>
                        <a:pt x="27063" y="31536"/>
                        <a:pt x="27100" y="31240"/>
                        <a:pt x="27100" y="30797"/>
                      </a:cubicBezTo>
                      <a:cubicBezTo>
                        <a:pt x="27137" y="30353"/>
                        <a:pt x="27137" y="29762"/>
                        <a:pt x="27137" y="29096"/>
                      </a:cubicBezTo>
                      <a:cubicBezTo>
                        <a:pt x="27137" y="23477"/>
                        <a:pt x="26435" y="10463"/>
                        <a:pt x="25584" y="4548"/>
                      </a:cubicBezTo>
                      <a:cubicBezTo>
                        <a:pt x="25547" y="4400"/>
                        <a:pt x="25547" y="4215"/>
                        <a:pt x="25547" y="4067"/>
                      </a:cubicBezTo>
                      <a:cubicBezTo>
                        <a:pt x="25547" y="2225"/>
                        <a:pt x="26980" y="676"/>
                        <a:pt x="28856" y="629"/>
                      </a:cubicBezTo>
                      <a:close/>
                      <a:moveTo>
                        <a:pt x="28838" y="0"/>
                      </a:moveTo>
                      <a:cubicBezTo>
                        <a:pt x="26620" y="74"/>
                        <a:pt x="24919" y="1886"/>
                        <a:pt x="24919" y="4067"/>
                      </a:cubicBezTo>
                      <a:cubicBezTo>
                        <a:pt x="24919" y="4252"/>
                        <a:pt x="24919" y="4437"/>
                        <a:pt x="24956" y="4659"/>
                      </a:cubicBezTo>
                      <a:cubicBezTo>
                        <a:pt x="25806" y="10500"/>
                        <a:pt x="26546" y="23514"/>
                        <a:pt x="26546" y="29096"/>
                      </a:cubicBezTo>
                      <a:cubicBezTo>
                        <a:pt x="26546" y="29910"/>
                        <a:pt x="26509" y="30575"/>
                        <a:pt x="26472" y="31019"/>
                      </a:cubicBezTo>
                      <a:cubicBezTo>
                        <a:pt x="26472" y="31208"/>
                        <a:pt x="26445" y="31344"/>
                        <a:pt x="26437" y="31448"/>
                      </a:cubicBezTo>
                      <a:lnTo>
                        <a:pt x="26437" y="31448"/>
                      </a:lnTo>
                      <a:cubicBezTo>
                        <a:pt x="26402" y="31443"/>
                        <a:pt x="26365" y="31436"/>
                        <a:pt x="26324" y="31425"/>
                      </a:cubicBezTo>
                      <a:cubicBezTo>
                        <a:pt x="25732" y="31277"/>
                        <a:pt x="24438" y="30871"/>
                        <a:pt x="22775" y="30353"/>
                      </a:cubicBezTo>
                      <a:cubicBezTo>
                        <a:pt x="20261" y="29614"/>
                        <a:pt x="16859" y="28579"/>
                        <a:pt x="13532" y="27728"/>
                      </a:cubicBezTo>
                      <a:cubicBezTo>
                        <a:pt x="10205" y="26915"/>
                        <a:pt x="6914" y="26249"/>
                        <a:pt x="4585" y="26249"/>
                      </a:cubicBezTo>
                      <a:cubicBezTo>
                        <a:pt x="3809" y="26249"/>
                        <a:pt x="3106" y="26323"/>
                        <a:pt x="2552" y="26508"/>
                      </a:cubicBezTo>
                      <a:cubicBezTo>
                        <a:pt x="2034" y="26693"/>
                        <a:pt x="1554" y="26989"/>
                        <a:pt x="1332" y="27433"/>
                      </a:cubicBezTo>
                      <a:cubicBezTo>
                        <a:pt x="777" y="28653"/>
                        <a:pt x="444" y="30464"/>
                        <a:pt x="260" y="32387"/>
                      </a:cubicBezTo>
                      <a:cubicBezTo>
                        <a:pt x="75" y="34309"/>
                        <a:pt x="1" y="36416"/>
                        <a:pt x="1" y="38154"/>
                      </a:cubicBezTo>
                      <a:cubicBezTo>
                        <a:pt x="1" y="40520"/>
                        <a:pt x="112" y="42258"/>
                        <a:pt x="112" y="42258"/>
                      </a:cubicBezTo>
                      <a:cubicBezTo>
                        <a:pt x="112" y="42443"/>
                        <a:pt x="260" y="42554"/>
                        <a:pt x="407" y="42554"/>
                      </a:cubicBezTo>
                      <a:lnTo>
                        <a:pt x="26657" y="42554"/>
                      </a:lnTo>
                      <a:cubicBezTo>
                        <a:pt x="26804" y="42554"/>
                        <a:pt x="26915" y="42443"/>
                        <a:pt x="26952" y="42295"/>
                      </a:cubicBezTo>
                      <a:lnTo>
                        <a:pt x="32757" y="4696"/>
                      </a:lnTo>
                      <a:cubicBezTo>
                        <a:pt x="32757" y="4474"/>
                        <a:pt x="32794" y="4252"/>
                        <a:pt x="32794" y="4067"/>
                      </a:cubicBezTo>
                      <a:cubicBezTo>
                        <a:pt x="32794" y="1886"/>
                        <a:pt x="31056" y="74"/>
                        <a:pt x="2887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1" name="Google Shape;2891;p51">
                  <a:extLst>
                    <a:ext uri="{FF2B5EF4-FFF2-40B4-BE49-F238E27FC236}">
                      <a16:creationId xmlns:a16="http://schemas.microsoft.com/office/drawing/2014/main" id="{75EE23A2-24C0-01AC-EFBA-BB64C947F1F7}"/>
                    </a:ext>
                  </a:extLst>
                </p:cNvPr>
                <p:cNvSpPr/>
                <p:nvPr/>
              </p:nvSpPr>
              <p:spPr>
                <a:xfrm>
                  <a:off x="1921250" y="3013700"/>
                  <a:ext cx="161750" cy="17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70" h="7099" extrusionOk="0">
                      <a:moveTo>
                        <a:pt x="4880" y="0"/>
                      </a:moveTo>
                      <a:lnTo>
                        <a:pt x="0" y="4510"/>
                      </a:lnTo>
                      <a:lnTo>
                        <a:pt x="2921" y="7098"/>
                      </a:lnTo>
                      <a:lnTo>
                        <a:pt x="6470" y="4510"/>
                      </a:lnTo>
                      <a:lnTo>
                        <a:pt x="4880" y="0"/>
                      </a:ln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2" name="Google Shape;2892;p51">
                  <a:extLst>
                    <a:ext uri="{FF2B5EF4-FFF2-40B4-BE49-F238E27FC236}">
                      <a16:creationId xmlns:a16="http://schemas.microsoft.com/office/drawing/2014/main" id="{8ED152AE-C55D-C1AC-68AC-1EFAE9D2FFD2}"/>
                    </a:ext>
                  </a:extLst>
                </p:cNvPr>
                <p:cNvSpPr/>
                <p:nvPr/>
              </p:nvSpPr>
              <p:spPr>
                <a:xfrm>
                  <a:off x="1913850" y="3005375"/>
                  <a:ext cx="178400" cy="19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6" h="7746" extrusionOk="0">
                      <a:moveTo>
                        <a:pt x="5028" y="851"/>
                      </a:moveTo>
                      <a:lnTo>
                        <a:pt x="6435" y="4754"/>
                      </a:lnTo>
                      <a:lnTo>
                        <a:pt x="3254" y="7062"/>
                      </a:lnTo>
                      <a:lnTo>
                        <a:pt x="777" y="4843"/>
                      </a:lnTo>
                      <a:lnTo>
                        <a:pt x="5028" y="851"/>
                      </a:lnTo>
                      <a:close/>
                      <a:moveTo>
                        <a:pt x="5250" y="0"/>
                      </a:moveTo>
                      <a:cubicBezTo>
                        <a:pt x="5139" y="0"/>
                        <a:pt x="5028" y="37"/>
                        <a:pt x="4954" y="74"/>
                      </a:cubicBezTo>
                      <a:lnTo>
                        <a:pt x="74" y="4622"/>
                      </a:lnTo>
                      <a:cubicBezTo>
                        <a:pt x="37" y="4696"/>
                        <a:pt x="0" y="4770"/>
                        <a:pt x="0" y="4843"/>
                      </a:cubicBezTo>
                      <a:cubicBezTo>
                        <a:pt x="0" y="4954"/>
                        <a:pt x="37" y="5028"/>
                        <a:pt x="111" y="5065"/>
                      </a:cubicBezTo>
                      <a:lnTo>
                        <a:pt x="2995" y="7690"/>
                      </a:lnTo>
                      <a:cubicBezTo>
                        <a:pt x="3050" y="7727"/>
                        <a:pt x="3124" y="7746"/>
                        <a:pt x="3198" y="7746"/>
                      </a:cubicBezTo>
                      <a:cubicBezTo>
                        <a:pt x="3272" y="7746"/>
                        <a:pt x="3346" y="7727"/>
                        <a:pt x="3402" y="7690"/>
                      </a:cubicBezTo>
                      <a:lnTo>
                        <a:pt x="6951" y="5102"/>
                      </a:lnTo>
                      <a:cubicBezTo>
                        <a:pt x="7062" y="5028"/>
                        <a:pt x="7136" y="4880"/>
                        <a:pt x="7062" y="4733"/>
                      </a:cubicBezTo>
                      <a:lnTo>
                        <a:pt x="5435" y="222"/>
                      </a:lnTo>
                      <a:cubicBezTo>
                        <a:pt x="5435" y="111"/>
                        <a:pt x="5324" y="37"/>
                        <a:pt x="5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3" name="Google Shape;2893;p51">
                  <a:extLst>
                    <a:ext uri="{FF2B5EF4-FFF2-40B4-BE49-F238E27FC236}">
                      <a16:creationId xmlns:a16="http://schemas.microsoft.com/office/drawing/2014/main" id="{41BBF539-9E7D-3971-C865-66821CD96931}"/>
                    </a:ext>
                  </a:extLst>
                </p:cNvPr>
                <p:cNvSpPr/>
                <p:nvPr/>
              </p:nvSpPr>
              <p:spPr>
                <a:xfrm>
                  <a:off x="2021050" y="3965400"/>
                  <a:ext cx="612825" cy="10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3" h="41863" extrusionOk="0">
                      <a:moveTo>
                        <a:pt x="19199" y="0"/>
                      </a:moveTo>
                      <a:cubicBezTo>
                        <a:pt x="13895" y="0"/>
                        <a:pt x="1258" y="2156"/>
                        <a:pt x="1258" y="2156"/>
                      </a:cubicBezTo>
                      <a:cubicBezTo>
                        <a:pt x="1258" y="2156"/>
                        <a:pt x="1" y="6879"/>
                        <a:pt x="2405" y="6879"/>
                      </a:cubicBezTo>
                      <a:cubicBezTo>
                        <a:pt x="2508" y="6879"/>
                        <a:pt x="2619" y="6870"/>
                        <a:pt x="2737" y="6851"/>
                      </a:cubicBezTo>
                      <a:cubicBezTo>
                        <a:pt x="4610" y="6556"/>
                        <a:pt x="9622" y="6506"/>
                        <a:pt x="12754" y="6506"/>
                      </a:cubicBezTo>
                      <a:cubicBezTo>
                        <a:pt x="14321" y="6506"/>
                        <a:pt x="15418" y="6519"/>
                        <a:pt x="15418" y="6519"/>
                      </a:cubicBezTo>
                      <a:cubicBezTo>
                        <a:pt x="15418" y="6519"/>
                        <a:pt x="9096" y="21270"/>
                        <a:pt x="7506" y="29182"/>
                      </a:cubicBezTo>
                      <a:cubicBezTo>
                        <a:pt x="6656" y="33470"/>
                        <a:pt x="4253" y="35800"/>
                        <a:pt x="3698" y="37648"/>
                      </a:cubicBezTo>
                      <a:cubicBezTo>
                        <a:pt x="3143" y="39460"/>
                        <a:pt x="4807" y="38757"/>
                        <a:pt x="6471" y="39829"/>
                      </a:cubicBezTo>
                      <a:cubicBezTo>
                        <a:pt x="8097" y="40938"/>
                        <a:pt x="10870" y="41863"/>
                        <a:pt x="12904" y="41863"/>
                      </a:cubicBezTo>
                      <a:cubicBezTo>
                        <a:pt x="14900" y="41863"/>
                        <a:pt x="9391" y="38203"/>
                        <a:pt x="9391" y="35245"/>
                      </a:cubicBezTo>
                      <a:cubicBezTo>
                        <a:pt x="9391" y="32287"/>
                        <a:pt x="16083" y="22527"/>
                        <a:pt x="19374" y="17018"/>
                      </a:cubicBezTo>
                      <a:cubicBezTo>
                        <a:pt x="21967" y="12729"/>
                        <a:pt x="22246" y="12240"/>
                        <a:pt x="22122" y="12240"/>
                      </a:cubicBezTo>
                      <a:cubicBezTo>
                        <a:pt x="22085" y="12240"/>
                        <a:pt x="22013" y="12282"/>
                        <a:pt x="21955" y="12282"/>
                      </a:cubicBezTo>
                      <a:cubicBezTo>
                        <a:pt x="21846" y="12282"/>
                        <a:pt x="21787" y="12130"/>
                        <a:pt x="22109" y="11251"/>
                      </a:cubicBezTo>
                      <a:cubicBezTo>
                        <a:pt x="22516" y="10733"/>
                        <a:pt x="22849" y="10142"/>
                        <a:pt x="23034" y="9513"/>
                      </a:cubicBezTo>
                      <a:cubicBezTo>
                        <a:pt x="24217" y="5668"/>
                        <a:pt x="24512" y="677"/>
                        <a:pt x="20667" y="86"/>
                      </a:cubicBezTo>
                      <a:cubicBezTo>
                        <a:pt x="20287" y="27"/>
                        <a:pt x="19788" y="0"/>
                        <a:pt x="19199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4" name="Google Shape;2894;p51">
                  <a:extLst>
                    <a:ext uri="{FF2B5EF4-FFF2-40B4-BE49-F238E27FC236}">
                      <a16:creationId xmlns:a16="http://schemas.microsoft.com/office/drawing/2014/main" id="{14C79F3A-3C83-6719-66B9-7D099282C7A5}"/>
                    </a:ext>
                  </a:extLst>
                </p:cNvPr>
                <p:cNvSpPr/>
                <p:nvPr/>
              </p:nvSpPr>
              <p:spPr>
                <a:xfrm>
                  <a:off x="2036775" y="3957375"/>
                  <a:ext cx="586925" cy="10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77" h="42480" extrusionOk="0">
                      <a:moveTo>
                        <a:pt x="18560" y="629"/>
                      </a:moveTo>
                      <a:cubicBezTo>
                        <a:pt x="19151" y="629"/>
                        <a:pt x="19632" y="666"/>
                        <a:pt x="20002" y="703"/>
                      </a:cubicBezTo>
                      <a:cubicBezTo>
                        <a:pt x="21074" y="887"/>
                        <a:pt x="21776" y="1405"/>
                        <a:pt x="22220" y="2181"/>
                      </a:cubicBezTo>
                      <a:cubicBezTo>
                        <a:pt x="22663" y="2958"/>
                        <a:pt x="22885" y="3993"/>
                        <a:pt x="22885" y="5139"/>
                      </a:cubicBezTo>
                      <a:cubicBezTo>
                        <a:pt x="22885" y="6618"/>
                        <a:pt x="22552" y="8245"/>
                        <a:pt x="22109" y="9723"/>
                      </a:cubicBezTo>
                      <a:cubicBezTo>
                        <a:pt x="21924" y="10315"/>
                        <a:pt x="21628" y="10870"/>
                        <a:pt x="21259" y="11387"/>
                      </a:cubicBezTo>
                      <a:lnTo>
                        <a:pt x="21222" y="11461"/>
                      </a:lnTo>
                      <a:cubicBezTo>
                        <a:pt x="21037" y="11979"/>
                        <a:pt x="20926" y="12237"/>
                        <a:pt x="20926" y="12459"/>
                      </a:cubicBezTo>
                      <a:cubicBezTo>
                        <a:pt x="20926" y="12570"/>
                        <a:pt x="20963" y="12644"/>
                        <a:pt x="21037" y="12755"/>
                      </a:cubicBezTo>
                      <a:cubicBezTo>
                        <a:pt x="21048" y="12766"/>
                        <a:pt x="21059" y="12781"/>
                        <a:pt x="21072" y="12796"/>
                      </a:cubicBezTo>
                      <a:lnTo>
                        <a:pt x="21072" y="12796"/>
                      </a:lnTo>
                      <a:cubicBezTo>
                        <a:pt x="20811" y="13316"/>
                        <a:pt x="20071" y="14537"/>
                        <a:pt x="18486" y="17192"/>
                      </a:cubicBezTo>
                      <a:cubicBezTo>
                        <a:pt x="16859" y="19927"/>
                        <a:pt x="14345" y="23735"/>
                        <a:pt x="12275" y="27248"/>
                      </a:cubicBezTo>
                      <a:cubicBezTo>
                        <a:pt x="11203" y="29022"/>
                        <a:pt x="10278" y="30686"/>
                        <a:pt x="9576" y="32128"/>
                      </a:cubicBezTo>
                      <a:cubicBezTo>
                        <a:pt x="9243" y="32830"/>
                        <a:pt x="8984" y="33496"/>
                        <a:pt x="8762" y="34050"/>
                      </a:cubicBezTo>
                      <a:cubicBezTo>
                        <a:pt x="8578" y="34642"/>
                        <a:pt x="8467" y="35159"/>
                        <a:pt x="8467" y="35566"/>
                      </a:cubicBezTo>
                      <a:cubicBezTo>
                        <a:pt x="8467" y="36268"/>
                        <a:pt x="8725" y="36971"/>
                        <a:pt x="9132" y="37636"/>
                      </a:cubicBezTo>
                      <a:cubicBezTo>
                        <a:pt x="9687" y="38635"/>
                        <a:pt x="10537" y="39596"/>
                        <a:pt x="11239" y="40409"/>
                      </a:cubicBezTo>
                      <a:cubicBezTo>
                        <a:pt x="11572" y="40779"/>
                        <a:pt x="11868" y="41149"/>
                        <a:pt x="12090" y="41444"/>
                      </a:cubicBezTo>
                      <a:cubicBezTo>
                        <a:pt x="12201" y="41555"/>
                        <a:pt x="12275" y="41703"/>
                        <a:pt x="12349" y="41777"/>
                      </a:cubicBezTo>
                      <a:lnTo>
                        <a:pt x="12386" y="41888"/>
                      </a:lnTo>
                      <a:lnTo>
                        <a:pt x="12275" y="41888"/>
                      </a:lnTo>
                      <a:cubicBezTo>
                        <a:pt x="10315" y="41888"/>
                        <a:pt x="7579" y="40964"/>
                        <a:pt x="5990" y="39892"/>
                      </a:cubicBezTo>
                      <a:cubicBezTo>
                        <a:pt x="5213" y="39411"/>
                        <a:pt x="4437" y="39263"/>
                        <a:pt x="3919" y="39115"/>
                      </a:cubicBezTo>
                      <a:cubicBezTo>
                        <a:pt x="3661" y="39041"/>
                        <a:pt x="3476" y="38967"/>
                        <a:pt x="3402" y="38893"/>
                      </a:cubicBezTo>
                      <a:cubicBezTo>
                        <a:pt x="3328" y="38819"/>
                        <a:pt x="3291" y="38782"/>
                        <a:pt x="3254" y="38561"/>
                      </a:cubicBezTo>
                      <a:cubicBezTo>
                        <a:pt x="3254" y="38450"/>
                        <a:pt x="3291" y="38265"/>
                        <a:pt x="3365" y="38043"/>
                      </a:cubicBezTo>
                      <a:cubicBezTo>
                        <a:pt x="3624" y="37193"/>
                        <a:pt x="4326" y="36158"/>
                        <a:pt x="5139" y="34827"/>
                      </a:cubicBezTo>
                      <a:cubicBezTo>
                        <a:pt x="5916" y="33459"/>
                        <a:pt x="6729" y="31758"/>
                        <a:pt x="7173" y="29577"/>
                      </a:cubicBezTo>
                      <a:cubicBezTo>
                        <a:pt x="7949" y="25658"/>
                        <a:pt x="9946" y="20001"/>
                        <a:pt x="11720" y="15306"/>
                      </a:cubicBezTo>
                      <a:cubicBezTo>
                        <a:pt x="12607" y="12977"/>
                        <a:pt x="13458" y="10907"/>
                        <a:pt x="14049" y="9391"/>
                      </a:cubicBezTo>
                      <a:cubicBezTo>
                        <a:pt x="14382" y="8651"/>
                        <a:pt x="14641" y="8023"/>
                        <a:pt x="14789" y="7616"/>
                      </a:cubicBezTo>
                      <a:cubicBezTo>
                        <a:pt x="14974" y="7172"/>
                        <a:pt x="15084" y="6951"/>
                        <a:pt x="15084" y="6951"/>
                      </a:cubicBezTo>
                      <a:cubicBezTo>
                        <a:pt x="15121" y="6877"/>
                        <a:pt x="15121" y="6766"/>
                        <a:pt x="15047" y="6655"/>
                      </a:cubicBezTo>
                      <a:cubicBezTo>
                        <a:pt x="15010" y="6581"/>
                        <a:pt x="14900" y="6544"/>
                        <a:pt x="14789" y="6544"/>
                      </a:cubicBezTo>
                      <a:cubicBezTo>
                        <a:pt x="14789" y="6544"/>
                        <a:pt x="13790" y="6507"/>
                        <a:pt x="12312" y="6507"/>
                      </a:cubicBezTo>
                      <a:cubicBezTo>
                        <a:pt x="10722" y="6507"/>
                        <a:pt x="8652" y="6544"/>
                        <a:pt x="6729" y="6581"/>
                      </a:cubicBezTo>
                      <a:cubicBezTo>
                        <a:pt x="4807" y="6618"/>
                        <a:pt x="3032" y="6729"/>
                        <a:pt x="2071" y="6877"/>
                      </a:cubicBezTo>
                      <a:lnTo>
                        <a:pt x="1775" y="6877"/>
                      </a:lnTo>
                      <a:cubicBezTo>
                        <a:pt x="1516" y="6877"/>
                        <a:pt x="1368" y="6840"/>
                        <a:pt x="1220" y="6729"/>
                      </a:cubicBezTo>
                      <a:cubicBezTo>
                        <a:pt x="999" y="6618"/>
                        <a:pt x="851" y="6359"/>
                        <a:pt x="740" y="6063"/>
                      </a:cubicBezTo>
                      <a:cubicBezTo>
                        <a:pt x="666" y="5731"/>
                        <a:pt x="629" y="5324"/>
                        <a:pt x="629" y="4917"/>
                      </a:cubicBezTo>
                      <a:cubicBezTo>
                        <a:pt x="629" y="4326"/>
                        <a:pt x="703" y="3734"/>
                        <a:pt x="777" y="3291"/>
                      </a:cubicBezTo>
                      <a:cubicBezTo>
                        <a:pt x="814" y="3069"/>
                        <a:pt x="851" y="2884"/>
                        <a:pt x="888" y="2736"/>
                      </a:cubicBezTo>
                      <a:cubicBezTo>
                        <a:pt x="888" y="2735"/>
                        <a:pt x="888" y="2735"/>
                        <a:pt x="888" y="2734"/>
                      </a:cubicBezTo>
                      <a:lnTo>
                        <a:pt x="888" y="2734"/>
                      </a:lnTo>
                      <a:cubicBezTo>
                        <a:pt x="1212" y="2678"/>
                        <a:pt x="1868" y="2568"/>
                        <a:pt x="2736" y="2440"/>
                      </a:cubicBezTo>
                      <a:cubicBezTo>
                        <a:pt x="6544" y="1812"/>
                        <a:pt x="14641" y="629"/>
                        <a:pt x="18560" y="629"/>
                      </a:cubicBezTo>
                      <a:close/>
                      <a:moveTo>
                        <a:pt x="18560" y="0"/>
                      </a:moveTo>
                      <a:cubicBezTo>
                        <a:pt x="15898" y="0"/>
                        <a:pt x="11387" y="555"/>
                        <a:pt x="7579" y="1072"/>
                      </a:cubicBezTo>
                      <a:cubicBezTo>
                        <a:pt x="3734" y="1627"/>
                        <a:pt x="592" y="2144"/>
                        <a:pt x="592" y="2144"/>
                      </a:cubicBezTo>
                      <a:cubicBezTo>
                        <a:pt x="444" y="2181"/>
                        <a:pt x="370" y="2255"/>
                        <a:pt x="333" y="2366"/>
                      </a:cubicBezTo>
                      <a:cubicBezTo>
                        <a:pt x="333" y="2403"/>
                        <a:pt x="0" y="3623"/>
                        <a:pt x="0" y="4917"/>
                      </a:cubicBezTo>
                      <a:cubicBezTo>
                        <a:pt x="0" y="5509"/>
                        <a:pt x="74" y="6137"/>
                        <a:pt x="333" y="6618"/>
                      </a:cubicBezTo>
                      <a:cubicBezTo>
                        <a:pt x="444" y="6877"/>
                        <a:pt x="629" y="7099"/>
                        <a:pt x="888" y="7246"/>
                      </a:cubicBezTo>
                      <a:cubicBezTo>
                        <a:pt x="1147" y="7431"/>
                        <a:pt x="1442" y="7505"/>
                        <a:pt x="1775" y="7505"/>
                      </a:cubicBezTo>
                      <a:cubicBezTo>
                        <a:pt x="1886" y="7505"/>
                        <a:pt x="2034" y="7505"/>
                        <a:pt x="2145" y="7468"/>
                      </a:cubicBezTo>
                      <a:cubicBezTo>
                        <a:pt x="3069" y="7320"/>
                        <a:pt x="4844" y="7246"/>
                        <a:pt x="6766" y="7209"/>
                      </a:cubicBezTo>
                      <a:cubicBezTo>
                        <a:pt x="8652" y="7136"/>
                        <a:pt x="10722" y="7136"/>
                        <a:pt x="12312" y="7136"/>
                      </a:cubicBezTo>
                      <a:lnTo>
                        <a:pt x="14323" y="7136"/>
                      </a:lnTo>
                      <a:cubicBezTo>
                        <a:pt x="13873" y="8217"/>
                        <a:pt x="12585" y="11340"/>
                        <a:pt x="11129" y="15084"/>
                      </a:cubicBezTo>
                      <a:cubicBezTo>
                        <a:pt x="9354" y="19779"/>
                        <a:pt x="7395" y="25473"/>
                        <a:pt x="6581" y="29466"/>
                      </a:cubicBezTo>
                      <a:cubicBezTo>
                        <a:pt x="6175" y="31573"/>
                        <a:pt x="5361" y="33163"/>
                        <a:pt x="4585" y="34494"/>
                      </a:cubicBezTo>
                      <a:cubicBezTo>
                        <a:pt x="3808" y="35825"/>
                        <a:pt x="3069" y="36860"/>
                        <a:pt x="2773" y="37858"/>
                      </a:cubicBezTo>
                      <a:cubicBezTo>
                        <a:pt x="2699" y="38117"/>
                        <a:pt x="2662" y="38376"/>
                        <a:pt x="2662" y="38561"/>
                      </a:cubicBezTo>
                      <a:cubicBezTo>
                        <a:pt x="2625" y="38893"/>
                        <a:pt x="2773" y="39189"/>
                        <a:pt x="3032" y="39374"/>
                      </a:cubicBezTo>
                      <a:cubicBezTo>
                        <a:pt x="3365" y="39633"/>
                        <a:pt x="3771" y="39707"/>
                        <a:pt x="4215" y="39818"/>
                      </a:cubicBezTo>
                      <a:cubicBezTo>
                        <a:pt x="4659" y="39929"/>
                        <a:pt x="5176" y="40076"/>
                        <a:pt x="5657" y="40409"/>
                      </a:cubicBezTo>
                      <a:cubicBezTo>
                        <a:pt x="7395" y="41555"/>
                        <a:pt x="10167" y="42480"/>
                        <a:pt x="12275" y="42480"/>
                      </a:cubicBezTo>
                      <a:cubicBezTo>
                        <a:pt x="12460" y="42480"/>
                        <a:pt x="12607" y="42480"/>
                        <a:pt x="12755" y="42406"/>
                      </a:cubicBezTo>
                      <a:cubicBezTo>
                        <a:pt x="12829" y="42332"/>
                        <a:pt x="12903" y="42295"/>
                        <a:pt x="12940" y="42184"/>
                      </a:cubicBezTo>
                      <a:cubicBezTo>
                        <a:pt x="13014" y="42110"/>
                        <a:pt x="13014" y="42036"/>
                        <a:pt x="13014" y="41925"/>
                      </a:cubicBezTo>
                      <a:cubicBezTo>
                        <a:pt x="13014" y="41703"/>
                        <a:pt x="12903" y="41555"/>
                        <a:pt x="12792" y="41370"/>
                      </a:cubicBezTo>
                      <a:cubicBezTo>
                        <a:pt x="12607" y="41038"/>
                        <a:pt x="12238" y="40631"/>
                        <a:pt x="11868" y="40187"/>
                      </a:cubicBezTo>
                      <a:cubicBezTo>
                        <a:pt x="11276" y="39522"/>
                        <a:pt x="10574" y="38745"/>
                        <a:pt x="10019" y="37932"/>
                      </a:cubicBezTo>
                      <a:cubicBezTo>
                        <a:pt x="9465" y="37119"/>
                        <a:pt x="9058" y="36268"/>
                        <a:pt x="9095" y="35566"/>
                      </a:cubicBezTo>
                      <a:cubicBezTo>
                        <a:pt x="9058" y="35270"/>
                        <a:pt x="9169" y="34790"/>
                        <a:pt x="9354" y="34272"/>
                      </a:cubicBezTo>
                      <a:cubicBezTo>
                        <a:pt x="9982" y="32350"/>
                        <a:pt x="11683" y="29355"/>
                        <a:pt x="13606" y="26249"/>
                      </a:cubicBezTo>
                      <a:cubicBezTo>
                        <a:pt x="15491" y="23144"/>
                        <a:pt x="17561" y="19927"/>
                        <a:pt x="19040" y="17524"/>
                      </a:cubicBezTo>
                      <a:cubicBezTo>
                        <a:pt x="20149" y="15602"/>
                        <a:pt x="20852" y="14456"/>
                        <a:pt x="21259" y="13753"/>
                      </a:cubicBezTo>
                      <a:cubicBezTo>
                        <a:pt x="21443" y="13384"/>
                        <a:pt x="21591" y="13162"/>
                        <a:pt x="21665" y="12977"/>
                      </a:cubicBezTo>
                      <a:cubicBezTo>
                        <a:pt x="21702" y="12903"/>
                        <a:pt x="21739" y="12829"/>
                        <a:pt x="21776" y="12792"/>
                      </a:cubicBezTo>
                      <a:cubicBezTo>
                        <a:pt x="21813" y="12718"/>
                        <a:pt x="21813" y="12681"/>
                        <a:pt x="21813" y="12570"/>
                      </a:cubicBezTo>
                      <a:cubicBezTo>
                        <a:pt x="21813" y="12533"/>
                        <a:pt x="21813" y="12422"/>
                        <a:pt x="21739" y="12348"/>
                      </a:cubicBezTo>
                      <a:cubicBezTo>
                        <a:pt x="21681" y="12310"/>
                        <a:pt x="21633" y="12281"/>
                        <a:pt x="21590" y="12263"/>
                      </a:cubicBezTo>
                      <a:lnTo>
                        <a:pt x="21590" y="12263"/>
                      </a:lnTo>
                      <a:cubicBezTo>
                        <a:pt x="21619" y="12141"/>
                        <a:pt x="21670" y="11964"/>
                        <a:pt x="21758" y="11732"/>
                      </a:cubicBezTo>
                      <a:lnTo>
                        <a:pt x="21758" y="11732"/>
                      </a:lnTo>
                      <a:cubicBezTo>
                        <a:pt x="22156" y="11184"/>
                        <a:pt x="22482" y="10600"/>
                        <a:pt x="22700" y="9908"/>
                      </a:cubicBezTo>
                      <a:cubicBezTo>
                        <a:pt x="23181" y="8393"/>
                        <a:pt x="23477" y="6692"/>
                        <a:pt x="23477" y="5139"/>
                      </a:cubicBezTo>
                      <a:cubicBezTo>
                        <a:pt x="23477" y="3919"/>
                        <a:pt x="23292" y="2773"/>
                        <a:pt x="22774" y="1849"/>
                      </a:cubicBezTo>
                      <a:cubicBezTo>
                        <a:pt x="22220" y="961"/>
                        <a:pt x="21332" y="296"/>
                        <a:pt x="20112" y="111"/>
                      </a:cubicBezTo>
                      <a:cubicBezTo>
                        <a:pt x="19706" y="37"/>
                        <a:pt x="19188" y="0"/>
                        <a:pt x="185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5" name="Google Shape;2895;p51">
                  <a:extLst>
                    <a:ext uri="{FF2B5EF4-FFF2-40B4-BE49-F238E27FC236}">
                      <a16:creationId xmlns:a16="http://schemas.microsoft.com/office/drawing/2014/main" id="{DC50A2AA-38AE-A757-3AAA-7167AA0F9745}"/>
                    </a:ext>
                  </a:extLst>
                </p:cNvPr>
                <p:cNvSpPr/>
                <p:nvPr/>
              </p:nvSpPr>
              <p:spPr>
                <a:xfrm>
                  <a:off x="2073750" y="4916750"/>
                  <a:ext cx="287200" cy="11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8" h="4733" extrusionOk="0">
                      <a:moveTo>
                        <a:pt x="1072" y="1"/>
                      </a:moveTo>
                      <a:cubicBezTo>
                        <a:pt x="1072" y="1"/>
                        <a:pt x="0" y="1"/>
                        <a:pt x="888" y="888"/>
                      </a:cubicBezTo>
                      <a:cubicBezTo>
                        <a:pt x="1775" y="1775"/>
                        <a:pt x="1775" y="4585"/>
                        <a:pt x="1775" y="4585"/>
                      </a:cubicBezTo>
                      <a:lnTo>
                        <a:pt x="2810" y="4585"/>
                      </a:lnTo>
                      <a:cubicBezTo>
                        <a:pt x="2810" y="4585"/>
                        <a:pt x="2477" y="3180"/>
                        <a:pt x="2995" y="2478"/>
                      </a:cubicBezTo>
                      <a:cubicBezTo>
                        <a:pt x="2995" y="2478"/>
                        <a:pt x="3092" y="2470"/>
                        <a:pt x="3246" y="2470"/>
                      </a:cubicBezTo>
                      <a:cubicBezTo>
                        <a:pt x="3785" y="2470"/>
                        <a:pt x="5028" y="2560"/>
                        <a:pt x="5287" y="3365"/>
                      </a:cubicBezTo>
                      <a:cubicBezTo>
                        <a:pt x="5509" y="4031"/>
                        <a:pt x="6248" y="4733"/>
                        <a:pt x="6248" y="4733"/>
                      </a:cubicBezTo>
                      <a:lnTo>
                        <a:pt x="9650" y="4733"/>
                      </a:lnTo>
                      <a:cubicBezTo>
                        <a:pt x="10574" y="4733"/>
                        <a:pt x="11165" y="4326"/>
                        <a:pt x="11313" y="4031"/>
                      </a:cubicBezTo>
                      <a:cubicBezTo>
                        <a:pt x="11443" y="3804"/>
                        <a:pt x="11487" y="3691"/>
                        <a:pt x="11075" y="3691"/>
                      </a:cubicBezTo>
                      <a:cubicBezTo>
                        <a:pt x="11016" y="3691"/>
                        <a:pt x="10948" y="3693"/>
                        <a:pt x="10870" y="3698"/>
                      </a:cubicBezTo>
                      <a:cubicBezTo>
                        <a:pt x="10782" y="3703"/>
                        <a:pt x="10655" y="3706"/>
                        <a:pt x="10501" y="3706"/>
                      </a:cubicBezTo>
                      <a:cubicBezTo>
                        <a:pt x="9614" y="3706"/>
                        <a:pt x="7819" y="3606"/>
                        <a:pt x="7283" y="3291"/>
                      </a:cubicBezTo>
                      <a:cubicBezTo>
                        <a:pt x="6951" y="3069"/>
                        <a:pt x="6581" y="2626"/>
                        <a:pt x="6322" y="2256"/>
                      </a:cubicBezTo>
                      <a:cubicBezTo>
                        <a:pt x="6063" y="1923"/>
                        <a:pt x="3697" y="814"/>
                        <a:pt x="2403" y="370"/>
                      </a:cubicBezTo>
                      <a:lnTo>
                        <a:pt x="107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6" name="Google Shape;2896;p51">
                  <a:extLst>
                    <a:ext uri="{FF2B5EF4-FFF2-40B4-BE49-F238E27FC236}">
                      <a16:creationId xmlns:a16="http://schemas.microsoft.com/office/drawing/2014/main" id="{99A28CAA-FDF7-2479-F5E2-99237AD6B271}"/>
                    </a:ext>
                  </a:extLst>
                </p:cNvPr>
                <p:cNvSpPr/>
                <p:nvPr/>
              </p:nvSpPr>
              <p:spPr>
                <a:xfrm>
                  <a:off x="2079300" y="4909350"/>
                  <a:ext cx="287450" cy="13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8" h="5362" extrusionOk="0">
                      <a:moveTo>
                        <a:pt x="850" y="613"/>
                      </a:moveTo>
                      <a:lnTo>
                        <a:pt x="2107" y="962"/>
                      </a:lnTo>
                      <a:lnTo>
                        <a:pt x="2113" y="940"/>
                      </a:lnTo>
                      <a:lnTo>
                        <a:pt x="2113" y="940"/>
                      </a:lnTo>
                      <a:cubicBezTo>
                        <a:pt x="2740" y="1165"/>
                        <a:pt x="3640" y="1562"/>
                        <a:pt x="4400" y="1923"/>
                      </a:cubicBezTo>
                      <a:cubicBezTo>
                        <a:pt x="4769" y="2108"/>
                        <a:pt x="5139" y="2293"/>
                        <a:pt x="5398" y="2441"/>
                      </a:cubicBezTo>
                      <a:cubicBezTo>
                        <a:pt x="5546" y="2515"/>
                        <a:pt x="5657" y="2589"/>
                        <a:pt x="5731" y="2663"/>
                      </a:cubicBezTo>
                      <a:lnTo>
                        <a:pt x="5841" y="2737"/>
                      </a:lnTo>
                      <a:cubicBezTo>
                        <a:pt x="6137" y="3107"/>
                        <a:pt x="6507" y="3550"/>
                        <a:pt x="6914" y="3846"/>
                      </a:cubicBezTo>
                      <a:cubicBezTo>
                        <a:pt x="7098" y="3957"/>
                        <a:pt x="7320" y="4031"/>
                        <a:pt x="7616" y="4068"/>
                      </a:cubicBezTo>
                      <a:cubicBezTo>
                        <a:pt x="8429" y="4253"/>
                        <a:pt x="9575" y="4327"/>
                        <a:pt x="10278" y="4327"/>
                      </a:cubicBezTo>
                      <a:cubicBezTo>
                        <a:pt x="10426" y="4327"/>
                        <a:pt x="10574" y="4327"/>
                        <a:pt x="10685" y="4290"/>
                      </a:cubicBezTo>
                      <a:lnTo>
                        <a:pt x="10742" y="4290"/>
                      </a:lnTo>
                      <a:cubicBezTo>
                        <a:pt x="10666" y="4360"/>
                        <a:pt x="10549" y="4443"/>
                        <a:pt x="10389" y="4511"/>
                      </a:cubicBezTo>
                      <a:cubicBezTo>
                        <a:pt x="10167" y="4622"/>
                        <a:pt x="9834" y="4733"/>
                        <a:pt x="9428" y="4733"/>
                      </a:cubicBezTo>
                      <a:lnTo>
                        <a:pt x="6157" y="4733"/>
                      </a:lnTo>
                      <a:cubicBezTo>
                        <a:pt x="6066" y="4661"/>
                        <a:pt x="5917" y="4506"/>
                        <a:pt x="5767" y="4327"/>
                      </a:cubicBezTo>
                      <a:cubicBezTo>
                        <a:pt x="5620" y="4068"/>
                        <a:pt x="5435" y="3809"/>
                        <a:pt x="5361" y="3550"/>
                      </a:cubicBezTo>
                      <a:cubicBezTo>
                        <a:pt x="5250" y="3291"/>
                        <a:pt x="5102" y="3070"/>
                        <a:pt x="4880" y="2922"/>
                      </a:cubicBezTo>
                      <a:cubicBezTo>
                        <a:pt x="4584" y="2700"/>
                        <a:pt x="4215" y="2589"/>
                        <a:pt x="3882" y="2515"/>
                      </a:cubicBezTo>
                      <a:cubicBezTo>
                        <a:pt x="3549" y="2478"/>
                        <a:pt x="3217" y="2441"/>
                        <a:pt x="2995" y="2441"/>
                      </a:cubicBezTo>
                      <a:cubicBezTo>
                        <a:pt x="2847" y="2441"/>
                        <a:pt x="2773" y="2478"/>
                        <a:pt x="2736" y="2478"/>
                      </a:cubicBezTo>
                      <a:cubicBezTo>
                        <a:pt x="2662" y="2478"/>
                        <a:pt x="2588" y="2515"/>
                        <a:pt x="2514" y="2589"/>
                      </a:cubicBezTo>
                      <a:cubicBezTo>
                        <a:pt x="2218" y="2996"/>
                        <a:pt x="2181" y="3476"/>
                        <a:pt x="2181" y="3883"/>
                      </a:cubicBezTo>
                      <a:cubicBezTo>
                        <a:pt x="2181" y="4158"/>
                        <a:pt x="2205" y="4400"/>
                        <a:pt x="2231" y="4585"/>
                      </a:cubicBezTo>
                      <a:lnTo>
                        <a:pt x="1842" y="4585"/>
                      </a:lnTo>
                      <a:cubicBezTo>
                        <a:pt x="1832" y="4295"/>
                        <a:pt x="1806" y="3826"/>
                        <a:pt x="1738" y="3328"/>
                      </a:cubicBezTo>
                      <a:cubicBezTo>
                        <a:pt x="1664" y="2885"/>
                        <a:pt x="1590" y="2441"/>
                        <a:pt x="1479" y="2034"/>
                      </a:cubicBezTo>
                      <a:cubicBezTo>
                        <a:pt x="1331" y="1628"/>
                        <a:pt x="1146" y="1258"/>
                        <a:pt x="887" y="962"/>
                      </a:cubicBezTo>
                      <a:cubicBezTo>
                        <a:pt x="776" y="851"/>
                        <a:pt x="703" y="777"/>
                        <a:pt x="666" y="703"/>
                      </a:cubicBezTo>
                      <a:lnTo>
                        <a:pt x="642" y="656"/>
                      </a:lnTo>
                      <a:lnTo>
                        <a:pt x="642" y="656"/>
                      </a:lnTo>
                      <a:cubicBezTo>
                        <a:pt x="676" y="645"/>
                        <a:pt x="716" y="629"/>
                        <a:pt x="739" y="629"/>
                      </a:cubicBezTo>
                      <a:lnTo>
                        <a:pt x="850" y="629"/>
                      </a:lnTo>
                      <a:lnTo>
                        <a:pt x="850" y="613"/>
                      </a:lnTo>
                      <a:close/>
                      <a:moveTo>
                        <a:pt x="850" y="1"/>
                      </a:moveTo>
                      <a:cubicBezTo>
                        <a:pt x="813" y="1"/>
                        <a:pt x="666" y="1"/>
                        <a:pt x="481" y="38"/>
                      </a:cubicBezTo>
                      <a:cubicBezTo>
                        <a:pt x="407" y="75"/>
                        <a:pt x="296" y="112"/>
                        <a:pt x="185" y="223"/>
                      </a:cubicBezTo>
                      <a:cubicBezTo>
                        <a:pt x="74" y="297"/>
                        <a:pt x="0" y="445"/>
                        <a:pt x="0" y="629"/>
                      </a:cubicBezTo>
                      <a:cubicBezTo>
                        <a:pt x="0" y="740"/>
                        <a:pt x="37" y="888"/>
                        <a:pt x="111" y="999"/>
                      </a:cubicBezTo>
                      <a:cubicBezTo>
                        <a:pt x="185" y="1147"/>
                        <a:pt x="296" y="1258"/>
                        <a:pt x="444" y="1406"/>
                      </a:cubicBezTo>
                      <a:cubicBezTo>
                        <a:pt x="629" y="1554"/>
                        <a:pt x="776" y="1850"/>
                        <a:pt x="887" y="2219"/>
                      </a:cubicBezTo>
                      <a:cubicBezTo>
                        <a:pt x="1035" y="2774"/>
                        <a:pt x="1146" y="3439"/>
                        <a:pt x="1183" y="3957"/>
                      </a:cubicBezTo>
                      <a:cubicBezTo>
                        <a:pt x="1220" y="4216"/>
                        <a:pt x="1220" y="4474"/>
                        <a:pt x="1220" y="4622"/>
                      </a:cubicBezTo>
                      <a:cubicBezTo>
                        <a:pt x="1220" y="4770"/>
                        <a:pt x="1220" y="4881"/>
                        <a:pt x="1220" y="4881"/>
                      </a:cubicBezTo>
                      <a:cubicBezTo>
                        <a:pt x="1220" y="4955"/>
                        <a:pt x="1257" y="5029"/>
                        <a:pt x="1331" y="5103"/>
                      </a:cubicBezTo>
                      <a:cubicBezTo>
                        <a:pt x="1368" y="5140"/>
                        <a:pt x="1479" y="5177"/>
                        <a:pt x="1553" y="5177"/>
                      </a:cubicBezTo>
                      <a:lnTo>
                        <a:pt x="2588" y="5177"/>
                      </a:lnTo>
                      <a:cubicBezTo>
                        <a:pt x="2699" y="5177"/>
                        <a:pt x="2773" y="5140"/>
                        <a:pt x="2847" y="5066"/>
                      </a:cubicBezTo>
                      <a:cubicBezTo>
                        <a:pt x="2884" y="4992"/>
                        <a:pt x="2921" y="4881"/>
                        <a:pt x="2884" y="4807"/>
                      </a:cubicBezTo>
                      <a:lnTo>
                        <a:pt x="2884" y="4770"/>
                      </a:lnTo>
                      <a:cubicBezTo>
                        <a:pt x="2884" y="4696"/>
                        <a:pt x="2773" y="4327"/>
                        <a:pt x="2773" y="3883"/>
                      </a:cubicBezTo>
                      <a:cubicBezTo>
                        <a:pt x="2773" y="3577"/>
                        <a:pt x="2824" y="3271"/>
                        <a:pt x="2946" y="3070"/>
                      </a:cubicBezTo>
                      <a:lnTo>
                        <a:pt x="2995" y="3070"/>
                      </a:lnTo>
                      <a:cubicBezTo>
                        <a:pt x="3253" y="3070"/>
                        <a:pt x="3697" y="3107"/>
                        <a:pt x="4067" y="3217"/>
                      </a:cubicBezTo>
                      <a:cubicBezTo>
                        <a:pt x="4252" y="3254"/>
                        <a:pt x="4400" y="3328"/>
                        <a:pt x="4510" y="3402"/>
                      </a:cubicBezTo>
                      <a:cubicBezTo>
                        <a:pt x="4658" y="3513"/>
                        <a:pt x="4732" y="3624"/>
                        <a:pt x="4769" y="3735"/>
                      </a:cubicBezTo>
                      <a:cubicBezTo>
                        <a:pt x="4880" y="4142"/>
                        <a:pt x="5139" y="4511"/>
                        <a:pt x="5398" y="4807"/>
                      </a:cubicBezTo>
                      <a:cubicBezTo>
                        <a:pt x="5620" y="5066"/>
                        <a:pt x="5804" y="5251"/>
                        <a:pt x="5841" y="5251"/>
                      </a:cubicBezTo>
                      <a:cubicBezTo>
                        <a:pt x="5878" y="5325"/>
                        <a:pt x="5952" y="5362"/>
                        <a:pt x="6026" y="5362"/>
                      </a:cubicBezTo>
                      <a:lnTo>
                        <a:pt x="9428" y="5362"/>
                      </a:lnTo>
                      <a:cubicBezTo>
                        <a:pt x="9945" y="5362"/>
                        <a:pt x="10352" y="5214"/>
                        <a:pt x="10685" y="5066"/>
                      </a:cubicBezTo>
                      <a:cubicBezTo>
                        <a:pt x="11017" y="4918"/>
                        <a:pt x="11239" y="4696"/>
                        <a:pt x="11350" y="4511"/>
                      </a:cubicBezTo>
                      <a:cubicBezTo>
                        <a:pt x="11387" y="4437"/>
                        <a:pt x="11424" y="4401"/>
                        <a:pt x="11424" y="4327"/>
                      </a:cubicBezTo>
                      <a:cubicBezTo>
                        <a:pt x="11461" y="4290"/>
                        <a:pt x="11498" y="4216"/>
                        <a:pt x="11498" y="4105"/>
                      </a:cubicBezTo>
                      <a:cubicBezTo>
                        <a:pt x="11498" y="4031"/>
                        <a:pt x="11461" y="3957"/>
                        <a:pt x="11424" y="3883"/>
                      </a:cubicBezTo>
                      <a:cubicBezTo>
                        <a:pt x="11313" y="3772"/>
                        <a:pt x="11202" y="3735"/>
                        <a:pt x="11128" y="3698"/>
                      </a:cubicBezTo>
                      <a:lnTo>
                        <a:pt x="10278" y="3698"/>
                      </a:lnTo>
                      <a:cubicBezTo>
                        <a:pt x="9834" y="3698"/>
                        <a:pt x="9169" y="3661"/>
                        <a:pt x="8577" y="3587"/>
                      </a:cubicBezTo>
                      <a:cubicBezTo>
                        <a:pt x="8281" y="3587"/>
                        <a:pt x="7986" y="3513"/>
                        <a:pt x="7727" y="3476"/>
                      </a:cubicBezTo>
                      <a:cubicBezTo>
                        <a:pt x="7505" y="3439"/>
                        <a:pt x="7320" y="3365"/>
                        <a:pt x="7246" y="3328"/>
                      </a:cubicBezTo>
                      <a:cubicBezTo>
                        <a:pt x="6951" y="3144"/>
                        <a:pt x="6581" y="2700"/>
                        <a:pt x="6322" y="2367"/>
                      </a:cubicBezTo>
                      <a:cubicBezTo>
                        <a:pt x="6248" y="2256"/>
                        <a:pt x="6174" y="2219"/>
                        <a:pt x="6100" y="2145"/>
                      </a:cubicBezTo>
                      <a:cubicBezTo>
                        <a:pt x="5731" y="1886"/>
                        <a:pt x="5065" y="1554"/>
                        <a:pt x="4363" y="1221"/>
                      </a:cubicBezTo>
                      <a:cubicBezTo>
                        <a:pt x="3660" y="888"/>
                        <a:pt x="2847" y="556"/>
                        <a:pt x="2292" y="371"/>
                      </a:cubicBezTo>
                      <a:lnTo>
                        <a:pt x="2255" y="334"/>
                      </a:lnTo>
                      <a:lnTo>
                        <a:pt x="92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7" name="Google Shape;2897;p51">
                  <a:extLst>
                    <a:ext uri="{FF2B5EF4-FFF2-40B4-BE49-F238E27FC236}">
                      <a16:creationId xmlns:a16="http://schemas.microsoft.com/office/drawing/2014/main" id="{BD56D61A-67DD-990F-1357-767FABA6BFC5}"/>
                    </a:ext>
                  </a:extLst>
                </p:cNvPr>
                <p:cNvSpPr/>
                <p:nvPr/>
              </p:nvSpPr>
              <p:spPr>
                <a:xfrm>
                  <a:off x="2208675" y="4889025"/>
                  <a:ext cx="101700" cy="8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8" h="3550" extrusionOk="0">
                      <a:moveTo>
                        <a:pt x="2404" y="1"/>
                      </a:moveTo>
                      <a:cubicBezTo>
                        <a:pt x="2404" y="1"/>
                        <a:pt x="1" y="2293"/>
                        <a:pt x="1" y="2552"/>
                      </a:cubicBezTo>
                      <a:cubicBezTo>
                        <a:pt x="38" y="3180"/>
                        <a:pt x="1628" y="3550"/>
                        <a:pt x="1628" y="3550"/>
                      </a:cubicBezTo>
                      <a:lnTo>
                        <a:pt x="4068" y="2071"/>
                      </a:lnTo>
                      <a:lnTo>
                        <a:pt x="3994" y="1295"/>
                      </a:lnTo>
                      <a:cubicBezTo>
                        <a:pt x="3587" y="296"/>
                        <a:pt x="2404" y="1"/>
                        <a:pt x="24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8" name="Google Shape;2898;p51">
                  <a:extLst>
                    <a:ext uri="{FF2B5EF4-FFF2-40B4-BE49-F238E27FC236}">
                      <a16:creationId xmlns:a16="http://schemas.microsoft.com/office/drawing/2014/main" id="{69BB1FA1-FA8C-DA8C-B818-2D08FD604EBC}"/>
                    </a:ext>
                  </a:extLst>
                </p:cNvPr>
                <p:cNvSpPr/>
                <p:nvPr/>
              </p:nvSpPr>
              <p:spPr>
                <a:xfrm>
                  <a:off x="2201300" y="4881625"/>
                  <a:ext cx="117400" cy="10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6" h="4157" extrusionOk="0">
                      <a:moveTo>
                        <a:pt x="2776" y="662"/>
                      </a:moveTo>
                      <a:cubicBezTo>
                        <a:pt x="2896" y="699"/>
                        <a:pt x="3067" y="772"/>
                        <a:pt x="3254" y="888"/>
                      </a:cubicBezTo>
                      <a:cubicBezTo>
                        <a:pt x="3529" y="1026"/>
                        <a:pt x="3805" y="1292"/>
                        <a:pt x="3961" y="1627"/>
                      </a:cubicBezTo>
                      <a:lnTo>
                        <a:pt x="3961" y="1627"/>
                      </a:lnTo>
                      <a:lnTo>
                        <a:pt x="3956" y="1628"/>
                      </a:lnTo>
                      <a:lnTo>
                        <a:pt x="4030" y="2219"/>
                      </a:lnTo>
                      <a:lnTo>
                        <a:pt x="1879" y="3503"/>
                      </a:lnTo>
                      <a:lnTo>
                        <a:pt x="1879" y="3503"/>
                      </a:lnTo>
                      <a:cubicBezTo>
                        <a:pt x="1711" y="3463"/>
                        <a:pt x="1379" y="3389"/>
                        <a:pt x="1109" y="3254"/>
                      </a:cubicBezTo>
                      <a:cubicBezTo>
                        <a:pt x="961" y="3180"/>
                        <a:pt x="814" y="3069"/>
                        <a:pt x="740" y="2995"/>
                      </a:cubicBezTo>
                      <a:cubicBezTo>
                        <a:pt x="680" y="2956"/>
                        <a:pt x="652" y="2916"/>
                        <a:pt x="639" y="2887"/>
                      </a:cubicBezTo>
                      <a:lnTo>
                        <a:pt x="639" y="2887"/>
                      </a:lnTo>
                      <a:cubicBezTo>
                        <a:pt x="665" y="2855"/>
                        <a:pt x="696" y="2802"/>
                        <a:pt x="740" y="2737"/>
                      </a:cubicBezTo>
                      <a:cubicBezTo>
                        <a:pt x="1035" y="2404"/>
                        <a:pt x="1553" y="1849"/>
                        <a:pt x="2034" y="1369"/>
                      </a:cubicBezTo>
                      <a:cubicBezTo>
                        <a:pt x="2340" y="1086"/>
                        <a:pt x="2616" y="819"/>
                        <a:pt x="2776" y="662"/>
                      </a:cubicBezTo>
                      <a:close/>
                      <a:moveTo>
                        <a:pt x="2773" y="1"/>
                      </a:moveTo>
                      <a:cubicBezTo>
                        <a:pt x="2662" y="1"/>
                        <a:pt x="2551" y="1"/>
                        <a:pt x="2477" y="75"/>
                      </a:cubicBezTo>
                      <a:cubicBezTo>
                        <a:pt x="2477" y="75"/>
                        <a:pt x="1886" y="666"/>
                        <a:pt x="1294" y="1258"/>
                      </a:cubicBezTo>
                      <a:cubicBezTo>
                        <a:pt x="998" y="1554"/>
                        <a:pt x="666" y="1886"/>
                        <a:pt x="444" y="2145"/>
                      </a:cubicBezTo>
                      <a:cubicBezTo>
                        <a:pt x="333" y="2256"/>
                        <a:pt x="222" y="2367"/>
                        <a:pt x="148" y="2478"/>
                      </a:cubicBezTo>
                      <a:lnTo>
                        <a:pt x="74" y="2626"/>
                      </a:lnTo>
                      <a:cubicBezTo>
                        <a:pt x="37" y="2700"/>
                        <a:pt x="0" y="2737"/>
                        <a:pt x="0" y="2848"/>
                      </a:cubicBezTo>
                      <a:cubicBezTo>
                        <a:pt x="0" y="2922"/>
                        <a:pt x="0" y="2959"/>
                        <a:pt x="0" y="2959"/>
                      </a:cubicBezTo>
                      <a:lnTo>
                        <a:pt x="6" y="2956"/>
                      </a:lnTo>
                      <a:lnTo>
                        <a:pt x="6" y="2956"/>
                      </a:lnTo>
                      <a:cubicBezTo>
                        <a:pt x="25" y="3070"/>
                        <a:pt x="87" y="3162"/>
                        <a:pt x="148" y="3254"/>
                      </a:cubicBezTo>
                      <a:cubicBezTo>
                        <a:pt x="259" y="3439"/>
                        <a:pt x="407" y="3550"/>
                        <a:pt x="592" y="3661"/>
                      </a:cubicBezTo>
                      <a:cubicBezTo>
                        <a:pt x="1146" y="3994"/>
                        <a:pt x="1812" y="4142"/>
                        <a:pt x="1849" y="4142"/>
                      </a:cubicBezTo>
                      <a:cubicBezTo>
                        <a:pt x="1870" y="4152"/>
                        <a:pt x="1892" y="4157"/>
                        <a:pt x="1914" y="4157"/>
                      </a:cubicBezTo>
                      <a:cubicBezTo>
                        <a:pt x="1966" y="4157"/>
                        <a:pt x="2018" y="4131"/>
                        <a:pt x="2071" y="4105"/>
                      </a:cubicBezTo>
                      <a:lnTo>
                        <a:pt x="4548" y="2663"/>
                      </a:lnTo>
                      <a:cubicBezTo>
                        <a:pt x="4622" y="2589"/>
                        <a:pt x="4695" y="2478"/>
                        <a:pt x="4695" y="2330"/>
                      </a:cubicBezTo>
                      <a:lnTo>
                        <a:pt x="4585" y="1554"/>
                      </a:lnTo>
                      <a:lnTo>
                        <a:pt x="4548" y="1480"/>
                      </a:lnTo>
                      <a:cubicBezTo>
                        <a:pt x="4326" y="888"/>
                        <a:pt x="3882" y="518"/>
                        <a:pt x="3475" y="297"/>
                      </a:cubicBezTo>
                      <a:cubicBezTo>
                        <a:pt x="3106" y="75"/>
                        <a:pt x="2773" y="1"/>
                        <a:pt x="27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9" name="Google Shape;2899;p51">
                  <a:extLst>
                    <a:ext uri="{FF2B5EF4-FFF2-40B4-BE49-F238E27FC236}">
                      <a16:creationId xmlns:a16="http://schemas.microsoft.com/office/drawing/2014/main" id="{CE682DA7-D971-3938-D5C5-4253A4A5D8F6}"/>
                    </a:ext>
                  </a:extLst>
                </p:cNvPr>
                <p:cNvSpPr/>
                <p:nvPr/>
              </p:nvSpPr>
              <p:spPr>
                <a:xfrm>
                  <a:off x="2129500" y="3838700"/>
                  <a:ext cx="832475" cy="118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99" h="47315" extrusionOk="0">
                      <a:moveTo>
                        <a:pt x="13450" y="1"/>
                      </a:moveTo>
                      <a:cubicBezTo>
                        <a:pt x="9313" y="1"/>
                        <a:pt x="4795" y="348"/>
                        <a:pt x="4795" y="348"/>
                      </a:cubicBezTo>
                      <a:cubicBezTo>
                        <a:pt x="2380" y="1336"/>
                        <a:pt x="1" y="10074"/>
                        <a:pt x="1673" y="10074"/>
                      </a:cubicBezTo>
                      <a:cubicBezTo>
                        <a:pt x="1690" y="10074"/>
                        <a:pt x="1708" y="10073"/>
                        <a:pt x="1726" y="10071"/>
                      </a:cubicBezTo>
                      <a:cubicBezTo>
                        <a:pt x="3501" y="9923"/>
                        <a:pt x="14296" y="8962"/>
                        <a:pt x="14296" y="8962"/>
                      </a:cubicBezTo>
                      <a:lnTo>
                        <a:pt x="14296" y="8962"/>
                      </a:lnTo>
                      <a:cubicBezTo>
                        <a:pt x="13963" y="13990"/>
                        <a:pt x="17217" y="23935"/>
                        <a:pt x="19620" y="27040"/>
                      </a:cubicBezTo>
                      <a:cubicBezTo>
                        <a:pt x="21210" y="29000"/>
                        <a:pt x="23095" y="35285"/>
                        <a:pt x="24056" y="37725"/>
                      </a:cubicBezTo>
                      <a:cubicBezTo>
                        <a:pt x="24574" y="39019"/>
                        <a:pt x="24537" y="40461"/>
                        <a:pt x="23982" y="41718"/>
                      </a:cubicBezTo>
                      <a:cubicBezTo>
                        <a:pt x="23687" y="42346"/>
                        <a:pt x="23502" y="43012"/>
                        <a:pt x="23613" y="43419"/>
                      </a:cubicBezTo>
                      <a:cubicBezTo>
                        <a:pt x="23945" y="44380"/>
                        <a:pt x="25092" y="44047"/>
                        <a:pt x="25720" y="44380"/>
                      </a:cubicBezTo>
                      <a:cubicBezTo>
                        <a:pt x="26385" y="44712"/>
                        <a:pt x="28456" y="46635"/>
                        <a:pt x="29047" y="47042"/>
                      </a:cubicBezTo>
                      <a:cubicBezTo>
                        <a:pt x="29371" y="47232"/>
                        <a:pt x="30214" y="47315"/>
                        <a:pt x="31026" y="47315"/>
                      </a:cubicBezTo>
                      <a:cubicBezTo>
                        <a:pt x="31792" y="47315"/>
                        <a:pt x="32530" y="47241"/>
                        <a:pt x="32781" y="47116"/>
                      </a:cubicBezTo>
                      <a:cubicBezTo>
                        <a:pt x="33299" y="46857"/>
                        <a:pt x="32338" y="46561"/>
                        <a:pt x="31746" y="46043"/>
                      </a:cubicBezTo>
                      <a:cubicBezTo>
                        <a:pt x="31155" y="45489"/>
                        <a:pt x="27679" y="39500"/>
                        <a:pt x="27679" y="39500"/>
                      </a:cubicBezTo>
                      <a:cubicBezTo>
                        <a:pt x="27679" y="39500"/>
                        <a:pt x="21357" y="2529"/>
                        <a:pt x="20064" y="902"/>
                      </a:cubicBezTo>
                      <a:cubicBezTo>
                        <a:pt x="19505" y="200"/>
                        <a:pt x="16587" y="1"/>
                        <a:pt x="13450" y="1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0" name="Google Shape;2900;p51">
                  <a:extLst>
                    <a:ext uri="{FF2B5EF4-FFF2-40B4-BE49-F238E27FC236}">
                      <a16:creationId xmlns:a16="http://schemas.microsoft.com/office/drawing/2014/main" id="{9C1D84A3-9C87-DB9E-0793-01A1B6945110}"/>
                    </a:ext>
                  </a:extLst>
                </p:cNvPr>
                <p:cNvSpPr/>
                <p:nvPr/>
              </p:nvSpPr>
              <p:spPr>
                <a:xfrm>
                  <a:off x="2149525" y="3831675"/>
                  <a:ext cx="811550" cy="119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62" h="47915" extrusionOk="0">
                      <a:moveTo>
                        <a:pt x="12682" y="592"/>
                      </a:moveTo>
                      <a:cubicBezTo>
                        <a:pt x="14235" y="592"/>
                        <a:pt x="15750" y="666"/>
                        <a:pt x="16896" y="777"/>
                      </a:cubicBezTo>
                      <a:cubicBezTo>
                        <a:pt x="17488" y="850"/>
                        <a:pt x="18006" y="924"/>
                        <a:pt x="18375" y="1035"/>
                      </a:cubicBezTo>
                      <a:cubicBezTo>
                        <a:pt x="18745" y="1146"/>
                        <a:pt x="18967" y="1294"/>
                        <a:pt x="19041" y="1368"/>
                      </a:cubicBezTo>
                      <a:cubicBezTo>
                        <a:pt x="19041" y="1405"/>
                        <a:pt x="19078" y="1442"/>
                        <a:pt x="19115" y="1553"/>
                      </a:cubicBezTo>
                      <a:cubicBezTo>
                        <a:pt x="19299" y="1960"/>
                        <a:pt x="19558" y="2921"/>
                        <a:pt x="19891" y="4215"/>
                      </a:cubicBezTo>
                      <a:cubicBezTo>
                        <a:pt x="20963" y="8725"/>
                        <a:pt x="22627" y="17635"/>
                        <a:pt x="24032" y="25436"/>
                      </a:cubicBezTo>
                      <a:cubicBezTo>
                        <a:pt x="24734" y="29318"/>
                        <a:pt x="25363" y="32904"/>
                        <a:pt x="25843" y="35566"/>
                      </a:cubicBezTo>
                      <a:cubicBezTo>
                        <a:pt x="26065" y="36860"/>
                        <a:pt x="26250" y="37932"/>
                        <a:pt x="26361" y="38672"/>
                      </a:cubicBezTo>
                      <a:cubicBezTo>
                        <a:pt x="26509" y="39448"/>
                        <a:pt x="26583" y="39855"/>
                        <a:pt x="26583" y="39855"/>
                      </a:cubicBezTo>
                      <a:lnTo>
                        <a:pt x="26620" y="39965"/>
                      </a:lnTo>
                      <a:cubicBezTo>
                        <a:pt x="26620" y="39965"/>
                        <a:pt x="27470" y="41444"/>
                        <a:pt x="28431" y="42997"/>
                      </a:cubicBezTo>
                      <a:cubicBezTo>
                        <a:pt x="28912" y="43773"/>
                        <a:pt x="29392" y="44587"/>
                        <a:pt x="29799" y="45215"/>
                      </a:cubicBezTo>
                      <a:cubicBezTo>
                        <a:pt x="30021" y="45548"/>
                        <a:pt x="30206" y="45807"/>
                        <a:pt x="30354" y="46029"/>
                      </a:cubicBezTo>
                      <a:cubicBezTo>
                        <a:pt x="30539" y="46251"/>
                        <a:pt x="30649" y="46435"/>
                        <a:pt x="30760" y="46546"/>
                      </a:cubicBezTo>
                      <a:cubicBezTo>
                        <a:pt x="31019" y="46768"/>
                        <a:pt x="31315" y="46953"/>
                        <a:pt x="31574" y="47101"/>
                      </a:cubicBezTo>
                      <a:cubicBezTo>
                        <a:pt x="31611" y="47126"/>
                        <a:pt x="31644" y="47151"/>
                        <a:pt x="31675" y="47174"/>
                      </a:cubicBezTo>
                      <a:lnTo>
                        <a:pt x="31675" y="47174"/>
                      </a:lnTo>
                      <a:cubicBezTo>
                        <a:pt x="31666" y="47175"/>
                        <a:pt x="31657" y="47175"/>
                        <a:pt x="31648" y="47175"/>
                      </a:cubicBezTo>
                      <a:cubicBezTo>
                        <a:pt x="31315" y="47249"/>
                        <a:pt x="30760" y="47286"/>
                        <a:pt x="30206" y="47286"/>
                      </a:cubicBezTo>
                      <a:cubicBezTo>
                        <a:pt x="29799" y="47286"/>
                        <a:pt x="29392" y="47286"/>
                        <a:pt x="29097" y="47249"/>
                      </a:cubicBezTo>
                      <a:cubicBezTo>
                        <a:pt x="28764" y="47175"/>
                        <a:pt x="28468" y="47101"/>
                        <a:pt x="28394" y="47064"/>
                      </a:cubicBezTo>
                      <a:cubicBezTo>
                        <a:pt x="28283" y="46990"/>
                        <a:pt x="28062" y="46768"/>
                        <a:pt x="27766" y="46546"/>
                      </a:cubicBezTo>
                      <a:cubicBezTo>
                        <a:pt x="27322" y="46177"/>
                        <a:pt x="26805" y="45733"/>
                        <a:pt x="26287" y="45289"/>
                      </a:cubicBezTo>
                      <a:cubicBezTo>
                        <a:pt x="26065" y="45104"/>
                        <a:pt x="25806" y="44920"/>
                        <a:pt x="25621" y="44735"/>
                      </a:cubicBezTo>
                      <a:cubicBezTo>
                        <a:pt x="25400" y="44587"/>
                        <a:pt x="25215" y="44476"/>
                        <a:pt x="25067" y="44365"/>
                      </a:cubicBezTo>
                      <a:cubicBezTo>
                        <a:pt x="24660" y="44180"/>
                        <a:pt x="24180" y="44180"/>
                        <a:pt x="23810" y="44106"/>
                      </a:cubicBezTo>
                      <a:cubicBezTo>
                        <a:pt x="23625" y="44069"/>
                        <a:pt x="23477" y="44032"/>
                        <a:pt x="23366" y="43958"/>
                      </a:cubicBezTo>
                      <a:cubicBezTo>
                        <a:pt x="23255" y="43884"/>
                        <a:pt x="23181" y="43773"/>
                        <a:pt x="23107" y="43589"/>
                      </a:cubicBezTo>
                      <a:cubicBezTo>
                        <a:pt x="23107" y="43552"/>
                        <a:pt x="23107" y="43478"/>
                        <a:pt x="23107" y="43404"/>
                      </a:cubicBezTo>
                      <a:cubicBezTo>
                        <a:pt x="23070" y="43071"/>
                        <a:pt x="23255" y="42590"/>
                        <a:pt x="23440" y="42147"/>
                      </a:cubicBezTo>
                      <a:cubicBezTo>
                        <a:pt x="23773" y="41407"/>
                        <a:pt x="23921" y="40631"/>
                        <a:pt x="23921" y="39892"/>
                      </a:cubicBezTo>
                      <a:cubicBezTo>
                        <a:pt x="23921" y="39189"/>
                        <a:pt x="23810" y="38524"/>
                        <a:pt x="23551" y="37895"/>
                      </a:cubicBezTo>
                      <a:cubicBezTo>
                        <a:pt x="23070" y="36675"/>
                        <a:pt x="22368" y="34494"/>
                        <a:pt x="21555" y="32386"/>
                      </a:cubicBezTo>
                      <a:cubicBezTo>
                        <a:pt x="21185" y="31314"/>
                        <a:pt x="20741" y="30242"/>
                        <a:pt x="20335" y="29355"/>
                      </a:cubicBezTo>
                      <a:cubicBezTo>
                        <a:pt x="19928" y="28431"/>
                        <a:pt x="19484" y="27654"/>
                        <a:pt x="19078" y="27100"/>
                      </a:cubicBezTo>
                      <a:cubicBezTo>
                        <a:pt x="18523" y="26434"/>
                        <a:pt x="17895" y="25325"/>
                        <a:pt x="17303" y="23957"/>
                      </a:cubicBezTo>
                      <a:cubicBezTo>
                        <a:pt x="15455" y="19964"/>
                        <a:pt x="13754" y="13827"/>
                        <a:pt x="13754" y="9982"/>
                      </a:cubicBezTo>
                      <a:cubicBezTo>
                        <a:pt x="13754" y="9723"/>
                        <a:pt x="13791" y="9502"/>
                        <a:pt x="13791" y="9280"/>
                      </a:cubicBezTo>
                      <a:cubicBezTo>
                        <a:pt x="13791" y="9169"/>
                        <a:pt x="13754" y="9095"/>
                        <a:pt x="13680" y="9021"/>
                      </a:cubicBezTo>
                      <a:cubicBezTo>
                        <a:pt x="13643" y="8984"/>
                        <a:pt x="13532" y="8947"/>
                        <a:pt x="13458" y="8947"/>
                      </a:cubicBezTo>
                      <a:cubicBezTo>
                        <a:pt x="13458" y="8947"/>
                        <a:pt x="2663" y="9908"/>
                        <a:pt x="888" y="10056"/>
                      </a:cubicBezTo>
                      <a:lnTo>
                        <a:pt x="814" y="10019"/>
                      </a:lnTo>
                      <a:cubicBezTo>
                        <a:pt x="777" y="10019"/>
                        <a:pt x="703" y="9945"/>
                        <a:pt x="666" y="9760"/>
                      </a:cubicBezTo>
                      <a:cubicBezTo>
                        <a:pt x="629" y="9613"/>
                        <a:pt x="629" y="9391"/>
                        <a:pt x="629" y="9132"/>
                      </a:cubicBezTo>
                      <a:cubicBezTo>
                        <a:pt x="592" y="7986"/>
                        <a:pt x="1073" y="6063"/>
                        <a:pt x="1738" y="4363"/>
                      </a:cubicBezTo>
                      <a:cubicBezTo>
                        <a:pt x="2071" y="3512"/>
                        <a:pt x="2478" y="2736"/>
                        <a:pt x="2885" y="2107"/>
                      </a:cubicBezTo>
                      <a:cubicBezTo>
                        <a:pt x="3299" y="1521"/>
                        <a:pt x="3681" y="1127"/>
                        <a:pt x="4030" y="957"/>
                      </a:cubicBezTo>
                      <a:lnTo>
                        <a:pt x="4030" y="957"/>
                      </a:lnTo>
                      <a:lnTo>
                        <a:pt x="4031" y="961"/>
                      </a:lnTo>
                      <a:cubicBezTo>
                        <a:pt x="4031" y="961"/>
                        <a:pt x="4289" y="924"/>
                        <a:pt x="4807" y="887"/>
                      </a:cubicBezTo>
                      <a:cubicBezTo>
                        <a:pt x="6249" y="813"/>
                        <a:pt x="9576" y="592"/>
                        <a:pt x="12682" y="592"/>
                      </a:cubicBezTo>
                      <a:close/>
                      <a:moveTo>
                        <a:pt x="12682" y="0"/>
                      </a:moveTo>
                      <a:cubicBezTo>
                        <a:pt x="8541" y="0"/>
                        <a:pt x="3994" y="333"/>
                        <a:pt x="3957" y="333"/>
                      </a:cubicBezTo>
                      <a:lnTo>
                        <a:pt x="3883" y="370"/>
                      </a:lnTo>
                      <a:cubicBezTo>
                        <a:pt x="3328" y="592"/>
                        <a:pt x="2848" y="1109"/>
                        <a:pt x="2404" y="1775"/>
                      </a:cubicBezTo>
                      <a:cubicBezTo>
                        <a:pt x="1701" y="2773"/>
                        <a:pt x="1110" y="4141"/>
                        <a:pt x="703" y="5472"/>
                      </a:cubicBezTo>
                      <a:cubicBezTo>
                        <a:pt x="260" y="6840"/>
                        <a:pt x="1" y="8171"/>
                        <a:pt x="1" y="9132"/>
                      </a:cubicBezTo>
                      <a:cubicBezTo>
                        <a:pt x="1" y="9539"/>
                        <a:pt x="38" y="9871"/>
                        <a:pt x="149" y="10167"/>
                      </a:cubicBezTo>
                      <a:cubicBezTo>
                        <a:pt x="223" y="10278"/>
                        <a:pt x="297" y="10426"/>
                        <a:pt x="444" y="10537"/>
                      </a:cubicBezTo>
                      <a:cubicBezTo>
                        <a:pt x="555" y="10611"/>
                        <a:pt x="703" y="10685"/>
                        <a:pt x="888" y="10685"/>
                      </a:cubicBezTo>
                      <a:lnTo>
                        <a:pt x="962" y="10685"/>
                      </a:lnTo>
                      <a:cubicBezTo>
                        <a:pt x="1849" y="10574"/>
                        <a:pt x="4992" y="10315"/>
                        <a:pt x="7913" y="10056"/>
                      </a:cubicBezTo>
                      <a:cubicBezTo>
                        <a:pt x="9354" y="9908"/>
                        <a:pt x="10759" y="9797"/>
                        <a:pt x="11794" y="9723"/>
                      </a:cubicBezTo>
                      <a:cubicBezTo>
                        <a:pt x="12393" y="9659"/>
                        <a:pt x="12868" y="9620"/>
                        <a:pt x="13162" y="9598"/>
                      </a:cubicBezTo>
                      <a:lnTo>
                        <a:pt x="13162" y="9598"/>
                      </a:lnTo>
                      <a:cubicBezTo>
                        <a:pt x="13162" y="9723"/>
                        <a:pt x="13162" y="9853"/>
                        <a:pt x="13162" y="9982"/>
                      </a:cubicBezTo>
                      <a:cubicBezTo>
                        <a:pt x="13162" y="12644"/>
                        <a:pt x="13939" y="16267"/>
                        <a:pt x="14974" y="19595"/>
                      </a:cubicBezTo>
                      <a:cubicBezTo>
                        <a:pt x="15528" y="21258"/>
                        <a:pt x="16120" y="22848"/>
                        <a:pt x="16749" y="24216"/>
                      </a:cubicBezTo>
                      <a:cubicBezTo>
                        <a:pt x="17340" y="25584"/>
                        <a:pt x="17969" y="26730"/>
                        <a:pt x="18597" y="27506"/>
                      </a:cubicBezTo>
                      <a:cubicBezTo>
                        <a:pt x="18967" y="27950"/>
                        <a:pt x="19373" y="28726"/>
                        <a:pt x="19780" y="29614"/>
                      </a:cubicBezTo>
                      <a:cubicBezTo>
                        <a:pt x="21000" y="32276"/>
                        <a:pt x="22257" y="36268"/>
                        <a:pt x="22997" y="38117"/>
                      </a:cubicBezTo>
                      <a:cubicBezTo>
                        <a:pt x="23218" y="38672"/>
                        <a:pt x="23329" y="39263"/>
                        <a:pt x="23329" y="39892"/>
                      </a:cubicBezTo>
                      <a:cubicBezTo>
                        <a:pt x="23329" y="40557"/>
                        <a:pt x="23181" y="41259"/>
                        <a:pt x="22886" y="41888"/>
                      </a:cubicBezTo>
                      <a:cubicBezTo>
                        <a:pt x="22664" y="42406"/>
                        <a:pt x="22479" y="42923"/>
                        <a:pt x="22479" y="43404"/>
                      </a:cubicBezTo>
                      <a:cubicBezTo>
                        <a:pt x="22479" y="43515"/>
                        <a:pt x="22479" y="43663"/>
                        <a:pt x="22553" y="43773"/>
                      </a:cubicBezTo>
                      <a:cubicBezTo>
                        <a:pt x="22627" y="44069"/>
                        <a:pt x="22812" y="44328"/>
                        <a:pt x="23034" y="44439"/>
                      </a:cubicBezTo>
                      <a:cubicBezTo>
                        <a:pt x="23366" y="44661"/>
                        <a:pt x="23699" y="44735"/>
                        <a:pt x="24032" y="44772"/>
                      </a:cubicBezTo>
                      <a:cubicBezTo>
                        <a:pt x="24364" y="44809"/>
                        <a:pt x="24623" y="44846"/>
                        <a:pt x="24808" y="44920"/>
                      </a:cubicBezTo>
                      <a:cubicBezTo>
                        <a:pt x="24919" y="44993"/>
                        <a:pt x="25178" y="45178"/>
                        <a:pt x="25437" y="45400"/>
                      </a:cubicBezTo>
                      <a:cubicBezTo>
                        <a:pt x="25880" y="45733"/>
                        <a:pt x="26398" y="46214"/>
                        <a:pt x="26915" y="46620"/>
                      </a:cubicBezTo>
                      <a:cubicBezTo>
                        <a:pt x="27396" y="47027"/>
                        <a:pt x="27803" y="47397"/>
                        <a:pt x="28062" y="47581"/>
                      </a:cubicBezTo>
                      <a:cubicBezTo>
                        <a:pt x="28320" y="47729"/>
                        <a:pt x="28616" y="47803"/>
                        <a:pt x="28986" y="47840"/>
                      </a:cubicBezTo>
                      <a:cubicBezTo>
                        <a:pt x="29355" y="47877"/>
                        <a:pt x="29799" y="47914"/>
                        <a:pt x="30206" y="47914"/>
                      </a:cubicBezTo>
                      <a:cubicBezTo>
                        <a:pt x="30612" y="47914"/>
                        <a:pt x="30982" y="47877"/>
                        <a:pt x="31315" y="47840"/>
                      </a:cubicBezTo>
                      <a:cubicBezTo>
                        <a:pt x="31500" y="47840"/>
                        <a:pt x="31648" y="47803"/>
                        <a:pt x="31759" y="47766"/>
                      </a:cubicBezTo>
                      <a:cubicBezTo>
                        <a:pt x="31906" y="47766"/>
                        <a:pt x="32017" y="47729"/>
                        <a:pt x="32128" y="47655"/>
                      </a:cubicBezTo>
                      <a:cubicBezTo>
                        <a:pt x="32202" y="47618"/>
                        <a:pt x="32276" y="47581"/>
                        <a:pt x="32313" y="47508"/>
                      </a:cubicBezTo>
                      <a:cubicBezTo>
                        <a:pt x="32387" y="47434"/>
                        <a:pt x="32461" y="47323"/>
                        <a:pt x="32461" y="47212"/>
                      </a:cubicBezTo>
                      <a:cubicBezTo>
                        <a:pt x="32424" y="47101"/>
                        <a:pt x="32387" y="47027"/>
                        <a:pt x="32350" y="46953"/>
                      </a:cubicBezTo>
                      <a:cubicBezTo>
                        <a:pt x="32276" y="46879"/>
                        <a:pt x="32202" y="46805"/>
                        <a:pt x="32091" y="46731"/>
                      </a:cubicBezTo>
                      <a:cubicBezTo>
                        <a:pt x="31833" y="46546"/>
                        <a:pt x="31426" y="46324"/>
                        <a:pt x="31167" y="46066"/>
                      </a:cubicBezTo>
                      <a:cubicBezTo>
                        <a:pt x="31130" y="46066"/>
                        <a:pt x="31019" y="45881"/>
                        <a:pt x="30871" y="45696"/>
                      </a:cubicBezTo>
                      <a:cubicBezTo>
                        <a:pt x="30354" y="44957"/>
                        <a:pt x="29429" y="43441"/>
                        <a:pt x="28616" y="42110"/>
                      </a:cubicBezTo>
                      <a:cubicBezTo>
                        <a:pt x="28209" y="41444"/>
                        <a:pt x="27840" y="40816"/>
                        <a:pt x="27581" y="40372"/>
                      </a:cubicBezTo>
                      <a:cubicBezTo>
                        <a:pt x="27378" y="40025"/>
                        <a:pt x="27221" y="39768"/>
                        <a:pt x="27162" y="39673"/>
                      </a:cubicBezTo>
                      <a:lnTo>
                        <a:pt x="27162" y="39673"/>
                      </a:lnTo>
                      <a:cubicBezTo>
                        <a:pt x="27016" y="38804"/>
                        <a:pt x="25533" y="30020"/>
                        <a:pt x="23884" y="21036"/>
                      </a:cubicBezTo>
                      <a:cubicBezTo>
                        <a:pt x="22997" y="16304"/>
                        <a:pt x="22072" y="11535"/>
                        <a:pt x="21296" y="7838"/>
                      </a:cubicBezTo>
                      <a:cubicBezTo>
                        <a:pt x="20926" y="5989"/>
                        <a:pt x="20556" y="4400"/>
                        <a:pt x="20261" y="3254"/>
                      </a:cubicBezTo>
                      <a:cubicBezTo>
                        <a:pt x="20113" y="2662"/>
                        <a:pt x="20002" y="2144"/>
                        <a:pt x="19854" y="1775"/>
                      </a:cubicBezTo>
                      <a:cubicBezTo>
                        <a:pt x="19817" y="1590"/>
                        <a:pt x="19743" y="1442"/>
                        <a:pt x="19706" y="1331"/>
                      </a:cubicBezTo>
                      <a:cubicBezTo>
                        <a:pt x="19632" y="1183"/>
                        <a:pt x="19595" y="1072"/>
                        <a:pt x="19521" y="998"/>
                      </a:cubicBezTo>
                      <a:cubicBezTo>
                        <a:pt x="19299" y="740"/>
                        <a:pt x="18967" y="592"/>
                        <a:pt x="18523" y="444"/>
                      </a:cubicBezTo>
                      <a:cubicBezTo>
                        <a:pt x="17895" y="259"/>
                        <a:pt x="17044" y="148"/>
                        <a:pt x="16009" y="74"/>
                      </a:cubicBezTo>
                      <a:cubicBezTo>
                        <a:pt x="15011" y="0"/>
                        <a:pt x="13865" y="0"/>
                        <a:pt x="1268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1" name="Google Shape;2901;p51">
                  <a:extLst>
                    <a:ext uri="{FF2B5EF4-FFF2-40B4-BE49-F238E27FC236}">
                      <a16:creationId xmlns:a16="http://schemas.microsoft.com/office/drawing/2014/main" id="{F8AB57E1-CB2C-3736-0861-1592EEAB8719}"/>
                    </a:ext>
                  </a:extLst>
                </p:cNvPr>
                <p:cNvSpPr/>
                <p:nvPr/>
              </p:nvSpPr>
              <p:spPr>
                <a:xfrm>
                  <a:off x="2676375" y="4926925"/>
                  <a:ext cx="287175" cy="11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7" h="4733" extrusionOk="0">
                      <a:moveTo>
                        <a:pt x="1072" y="0"/>
                      </a:moveTo>
                      <a:cubicBezTo>
                        <a:pt x="1072" y="0"/>
                        <a:pt x="0" y="0"/>
                        <a:pt x="887" y="888"/>
                      </a:cubicBezTo>
                      <a:cubicBezTo>
                        <a:pt x="1775" y="1775"/>
                        <a:pt x="1775" y="4585"/>
                        <a:pt x="1775" y="4585"/>
                      </a:cubicBezTo>
                      <a:lnTo>
                        <a:pt x="2810" y="4585"/>
                      </a:lnTo>
                      <a:cubicBezTo>
                        <a:pt x="2810" y="4585"/>
                        <a:pt x="2477" y="3180"/>
                        <a:pt x="2995" y="2477"/>
                      </a:cubicBezTo>
                      <a:cubicBezTo>
                        <a:pt x="2995" y="2477"/>
                        <a:pt x="3097" y="2470"/>
                        <a:pt x="3259" y="2470"/>
                      </a:cubicBezTo>
                      <a:cubicBezTo>
                        <a:pt x="3805" y="2470"/>
                        <a:pt x="5030" y="2558"/>
                        <a:pt x="5287" y="3328"/>
                      </a:cubicBezTo>
                      <a:cubicBezTo>
                        <a:pt x="5509" y="4030"/>
                        <a:pt x="6248" y="4733"/>
                        <a:pt x="6248" y="4733"/>
                      </a:cubicBezTo>
                      <a:lnTo>
                        <a:pt x="9649" y="4733"/>
                      </a:lnTo>
                      <a:cubicBezTo>
                        <a:pt x="10574" y="4733"/>
                        <a:pt x="11165" y="4289"/>
                        <a:pt x="11313" y="4030"/>
                      </a:cubicBezTo>
                      <a:cubicBezTo>
                        <a:pt x="11442" y="3804"/>
                        <a:pt x="11487" y="3691"/>
                        <a:pt x="11075" y="3691"/>
                      </a:cubicBezTo>
                      <a:cubicBezTo>
                        <a:pt x="11016" y="3691"/>
                        <a:pt x="10948" y="3693"/>
                        <a:pt x="10869" y="3698"/>
                      </a:cubicBezTo>
                      <a:cubicBezTo>
                        <a:pt x="10783" y="3703"/>
                        <a:pt x="10660" y="3706"/>
                        <a:pt x="10509" y="3706"/>
                      </a:cubicBezTo>
                      <a:cubicBezTo>
                        <a:pt x="9626" y="3706"/>
                        <a:pt x="7820" y="3601"/>
                        <a:pt x="7283" y="3254"/>
                      </a:cubicBezTo>
                      <a:cubicBezTo>
                        <a:pt x="6951" y="3032"/>
                        <a:pt x="6581" y="2588"/>
                        <a:pt x="6322" y="2256"/>
                      </a:cubicBezTo>
                      <a:cubicBezTo>
                        <a:pt x="6063" y="1923"/>
                        <a:pt x="3697" y="814"/>
                        <a:pt x="2403" y="333"/>
                      </a:cubicBezTo>
                      <a:lnTo>
                        <a:pt x="107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2" name="Google Shape;2902;p51">
                  <a:extLst>
                    <a:ext uri="{FF2B5EF4-FFF2-40B4-BE49-F238E27FC236}">
                      <a16:creationId xmlns:a16="http://schemas.microsoft.com/office/drawing/2014/main" id="{CE1CE431-D1C9-56F7-8781-B0E4F5309819}"/>
                    </a:ext>
                  </a:extLst>
                </p:cNvPr>
                <p:cNvSpPr/>
                <p:nvPr/>
              </p:nvSpPr>
              <p:spPr>
                <a:xfrm>
                  <a:off x="2681900" y="4919525"/>
                  <a:ext cx="287475" cy="13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9" h="5325" extrusionOk="0">
                      <a:moveTo>
                        <a:pt x="802" y="598"/>
                      </a:moveTo>
                      <a:lnTo>
                        <a:pt x="2074" y="916"/>
                      </a:lnTo>
                      <a:lnTo>
                        <a:pt x="2074" y="916"/>
                      </a:lnTo>
                      <a:lnTo>
                        <a:pt x="2071" y="925"/>
                      </a:lnTo>
                      <a:cubicBezTo>
                        <a:pt x="2700" y="1147"/>
                        <a:pt x="3624" y="1553"/>
                        <a:pt x="4400" y="1923"/>
                      </a:cubicBezTo>
                      <a:cubicBezTo>
                        <a:pt x="4807" y="2108"/>
                        <a:pt x="5140" y="2293"/>
                        <a:pt x="5399" y="2441"/>
                      </a:cubicBezTo>
                      <a:cubicBezTo>
                        <a:pt x="5546" y="2515"/>
                        <a:pt x="5657" y="2589"/>
                        <a:pt x="5731" y="2626"/>
                      </a:cubicBezTo>
                      <a:lnTo>
                        <a:pt x="5842" y="2700"/>
                      </a:lnTo>
                      <a:lnTo>
                        <a:pt x="5842" y="2737"/>
                      </a:lnTo>
                      <a:cubicBezTo>
                        <a:pt x="6138" y="3106"/>
                        <a:pt x="6508" y="3550"/>
                        <a:pt x="6914" y="3809"/>
                      </a:cubicBezTo>
                      <a:cubicBezTo>
                        <a:pt x="7099" y="3957"/>
                        <a:pt x="7321" y="3994"/>
                        <a:pt x="7617" y="4067"/>
                      </a:cubicBezTo>
                      <a:cubicBezTo>
                        <a:pt x="8430" y="4252"/>
                        <a:pt x="9613" y="4289"/>
                        <a:pt x="10279" y="4289"/>
                      </a:cubicBezTo>
                      <a:lnTo>
                        <a:pt x="10744" y="4289"/>
                      </a:lnTo>
                      <a:cubicBezTo>
                        <a:pt x="10673" y="4360"/>
                        <a:pt x="10564" y="4443"/>
                        <a:pt x="10427" y="4511"/>
                      </a:cubicBezTo>
                      <a:cubicBezTo>
                        <a:pt x="10168" y="4622"/>
                        <a:pt x="9835" y="4733"/>
                        <a:pt x="9428" y="4733"/>
                      </a:cubicBezTo>
                      <a:lnTo>
                        <a:pt x="6175" y="4733"/>
                      </a:lnTo>
                      <a:cubicBezTo>
                        <a:pt x="6087" y="4644"/>
                        <a:pt x="5933" y="4480"/>
                        <a:pt x="5805" y="4289"/>
                      </a:cubicBezTo>
                      <a:cubicBezTo>
                        <a:pt x="5620" y="4067"/>
                        <a:pt x="5436" y="3772"/>
                        <a:pt x="5362" y="3550"/>
                      </a:cubicBezTo>
                      <a:cubicBezTo>
                        <a:pt x="5288" y="3291"/>
                        <a:pt x="5103" y="3069"/>
                        <a:pt x="4881" y="2921"/>
                      </a:cubicBezTo>
                      <a:cubicBezTo>
                        <a:pt x="4585" y="2700"/>
                        <a:pt x="4216" y="2589"/>
                        <a:pt x="3883" y="2515"/>
                      </a:cubicBezTo>
                      <a:cubicBezTo>
                        <a:pt x="3550" y="2441"/>
                        <a:pt x="3217" y="2441"/>
                        <a:pt x="3032" y="2441"/>
                      </a:cubicBezTo>
                      <a:lnTo>
                        <a:pt x="2774" y="2441"/>
                      </a:lnTo>
                      <a:cubicBezTo>
                        <a:pt x="2663" y="2441"/>
                        <a:pt x="2589" y="2515"/>
                        <a:pt x="2515" y="2589"/>
                      </a:cubicBezTo>
                      <a:cubicBezTo>
                        <a:pt x="2256" y="2958"/>
                        <a:pt x="2182" y="3439"/>
                        <a:pt x="2182" y="3883"/>
                      </a:cubicBezTo>
                      <a:cubicBezTo>
                        <a:pt x="2182" y="4130"/>
                        <a:pt x="2204" y="4363"/>
                        <a:pt x="2229" y="4548"/>
                      </a:cubicBezTo>
                      <a:lnTo>
                        <a:pt x="1842" y="4548"/>
                      </a:lnTo>
                      <a:cubicBezTo>
                        <a:pt x="1832" y="4256"/>
                        <a:pt x="1805" y="3800"/>
                        <a:pt x="1739" y="3291"/>
                      </a:cubicBezTo>
                      <a:cubicBezTo>
                        <a:pt x="1702" y="2884"/>
                        <a:pt x="1591" y="2441"/>
                        <a:pt x="1480" y="2034"/>
                      </a:cubicBezTo>
                      <a:cubicBezTo>
                        <a:pt x="1332" y="1627"/>
                        <a:pt x="1184" y="1258"/>
                        <a:pt x="888" y="962"/>
                      </a:cubicBezTo>
                      <a:cubicBezTo>
                        <a:pt x="777" y="851"/>
                        <a:pt x="703" y="740"/>
                        <a:pt x="666" y="703"/>
                      </a:cubicBezTo>
                      <a:lnTo>
                        <a:pt x="638" y="647"/>
                      </a:lnTo>
                      <a:lnTo>
                        <a:pt x="638" y="647"/>
                      </a:lnTo>
                      <a:cubicBezTo>
                        <a:pt x="659" y="629"/>
                        <a:pt x="711" y="629"/>
                        <a:pt x="740" y="629"/>
                      </a:cubicBezTo>
                      <a:lnTo>
                        <a:pt x="802" y="598"/>
                      </a:lnTo>
                      <a:close/>
                      <a:moveTo>
                        <a:pt x="851" y="1"/>
                      </a:moveTo>
                      <a:cubicBezTo>
                        <a:pt x="814" y="1"/>
                        <a:pt x="666" y="1"/>
                        <a:pt x="482" y="38"/>
                      </a:cubicBezTo>
                      <a:cubicBezTo>
                        <a:pt x="408" y="75"/>
                        <a:pt x="297" y="112"/>
                        <a:pt x="186" y="186"/>
                      </a:cubicBezTo>
                      <a:cubicBezTo>
                        <a:pt x="112" y="296"/>
                        <a:pt x="1" y="444"/>
                        <a:pt x="1" y="592"/>
                      </a:cubicBezTo>
                      <a:cubicBezTo>
                        <a:pt x="1" y="740"/>
                        <a:pt x="75" y="888"/>
                        <a:pt x="149" y="999"/>
                      </a:cubicBezTo>
                      <a:cubicBezTo>
                        <a:pt x="223" y="1110"/>
                        <a:pt x="297" y="1258"/>
                        <a:pt x="445" y="1406"/>
                      </a:cubicBezTo>
                      <a:cubicBezTo>
                        <a:pt x="629" y="1553"/>
                        <a:pt x="777" y="1849"/>
                        <a:pt x="888" y="2219"/>
                      </a:cubicBezTo>
                      <a:cubicBezTo>
                        <a:pt x="1073" y="2773"/>
                        <a:pt x="1147" y="3439"/>
                        <a:pt x="1184" y="3957"/>
                      </a:cubicBezTo>
                      <a:cubicBezTo>
                        <a:pt x="1221" y="4215"/>
                        <a:pt x="1221" y="4437"/>
                        <a:pt x="1221" y="4622"/>
                      </a:cubicBezTo>
                      <a:cubicBezTo>
                        <a:pt x="1258" y="4770"/>
                        <a:pt x="1258" y="4881"/>
                        <a:pt x="1258" y="4881"/>
                      </a:cubicBezTo>
                      <a:cubicBezTo>
                        <a:pt x="1258" y="4955"/>
                        <a:pt x="1258" y="5029"/>
                        <a:pt x="1332" y="5066"/>
                      </a:cubicBezTo>
                      <a:cubicBezTo>
                        <a:pt x="1406" y="5140"/>
                        <a:pt x="1480" y="5177"/>
                        <a:pt x="1554" y="5177"/>
                      </a:cubicBezTo>
                      <a:lnTo>
                        <a:pt x="2589" y="5177"/>
                      </a:lnTo>
                      <a:cubicBezTo>
                        <a:pt x="2700" y="5177"/>
                        <a:pt x="2774" y="5140"/>
                        <a:pt x="2848" y="5066"/>
                      </a:cubicBezTo>
                      <a:cubicBezTo>
                        <a:pt x="2922" y="4992"/>
                        <a:pt x="2922" y="4881"/>
                        <a:pt x="2885" y="4807"/>
                      </a:cubicBezTo>
                      <a:lnTo>
                        <a:pt x="2885" y="4770"/>
                      </a:lnTo>
                      <a:cubicBezTo>
                        <a:pt x="2885" y="4696"/>
                        <a:pt x="2811" y="4289"/>
                        <a:pt x="2811" y="3883"/>
                      </a:cubicBezTo>
                      <a:cubicBezTo>
                        <a:pt x="2811" y="3577"/>
                        <a:pt x="2836" y="3270"/>
                        <a:pt x="2950" y="3069"/>
                      </a:cubicBezTo>
                      <a:lnTo>
                        <a:pt x="3032" y="3069"/>
                      </a:lnTo>
                      <a:cubicBezTo>
                        <a:pt x="3254" y="3069"/>
                        <a:pt x="3698" y="3069"/>
                        <a:pt x="4068" y="3180"/>
                      </a:cubicBezTo>
                      <a:cubicBezTo>
                        <a:pt x="4253" y="3254"/>
                        <a:pt x="4400" y="3328"/>
                        <a:pt x="4511" y="3402"/>
                      </a:cubicBezTo>
                      <a:cubicBezTo>
                        <a:pt x="4659" y="3513"/>
                        <a:pt x="4733" y="3587"/>
                        <a:pt x="4770" y="3735"/>
                      </a:cubicBezTo>
                      <a:cubicBezTo>
                        <a:pt x="4881" y="4141"/>
                        <a:pt x="5177" y="4511"/>
                        <a:pt x="5399" y="4770"/>
                      </a:cubicBezTo>
                      <a:cubicBezTo>
                        <a:pt x="5620" y="5066"/>
                        <a:pt x="5842" y="5251"/>
                        <a:pt x="5842" y="5251"/>
                      </a:cubicBezTo>
                      <a:cubicBezTo>
                        <a:pt x="5879" y="5287"/>
                        <a:pt x="5953" y="5324"/>
                        <a:pt x="6027" y="5324"/>
                      </a:cubicBezTo>
                      <a:lnTo>
                        <a:pt x="9428" y="5324"/>
                      </a:lnTo>
                      <a:cubicBezTo>
                        <a:pt x="9946" y="5324"/>
                        <a:pt x="10353" y="5214"/>
                        <a:pt x="10685" y="5066"/>
                      </a:cubicBezTo>
                      <a:cubicBezTo>
                        <a:pt x="11018" y="4881"/>
                        <a:pt x="11240" y="4696"/>
                        <a:pt x="11351" y="4474"/>
                      </a:cubicBezTo>
                      <a:cubicBezTo>
                        <a:pt x="11388" y="4437"/>
                        <a:pt x="11425" y="4400"/>
                        <a:pt x="11425" y="4326"/>
                      </a:cubicBezTo>
                      <a:cubicBezTo>
                        <a:pt x="11462" y="4252"/>
                        <a:pt x="11499" y="4215"/>
                        <a:pt x="11499" y="4104"/>
                      </a:cubicBezTo>
                      <a:cubicBezTo>
                        <a:pt x="11499" y="4030"/>
                        <a:pt x="11462" y="3920"/>
                        <a:pt x="11425" y="3846"/>
                      </a:cubicBezTo>
                      <a:cubicBezTo>
                        <a:pt x="11314" y="3735"/>
                        <a:pt x="11240" y="3698"/>
                        <a:pt x="11129" y="3698"/>
                      </a:cubicBezTo>
                      <a:cubicBezTo>
                        <a:pt x="11055" y="3661"/>
                        <a:pt x="10981" y="3661"/>
                        <a:pt x="10870" y="3661"/>
                      </a:cubicBezTo>
                      <a:lnTo>
                        <a:pt x="10648" y="3661"/>
                      </a:lnTo>
                      <a:cubicBezTo>
                        <a:pt x="10574" y="3698"/>
                        <a:pt x="10427" y="3698"/>
                        <a:pt x="10279" y="3698"/>
                      </a:cubicBezTo>
                      <a:cubicBezTo>
                        <a:pt x="9835" y="3698"/>
                        <a:pt x="9170" y="3661"/>
                        <a:pt x="8578" y="3587"/>
                      </a:cubicBezTo>
                      <a:cubicBezTo>
                        <a:pt x="8282" y="3550"/>
                        <a:pt x="7987" y="3513"/>
                        <a:pt x="7728" y="3476"/>
                      </a:cubicBezTo>
                      <a:cubicBezTo>
                        <a:pt x="7506" y="3402"/>
                        <a:pt x="7321" y="3365"/>
                        <a:pt x="7247" y="3291"/>
                      </a:cubicBezTo>
                      <a:cubicBezTo>
                        <a:pt x="6951" y="3143"/>
                        <a:pt x="6582" y="2700"/>
                        <a:pt x="6360" y="2367"/>
                      </a:cubicBezTo>
                      <a:cubicBezTo>
                        <a:pt x="6286" y="2256"/>
                        <a:pt x="6212" y="2219"/>
                        <a:pt x="6101" y="2145"/>
                      </a:cubicBezTo>
                      <a:cubicBezTo>
                        <a:pt x="5731" y="1886"/>
                        <a:pt x="5103" y="1553"/>
                        <a:pt x="4363" y="1221"/>
                      </a:cubicBezTo>
                      <a:cubicBezTo>
                        <a:pt x="3661" y="888"/>
                        <a:pt x="2885" y="555"/>
                        <a:pt x="2293" y="333"/>
                      </a:cubicBezTo>
                      <a:lnTo>
                        <a:pt x="2256" y="333"/>
                      </a:lnTo>
                      <a:lnTo>
                        <a:pt x="92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3" name="Google Shape;2903;p51">
                  <a:extLst>
                    <a:ext uri="{FF2B5EF4-FFF2-40B4-BE49-F238E27FC236}">
                      <a16:creationId xmlns:a16="http://schemas.microsoft.com/office/drawing/2014/main" id="{BFB9DE3C-3B86-86FA-2F0B-E1A3DAE3B186}"/>
                    </a:ext>
                  </a:extLst>
                </p:cNvPr>
                <p:cNvSpPr/>
                <p:nvPr/>
              </p:nvSpPr>
              <p:spPr>
                <a:xfrm>
                  <a:off x="2816850" y="4909350"/>
                  <a:ext cx="98000" cy="9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0" h="3809" extrusionOk="0">
                      <a:moveTo>
                        <a:pt x="2404" y="1"/>
                      </a:moveTo>
                      <a:cubicBezTo>
                        <a:pt x="2404" y="1"/>
                        <a:pt x="1" y="2293"/>
                        <a:pt x="38" y="2552"/>
                      </a:cubicBezTo>
                      <a:cubicBezTo>
                        <a:pt x="75" y="3144"/>
                        <a:pt x="1442" y="3809"/>
                        <a:pt x="1442" y="3809"/>
                      </a:cubicBezTo>
                      <a:lnTo>
                        <a:pt x="3919" y="2367"/>
                      </a:lnTo>
                      <a:lnTo>
                        <a:pt x="3624" y="1258"/>
                      </a:lnTo>
                      <a:cubicBezTo>
                        <a:pt x="3217" y="260"/>
                        <a:pt x="2404" y="1"/>
                        <a:pt x="24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4" name="Google Shape;2904;p51">
                  <a:extLst>
                    <a:ext uri="{FF2B5EF4-FFF2-40B4-BE49-F238E27FC236}">
                      <a16:creationId xmlns:a16="http://schemas.microsoft.com/office/drawing/2014/main" id="{9A82932F-9C79-DE91-7562-4A51D6D8BF52}"/>
                    </a:ext>
                  </a:extLst>
                </p:cNvPr>
                <p:cNvSpPr/>
                <p:nvPr/>
              </p:nvSpPr>
              <p:spPr>
                <a:xfrm>
                  <a:off x="2809450" y="4901600"/>
                  <a:ext cx="113725" cy="1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49" h="4440" extrusionOk="0">
                      <a:moveTo>
                        <a:pt x="629" y="2751"/>
                      </a:moveTo>
                      <a:lnTo>
                        <a:pt x="614" y="2757"/>
                      </a:lnTo>
                      <a:lnTo>
                        <a:pt x="614" y="2757"/>
                      </a:lnTo>
                      <a:cubicBezTo>
                        <a:pt x="616" y="2753"/>
                        <a:pt x="621" y="2751"/>
                        <a:pt x="629" y="2751"/>
                      </a:cubicBezTo>
                      <a:close/>
                      <a:moveTo>
                        <a:pt x="2769" y="674"/>
                      </a:moveTo>
                      <a:lnTo>
                        <a:pt x="2769" y="674"/>
                      </a:lnTo>
                      <a:cubicBezTo>
                        <a:pt x="2840" y="710"/>
                        <a:pt x="2933" y="762"/>
                        <a:pt x="3032" y="829"/>
                      </a:cubicBezTo>
                      <a:cubicBezTo>
                        <a:pt x="3217" y="1013"/>
                        <a:pt x="3476" y="1272"/>
                        <a:pt x="3624" y="1679"/>
                      </a:cubicBezTo>
                      <a:lnTo>
                        <a:pt x="3846" y="2529"/>
                      </a:lnTo>
                      <a:lnTo>
                        <a:pt x="1733" y="3776"/>
                      </a:lnTo>
                      <a:lnTo>
                        <a:pt x="1733" y="3776"/>
                      </a:lnTo>
                      <a:cubicBezTo>
                        <a:pt x="1584" y="3694"/>
                        <a:pt x="1322" y="3562"/>
                        <a:pt x="1110" y="3380"/>
                      </a:cubicBezTo>
                      <a:cubicBezTo>
                        <a:pt x="962" y="3269"/>
                        <a:pt x="814" y="3158"/>
                        <a:pt x="740" y="3047"/>
                      </a:cubicBezTo>
                      <a:cubicBezTo>
                        <a:pt x="693" y="2999"/>
                        <a:pt x="660" y="2936"/>
                        <a:pt x="643" y="2887"/>
                      </a:cubicBezTo>
                      <a:lnTo>
                        <a:pt x="643" y="2887"/>
                      </a:lnTo>
                      <a:cubicBezTo>
                        <a:pt x="663" y="2849"/>
                        <a:pt x="704" y="2800"/>
                        <a:pt x="777" y="2751"/>
                      </a:cubicBezTo>
                      <a:cubicBezTo>
                        <a:pt x="1036" y="2418"/>
                        <a:pt x="1591" y="1864"/>
                        <a:pt x="2034" y="1383"/>
                      </a:cubicBezTo>
                      <a:cubicBezTo>
                        <a:pt x="2335" y="1082"/>
                        <a:pt x="2608" y="824"/>
                        <a:pt x="2769" y="674"/>
                      </a:cubicBezTo>
                      <a:close/>
                      <a:moveTo>
                        <a:pt x="2722" y="1"/>
                      </a:moveTo>
                      <a:cubicBezTo>
                        <a:pt x="2643" y="1"/>
                        <a:pt x="2569" y="35"/>
                        <a:pt x="2515" y="89"/>
                      </a:cubicBezTo>
                      <a:cubicBezTo>
                        <a:pt x="2515" y="89"/>
                        <a:pt x="1886" y="644"/>
                        <a:pt x="1295" y="1272"/>
                      </a:cubicBezTo>
                      <a:cubicBezTo>
                        <a:pt x="999" y="1568"/>
                        <a:pt x="703" y="1864"/>
                        <a:pt x="481" y="2123"/>
                      </a:cubicBezTo>
                      <a:cubicBezTo>
                        <a:pt x="334" y="2270"/>
                        <a:pt x="260" y="2381"/>
                        <a:pt x="186" y="2492"/>
                      </a:cubicBezTo>
                      <a:lnTo>
                        <a:pt x="75" y="2640"/>
                      </a:lnTo>
                      <a:cubicBezTo>
                        <a:pt x="38" y="2677"/>
                        <a:pt x="1" y="2714"/>
                        <a:pt x="1" y="2862"/>
                      </a:cubicBezTo>
                      <a:cubicBezTo>
                        <a:pt x="1" y="2862"/>
                        <a:pt x="1" y="2862"/>
                        <a:pt x="1" y="2862"/>
                      </a:cubicBezTo>
                      <a:lnTo>
                        <a:pt x="1" y="2862"/>
                      </a:lnTo>
                      <a:cubicBezTo>
                        <a:pt x="1" y="2882"/>
                        <a:pt x="4" y="2897"/>
                        <a:pt x="7" y="2907"/>
                      </a:cubicBezTo>
                      <a:lnTo>
                        <a:pt x="7" y="2907"/>
                      </a:lnTo>
                      <a:cubicBezTo>
                        <a:pt x="53" y="3177"/>
                        <a:pt x="193" y="3352"/>
                        <a:pt x="334" y="3527"/>
                      </a:cubicBezTo>
                      <a:cubicBezTo>
                        <a:pt x="555" y="3786"/>
                        <a:pt x="888" y="4008"/>
                        <a:pt x="1147" y="4156"/>
                      </a:cubicBezTo>
                      <a:cubicBezTo>
                        <a:pt x="1406" y="4304"/>
                        <a:pt x="1628" y="4415"/>
                        <a:pt x="1628" y="4415"/>
                      </a:cubicBezTo>
                      <a:cubicBezTo>
                        <a:pt x="1658" y="4430"/>
                        <a:pt x="1695" y="4439"/>
                        <a:pt x="1733" y="4439"/>
                      </a:cubicBezTo>
                      <a:cubicBezTo>
                        <a:pt x="1787" y="4439"/>
                        <a:pt x="1843" y="4421"/>
                        <a:pt x="1886" y="4378"/>
                      </a:cubicBezTo>
                      <a:lnTo>
                        <a:pt x="4363" y="2936"/>
                      </a:lnTo>
                      <a:cubicBezTo>
                        <a:pt x="4474" y="2862"/>
                        <a:pt x="4548" y="2714"/>
                        <a:pt x="4511" y="2566"/>
                      </a:cubicBezTo>
                      <a:lnTo>
                        <a:pt x="4215" y="1494"/>
                      </a:lnTo>
                      <a:lnTo>
                        <a:pt x="4179" y="1457"/>
                      </a:lnTo>
                      <a:cubicBezTo>
                        <a:pt x="3994" y="903"/>
                        <a:pt x="3624" y="533"/>
                        <a:pt x="3365" y="311"/>
                      </a:cubicBezTo>
                      <a:cubicBezTo>
                        <a:pt x="3069" y="89"/>
                        <a:pt x="2848" y="15"/>
                        <a:pt x="2811" y="15"/>
                      </a:cubicBezTo>
                      <a:cubicBezTo>
                        <a:pt x="2781" y="5"/>
                        <a:pt x="2751" y="1"/>
                        <a:pt x="27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5" name="Google Shape;2905;p51">
                  <a:extLst>
                    <a:ext uri="{FF2B5EF4-FFF2-40B4-BE49-F238E27FC236}">
                      <a16:creationId xmlns:a16="http://schemas.microsoft.com/office/drawing/2014/main" id="{98874B4C-7F1A-69E3-886C-F73BD1953DC0}"/>
                    </a:ext>
                  </a:extLst>
                </p:cNvPr>
                <p:cNvSpPr/>
                <p:nvPr/>
              </p:nvSpPr>
              <p:spPr>
                <a:xfrm>
                  <a:off x="1840825" y="3478600"/>
                  <a:ext cx="636850" cy="23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74" h="9317" extrusionOk="0">
                      <a:moveTo>
                        <a:pt x="22590" y="0"/>
                      </a:moveTo>
                      <a:cubicBezTo>
                        <a:pt x="21628" y="0"/>
                        <a:pt x="20187" y="333"/>
                        <a:pt x="20187" y="333"/>
                      </a:cubicBezTo>
                      <a:lnTo>
                        <a:pt x="17414" y="1442"/>
                      </a:lnTo>
                      <a:lnTo>
                        <a:pt x="1" y="4252"/>
                      </a:lnTo>
                      <a:lnTo>
                        <a:pt x="407" y="9317"/>
                      </a:lnTo>
                      <a:lnTo>
                        <a:pt x="17931" y="3623"/>
                      </a:lnTo>
                      <a:lnTo>
                        <a:pt x="23107" y="2071"/>
                      </a:lnTo>
                      <a:cubicBezTo>
                        <a:pt x="23107" y="2071"/>
                        <a:pt x="24327" y="2921"/>
                        <a:pt x="24845" y="3217"/>
                      </a:cubicBezTo>
                      <a:cubicBezTo>
                        <a:pt x="24954" y="3279"/>
                        <a:pt x="25044" y="3305"/>
                        <a:pt x="25120" y="3305"/>
                      </a:cubicBezTo>
                      <a:cubicBezTo>
                        <a:pt x="25404" y="3305"/>
                        <a:pt x="25473" y="2933"/>
                        <a:pt x="25473" y="2699"/>
                      </a:cubicBezTo>
                      <a:cubicBezTo>
                        <a:pt x="25473" y="2403"/>
                        <a:pt x="23514" y="0"/>
                        <a:pt x="22590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6" name="Google Shape;2906;p51">
                  <a:extLst>
                    <a:ext uri="{FF2B5EF4-FFF2-40B4-BE49-F238E27FC236}">
                      <a16:creationId xmlns:a16="http://schemas.microsoft.com/office/drawing/2014/main" id="{66888AD9-F361-9A0F-C045-494172F339D8}"/>
                    </a:ext>
                  </a:extLst>
                </p:cNvPr>
                <p:cNvSpPr/>
                <p:nvPr/>
              </p:nvSpPr>
              <p:spPr>
                <a:xfrm>
                  <a:off x="1832500" y="3471200"/>
                  <a:ext cx="652575" cy="24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03" h="9933" extrusionOk="0">
                      <a:moveTo>
                        <a:pt x="22923" y="592"/>
                      </a:moveTo>
                      <a:cubicBezTo>
                        <a:pt x="22997" y="592"/>
                        <a:pt x="23292" y="703"/>
                        <a:pt x="23588" y="925"/>
                      </a:cubicBezTo>
                      <a:cubicBezTo>
                        <a:pt x="24032" y="1258"/>
                        <a:pt x="24512" y="1738"/>
                        <a:pt x="24919" y="2219"/>
                      </a:cubicBezTo>
                      <a:cubicBezTo>
                        <a:pt x="25104" y="2441"/>
                        <a:pt x="25252" y="2625"/>
                        <a:pt x="25363" y="2810"/>
                      </a:cubicBezTo>
                      <a:cubicBezTo>
                        <a:pt x="25437" y="2884"/>
                        <a:pt x="25474" y="2958"/>
                        <a:pt x="25474" y="2995"/>
                      </a:cubicBezTo>
                      <a:lnTo>
                        <a:pt x="25509" y="3031"/>
                      </a:lnTo>
                      <a:lnTo>
                        <a:pt x="25509" y="3031"/>
                      </a:lnTo>
                      <a:cubicBezTo>
                        <a:pt x="25503" y="3130"/>
                        <a:pt x="25474" y="3225"/>
                        <a:pt x="25474" y="3291"/>
                      </a:cubicBezTo>
                      <a:cubicBezTo>
                        <a:pt x="25474" y="3291"/>
                        <a:pt x="25437" y="3291"/>
                        <a:pt x="25363" y="3254"/>
                      </a:cubicBezTo>
                      <a:cubicBezTo>
                        <a:pt x="25104" y="3106"/>
                        <a:pt x="24660" y="2810"/>
                        <a:pt x="24291" y="2552"/>
                      </a:cubicBezTo>
                      <a:cubicBezTo>
                        <a:pt x="23921" y="2330"/>
                        <a:pt x="23588" y="2108"/>
                        <a:pt x="23588" y="2108"/>
                      </a:cubicBezTo>
                      <a:cubicBezTo>
                        <a:pt x="23536" y="2082"/>
                        <a:pt x="23484" y="2056"/>
                        <a:pt x="23418" y="2056"/>
                      </a:cubicBezTo>
                      <a:cubicBezTo>
                        <a:pt x="23391" y="2056"/>
                        <a:pt x="23362" y="2060"/>
                        <a:pt x="23329" y="2071"/>
                      </a:cubicBezTo>
                      <a:lnTo>
                        <a:pt x="18153" y="3624"/>
                      </a:lnTo>
                      <a:lnTo>
                        <a:pt x="1036" y="9206"/>
                      </a:lnTo>
                      <a:lnTo>
                        <a:pt x="666" y="4807"/>
                      </a:lnTo>
                      <a:lnTo>
                        <a:pt x="17784" y="2071"/>
                      </a:lnTo>
                      <a:lnTo>
                        <a:pt x="17858" y="2034"/>
                      </a:lnTo>
                      <a:lnTo>
                        <a:pt x="20589" y="905"/>
                      </a:lnTo>
                      <a:lnTo>
                        <a:pt x="20589" y="905"/>
                      </a:lnTo>
                      <a:lnTo>
                        <a:pt x="20594" y="925"/>
                      </a:lnTo>
                      <a:cubicBezTo>
                        <a:pt x="20594" y="925"/>
                        <a:pt x="20667" y="888"/>
                        <a:pt x="20815" y="851"/>
                      </a:cubicBezTo>
                      <a:cubicBezTo>
                        <a:pt x="21259" y="777"/>
                        <a:pt x="22257" y="592"/>
                        <a:pt x="22923" y="592"/>
                      </a:cubicBezTo>
                      <a:close/>
                      <a:moveTo>
                        <a:pt x="22923" y="1"/>
                      </a:moveTo>
                      <a:cubicBezTo>
                        <a:pt x="21924" y="1"/>
                        <a:pt x="20483" y="296"/>
                        <a:pt x="20446" y="296"/>
                      </a:cubicBezTo>
                      <a:lnTo>
                        <a:pt x="20409" y="333"/>
                      </a:lnTo>
                      <a:lnTo>
                        <a:pt x="17674" y="1449"/>
                      </a:lnTo>
                      <a:lnTo>
                        <a:pt x="17674" y="1449"/>
                      </a:lnTo>
                      <a:lnTo>
                        <a:pt x="17673" y="1442"/>
                      </a:lnTo>
                      <a:lnTo>
                        <a:pt x="297" y="4252"/>
                      </a:lnTo>
                      <a:cubicBezTo>
                        <a:pt x="112" y="4252"/>
                        <a:pt x="1" y="4400"/>
                        <a:pt x="38" y="4585"/>
                      </a:cubicBezTo>
                      <a:lnTo>
                        <a:pt x="445" y="9650"/>
                      </a:lnTo>
                      <a:cubicBezTo>
                        <a:pt x="445" y="9724"/>
                        <a:pt x="482" y="9835"/>
                        <a:pt x="592" y="9872"/>
                      </a:cubicBezTo>
                      <a:cubicBezTo>
                        <a:pt x="636" y="9915"/>
                        <a:pt x="679" y="9933"/>
                        <a:pt x="730" y="9933"/>
                      </a:cubicBezTo>
                      <a:cubicBezTo>
                        <a:pt x="766" y="9933"/>
                        <a:pt x="805" y="9924"/>
                        <a:pt x="851" y="9909"/>
                      </a:cubicBezTo>
                      <a:lnTo>
                        <a:pt x="18338" y="4215"/>
                      </a:lnTo>
                      <a:lnTo>
                        <a:pt x="23376" y="2704"/>
                      </a:lnTo>
                      <a:lnTo>
                        <a:pt x="23376" y="2704"/>
                      </a:lnTo>
                      <a:cubicBezTo>
                        <a:pt x="23704" y="2916"/>
                        <a:pt x="24610" y="3502"/>
                        <a:pt x="25030" y="3772"/>
                      </a:cubicBezTo>
                      <a:cubicBezTo>
                        <a:pt x="25178" y="3846"/>
                        <a:pt x="25326" y="3919"/>
                        <a:pt x="25474" y="3919"/>
                      </a:cubicBezTo>
                      <a:cubicBezTo>
                        <a:pt x="25622" y="3919"/>
                        <a:pt x="25732" y="3846"/>
                        <a:pt x="25843" y="3772"/>
                      </a:cubicBezTo>
                      <a:cubicBezTo>
                        <a:pt x="25991" y="3661"/>
                        <a:pt x="26028" y="3513"/>
                        <a:pt x="26065" y="3365"/>
                      </a:cubicBezTo>
                      <a:cubicBezTo>
                        <a:pt x="26102" y="3217"/>
                        <a:pt x="26102" y="3106"/>
                        <a:pt x="26102" y="2995"/>
                      </a:cubicBezTo>
                      <a:cubicBezTo>
                        <a:pt x="26102" y="2884"/>
                        <a:pt x="26102" y="2847"/>
                        <a:pt x="26065" y="2773"/>
                      </a:cubicBezTo>
                      <a:cubicBezTo>
                        <a:pt x="25991" y="2589"/>
                        <a:pt x="25843" y="2367"/>
                        <a:pt x="25622" y="2108"/>
                      </a:cubicBezTo>
                      <a:cubicBezTo>
                        <a:pt x="25289" y="1664"/>
                        <a:pt x="24808" y="1184"/>
                        <a:pt x="24365" y="777"/>
                      </a:cubicBezTo>
                      <a:cubicBezTo>
                        <a:pt x="24106" y="555"/>
                        <a:pt x="23884" y="370"/>
                        <a:pt x="23625" y="222"/>
                      </a:cubicBezTo>
                      <a:cubicBezTo>
                        <a:pt x="23403" y="111"/>
                        <a:pt x="23181" y="1"/>
                        <a:pt x="2292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7" name="Google Shape;2907;p51">
                  <a:extLst>
                    <a:ext uri="{FF2B5EF4-FFF2-40B4-BE49-F238E27FC236}">
                      <a16:creationId xmlns:a16="http://schemas.microsoft.com/office/drawing/2014/main" id="{450551A4-A391-DE48-4487-DF7A519B4774}"/>
                    </a:ext>
                  </a:extLst>
                </p:cNvPr>
                <p:cNvSpPr/>
                <p:nvPr/>
              </p:nvSpPr>
              <p:spPr>
                <a:xfrm>
                  <a:off x="2303875" y="3514650"/>
                  <a:ext cx="171025" cy="4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1" h="1997" extrusionOk="0">
                      <a:moveTo>
                        <a:pt x="1665" y="0"/>
                      </a:moveTo>
                      <a:lnTo>
                        <a:pt x="1" y="1997"/>
                      </a:lnTo>
                      <a:cubicBezTo>
                        <a:pt x="1" y="1997"/>
                        <a:pt x="334" y="1997"/>
                        <a:pt x="1665" y="1886"/>
                      </a:cubicBezTo>
                      <a:cubicBezTo>
                        <a:pt x="3033" y="1775"/>
                        <a:pt x="3735" y="1146"/>
                        <a:pt x="3735" y="1146"/>
                      </a:cubicBezTo>
                      <a:cubicBezTo>
                        <a:pt x="3735" y="1146"/>
                        <a:pt x="4992" y="1257"/>
                        <a:pt x="5916" y="1257"/>
                      </a:cubicBezTo>
                      <a:cubicBezTo>
                        <a:pt x="6840" y="1257"/>
                        <a:pt x="6545" y="444"/>
                        <a:pt x="5805" y="333"/>
                      </a:cubicBezTo>
                      <a:cubicBezTo>
                        <a:pt x="5103" y="222"/>
                        <a:pt x="1665" y="0"/>
                        <a:pt x="1665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8" name="Google Shape;2908;p51">
                  <a:extLst>
                    <a:ext uri="{FF2B5EF4-FFF2-40B4-BE49-F238E27FC236}">
                      <a16:creationId xmlns:a16="http://schemas.microsoft.com/office/drawing/2014/main" id="{68A188B1-679C-ADAA-6629-660597029885}"/>
                    </a:ext>
                  </a:extLst>
                </p:cNvPr>
                <p:cNvSpPr/>
                <p:nvPr/>
              </p:nvSpPr>
              <p:spPr>
                <a:xfrm>
                  <a:off x="2296500" y="3507250"/>
                  <a:ext cx="177475" cy="6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99" h="2589" extrusionOk="0">
                      <a:moveTo>
                        <a:pt x="1997" y="0"/>
                      </a:moveTo>
                      <a:cubicBezTo>
                        <a:pt x="1812" y="0"/>
                        <a:pt x="1664" y="111"/>
                        <a:pt x="1664" y="296"/>
                      </a:cubicBezTo>
                      <a:cubicBezTo>
                        <a:pt x="1664" y="444"/>
                        <a:pt x="1775" y="592"/>
                        <a:pt x="1960" y="629"/>
                      </a:cubicBezTo>
                      <a:cubicBezTo>
                        <a:pt x="1960" y="629"/>
                        <a:pt x="2810" y="666"/>
                        <a:pt x="3734" y="740"/>
                      </a:cubicBezTo>
                      <a:cubicBezTo>
                        <a:pt x="4695" y="814"/>
                        <a:pt x="5731" y="888"/>
                        <a:pt x="6063" y="925"/>
                      </a:cubicBezTo>
                      <a:cubicBezTo>
                        <a:pt x="6211" y="962"/>
                        <a:pt x="6322" y="999"/>
                        <a:pt x="6396" y="1073"/>
                      </a:cubicBezTo>
                      <a:lnTo>
                        <a:pt x="6470" y="1147"/>
                      </a:lnTo>
                      <a:lnTo>
                        <a:pt x="6470" y="1183"/>
                      </a:lnTo>
                      <a:cubicBezTo>
                        <a:pt x="6470" y="1220"/>
                        <a:pt x="6359" y="1257"/>
                        <a:pt x="6211" y="1257"/>
                      </a:cubicBezTo>
                      <a:cubicBezTo>
                        <a:pt x="5768" y="1257"/>
                        <a:pt x="5213" y="1220"/>
                        <a:pt x="4806" y="1183"/>
                      </a:cubicBezTo>
                      <a:cubicBezTo>
                        <a:pt x="4363" y="1183"/>
                        <a:pt x="4067" y="1147"/>
                        <a:pt x="4067" y="1147"/>
                      </a:cubicBezTo>
                      <a:cubicBezTo>
                        <a:pt x="3993" y="1147"/>
                        <a:pt x="3882" y="1147"/>
                        <a:pt x="3845" y="1220"/>
                      </a:cubicBezTo>
                      <a:cubicBezTo>
                        <a:pt x="3808" y="1220"/>
                        <a:pt x="3180" y="1775"/>
                        <a:pt x="1960" y="1849"/>
                      </a:cubicBezTo>
                      <a:cubicBezTo>
                        <a:pt x="1257" y="1923"/>
                        <a:pt x="850" y="1960"/>
                        <a:pt x="629" y="1960"/>
                      </a:cubicBezTo>
                      <a:lnTo>
                        <a:pt x="296" y="1960"/>
                      </a:lnTo>
                      <a:cubicBezTo>
                        <a:pt x="148" y="1960"/>
                        <a:pt x="0" y="2108"/>
                        <a:pt x="0" y="2293"/>
                      </a:cubicBezTo>
                      <a:cubicBezTo>
                        <a:pt x="0" y="2440"/>
                        <a:pt x="148" y="2588"/>
                        <a:pt x="296" y="2588"/>
                      </a:cubicBezTo>
                      <a:cubicBezTo>
                        <a:pt x="333" y="2588"/>
                        <a:pt x="629" y="2588"/>
                        <a:pt x="1997" y="2477"/>
                      </a:cubicBezTo>
                      <a:cubicBezTo>
                        <a:pt x="3158" y="2388"/>
                        <a:pt x="3888" y="1939"/>
                        <a:pt x="4147" y="1748"/>
                      </a:cubicBezTo>
                      <a:lnTo>
                        <a:pt x="4147" y="1748"/>
                      </a:lnTo>
                      <a:cubicBezTo>
                        <a:pt x="4475" y="1775"/>
                        <a:pt x="5429" y="1849"/>
                        <a:pt x="6211" y="1849"/>
                      </a:cubicBezTo>
                      <a:cubicBezTo>
                        <a:pt x="6470" y="1849"/>
                        <a:pt x="6655" y="1812"/>
                        <a:pt x="6840" y="1701"/>
                      </a:cubicBezTo>
                      <a:cubicBezTo>
                        <a:pt x="6988" y="1590"/>
                        <a:pt x="7099" y="1405"/>
                        <a:pt x="7099" y="1220"/>
                      </a:cubicBezTo>
                      <a:cubicBezTo>
                        <a:pt x="7099" y="962"/>
                        <a:pt x="6988" y="777"/>
                        <a:pt x="6803" y="629"/>
                      </a:cubicBezTo>
                      <a:cubicBezTo>
                        <a:pt x="6655" y="481"/>
                        <a:pt x="6433" y="370"/>
                        <a:pt x="6137" y="296"/>
                      </a:cubicBezTo>
                      <a:cubicBezTo>
                        <a:pt x="5768" y="259"/>
                        <a:pt x="4732" y="185"/>
                        <a:pt x="3771" y="111"/>
                      </a:cubicBezTo>
                      <a:cubicBezTo>
                        <a:pt x="2847" y="37"/>
                        <a:pt x="1997" y="0"/>
                        <a:pt x="19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9" name="Google Shape;2909;p51">
                  <a:extLst>
                    <a:ext uri="{FF2B5EF4-FFF2-40B4-BE49-F238E27FC236}">
                      <a16:creationId xmlns:a16="http://schemas.microsoft.com/office/drawing/2014/main" id="{1C56D030-9110-51C7-24E8-729AAA6ED949}"/>
                    </a:ext>
                  </a:extLst>
                </p:cNvPr>
                <p:cNvSpPr/>
                <p:nvPr/>
              </p:nvSpPr>
              <p:spPr>
                <a:xfrm>
                  <a:off x="1536750" y="3107250"/>
                  <a:ext cx="905800" cy="107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2" h="42934" extrusionOk="0">
                      <a:moveTo>
                        <a:pt x="12856" y="1"/>
                      </a:moveTo>
                      <a:cubicBezTo>
                        <a:pt x="7710" y="1"/>
                        <a:pt x="4615" y="2378"/>
                        <a:pt x="4215" y="7090"/>
                      </a:cubicBezTo>
                      <a:cubicBezTo>
                        <a:pt x="3734" y="12784"/>
                        <a:pt x="2921" y="20881"/>
                        <a:pt x="2440" y="25095"/>
                      </a:cubicBezTo>
                      <a:cubicBezTo>
                        <a:pt x="1923" y="29310"/>
                        <a:pt x="0" y="30419"/>
                        <a:pt x="333" y="34819"/>
                      </a:cubicBezTo>
                      <a:cubicBezTo>
                        <a:pt x="629" y="39181"/>
                        <a:pt x="3069" y="42434"/>
                        <a:pt x="7284" y="42730"/>
                      </a:cubicBezTo>
                      <a:cubicBezTo>
                        <a:pt x="9090" y="42873"/>
                        <a:pt x="10563" y="42934"/>
                        <a:pt x="12094" y="42934"/>
                      </a:cubicBezTo>
                      <a:cubicBezTo>
                        <a:pt x="14135" y="42934"/>
                        <a:pt x="16278" y="42825"/>
                        <a:pt x="19447" y="42656"/>
                      </a:cubicBezTo>
                      <a:cubicBezTo>
                        <a:pt x="24105" y="42398"/>
                        <a:pt x="33754" y="41362"/>
                        <a:pt x="33754" y="41362"/>
                      </a:cubicBezTo>
                      <a:cubicBezTo>
                        <a:pt x="33754" y="41362"/>
                        <a:pt x="35455" y="37591"/>
                        <a:pt x="35603" y="35817"/>
                      </a:cubicBezTo>
                      <a:cubicBezTo>
                        <a:pt x="35751" y="34042"/>
                        <a:pt x="36232" y="28681"/>
                        <a:pt x="35270" y="28681"/>
                      </a:cubicBezTo>
                      <a:cubicBezTo>
                        <a:pt x="34309" y="28681"/>
                        <a:pt x="15713" y="29606"/>
                        <a:pt x="15713" y="29606"/>
                      </a:cubicBezTo>
                      <a:lnTo>
                        <a:pt x="16859" y="22507"/>
                      </a:lnTo>
                      <a:cubicBezTo>
                        <a:pt x="16859" y="22507"/>
                        <a:pt x="20741" y="19882"/>
                        <a:pt x="21074" y="18293"/>
                      </a:cubicBezTo>
                      <a:cubicBezTo>
                        <a:pt x="21369" y="16666"/>
                        <a:pt x="21221" y="9678"/>
                        <a:pt x="20408" y="5944"/>
                      </a:cubicBezTo>
                      <a:cubicBezTo>
                        <a:pt x="19595" y="2247"/>
                        <a:pt x="16193" y="288"/>
                        <a:pt x="16193" y="288"/>
                      </a:cubicBezTo>
                      <a:cubicBezTo>
                        <a:pt x="15002" y="97"/>
                        <a:pt x="13888" y="1"/>
                        <a:pt x="1285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0" name="Google Shape;2910;p51">
                  <a:extLst>
                    <a:ext uri="{FF2B5EF4-FFF2-40B4-BE49-F238E27FC236}">
                      <a16:creationId xmlns:a16="http://schemas.microsoft.com/office/drawing/2014/main" id="{C8F53B2B-05EA-B80A-9165-A2865CE4206D}"/>
                    </a:ext>
                  </a:extLst>
                </p:cNvPr>
                <p:cNvSpPr/>
                <p:nvPr/>
              </p:nvSpPr>
              <p:spPr>
                <a:xfrm>
                  <a:off x="1535825" y="3099650"/>
                  <a:ext cx="904875" cy="108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95" h="43552" extrusionOk="0">
                      <a:moveTo>
                        <a:pt x="12940" y="629"/>
                      </a:moveTo>
                      <a:cubicBezTo>
                        <a:pt x="13914" y="629"/>
                        <a:pt x="14958" y="699"/>
                        <a:pt x="16106" y="874"/>
                      </a:cubicBezTo>
                      <a:lnTo>
                        <a:pt x="16106" y="874"/>
                      </a:lnTo>
                      <a:lnTo>
                        <a:pt x="16120" y="888"/>
                      </a:lnTo>
                      <a:cubicBezTo>
                        <a:pt x="16267" y="999"/>
                        <a:pt x="17118" y="1516"/>
                        <a:pt x="18005" y="2440"/>
                      </a:cubicBezTo>
                      <a:cubicBezTo>
                        <a:pt x="18855" y="3365"/>
                        <a:pt x="19780" y="4659"/>
                        <a:pt x="20149" y="6322"/>
                      </a:cubicBezTo>
                      <a:cubicBezTo>
                        <a:pt x="20704" y="8836"/>
                        <a:pt x="20926" y="12903"/>
                        <a:pt x="20926" y="15713"/>
                      </a:cubicBezTo>
                      <a:cubicBezTo>
                        <a:pt x="20926" y="17007"/>
                        <a:pt x="20889" y="18042"/>
                        <a:pt x="20778" y="18523"/>
                      </a:cubicBezTo>
                      <a:cubicBezTo>
                        <a:pt x="20741" y="18818"/>
                        <a:pt x="20445" y="19262"/>
                        <a:pt x="20075" y="19706"/>
                      </a:cubicBezTo>
                      <a:cubicBezTo>
                        <a:pt x="19484" y="20408"/>
                        <a:pt x="18634" y="21111"/>
                        <a:pt x="17931" y="21628"/>
                      </a:cubicBezTo>
                      <a:cubicBezTo>
                        <a:pt x="17598" y="21924"/>
                        <a:pt x="17303" y="22146"/>
                        <a:pt x="17081" y="22294"/>
                      </a:cubicBezTo>
                      <a:cubicBezTo>
                        <a:pt x="16859" y="22442"/>
                        <a:pt x="16711" y="22552"/>
                        <a:pt x="16711" y="22552"/>
                      </a:cubicBezTo>
                      <a:cubicBezTo>
                        <a:pt x="16637" y="22589"/>
                        <a:pt x="16600" y="22663"/>
                        <a:pt x="16563" y="22737"/>
                      </a:cubicBezTo>
                      <a:lnTo>
                        <a:pt x="15454" y="29873"/>
                      </a:lnTo>
                      <a:cubicBezTo>
                        <a:pt x="15417" y="29984"/>
                        <a:pt x="15454" y="30058"/>
                        <a:pt x="15528" y="30131"/>
                      </a:cubicBezTo>
                      <a:cubicBezTo>
                        <a:pt x="15565" y="30205"/>
                        <a:pt x="15676" y="30242"/>
                        <a:pt x="15750" y="30242"/>
                      </a:cubicBezTo>
                      <a:cubicBezTo>
                        <a:pt x="15750" y="30242"/>
                        <a:pt x="16933" y="30168"/>
                        <a:pt x="18671" y="30094"/>
                      </a:cubicBezTo>
                      <a:cubicBezTo>
                        <a:pt x="21332" y="29947"/>
                        <a:pt x="25288" y="29762"/>
                        <a:pt x="28727" y="29614"/>
                      </a:cubicBezTo>
                      <a:cubicBezTo>
                        <a:pt x="30427" y="29503"/>
                        <a:pt x="31980" y="29429"/>
                        <a:pt x="33163" y="29392"/>
                      </a:cubicBezTo>
                      <a:cubicBezTo>
                        <a:pt x="34280" y="29357"/>
                        <a:pt x="35068" y="29322"/>
                        <a:pt x="35276" y="29318"/>
                      </a:cubicBezTo>
                      <a:lnTo>
                        <a:pt x="35276" y="29318"/>
                      </a:lnTo>
                      <a:cubicBezTo>
                        <a:pt x="35311" y="29322"/>
                        <a:pt x="35346" y="29361"/>
                        <a:pt x="35381" y="29466"/>
                      </a:cubicBezTo>
                      <a:cubicBezTo>
                        <a:pt x="35455" y="29651"/>
                        <a:pt x="35529" y="29984"/>
                        <a:pt x="35529" y="30316"/>
                      </a:cubicBezTo>
                      <a:cubicBezTo>
                        <a:pt x="35566" y="30686"/>
                        <a:pt x="35603" y="31130"/>
                        <a:pt x="35603" y="31573"/>
                      </a:cubicBezTo>
                      <a:cubicBezTo>
                        <a:pt x="35603" y="33200"/>
                        <a:pt x="35418" y="35159"/>
                        <a:pt x="35344" y="36121"/>
                      </a:cubicBezTo>
                      <a:cubicBezTo>
                        <a:pt x="35270" y="36934"/>
                        <a:pt x="34790" y="38302"/>
                        <a:pt x="34383" y="39448"/>
                      </a:cubicBezTo>
                      <a:cubicBezTo>
                        <a:pt x="34161" y="40040"/>
                        <a:pt x="33939" y="40557"/>
                        <a:pt x="33755" y="40927"/>
                      </a:cubicBezTo>
                      <a:cubicBezTo>
                        <a:pt x="33681" y="41129"/>
                        <a:pt x="33617" y="41286"/>
                        <a:pt x="33570" y="41392"/>
                      </a:cubicBezTo>
                      <a:lnTo>
                        <a:pt x="33570" y="41392"/>
                      </a:lnTo>
                      <a:cubicBezTo>
                        <a:pt x="33323" y="41419"/>
                        <a:pt x="32836" y="41469"/>
                        <a:pt x="32165" y="41518"/>
                      </a:cubicBezTo>
                      <a:cubicBezTo>
                        <a:pt x="29244" y="41851"/>
                        <a:pt x="22959" y="42443"/>
                        <a:pt x="19484" y="42628"/>
                      </a:cubicBezTo>
                      <a:cubicBezTo>
                        <a:pt x="16230" y="42812"/>
                        <a:pt x="14049" y="42923"/>
                        <a:pt x="11979" y="42923"/>
                      </a:cubicBezTo>
                      <a:cubicBezTo>
                        <a:pt x="10500" y="42923"/>
                        <a:pt x="9095" y="42886"/>
                        <a:pt x="7358" y="42738"/>
                      </a:cubicBezTo>
                      <a:cubicBezTo>
                        <a:pt x="5324" y="42591"/>
                        <a:pt x="3734" y="41740"/>
                        <a:pt x="2625" y="40409"/>
                      </a:cubicBezTo>
                      <a:cubicBezTo>
                        <a:pt x="1479" y="39078"/>
                        <a:pt x="814" y="37230"/>
                        <a:pt x="666" y="35086"/>
                      </a:cubicBezTo>
                      <a:cubicBezTo>
                        <a:pt x="629" y="34753"/>
                        <a:pt x="629" y="34457"/>
                        <a:pt x="629" y="34161"/>
                      </a:cubicBezTo>
                      <a:cubicBezTo>
                        <a:pt x="629" y="32387"/>
                        <a:pt x="1036" y="31241"/>
                        <a:pt x="1516" y="29984"/>
                      </a:cubicBezTo>
                      <a:cubicBezTo>
                        <a:pt x="1997" y="28727"/>
                        <a:pt x="2551" y="27396"/>
                        <a:pt x="2773" y="25436"/>
                      </a:cubicBezTo>
                      <a:cubicBezTo>
                        <a:pt x="3254" y="21222"/>
                        <a:pt x="4067" y="13088"/>
                        <a:pt x="4548" y="7431"/>
                      </a:cubicBezTo>
                      <a:cubicBezTo>
                        <a:pt x="4733" y="5102"/>
                        <a:pt x="5583" y="3439"/>
                        <a:pt x="6988" y="2329"/>
                      </a:cubicBezTo>
                      <a:cubicBezTo>
                        <a:pt x="8393" y="1183"/>
                        <a:pt x="10389" y="629"/>
                        <a:pt x="12940" y="629"/>
                      </a:cubicBezTo>
                      <a:close/>
                      <a:moveTo>
                        <a:pt x="12940" y="0"/>
                      </a:moveTo>
                      <a:cubicBezTo>
                        <a:pt x="10315" y="0"/>
                        <a:pt x="8171" y="592"/>
                        <a:pt x="6618" y="1849"/>
                      </a:cubicBezTo>
                      <a:cubicBezTo>
                        <a:pt x="5065" y="3069"/>
                        <a:pt x="4141" y="4954"/>
                        <a:pt x="3919" y="7358"/>
                      </a:cubicBezTo>
                      <a:cubicBezTo>
                        <a:pt x="3439" y="13051"/>
                        <a:pt x="2625" y="21148"/>
                        <a:pt x="2145" y="25362"/>
                      </a:cubicBezTo>
                      <a:cubicBezTo>
                        <a:pt x="1923" y="27248"/>
                        <a:pt x="1405" y="28505"/>
                        <a:pt x="925" y="29762"/>
                      </a:cubicBezTo>
                      <a:cubicBezTo>
                        <a:pt x="444" y="31019"/>
                        <a:pt x="0" y="32313"/>
                        <a:pt x="0" y="34161"/>
                      </a:cubicBezTo>
                      <a:cubicBezTo>
                        <a:pt x="0" y="34457"/>
                        <a:pt x="37" y="34790"/>
                        <a:pt x="37" y="35123"/>
                      </a:cubicBezTo>
                      <a:cubicBezTo>
                        <a:pt x="222" y="37378"/>
                        <a:pt x="925" y="39337"/>
                        <a:pt x="2145" y="40779"/>
                      </a:cubicBezTo>
                      <a:cubicBezTo>
                        <a:pt x="3365" y="42258"/>
                        <a:pt x="5102" y="43182"/>
                        <a:pt x="7284" y="43367"/>
                      </a:cubicBezTo>
                      <a:cubicBezTo>
                        <a:pt x="9058" y="43478"/>
                        <a:pt x="10500" y="43552"/>
                        <a:pt x="11979" y="43552"/>
                      </a:cubicBezTo>
                      <a:cubicBezTo>
                        <a:pt x="14086" y="43552"/>
                        <a:pt x="16267" y="43441"/>
                        <a:pt x="19521" y="43256"/>
                      </a:cubicBezTo>
                      <a:cubicBezTo>
                        <a:pt x="24179" y="42997"/>
                        <a:pt x="33828" y="41999"/>
                        <a:pt x="33828" y="41999"/>
                      </a:cubicBezTo>
                      <a:cubicBezTo>
                        <a:pt x="33939" y="41962"/>
                        <a:pt x="34013" y="41888"/>
                        <a:pt x="34087" y="41814"/>
                      </a:cubicBezTo>
                      <a:cubicBezTo>
                        <a:pt x="34087" y="41814"/>
                        <a:pt x="34494" y="40853"/>
                        <a:pt x="34938" y="39670"/>
                      </a:cubicBezTo>
                      <a:cubicBezTo>
                        <a:pt x="35381" y="38487"/>
                        <a:pt x="35862" y="37119"/>
                        <a:pt x="35936" y="36158"/>
                      </a:cubicBezTo>
                      <a:cubicBezTo>
                        <a:pt x="36047" y="35196"/>
                        <a:pt x="36195" y="33237"/>
                        <a:pt x="36195" y="31573"/>
                      </a:cubicBezTo>
                      <a:cubicBezTo>
                        <a:pt x="36195" y="30871"/>
                        <a:pt x="36195" y="30205"/>
                        <a:pt x="36084" y="29688"/>
                      </a:cubicBezTo>
                      <a:cubicBezTo>
                        <a:pt x="36047" y="29466"/>
                        <a:pt x="35973" y="29244"/>
                        <a:pt x="35862" y="29059"/>
                      </a:cubicBezTo>
                      <a:cubicBezTo>
                        <a:pt x="35825" y="28948"/>
                        <a:pt x="35751" y="28874"/>
                        <a:pt x="35640" y="28801"/>
                      </a:cubicBezTo>
                      <a:cubicBezTo>
                        <a:pt x="35566" y="28727"/>
                        <a:pt x="35455" y="28690"/>
                        <a:pt x="35307" y="28690"/>
                      </a:cubicBezTo>
                      <a:cubicBezTo>
                        <a:pt x="35048" y="28690"/>
                        <a:pt x="33718" y="28764"/>
                        <a:pt x="31832" y="28837"/>
                      </a:cubicBezTo>
                      <a:cubicBezTo>
                        <a:pt x="26798" y="29068"/>
                        <a:pt x="17985" y="29503"/>
                        <a:pt x="16108" y="29596"/>
                      </a:cubicBezTo>
                      <a:lnTo>
                        <a:pt x="16108" y="29596"/>
                      </a:lnTo>
                      <a:lnTo>
                        <a:pt x="17176" y="22948"/>
                      </a:lnTo>
                      <a:lnTo>
                        <a:pt x="17176" y="22948"/>
                      </a:lnTo>
                      <a:cubicBezTo>
                        <a:pt x="17480" y="22747"/>
                        <a:pt x="18267" y="22211"/>
                        <a:pt x="19077" y="21517"/>
                      </a:cubicBezTo>
                      <a:cubicBezTo>
                        <a:pt x="19595" y="21111"/>
                        <a:pt x="20112" y="20630"/>
                        <a:pt x="20519" y="20112"/>
                      </a:cubicBezTo>
                      <a:cubicBezTo>
                        <a:pt x="20963" y="19632"/>
                        <a:pt x="21295" y="19151"/>
                        <a:pt x="21406" y="18634"/>
                      </a:cubicBezTo>
                      <a:cubicBezTo>
                        <a:pt x="21517" y="18079"/>
                        <a:pt x="21554" y="17044"/>
                        <a:pt x="21554" y="15713"/>
                      </a:cubicBezTo>
                      <a:cubicBezTo>
                        <a:pt x="21554" y="12866"/>
                        <a:pt x="21295" y="8799"/>
                        <a:pt x="20741" y="6211"/>
                      </a:cubicBezTo>
                      <a:cubicBezTo>
                        <a:pt x="20334" y="4252"/>
                        <a:pt x="19225" y="2810"/>
                        <a:pt x="18264" y="1812"/>
                      </a:cubicBezTo>
                      <a:cubicBezTo>
                        <a:pt x="17266" y="851"/>
                        <a:pt x="16415" y="333"/>
                        <a:pt x="16378" y="333"/>
                      </a:cubicBezTo>
                      <a:lnTo>
                        <a:pt x="16267" y="296"/>
                      </a:lnTo>
                      <a:cubicBezTo>
                        <a:pt x="15084" y="111"/>
                        <a:pt x="13975" y="0"/>
                        <a:pt x="1294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1" name="Google Shape;2911;p51">
                  <a:extLst>
                    <a:ext uri="{FF2B5EF4-FFF2-40B4-BE49-F238E27FC236}">
                      <a16:creationId xmlns:a16="http://schemas.microsoft.com/office/drawing/2014/main" id="{50816298-8C99-2A95-C962-0E6AE48E1F52}"/>
                    </a:ext>
                  </a:extLst>
                </p:cNvPr>
                <p:cNvSpPr/>
                <p:nvPr/>
              </p:nvSpPr>
              <p:spPr>
                <a:xfrm>
                  <a:off x="2022900" y="2863875"/>
                  <a:ext cx="279150" cy="311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66" h="12463" extrusionOk="0">
                      <a:moveTo>
                        <a:pt x="8878" y="1"/>
                      </a:moveTo>
                      <a:cubicBezTo>
                        <a:pt x="8592" y="1"/>
                        <a:pt x="8271" y="46"/>
                        <a:pt x="7913" y="152"/>
                      </a:cubicBezTo>
                      <a:cubicBezTo>
                        <a:pt x="5177" y="965"/>
                        <a:pt x="1" y="8396"/>
                        <a:pt x="1" y="8396"/>
                      </a:cubicBezTo>
                      <a:cubicBezTo>
                        <a:pt x="1" y="8396"/>
                        <a:pt x="1775" y="12463"/>
                        <a:pt x="2737" y="12463"/>
                      </a:cubicBezTo>
                      <a:cubicBezTo>
                        <a:pt x="3735" y="12463"/>
                        <a:pt x="7765" y="10836"/>
                        <a:pt x="9244" y="8248"/>
                      </a:cubicBezTo>
                      <a:cubicBezTo>
                        <a:pt x="10685" y="5660"/>
                        <a:pt x="11166" y="2074"/>
                        <a:pt x="11166" y="2074"/>
                      </a:cubicBezTo>
                      <a:cubicBezTo>
                        <a:pt x="11166" y="2074"/>
                        <a:pt x="10802" y="1"/>
                        <a:pt x="8878" y="1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2" name="Google Shape;2912;p51">
                  <a:extLst>
                    <a:ext uri="{FF2B5EF4-FFF2-40B4-BE49-F238E27FC236}">
                      <a16:creationId xmlns:a16="http://schemas.microsoft.com/office/drawing/2014/main" id="{52A87BE7-6545-D545-074C-9E10265CC7DA}"/>
                    </a:ext>
                  </a:extLst>
                </p:cNvPr>
                <p:cNvSpPr/>
                <p:nvPr/>
              </p:nvSpPr>
              <p:spPr>
                <a:xfrm>
                  <a:off x="2014600" y="2855650"/>
                  <a:ext cx="294850" cy="32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3088" extrusionOk="0">
                      <a:moveTo>
                        <a:pt x="9206" y="629"/>
                      </a:moveTo>
                      <a:cubicBezTo>
                        <a:pt x="9649" y="629"/>
                        <a:pt x="9945" y="739"/>
                        <a:pt x="10204" y="924"/>
                      </a:cubicBezTo>
                      <a:cubicBezTo>
                        <a:pt x="10611" y="1146"/>
                        <a:pt x="10869" y="1553"/>
                        <a:pt x="11017" y="1886"/>
                      </a:cubicBezTo>
                      <a:cubicBezTo>
                        <a:pt x="11091" y="2033"/>
                        <a:pt x="11128" y="2181"/>
                        <a:pt x="11165" y="2292"/>
                      </a:cubicBezTo>
                      <a:lnTo>
                        <a:pt x="11197" y="2418"/>
                      </a:lnTo>
                      <a:lnTo>
                        <a:pt x="11197" y="2418"/>
                      </a:lnTo>
                      <a:cubicBezTo>
                        <a:pt x="11192" y="2445"/>
                        <a:pt x="11183" y="2479"/>
                        <a:pt x="11165" y="2514"/>
                      </a:cubicBezTo>
                      <a:cubicBezTo>
                        <a:pt x="11054" y="3217"/>
                        <a:pt x="10537" y="6211"/>
                        <a:pt x="9280" y="8429"/>
                      </a:cubicBezTo>
                      <a:cubicBezTo>
                        <a:pt x="8614" y="9649"/>
                        <a:pt x="7283" y="10685"/>
                        <a:pt x="5989" y="11387"/>
                      </a:cubicBezTo>
                      <a:cubicBezTo>
                        <a:pt x="5361" y="11757"/>
                        <a:pt x="4695" y="12016"/>
                        <a:pt x="4178" y="12200"/>
                      </a:cubicBezTo>
                      <a:cubicBezTo>
                        <a:pt x="3660" y="12385"/>
                        <a:pt x="3254" y="12496"/>
                        <a:pt x="3069" y="12496"/>
                      </a:cubicBezTo>
                      <a:cubicBezTo>
                        <a:pt x="3069" y="12496"/>
                        <a:pt x="2995" y="12459"/>
                        <a:pt x="2884" y="12385"/>
                      </a:cubicBezTo>
                      <a:cubicBezTo>
                        <a:pt x="2662" y="12200"/>
                        <a:pt x="2403" y="11905"/>
                        <a:pt x="2144" y="11498"/>
                      </a:cubicBezTo>
                      <a:cubicBezTo>
                        <a:pt x="1775" y="10943"/>
                        <a:pt x="1368" y="10204"/>
                        <a:pt x="1072" y="9612"/>
                      </a:cubicBezTo>
                      <a:cubicBezTo>
                        <a:pt x="924" y="9317"/>
                        <a:pt x="813" y="9095"/>
                        <a:pt x="740" y="8910"/>
                      </a:cubicBezTo>
                      <a:cubicBezTo>
                        <a:pt x="719" y="8860"/>
                        <a:pt x="699" y="8815"/>
                        <a:pt x="681" y="8776"/>
                      </a:cubicBezTo>
                      <a:lnTo>
                        <a:pt x="681" y="8776"/>
                      </a:lnTo>
                      <a:cubicBezTo>
                        <a:pt x="715" y="8725"/>
                        <a:pt x="759" y="8659"/>
                        <a:pt x="813" y="8577"/>
                      </a:cubicBezTo>
                      <a:cubicBezTo>
                        <a:pt x="1294" y="7875"/>
                        <a:pt x="2625" y="6063"/>
                        <a:pt x="4104" y="4363"/>
                      </a:cubicBezTo>
                      <a:cubicBezTo>
                        <a:pt x="4880" y="3512"/>
                        <a:pt x="5657" y="2699"/>
                        <a:pt x="6396" y="2033"/>
                      </a:cubicBezTo>
                      <a:cubicBezTo>
                        <a:pt x="7135" y="1405"/>
                        <a:pt x="7838" y="924"/>
                        <a:pt x="8355" y="776"/>
                      </a:cubicBezTo>
                      <a:cubicBezTo>
                        <a:pt x="8688" y="666"/>
                        <a:pt x="8947" y="629"/>
                        <a:pt x="9206" y="629"/>
                      </a:cubicBezTo>
                      <a:close/>
                      <a:moveTo>
                        <a:pt x="9206" y="0"/>
                      </a:moveTo>
                      <a:cubicBezTo>
                        <a:pt x="8910" y="0"/>
                        <a:pt x="8540" y="74"/>
                        <a:pt x="8171" y="185"/>
                      </a:cubicBezTo>
                      <a:cubicBezTo>
                        <a:pt x="7394" y="407"/>
                        <a:pt x="6544" y="1072"/>
                        <a:pt x="5657" y="1886"/>
                      </a:cubicBezTo>
                      <a:cubicBezTo>
                        <a:pt x="2995" y="4363"/>
                        <a:pt x="74" y="8540"/>
                        <a:pt x="74" y="8577"/>
                      </a:cubicBezTo>
                      <a:cubicBezTo>
                        <a:pt x="0" y="8651"/>
                        <a:pt x="0" y="8762"/>
                        <a:pt x="37" y="8873"/>
                      </a:cubicBezTo>
                      <a:cubicBezTo>
                        <a:pt x="37" y="8873"/>
                        <a:pt x="481" y="9871"/>
                        <a:pt x="1072" y="10906"/>
                      </a:cubicBezTo>
                      <a:cubicBezTo>
                        <a:pt x="1368" y="11424"/>
                        <a:pt x="1664" y="11942"/>
                        <a:pt x="1997" y="12348"/>
                      </a:cubicBezTo>
                      <a:cubicBezTo>
                        <a:pt x="2144" y="12533"/>
                        <a:pt x="2329" y="12718"/>
                        <a:pt x="2477" y="12866"/>
                      </a:cubicBezTo>
                      <a:cubicBezTo>
                        <a:pt x="2662" y="12977"/>
                        <a:pt x="2847" y="13088"/>
                        <a:pt x="3069" y="13088"/>
                      </a:cubicBezTo>
                      <a:cubicBezTo>
                        <a:pt x="3401" y="13088"/>
                        <a:pt x="3845" y="12977"/>
                        <a:pt x="4400" y="12792"/>
                      </a:cubicBezTo>
                      <a:cubicBezTo>
                        <a:pt x="5250" y="12496"/>
                        <a:pt x="6285" y="11979"/>
                        <a:pt x="7283" y="11313"/>
                      </a:cubicBezTo>
                      <a:cubicBezTo>
                        <a:pt x="8282" y="10611"/>
                        <a:pt x="9243" y="9760"/>
                        <a:pt x="9834" y="8725"/>
                      </a:cubicBezTo>
                      <a:cubicBezTo>
                        <a:pt x="11313" y="6063"/>
                        <a:pt x="11794" y="2477"/>
                        <a:pt x="11794" y="2440"/>
                      </a:cubicBezTo>
                      <a:lnTo>
                        <a:pt x="11794" y="2366"/>
                      </a:lnTo>
                      <a:cubicBezTo>
                        <a:pt x="11794" y="2329"/>
                        <a:pt x="11720" y="1775"/>
                        <a:pt x="11350" y="1220"/>
                      </a:cubicBezTo>
                      <a:cubicBezTo>
                        <a:pt x="11165" y="924"/>
                        <a:pt x="10906" y="629"/>
                        <a:pt x="10537" y="407"/>
                      </a:cubicBezTo>
                      <a:cubicBezTo>
                        <a:pt x="10204" y="148"/>
                        <a:pt x="9760" y="0"/>
                        <a:pt x="920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3" name="Google Shape;2913;p51">
                  <a:extLst>
                    <a:ext uri="{FF2B5EF4-FFF2-40B4-BE49-F238E27FC236}">
                      <a16:creationId xmlns:a16="http://schemas.microsoft.com/office/drawing/2014/main" id="{6828A2CA-29EF-D258-9719-995D9E361F48}"/>
                    </a:ext>
                  </a:extLst>
                </p:cNvPr>
                <p:cNvSpPr/>
                <p:nvPr/>
              </p:nvSpPr>
              <p:spPr>
                <a:xfrm>
                  <a:off x="1440650" y="2636575"/>
                  <a:ext cx="1007450" cy="89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98" h="35999" extrusionOk="0">
                      <a:moveTo>
                        <a:pt x="25818" y="0"/>
                      </a:moveTo>
                      <a:cubicBezTo>
                        <a:pt x="24898" y="0"/>
                        <a:pt x="23943" y="132"/>
                        <a:pt x="22958" y="482"/>
                      </a:cubicBezTo>
                      <a:cubicBezTo>
                        <a:pt x="18891" y="1960"/>
                        <a:pt x="18891" y="6471"/>
                        <a:pt x="18743" y="9392"/>
                      </a:cubicBezTo>
                      <a:cubicBezTo>
                        <a:pt x="18596" y="12312"/>
                        <a:pt x="18411" y="13126"/>
                        <a:pt x="12089" y="15381"/>
                      </a:cubicBezTo>
                      <a:cubicBezTo>
                        <a:pt x="5767" y="17673"/>
                        <a:pt x="2070" y="21703"/>
                        <a:pt x="924" y="27544"/>
                      </a:cubicBezTo>
                      <a:cubicBezTo>
                        <a:pt x="0" y="32252"/>
                        <a:pt x="3927" y="35999"/>
                        <a:pt x="8040" y="35999"/>
                      </a:cubicBezTo>
                      <a:cubicBezTo>
                        <a:pt x="9031" y="35999"/>
                        <a:pt x="10033" y="35782"/>
                        <a:pt x="10980" y="35308"/>
                      </a:cubicBezTo>
                      <a:cubicBezTo>
                        <a:pt x="15823" y="32905"/>
                        <a:pt x="15823" y="21703"/>
                        <a:pt x="19409" y="20409"/>
                      </a:cubicBezTo>
                      <a:cubicBezTo>
                        <a:pt x="22958" y="19115"/>
                        <a:pt x="27653" y="18967"/>
                        <a:pt x="29428" y="14087"/>
                      </a:cubicBezTo>
                      <a:cubicBezTo>
                        <a:pt x="29428" y="14087"/>
                        <a:pt x="29280" y="12978"/>
                        <a:pt x="33014" y="12978"/>
                      </a:cubicBezTo>
                      <a:cubicBezTo>
                        <a:pt x="36711" y="12978"/>
                        <a:pt x="39632" y="9392"/>
                        <a:pt x="39965" y="5510"/>
                      </a:cubicBezTo>
                      <a:cubicBezTo>
                        <a:pt x="40297" y="1628"/>
                        <a:pt x="36083" y="1295"/>
                        <a:pt x="33310" y="1295"/>
                      </a:cubicBezTo>
                      <a:cubicBezTo>
                        <a:pt x="31237" y="1295"/>
                        <a:pt x="28697" y="0"/>
                        <a:pt x="258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4" name="Google Shape;2914;p51">
                  <a:extLst>
                    <a:ext uri="{FF2B5EF4-FFF2-40B4-BE49-F238E27FC236}">
                      <a16:creationId xmlns:a16="http://schemas.microsoft.com/office/drawing/2014/main" id="{F138C79B-4445-F15B-D74D-D92E845CCEC5}"/>
                    </a:ext>
                  </a:extLst>
                </p:cNvPr>
                <p:cNvSpPr/>
                <p:nvPr/>
              </p:nvSpPr>
              <p:spPr>
                <a:xfrm>
                  <a:off x="1452650" y="2629200"/>
                  <a:ext cx="995450" cy="91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18" h="36602" extrusionOk="0">
                      <a:moveTo>
                        <a:pt x="25325" y="592"/>
                      </a:moveTo>
                      <a:cubicBezTo>
                        <a:pt x="26730" y="592"/>
                        <a:pt x="28061" y="925"/>
                        <a:pt x="29318" y="1257"/>
                      </a:cubicBezTo>
                      <a:cubicBezTo>
                        <a:pt x="30575" y="1553"/>
                        <a:pt x="31758" y="1886"/>
                        <a:pt x="32830" y="1886"/>
                      </a:cubicBezTo>
                      <a:cubicBezTo>
                        <a:pt x="34161" y="1886"/>
                        <a:pt x="35788" y="1960"/>
                        <a:pt x="37045" y="2477"/>
                      </a:cubicBezTo>
                      <a:cubicBezTo>
                        <a:pt x="37710" y="2699"/>
                        <a:pt x="38228" y="3032"/>
                        <a:pt x="38597" y="3512"/>
                      </a:cubicBezTo>
                      <a:cubicBezTo>
                        <a:pt x="38967" y="3993"/>
                        <a:pt x="39189" y="4585"/>
                        <a:pt x="39189" y="5398"/>
                      </a:cubicBezTo>
                      <a:cubicBezTo>
                        <a:pt x="39189" y="5509"/>
                        <a:pt x="39189" y="5657"/>
                        <a:pt x="39189" y="5768"/>
                      </a:cubicBezTo>
                      <a:cubicBezTo>
                        <a:pt x="39041" y="7653"/>
                        <a:pt x="38228" y="9465"/>
                        <a:pt x="37045" y="10796"/>
                      </a:cubicBezTo>
                      <a:cubicBezTo>
                        <a:pt x="35861" y="12090"/>
                        <a:pt x="34272" y="12940"/>
                        <a:pt x="32534" y="12940"/>
                      </a:cubicBezTo>
                      <a:cubicBezTo>
                        <a:pt x="30797" y="12940"/>
                        <a:pt x="29835" y="13199"/>
                        <a:pt x="29318" y="13495"/>
                      </a:cubicBezTo>
                      <a:cubicBezTo>
                        <a:pt x="29022" y="13642"/>
                        <a:pt x="28874" y="13827"/>
                        <a:pt x="28763" y="13975"/>
                      </a:cubicBezTo>
                      <a:cubicBezTo>
                        <a:pt x="28686" y="14078"/>
                        <a:pt x="28662" y="14181"/>
                        <a:pt x="28655" y="14272"/>
                      </a:cubicBezTo>
                      <a:lnTo>
                        <a:pt x="28652" y="14271"/>
                      </a:lnTo>
                      <a:cubicBezTo>
                        <a:pt x="27802" y="16637"/>
                        <a:pt x="26286" y="17820"/>
                        <a:pt x="24475" y="18597"/>
                      </a:cubicBezTo>
                      <a:cubicBezTo>
                        <a:pt x="22700" y="19410"/>
                        <a:pt x="20630" y="19743"/>
                        <a:pt x="18818" y="20408"/>
                      </a:cubicBezTo>
                      <a:cubicBezTo>
                        <a:pt x="18300" y="20593"/>
                        <a:pt x="17857" y="20963"/>
                        <a:pt x="17487" y="21443"/>
                      </a:cubicBezTo>
                      <a:cubicBezTo>
                        <a:pt x="16822" y="22257"/>
                        <a:pt x="16341" y="23403"/>
                        <a:pt x="15860" y="24697"/>
                      </a:cubicBezTo>
                      <a:cubicBezTo>
                        <a:pt x="15158" y="26656"/>
                        <a:pt x="14566" y="28948"/>
                        <a:pt x="13716" y="30945"/>
                      </a:cubicBezTo>
                      <a:cubicBezTo>
                        <a:pt x="12866" y="32941"/>
                        <a:pt x="11831" y="34605"/>
                        <a:pt x="10352" y="35344"/>
                      </a:cubicBezTo>
                      <a:cubicBezTo>
                        <a:pt x="9464" y="35788"/>
                        <a:pt x="8503" y="36010"/>
                        <a:pt x="7579" y="36010"/>
                      </a:cubicBezTo>
                      <a:cubicBezTo>
                        <a:pt x="5804" y="36010"/>
                        <a:pt x="4067" y="35270"/>
                        <a:pt x="2773" y="34050"/>
                      </a:cubicBezTo>
                      <a:cubicBezTo>
                        <a:pt x="1479" y="32830"/>
                        <a:pt x="629" y="31130"/>
                        <a:pt x="629" y="29207"/>
                      </a:cubicBezTo>
                      <a:cubicBezTo>
                        <a:pt x="629" y="28800"/>
                        <a:pt x="665" y="28357"/>
                        <a:pt x="739" y="27913"/>
                      </a:cubicBezTo>
                      <a:cubicBezTo>
                        <a:pt x="1294" y="25029"/>
                        <a:pt x="2477" y="22626"/>
                        <a:pt x="4326" y="20630"/>
                      </a:cubicBezTo>
                      <a:cubicBezTo>
                        <a:pt x="6137" y="18670"/>
                        <a:pt x="8614" y="17081"/>
                        <a:pt x="11720" y="15972"/>
                      </a:cubicBezTo>
                      <a:cubicBezTo>
                        <a:pt x="14899" y="14825"/>
                        <a:pt x="16526" y="14086"/>
                        <a:pt x="17487" y="13162"/>
                      </a:cubicBezTo>
                      <a:cubicBezTo>
                        <a:pt x="17931" y="12681"/>
                        <a:pt x="18190" y="12164"/>
                        <a:pt x="18337" y="11609"/>
                      </a:cubicBezTo>
                      <a:cubicBezTo>
                        <a:pt x="18485" y="11054"/>
                        <a:pt x="18522" y="10426"/>
                        <a:pt x="18559" y="9724"/>
                      </a:cubicBezTo>
                      <a:cubicBezTo>
                        <a:pt x="18633" y="8245"/>
                        <a:pt x="18707" y="6396"/>
                        <a:pt x="19188" y="4769"/>
                      </a:cubicBezTo>
                      <a:cubicBezTo>
                        <a:pt x="19705" y="3143"/>
                        <a:pt x="20667" y="1775"/>
                        <a:pt x="22589" y="1072"/>
                      </a:cubicBezTo>
                      <a:cubicBezTo>
                        <a:pt x="23513" y="740"/>
                        <a:pt x="24438" y="592"/>
                        <a:pt x="25325" y="592"/>
                      </a:cubicBezTo>
                      <a:close/>
                      <a:moveTo>
                        <a:pt x="25325" y="0"/>
                      </a:moveTo>
                      <a:cubicBezTo>
                        <a:pt x="24401" y="0"/>
                        <a:pt x="23402" y="111"/>
                        <a:pt x="22367" y="481"/>
                      </a:cubicBezTo>
                      <a:cubicBezTo>
                        <a:pt x="20260" y="1257"/>
                        <a:pt x="19151" y="2847"/>
                        <a:pt x="18633" y="4585"/>
                      </a:cubicBezTo>
                      <a:cubicBezTo>
                        <a:pt x="18079" y="6322"/>
                        <a:pt x="18042" y="8208"/>
                        <a:pt x="17968" y="9687"/>
                      </a:cubicBezTo>
                      <a:cubicBezTo>
                        <a:pt x="17931" y="10389"/>
                        <a:pt x="17857" y="10981"/>
                        <a:pt x="17746" y="11461"/>
                      </a:cubicBezTo>
                      <a:cubicBezTo>
                        <a:pt x="17561" y="12164"/>
                        <a:pt x="17191" y="12681"/>
                        <a:pt x="16304" y="13310"/>
                      </a:cubicBezTo>
                      <a:cubicBezTo>
                        <a:pt x="15380" y="13901"/>
                        <a:pt x="13864" y="14567"/>
                        <a:pt x="11535" y="15380"/>
                      </a:cubicBezTo>
                      <a:cubicBezTo>
                        <a:pt x="8318" y="16526"/>
                        <a:pt x="5767" y="18153"/>
                        <a:pt x="3845" y="20223"/>
                      </a:cubicBezTo>
                      <a:cubicBezTo>
                        <a:pt x="1959" y="22294"/>
                        <a:pt x="702" y="24808"/>
                        <a:pt x="148" y="27765"/>
                      </a:cubicBezTo>
                      <a:cubicBezTo>
                        <a:pt x="37" y="28283"/>
                        <a:pt x="0" y="28726"/>
                        <a:pt x="0" y="29207"/>
                      </a:cubicBezTo>
                      <a:cubicBezTo>
                        <a:pt x="0" y="31314"/>
                        <a:pt x="924" y="33163"/>
                        <a:pt x="2329" y="34494"/>
                      </a:cubicBezTo>
                      <a:cubicBezTo>
                        <a:pt x="3734" y="35825"/>
                        <a:pt x="5620" y="36601"/>
                        <a:pt x="7579" y="36601"/>
                      </a:cubicBezTo>
                      <a:cubicBezTo>
                        <a:pt x="8614" y="36601"/>
                        <a:pt x="9649" y="36379"/>
                        <a:pt x="10611" y="35899"/>
                      </a:cubicBezTo>
                      <a:cubicBezTo>
                        <a:pt x="11942" y="35233"/>
                        <a:pt x="12866" y="34013"/>
                        <a:pt x="13642" y="32571"/>
                      </a:cubicBezTo>
                      <a:cubicBezTo>
                        <a:pt x="14751" y="30427"/>
                        <a:pt x="15491" y="27728"/>
                        <a:pt x="16267" y="25436"/>
                      </a:cubicBezTo>
                      <a:cubicBezTo>
                        <a:pt x="16637" y="24327"/>
                        <a:pt x="17043" y="23292"/>
                        <a:pt x="17487" y="22515"/>
                      </a:cubicBezTo>
                      <a:cubicBezTo>
                        <a:pt x="17931" y="21739"/>
                        <a:pt x="18448" y="21184"/>
                        <a:pt x="19003" y="21000"/>
                      </a:cubicBezTo>
                      <a:cubicBezTo>
                        <a:pt x="20777" y="20371"/>
                        <a:pt x="22848" y="20001"/>
                        <a:pt x="24733" y="19151"/>
                      </a:cubicBezTo>
                      <a:cubicBezTo>
                        <a:pt x="26619" y="18338"/>
                        <a:pt x="28319" y="17007"/>
                        <a:pt x="29244" y="14493"/>
                      </a:cubicBezTo>
                      <a:cubicBezTo>
                        <a:pt x="29271" y="14466"/>
                        <a:pt x="29278" y="14419"/>
                        <a:pt x="29266" y="14382"/>
                      </a:cubicBezTo>
                      <a:lnTo>
                        <a:pt x="29281" y="14382"/>
                      </a:lnTo>
                      <a:lnTo>
                        <a:pt x="29281" y="14345"/>
                      </a:lnTo>
                      <a:cubicBezTo>
                        <a:pt x="29281" y="14308"/>
                        <a:pt x="29318" y="14123"/>
                        <a:pt x="29761" y="13938"/>
                      </a:cubicBezTo>
                      <a:cubicBezTo>
                        <a:pt x="30205" y="13753"/>
                        <a:pt x="31055" y="13568"/>
                        <a:pt x="32534" y="13568"/>
                      </a:cubicBezTo>
                      <a:cubicBezTo>
                        <a:pt x="34494" y="13568"/>
                        <a:pt x="36231" y="12607"/>
                        <a:pt x="37525" y="11202"/>
                      </a:cubicBezTo>
                      <a:cubicBezTo>
                        <a:pt x="38782" y="9761"/>
                        <a:pt x="39632" y="7838"/>
                        <a:pt x="39780" y="5842"/>
                      </a:cubicBezTo>
                      <a:cubicBezTo>
                        <a:pt x="39817" y="5694"/>
                        <a:pt x="39817" y="5546"/>
                        <a:pt x="39817" y="5398"/>
                      </a:cubicBezTo>
                      <a:cubicBezTo>
                        <a:pt x="39817" y="4474"/>
                        <a:pt x="39559" y="3697"/>
                        <a:pt x="39078" y="3143"/>
                      </a:cubicBezTo>
                      <a:cubicBezTo>
                        <a:pt x="38375" y="2255"/>
                        <a:pt x="37303" y="1812"/>
                        <a:pt x="36194" y="1553"/>
                      </a:cubicBezTo>
                      <a:cubicBezTo>
                        <a:pt x="35048" y="1331"/>
                        <a:pt x="33865" y="1294"/>
                        <a:pt x="32830" y="1294"/>
                      </a:cubicBezTo>
                      <a:cubicBezTo>
                        <a:pt x="31869" y="1294"/>
                        <a:pt x="30723" y="961"/>
                        <a:pt x="29466" y="629"/>
                      </a:cubicBezTo>
                      <a:cubicBezTo>
                        <a:pt x="28209" y="333"/>
                        <a:pt x="26841" y="0"/>
                        <a:pt x="253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5" name="Google Shape;2915;p51">
                  <a:extLst>
                    <a:ext uri="{FF2B5EF4-FFF2-40B4-BE49-F238E27FC236}">
                      <a16:creationId xmlns:a16="http://schemas.microsoft.com/office/drawing/2014/main" id="{27B15932-8D19-286C-CEA2-8287F7D2C4DF}"/>
                    </a:ext>
                  </a:extLst>
                </p:cNvPr>
                <p:cNvSpPr/>
                <p:nvPr/>
              </p:nvSpPr>
              <p:spPr>
                <a:xfrm>
                  <a:off x="1917550" y="3189350"/>
                  <a:ext cx="738725" cy="63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9" h="25509" extrusionOk="0">
                      <a:moveTo>
                        <a:pt x="3335" y="0"/>
                      </a:moveTo>
                      <a:cubicBezTo>
                        <a:pt x="3240" y="0"/>
                        <a:pt x="3151" y="24"/>
                        <a:pt x="3069" y="72"/>
                      </a:cubicBezTo>
                      <a:lnTo>
                        <a:pt x="0" y="7873"/>
                      </a:lnTo>
                      <a:cubicBezTo>
                        <a:pt x="0" y="7873"/>
                        <a:pt x="8245" y="25508"/>
                        <a:pt x="9391" y="25508"/>
                      </a:cubicBezTo>
                      <a:cubicBezTo>
                        <a:pt x="10537" y="25508"/>
                        <a:pt x="23477" y="16783"/>
                        <a:pt x="23477" y="16783"/>
                      </a:cubicBezTo>
                      <a:cubicBezTo>
                        <a:pt x="23477" y="16783"/>
                        <a:pt x="23986" y="16931"/>
                        <a:pt x="24512" y="16931"/>
                      </a:cubicBezTo>
                      <a:cubicBezTo>
                        <a:pt x="24775" y="16931"/>
                        <a:pt x="25042" y="16894"/>
                        <a:pt x="25251" y="16783"/>
                      </a:cubicBezTo>
                      <a:cubicBezTo>
                        <a:pt x="25917" y="16450"/>
                        <a:pt x="27211" y="14824"/>
                        <a:pt x="27211" y="14824"/>
                      </a:cubicBezTo>
                      <a:cubicBezTo>
                        <a:pt x="27211" y="14824"/>
                        <a:pt x="28673" y="15931"/>
                        <a:pt x="29258" y="15931"/>
                      </a:cubicBezTo>
                      <a:cubicBezTo>
                        <a:pt x="29451" y="15931"/>
                        <a:pt x="29548" y="15810"/>
                        <a:pt x="29466" y="15489"/>
                      </a:cubicBezTo>
                      <a:cubicBezTo>
                        <a:pt x="29170" y="14195"/>
                        <a:pt x="27543" y="12901"/>
                        <a:pt x="26064" y="12901"/>
                      </a:cubicBezTo>
                      <a:cubicBezTo>
                        <a:pt x="24623" y="12901"/>
                        <a:pt x="22515" y="16303"/>
                        <a:pt x="22515" y="16303"/>
                      </a:cubicBezTo>
                      <a:lnTo>
                        <a:pt x="11165" y="20332"/>
                      </a:lnTo>
                      <a:cubicBezTo>
                        <a:pt x="11165" y="20332"/>
                        <a:pt x="8245" y="7688"/>
                        <a:pt x="6803" y="4620"/>
                      </a:cubicBezTo>
                      <a:cubicBezTo>
                        <a:pt x="5474" y="1862"/>
                        <a:pt x="4175" y="0"/>
                        <a:pt x="333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6" name="Google Shape;2916;p51">
                  <a:extLst>
                    <a:ext uri="{FF2B5EF4-FFF2-40B4-BE49-F238E27FC236}">
                      <a16:creationId xmlns:a16="http://schemas.microsoft.com/office/drawing/2014/main" id="{05338264-6228-10AF-AF38-F8E51932A630}"/>
                    </a:ext>
                  </a:extLst>
                </p:cNvPr>
                <p:cNvSpPr/>
                <p:nvPr/>
              </p:nvSpPr>
              <p:spPr>
                <a:xfrm>
                  <a:off x="1908300" y="3181900"/>
                  <a:ext cx="755150" cy="65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06" h="26140" extrusionOk="0">
                      <a:moveTo>
                        <a:pt x="3698" y="1"/>
                      </a:moveTo>
                      <a:cubicBezTo>
                        <a:pt x="3550" y="1"/>
                        <a:pt x="3402" y="38"/>
                        <a:pt x="3291" y="112"/>
                      </a:cubicBezTo>
                      <a:cubicBezTo>
                        <a:pt x="3143" y="223"/>
                        <a:pt x="3106" y="407"/>
                        <a:pt x="3180" y="555"/>
                      </a:cubicBezTo>
                      <a:cubicBezTo>
                        <a:pt x="3225" y="645"/>
                        <a:pt x="3310" y="694"/>
                        <a:pt x="3403" y="694"/>
                      </a:cubicBezTo>
                      <a:cubicBezTo>
                        <a:pt x="3464" y="694"/>
                        <a:pt x="3528" y="673"/>
                        <a:pt x="3587" y="629"/>
                      </a:cubicBezTo>
                      <a:lnTo>
                        <a:pt x="3698" y="629"/>
                      </a:lnTo>
                      <a:cubicBezTo>
                        <a:pt x="3808" y="629"/>
                        <a:pt x="3993" y="666"/>
                        <a:pt x="4215" y="888"/>
                      </a:cubicBezTo>
                      <a:cubicBezTo>
                        <a:pt x="4585" y="1184"/>
                        <a:pt x="4992" y="1701"/>
                        <a:pt x="5472" y="2404"/>
                      </a:cubicBezTo>
                      <a:cubicBezTo>
                        <a:pt x="5916" y="3143"/>
                        <a:pt x="6396" y="4031"/>
                        <a:pt x="6877" y="5066"/>
                      </a:cubicBezTo>
                      <a:cubicBezTo>
                        <a:pt x="7247" y="5805"/>
                        <a:pt x="7690" y="7136"/>
                        <a:pt x="8171" y="8763"/>
                      </a:cubicBezTo>
                      <a:cubicBezTo>
                        <a:pt x="8873" y="11166"/>
                        <a:pt x="9650" y="14161"/>
                        <a:pt x="10241" y="16564"/>
                      </a:cubicBezTo>
                      <a:cubicBezTo>
                        <a:pt x="10537" y="17747"/>
                        <a:pt x="10796" y="18782"/>
                        <a:pt x="10981" y="19521"/>
                      </a:cubicBezTo>
                      <a:cubicBezTo>
                        <a:pt x="11129" y="20261"/>
                        <a:pt x="11240" y="20704"/>
                        <a:pt x="11240" y="20704"/>
                      </a:cubicBezTo>
                      <a:cubicBezTo>
                        <a:pt x="11277" y="20778"/>
                        <a:pt x="11314" y="20852"/>
                        <a:pt x="11387" y="20889"/>
                      </a:cubicBezTo>
                      <a:cubicBezTo>
                        <a:pt x="11431" y="20932"/>
                        <a:pt x="11487" y="20950"/>
                        <a:pt x="11541" y="20950"/>
                      </a:cubicBezTo>
                      <a:cubicBezTo>
                        <a:pt x="11579" y="20950"/>
                        <a:pt x="11616" y="20941"/>
                        <a:pt x="11646" y="20926"/>
                      </a:cubicBezTo>
                      <a:lnTo>
                        <a:pt x="22996" y="16859"/>
                      </a:lnTo>
                      <a:cubicBezTo>
                        <a:pt x="23070" y="16859"/>
                        <a:pt x="23107" y="16822"/>
                        <a:pt x="23144" y="16748"/>
                      </a:cubicBezTo>
                      <a:cubicBezTo>
                        <a:pt x="23144" y="16748"/>
                        <a:pt x="23181" y="16711"/>
                        <a:pt x="23218" y="16601"/>
                      </a:cubicBezTo>
                      <a:cubicBezTo>
                        <a:pt x="23440" y="16305"/>
                        <a:pt x="23994" y="15491"/>
                        <a:pt x="24623" y="14789"/>
                      </a:cubicBezTo>
                      <a:cubicBezTo>
                        <a:pt x="24956" y="14419"/>
                        <a:pt x="25288" y="14087"/>
                        <a:pt x="25621" y="13865"/>
                      </a:cubicBezTo>
                      <a:cubicBezTo>
                        <a:pt x="25917" y="13606"/>
                        <a:pt x="26250" y="13495"/>
                        <a:pt x="26434" y="13495"/>
                      </a:cubicBezTo>
                      <a:cubicBezTo>
                        <a:pt x="27100" y="13495"/>
                        <a:pt x="27802" y="13791"/>
                        <a:pt x="28394" y="14234"/>
                      </a:cubicBezTo>
                      <a:cubicBezTo>
                        <a:pt x="28985" y="14678"/>
                        <a:pt x="29429" y="15307"/>
                        <a:pt x="29540" y="15861"/>
                      </a:cubicBezTo>
                      <a:cubicBezTo>
                        <a:pt x="29556" y="15877"/>
                        <a:pt x="29565" y="15892"/>
                        <a:pt x="29570" y="15908"/>
                      </a:cubicBezTo>
                      <a:lnTo>
                        <a:pt x="29570" y="15908"/>
                      </a:lnTo>
                      <a:cubicBezTo>
                        <a:pt x="29496" y="15903"/>
                        <a:pt x="29352" y="15845"/>
                        <a:pt x="29207" y="15787"/>
                      </a:cubicBezTo>
                      <a:cubicBezTo>
                        <a:pt x="28875" y="15639"/>
                        <a:pt x="28542" y="15418"/>
                        <a:pt x="28246" y="15233"/>
                      </a:cubicBezTo>
                      <a:cubicBezTo>
                        <a:pt x="28098" y="15122"/>
                        <a:pt x="27987" y="15048"/>
                        <a:pt x="27913" y="14974"/>
                      </a:cubicBezTo>
                      <a:cubicBezTo>
                        <a:pt x="27802" y="14900"/>
                        <a:pt x="27765" y="14900"/>
                        <a:pt x="27765" y="14900"/>
                      </a:cubicBezTo>
                      <a:cubicBezTo>
                        <a:pt x="27697" y="14848"/>
                        <a:pt x="27620" y="14821"/>
                        <a:pt x="27550" y="14821"/>
                      </a:cubicBezTo>
                      <a:cubicBezTo>
                        <a:pt x="27470" y="14821"/>
                        <a:pt x="27398" y="14858"/>
                        <a:pt x="27359" y="14937"/>
                      </a:cubicBezTo>
                      <a:cubicBezTo>
                        <a:pt x="27359" y="14937"/>
                        <a:pt x="27248" y="15048"/>
                        <a:pt x="27137" y="15196"/>
                      </a:cubicBezTo>
                      <a:cubicBezTo>
                        <a:pt x="26952" y="15418"/>
                        <a:pt x="26619" y="15787"/>
                        <a:pt x="26324" y="16083"/>
                      </a:cubicBezTo>
                      <a:cubicBezTo>
                        <a:pt x="25991" y="16416"/>
                        <a:pt x="25658" y="16711"/>
                        <a:pt x="25510" y="16785"/>
                      </a:cubicBezTo>
                      <a:cubicBezTo>
                        <a:pt x="25362" y="16859"/>
                        <a:pt x="25141" y="16896"/>
                        <a:pt x="24882" y="16896"/>
                      </a:cubicBezTo>
                      <a:cubicBezTo>
                        <a:pt x="24660" y="16896"/>
                        <a:pt x="24401" y="16859"/>
                        <a:pt x="24216" y="16859"/>
                      </a:cubicBezTo>
                      <a:cubicBezTo>
                        <a:pt x="24142" y="16822"/>
                        <a:pt x="24068" y="16822"/>
                        <a:pt x="24031" y="16785"/>
                      </a:cubicBezTo>
                      <a:lnTo>
                        <a:pt x="23957" y="16785"/>
                      </a:lnTo>
                      <a:cubicBezTo>
                        <a:pt x="23912" y="16770"/>
                        <a:pt x="23872" y="16761"/>
                        <a:pt x="23836" y="16761"/>
                      </a:cubicBezTo>
                      <a:cubicBezTo>
                        <a:pt x="23785" y="16761"/>
                        <a:pt x="23742" y="16779"/>
                        <a:pt x="23699" y="16822"/>
                      </a:cubicBezTo>
                      <a:cubicBezTo>
                        <a:pt x="23699" y="16822"/>
                        <a:pt x="23477" y="16970"/>
                        <a:pt x="23107" y="17192"/>
                      </a:cubicBezTo>
                      <a:cubicBezTo>
                        <a:pt x="21887" y="18042"/>
                        <a:pt x="18745" y="20113"/>
                        <a:pt x="15787" y="21998"/>
                      </a:cubicBezTo>
                      <a:cubicBezTo>
                        <a:pt x="14308" y="22960"/>
                        <a:pt x="12903" y="23847"/>
                        <a:pt x="11794" y="24475"/>
                      </a:cubicBezTo>
                      <a:cubicBezTo>
                        <a:pt x="11240" y="24808"/>
                        <a:pt x="10759" y="25067"/>
                        <a:pt x="10389" y="25252"/>
                      </a:cubicBezTo>
                      <a:cubicBezTo>
                        <a:pt x="10204" y="25363"/>
                        <a:pt x="10057" y="25400"/>
                        <a:pt x="9946" y="25474"/>
                      </a:cubicBezTo>
                      <a:cubicBezTo>
                        <a:pt x="9885" y="25474"/>
                        <a:pt x="9849" y="25498"/>
                        <a:pt x="9818" y="25507"/>
                      </a:cubicBezTo>
                      <a:lnTo>
                        <a:pt x="9818" y="25507"/>
                      </a:lnTo>
                      <a:cubicBezTo>
                        <a:pt x="9771" y="25492"/>
                        <a:pt x="9673" y="25419"/>
                        <a:pt x="9576" y="25289"/>
                      </a:cubicBezTo>
                      <a:cubicBezTo>
                        <a:pt x="9095" y="24697"/>
                        <a:pt x="8282" y="23292"/>
                        <a:pt x="7321" y="21555"/>
                      </a:cubicBezTo>
                      <a:cubicBezTo>
                        <a:pt x="5953" y="18967"/>
                        <a:pt x="4252" y="15565"/>
                        <a:pt x="2921" y="12830"/>
                      </a:cubicBezTo>
                      <a:cubicBezTo>
                        <a:pt x="2293" y="11462"/>
                        <a:pt x="1701" y="10279"/>
                        <a:pt x="1294" y="9428"/>
                      </a:cubicBezTo>
                      <a:cubicBezTo>
                        <a:pt x="888" y="8541"/>
                        <a:pt x="629" y="8023"/>
                        <a:pt x="629" y="8023"/>
                      </a:cubicBezTo>
                      <a:cubicBezTo>
                        <a:pt x="575" y="7915"/>
                        <a:pt x="461" y="7846"/>
                        <a:pt x="346" y="7846"/>
                      </a:cubicBezTo>
                      <a:cubicBezTo>
                        <a:pt x="304" y="7846"/>
                        <a:pt x="262" y="7856"/>
                        <a:pt x="222" y="7875"/>
                      </a:cubicBezTo>
                      <a:cubicBezTo>
                        <a:pt x="74" y="7949"/>
                        <a:pt x="1" y="8134"/>
                        <a:pt x="74" y="8282"/>
                      </a:cubicBezTo>
                      <a:cubicBezTo>
                        <a:pt x="74" y="8282"/>
                        <a:pt x="2145" y="12719"/>
                        <a:pt x="4363" y="17118"/>
                      </a:cubicBezTo>
                      <a:cubicBezTo>
                        <a:pt x="5472" y="19336"/>
                        <a:pt x="6618" y="21555"/>
                        <a:pt x="7543" y="23218"/>
                      </a:cubicBezTo>
                      <a:cubicBezTo>
                        <a:pt x="8023" y="24032"/>
                        <a:pt x="8430" y="24734"/>
                        <a:pt x="8763" y="25252"/>
                      </a:cubicBezTo>
                      <a:cubicBezTo>
                        <a:pt x="8947" y="25474"/>
                        <a:pt x="9095" y="25695"/>
                        <a:pt x="9243" y="25843"/>
                      </a:cubicBezTo>
                      <a:cubicBezTo>
                        <a:pt x="9317" y="25917"/>
                        <a:pt x="9391" y="25991"/>
                        <a:pt x="9465" y="26028"/>
                      </a:cubicBezTo>
                      <a:cubicBezTo>
                        <a:pt x="9539" y="26065"/>
                        <a:pt x="9613" y="26139"/>
                        <a:pt x="9761" y="26139"/>
                      </a:cubicBezTo>
                      <a:cubicBezTo>
                        <a:pt x="9909" y="26139"/>
                        <a:pt x="10057" y="26065"/>
                        <a:pt x="10204" y="25991"/>
                      </a:cubicBezTo>
                      <a:cubicBezTo>
                        <a:pt x="10870" y="25732"/>
                        <a:pt x="12016" y="25104"/>
                        <a:pt x="13421" y="24217"/>
                      </a:cubicBezTo>
                      <a:cubicBezTo>
                        <a:pt x="17312" y="21862"/>
                        <a:pt x="23062" y="17994"/>
                        <a:pt x="23922" y="17414"/>
                      </a:cubicBezTo>
                      <a:lnTo>
                        <a:pt x="23922" y="17414"/>
                      </a:lnTo>
                      <a:cubicBezTo>
                        <a:pt x="24118" y="17458"/>
                        <a:pt x="24483" y="17525"/>
                        <a:pt x="24882" y="17525"/>
                      </a:cubicBezTo>
                      <a:cubicBezTo>
                        <a:pt x="25177" y="17525"/>
                        <a:pt x="25473" y="17488"/>
                        <a:pt x="25769" y="17340"/>
                      </a:cubicBezTo>
                      <a:cubicBezTo>
                        <a:pt x="25991" y="17229"/>
                        <a:pt x="26213" y="17081"/>
                        <a:pt x="26434" y="16859"/>
                      </a:cubicBezTo>
                      <a:cubicBezTo>
                        <a:pt x="26896" y="16424"/>
                        <a:pt x="27375" y="15863"/>
                        <a:pt x="27638" y="15548"/>
                      </a:cubicBezTo>
                      <a:lnTo>
                        <a:pt x="27638" y="15548"/>
                      </a:lnTo>
                      <a:cubicBezTo>
                        <a:pt x="27786" y="15650"/>
                        <a:pt x="27988" y="15788"/>
                        <a:pt x="28209" y="15935"/>
                      </a:cubicBezTo>
                      <a:cubicBezTo>
                        <a:pt x="28431" y="16083"/>
                        <a:pt x="28690" y="16231"/>
                        <a:pt x="28948" y="16342"/>
                      </a:cubicBezTo>
                      <a:cubicBezTo>
                        <a:pt x="29170" y="16453"/>
                        <a:pt x="29392" y="16527"/>
                        <a:pt x="29614" y="16527"/>
                      </a:cubicBezTo>
                      <a:cubicBezTo>
                        <a:pt x="29762" y="16527"/>
                        <a:pt x="29910" y="16490"/>
                        <a:pt x="30021" y="16379"/>
                      </a:cubicBezTo>
                      <a:cubicBezTo>
                        <a:pt x="30132" y="16268"/>
                        <a:pt x="30205" y="16120"/>
                        <a:pt x="30169" y="15972"/>
                      </a:cubicBezTo>
                      <a:cubicBezTo>
                        <a:pt x="30169" y="15898"/>
                        <a:pt x="30169" y="15787"/>
                        <a:pt x="30132" y="15713"/>
                      </a:cubicBezTo>
                      <a:cubicBezTo>
                        <a:pt x="29947" y="14974"/>
                        <a:pt x="29429" y="14271"/>
                        <a:pt x="28764" y="13754"/>
                      </a:cubicBezTo>
                      <a:cubicBezTo>
                        <a:pt x="28098" y="13236"/>
                        <a:pt x="27285" y="12867"/>
                        <a:pt x="26434" y="12867"/>
                      </a:cubicBezTo>
                      <a:cubicBezTo>
                        <a:pt x="25954" y="12867"/>
                        <a:pt x="25510" y="13125"/>
                        <a:pt x="25067" y="13458"/>
                      </a:cubicBezTo>
                      <a:cubicBezTo>
                        <a:pt x="24438" y="13976"/>
                        <a:pt x="23847" y="14715"/>
                        <a:pt x="23366" y="15344"/>
                      </a:cubicBezTo>
                      <a:cubicBezTo>
                        <a:pt x="23027" y="15796"/>
                        <a:pt x="22774" y="16183"/>
                        <a:pt x="22674" y="16341"/>
                      </a:cubicBezTo>
                      <a:lnTo>
                        <a:pt x="22674" y="16341"/>
                      </a:lnTo>
                      <a:lnTo>
                        <a:pt x="11754" y="20217"/>
                      </a:lnTo>
                      <a:lnTo>
                        <a:pt x="11754" y="20217"/>
                      </a:lnTo>
                      <a:cubicBezTo>
                        <a:pt x="11548" y="19314"/>
                        <a:pt x="10948" y="16721"/>
                        <a:pt x="10204" y="13865"/>
                      </a:cubicBezTo>
                      <a:cubicBezTo>
                        <a:pt x="9761" y="12090"/>
                        <a:pt x="9243" y="10205"/>
                        <a:pt x="8763" y="8578"/>
                      </a:cubicBezTo>
                      <a:cubicBezTo>
                        <a:pt x="8282" y="6951"/>
                        <a:pt x="7838" y="5583"/>
                        <a:pt x="7432" y="4807"/>
                      </a:cubicBezTo>
                      <a:cubicBezTo>
                        <a:pt x="6803" y="3402"/>
                        <a:pt x="6138" y="2219"/>
                        <a:pt x="5509" y="1406"/>
                      </a:cubicBezTo>
                      <a:cubicBezTo>
                        <a:pt x="5213" y="962"/>
                        <a:pt x="4918" y="629"/>
                        <a:pt x="4622" y="407"/>
                      </a:cubicBezTo>
                      <a:cubicBezTo>
                        <a:pt x="4326" y="149"/>
                        <a:pt x="4030" y="1"/>
                        <a:pt x="369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7" name="Google Shape;2917;p51">
                  <a:extLst>
                    <a:ext uri="{FF2B5EF4-FFF2-40B4-BE49-F238E27FC236}">
                      <a16:creationId xmlns:a16="http://schemas.microsoft.com/office/drawing/2014/main" id="{1118DEFA-4831-BF19-FD04-C8BA770717FA}"/>
                    </a:ext>
                  </a:extLst>
                </p:cNvPr>
                <p:cNvSpPr/>
                <p:nvPr/>
              </p:nvSpPr>
              <p:spPr>
                <a:xfrm>
                  <a:off x="2058950" y="3511875"/>
                  <a:ext cx="597325" cy="31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93" h="12608" extrusionOk="0">
                      <a:moveTo>
                        <a:pt x="20408" y="0"/>
                      </a:moveTo>
                      <a:cubicBezTo>
                        <a:pt x="18967" y="0"/>
                        <a:pt x="16859" y="3402"/>
                        <a:pt x="16859" y="3402"/>
                      </a:cubicBezTo>
                      <a:lnTo>
                        <a:pt x="5509" y="7431"/>
                      </a:lnTo>
                      <a:cubicBezTo>
                        <a:pt x="5509" y="7431"/>
                        <a:pt x="5140" y="5842"/>
                        <a:pt x="4622" y="3623"/>
                      </a:cubicBezTo>
                      <a:lnTo>
                        <a:pt x="1" y="6544"/>
                      </a:lnTo>
                      <a:cubicBezTo>
                        <a:pt x="1738" y="9871"/>
                        <a:pt x="3291" y="12607"/>
                        <a:pt x="3735" y="12607"/>
                      </a:cubicBezTo>
                      <a:cubicBezTo>
                        <a:pt x="4881" y="12607"/>
                        <a:pt x="17821" y="3882"/>
                        <a:pt x="17821" y="3882"/>
                      </a:cubicBezTo>
                      <a:cubicBezTo>
                        <a:pt x="17821" y="3882"/>
                        <a:pt x="18330" y="4030"/>
                        <a:pt x="18856" y="4030"/>
                      </a:cubicBezTo>
                      <a:cubicBezTo>
                        <a:pt x="19119" y="4030"/>
                        <a:pt x="19386" y="3993"/>
                        <a:pt x="19595" y="3882"/>
                      </a:cubicBezTo>
                      <a:cubicBezTo>
                        <a:pt x="20261" y="3549"/>
                        <a:pt x="21555" y="1923"/>
                        <a:pt x="21555" y="1923"/>
                      </a:cubicBezTo>
                      <a:cubicBezTo>
                        <a:pt x="21555" y="1923"/>
                        <a:pt x="23017" y="3030"/>
                        <a:pt x="23602" y="3030"/>
                      </a:cubicBezTo>
                      <a:cubicBezTo>
                        <a:pt x="23795" y="3030"/>
                        <a:pt x="23892" y="2909"/>
                        <a:pt x="23810" y="2588"/>
                      </a:cubicBezTo>
                      <a:cubicBezTo>
                        <a:pt x="23514" y="1294"/>
                        <a:pt x="21887" y="0"/>
                        <a:pt x="20408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8" name="Google Shape;2918;p51">
                  <a:extLst>
                    <a:ext uri="{FF2B5EF4-FFF2-40B4-BE49-F238E27FC236}">
                      <a16:creationId xmlns:a16="http://schemas.microsoft.com/office/drawing/2014/main" id="{5E127DA6-BE5B-11A8-FF38-B6FC72A3409C}"/>
                    </a:ext>
                  </a:extLst>
                </p:cNvPr>
                <p:cNvSpPr/>
                <p:nvPr/>
              </p:nvSpPr>
              <p:spPr>
                <a:xfrm>
                  <a:off x="2050625" y="3503550"/>
                  <a:ext cx="612825" cy="33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3" h="13274" extrusionOk="0">
                      <a:moveTo>
                        <a:pt x="20741" y="629"/>
                      </a:moveTo>
                      <a:cubicBezTo>
                        <a:pt x="21407" y="629"/>
                        <a:pt x="22109" y="925"/>
                        <a:pt x="22701" y="1368"/>
                      </a:cubicBezTo>
                      <a:cubicBezTo>
                        <a:pt x="23292" y="1812"/>
                        <a:pt x="23736" y="2441"/>
                        <a:pt x="23847" y="2995"/>
                      </a:cubicBezTo>
                      <a:cubicBezTo>
                        <a:pt x="23863" y="3011"/>
                        <a:pt x="23872" y="3026"/>
                        <a:pt x="23877" y="3042"/>
                      </a:cubicBezTo>
                      <a:lnTo>
                        <a:pt x="23877" y="3042"/>
                      </a:lnTo>
                      <a:cubicBezTo>
                        <a:pt x="23803" y="3037"/>
                        <a:pt x="23659" y="2979"/>
                        <a:pt x="23514" y="2921"/>
                      </a:cubicBezTo>
                      <a:cubicBezTo>
                        <a:pt x="23182" y="2773"/>
                        <a:pt x="22849" y="2552"/>
                        <a:pt x="22553" y="2367"/>
                      </a:cubicBezTo>
                      <a:cubicBezTo>
                        <a:pt x="22405" y="2256"/>
                        <a:pt x="22294" y="2182"/>
                        <a:pt x="22220" y="2108"/>
                      </a:cubicBezTo>
                      <a:cubicBezTo>
                        <a:pt x="22109" y="2034"/>
                        <a:pt x="22072" y="2034"/>
                        <a:pt x="22072" y="2034"/>
                      </a:cubicBezTo>
                      <a:cubicBezTo>
                        <a:pt x="22004" y="1982"/>
                        <a:pt x="21927" y="1955"/>
                        <a:pt x="21857" y="1955"/>
                      </a:cubicBezTo>
                      <a:cubicBezTo>
                        <a:pt x="21777" y="1955"/>
                        <a:pt x="21705" y="1992"/>
                        <a:pt x="21666" y="2071"/>
                      </a:cubicBezTo>
                      <a:cubicBezTo>
                        <a:pt x="21666" y="2071"/>
                        <a:pt x="21555" y="2182"/>
                        <a:pt x="21444" y="2330"/>
                      </a:cubicBezTo>
                      <a:cubicBezTo>
                        <a:pt x="21259" y="2552"/>
                        <a:pt x="20926" y="2921"/>
                        <a:pt x="20631" y="3217"/>
                      </a:cubicBezTo>
                      <a:cubicBezTo>
                        <a:pt x="20298" y="3550"/>
                        <a:pt x="19965" y="3845"/>
                        <a:pt x="19817" y="3919"/>
                      </a:cubicBezTo>
                      <a:cubicBezTo>
                        <a:pt x="19669" y="3993"/>
                        <a:pt x="19448" y="4030"/>
                        <a:pt x="19189" y="4030"/>
                      </a:cubicBezTo>
                      <a:cubicBezTo>
                        <a:pt x="18967" y="4030"/>
                        <a:pt x="18708" y="3993"/>
                        <a:pt x="18523" y="3993"/>
                      </a:cubicBezTo>
                      <a:cubicBezTo>
                        <a:pt x="18449" y="3956"/>
                        <a:pt x="18375" y="3956"/>
                        <a:pt x="18338" y="3919"/>
                      </a:cubicBezTo>
                      <a:lnTo>
                        <a:pt x="18264" y="3919"/>
                      </a:lnTo>
                      <a:cubicBezTo>
                        <a:pt x="18219" y="3904"/>
                        <a:pt x="18179" y="3895"/>
                        <a:pt x="18143" y="3895"/>
                      </a:cubicBezTo>
                      <a:cubicBezTo>
                        <a:pt x="18092" y="3895"/>
                        <a:pt x="18049" y="3913"/>
                        <a:pt x="18006" y="3956"/>
                      </a:cubicBezTo>
                      <a:cubicBezTo>
                        <a:pt x="18006" y="3956"/>
                        <a:pt x="17784" y="4104"/>
                        <a:pt x="17414" y="4326"/>
                      </a:cubicBezTo>
                      <a:cubicBezTo>
                        <a:pt x="16194" y="5176"/>
                        <a:pt x="13052" y="7247"/>
                        <a:pt x="10094" y="9132"/>
                      </a:cubicBezTo>
                      <a:cubicBezTo>
                        <a:pt x="8615" y="10094"/>
                        <a:pt x="7210" y="10981"/>
                        <a:pt x="6101" y="11609"/>
                      </a:cubicBezTo>
                      <a:cubicBezTo>
                        <a:pt x="5547" y="11942"/>
                        <a:pt x="5066" y="12201"/>
                        <a:pt x="4696" y="12386"/>
                      </a:cubicBezTo>
                      <a:cubicBezTo>
                        <a:pt x="4511" y="12497"/>
                        <a:pt x="4364" y="12534"/>
                        <a:pt x="4253" y="12608"/>
                      </a:cubicBezTo>
                      <a:cubicBezTo>
                        <a:pt x="4179" y="12608"/>
                        <a:pt x="4142" y="12645"/>
                        <a:pt x="4105" y="12645"/>
                      </a:cubicBezTo>
                      <a:cubicBezTo>
                        <a:pt x="4031" y="12608"/>
                        <a:pt x="3846" y="12386"/>
                        <a:pt x="3624" y="12053"/>
                      </a:cubicBezTo>
                      <a:cubicBezTo>
                        <a:pt x="2948" y="11092"/>
                        <a:pt x="1894" y="9171"/>
                        <a:pt x="761" y="6983"/>
                      </a:cubicBezTo>
                      <a:lnTo>
                        <a:pt x="761" y="6983"/>
                      </a:lnTo>
                      <a:lnTo>
                        <a:pt x="4740" y="4480"/>
                      </a:lnTo>
                      <a:lnTo>
                        <a:pt x="4740" y="4480"/>
                      </a:lnTo>
                      <a:cubicBezTo>
                        <a:pt x="4978" y="5399"/>
                        <a:pt x="5160" y="6192"/>
                        <a:pt x="5288" y="6766"/>
                      </a:cubicBezTo>
                      <a:cubicBezTo>
                        <a:pt x="5473" y="7432"/>
                        <a:pt x="5547" y="7838"/>
                        <a:pt x="5547" y="7838"/>
                      </a:cubicBezTo>
                      <a:cubicBezTo>
                        <a:pt x="5584" y="7912"/>
                        <a:pt x="5621" y="7986"/>
                        <a:pt x="5694" y="8023"/>
                      </a:cubicBezTo>
                      <a:cubicBezTo>
                        <a:pt x="5738" y="8066"/>
                        <a:pt x="5794" y="8084"/>
                        <a:pt x="5848" y="8084"/>
                      </a:cubicBezTo>
                      <a:cubicBezTo>
                        <a:pt x="5886" y="8084"/>
                        <a:pt x="5923" y="8075"/>
                        <a:pt x="5953" y="8060"/>
                      </a:cubicBezTo>
                      <a:lnTo>
                        <a:pt x="17303" y="3993"/>
                      </a:lnTo>
                      <a:cubicBezTo>
                        <a:pt x="17377" y="3993"/>
                        <a:pt x="17414" y="3956"/>
                        <a:pt x="17451" y="3882"/>
                      </a:cubicBezTo>
                      <a:cubicBezTo>
                        <a:pt x="17451" y="3882"/>
                        <a:pt x="17488" y="3845"/>
                        <a:pt x="17525" y="3735"/>
                      </a:cubicBezTo>
                      <a:cubicBezTo>
                        <a:pt x="17747" y="3439"/>
                        <a:pt x="18301" y="2625"/>
                        <a:pt x="18930" y="1923"/>
                      </a:cubicBezTo>
                      <a:cubicBezTo>
                        <a:pt x="19263" y="1553"/>
                        <a:pt x="19595" y="1221"/>
                        <a:pt x="19928" y="999"/>
                      </a:cubicBezTo>
                      <a:cubicBezTo>
                        <a:pt x="20224" y="740"/>
                        <a:pt x="20557" y="629"/>
                        <a:pt x="20741" y="629"/>
                      </a:cubicBezTo>
                      <a:close/>
                      <a:moveTo>
                        <a:pt x="20741" y="1"/>
                      </a:moveTo>
                      <a:cubicBezTo>
                        <a:pt x="20261" y="1"/>
                        <a:pt x="19817" y="259"/>
                        <a:pt x="19374" y="592"/>
                      </a:cubicBezTo>
                      <a:cubicBezTo>
                        <a:pt x="18745" y="1110"/>
                        <a:pt x="18154" y="1849"/>
                        <a:pt x="17673" y="2478"/>
                      </a:cubicBezTo>
                      <a:cubicBezTo>
                        <a:pt x="17334" y="2930"/>
                        <a:pt x="17081" y="3317"/>
                        <a:pt x="16981" y="3475"/>
                      </a:cubicBezTo>
                      <a:lnTo>
                        <a:pt x="16981" y="3475"/>
                      </a:lnTo>
                      <a:lnTo>
                        <a:pt x="6059" y="7352"/>
                      </a:lnTo>
                      <a:lnTo>
                        <a:pt x="6059" y="7352"/>
                      </a:lnTo>
                      <a:cubicBezTo>
                        <a:pt x="5924" y="6772"/>
                        <a:pt x="5627" y="5493"/>
                        <a:pt x="5251" y="3882"/>
                      </a:cubicBezTo>
                      <a:cubicBezTo>
                        <a:pt x="5214" y="3809"/>
                        <a:pt x="5140" y="3735"/>
                        <a:pt x="5066" y="3698"/>
                      </a:cubicBezTo>
                      <a:cubicBezTo>
                        <a:pt x="5011" y="3679"/>
                        <a:pt x="4955" y="3670"/>
                        <a:pt x="4904" y="3670"/>
                      </a:cubicBezTo>
                      <a:cubicBezTo>
                        <a:pt x="4853" y="3670"/>
                        <a:pt x="4807" y="3679"/>
                        <a:pt x="4770" y="3698"/>
                      </a:cubicBezTo>
                      <a:lnTo>
                        <a:pt x="186" y="6618"/>
                      </a:lnTo>
                      <a:cubicBezTo>
                        <a:pt x="38" y="6692"/>
                        <a:pt x="1" y="6877"/>
                        <a:pt x="75" y="7025"/>
                      </a:cubicBezTo>
                      <a:cubicBezTo>
                        <a:pt x="925" y="8689"/>
                        <a:pt x="1739" y="10204"/>
                        <a:pt x="2404" y="11314"/>
                      </a:cubicBezTo>
                      <a:cubicBezTo>
                        <a:pt x="2737" y="11868"/>
                        <a:pt x="3033" y="12349"/>
                        <a:pt x="3291" y="12645"/>
                      </a:cubicBezTo>
                      <a:cubicBezTo>
                        <a:pt x="3402" y="12829"/>
                        <a:pt x="3513" y="12940"/>
                        <a:pt x="3624" y="13051"/>
                      </a:cubicBezTo>
                      <a:cubicBezTo>
                        <a:pt x="3698" y="13125"/>
                        <a:pt x="3735" y="13162"/>
                        <a:pt x="3809" y="13199"/>
                      </a:cubicBezTo>
                      <a:cubicBezTo>
                        <a:pt x="3883" y="13236"/>
                        <a:pt x="3957" y="13273"/>
                        <a:pt x="4068" y="13273"/>
                      </a:cubicBezTo>
                      <a:cubicBezTo>
                        <a:pt x="4216" y="13273"/>
                        <a:pt x="4364" y="13199"/>
                        <a:pt x="4511" y="13125"/>
                      </a:cubicBezTo>
                      <a:cubicBezTo>
                        <a:pt x="5177" y="12866"/>
                        <a:pt x="6323" y="12238"/>
                        <a:pt x="7728" y="11351"/>
                      </a:cubicBezTo>
                      <a:cubicBezTo>
                        <a:pt x="11619" y="8996"/>
                        <a:pt x="17369" y="5128"/>
                        <a:pt x="18229" y="4548"/>
                      </a:cubicBezTo>
                      <a:lnTo>
                        <a:pt x="18229" y="4548"/>
                      </a:lnTo>
                      <a:cubicBezTo>
                        <a:pt x="18425" y="4592"/>
                        <a:pt x="18790" y="4659"/>
                        <a:pt x="19189" y="4659"/>
                      </a:cubicBezTo>
                      <a:cubicBezTo>
                        <a:pt x="19484" y="4659"/>
                        <a:pt x="19780" y="4622"/>
                        <a:pt x="20076" y="4474"/>
                      </a:cubicBezTo>
                      <a:cubicBezTo>
                        <a:pt x="20298" y="4363"/>
                        <a:pt x="20520" y="4215"/>
                        <a:pt x="20741" y="3993"/>
                      </a:cubicBezTo>
                      <a:cubicBezTo>
                        <a:pt x="21203" y="3558"/>
                        <a:pt x="21682" y="2997"/>
                        <a:pt x="21945" y="2682"/>
                      </a:cubicBezTo>
                      <a:lnTo>
                        <a:pt x="21945" y="2682"/>
                      </a:lnTo>
                      <a:cubicBezTo>
                        <a:pt x="22093" y="2784"/>
                        <a:pt x="22295" y="2922"/>
                        <a:pt x="22516" y="3069"/>
                      </a:cubicBezTo>
                      <a:cubicBezTo>
                        <a:pt x="22738" y="3217"/>
                        <a:pt x="22997" y="3365"/>
                        <a:pt x="23255" y="3476"/>
                      </a:cubicBezTo>
                      <a:cubicBezTo>
                        <a:pt x="23477" y="3587"/>
                        <a:pt x="23699" y="3661"/>
                        <a:pt x="23921" y="3661"/>
                      </a:cubicBezTo>
                      <a:cubicBezTo>
                        <a:pt x="24069" y="3661"/>
                        <a:pt x="24217" y="3624"/>
                        <a:pt x="24328" y="3513"/>
                      </a:cubicBezTo>
                      <a:cubicBezTo>
                        <a:pt x="24439" y="3402"/>
                        <a:pt x="24512" y="3254"/>
                        <a:pt x="24476" y="3106"/>
                      </a:cubicBezTo>
                      <a:cubicBezTo>
                        <a:pt x="24476" y="3032"/>
                        <a:pt x="24476" y="2921"/>
                        <a:pt x="24439" y="2847"/>
                      </a:cubicBezTo>
                      <a:cubicBezTo>
                        <a:pt x="24254" y="2108"/>
                        <a:pt x="23736" y="1405"/>
                        <a:pt x="23071" y="888"/>
                      </a:cubicBezTo>
                      <a:cubicBezTo>
                        <a:pt x="22405" y="370"/>
                        <a:pt x="21592" y="1"/>
                        <a:pt x="2074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9" name="Google Shape;2919;p51">
                  <a:extLst>
                    <a:ext uri="{FF2B5EF4-FFF2-40B4-BE49-F238E27FC236}">
                      <a16:creationId xmlns:a16="http://schemas.microsoft.com/office/drawing/2014/main" id="{EB9F395E-542B-B247-A29E-034CF492A0A1}"/>
                    </a:ext>
                  </a:extLst>
                </p:cNvPr>
                <p:cNvSpPr/>
                <p:nvPr/>
              </p:nvSpPr>
              <p:spPr>
                <a:xfrm>
                  <a:off x="1660600" y="4206925"/>
                  <a:ext cx="147900" cy="8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6" h="34841" extrusionOk="0">
                      <a:moveTo>
                        <a:pt x="2514" y="0"/>
                      </a:moveTo>
                      <a:lnTo>
                        <a:pt x="0" y="555"/>
                      </a:lnTo>
                      <a:lnTo>
                        <a:pt x="4733" y="34346"/>
                      </a:lnTo>
                      <a:cubicBezTo>
                        <a:pt x="4765" y="34635"/>
                        <a:pt x="5021" y="34841"/>
                        <a:pt x="5306" y="34841"/>
                      </a:cubicBezTo>
                      <a:cubicBezTo>
                        <a:pt x="5348" y="34841"/>
                        <a:pt x="5392" y="34836"/>
                        <a:pt x="5435" y="34827"/>
                      </a:cubicBezTo>
                      <a:cubicBezTo>
                        <a:pt x="5731" y="34790"/>
                        <a:pt x="5916" y="34531"/>
                        <a:pt x="5879" y="34235"/>
                      </a:cubicBezTo>
                      <a:lnTo>
                        <a:pt x="25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0" name="Google Shape;2920;p51">
                  <a:extLst>
                    <a:ext uri="{FF2B5EF4-FFF2-40B4-BE49-F238E27FC236}">
                      <a16:creationId xmlns:a16="http://schemas.microsoft.com/office/drawing/2014/main" id="{9914F3C5-D07C-C771-0B53-96B7A80405D4}"/>
                    </a:ext>
                  </a:extLst>
                </p:cNvPr>
                <p:cNvSpPr/>
                <p:nvPr/>
              </p:nvSpPr>
              <p:spPr>
                <a:xfrm>
                  <a:off x="1652275" y="4199525"/>
                  <a:ext cx="162700" cy="88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08" h="35456" extrusionOk="0">
                      <a:moveTo>
                        <a:pt x="2589" y="703"/>
                      </a:moveTo>
                      <a:lnTo>
                        <a:pt x="5912" y="34531"/>
                      </a:lnTo>
                      <a:lnTo>
                        <a:pt x="5879" y="34531"/>
                      </a:lnTo>
                      <a:lnTo>
                        <a:pt x="5916" y="34568"/>
                      </a:lnTo>
                      <a:cubicBezTo>
                        <a:pt x="5916" y="34716"/>
                        <a:pt x="5805" y="34790"/>
                        <a:pt x="5694" y="34827"/>
                      </a:cubicBezTo>
                      <a:lnTo>
                        <a:pt x="5620" y="34827"/>
                      </a:lnTo>
                      <a:cubicBezTo>
                        <a:pt x="5509" y="34827"/>
                        <a:pt x="5398" y="34753"/>
                        <a:pt x="5361" y="34605"/>
                      </a:cubicBezTo>
                      <a:lnTo>
                        <a:pt x="672" y="1118"/>
                      </a:lnTo>
                      <a:lnTo>
                        <a:pt x="672" y="1118"/>
                      </a:lnTo>
                      <a:lnTo>
                        <a:pt x="2589" y="703"/>
                      </a:lnTo>
                      <a:close/>
                      <a:moveTo>
                        <a:pt x="2773" y="0"/>
                      </a:moveTo>
                      <a:lnTo>
                        <a:pt x="259" y="555"/>
                      </a:lnTo>
                      <a:cubicBezTo>
                        <a:pt x="112" y="592"/>
                        <a:pt x="1" y="740"/>
                        <a:pt x="1" y="925"/>
                      </a:cubicBezTo>
                      <a:lnTo>
                        <a:pt x="4770" y="34716"/>
                      </a:lnTo>
                      <a:cubicBezTo>
                        <a:pt x="4844" y="35160"/>
                        <a:pt x="5214" y="35455"/>
                        <a:pt x="5620" y="35455"/>
                      </a:cubicBezTo>
                      <a:cubicBezTo>
                        <a:pt x="5694" y="35455"/>
                        <a:pt x="5768" y="35455"/>
                        <a:pt x="5842" y="35418"/>
                      </a:cubicBezTo>
                      <a:cubicBezTo>
                        <a:pt x="6249" y="35344"/>
                        <a:pt x="6507" y="34975"/>
                        <a:pt x="6507" y="34568"/>
                      </a:cubicBezTo>
                      <a:lnTo>
                        <a:pt x="6507" y="34494"/>
                      </a:lnTo>
                      <a:lnTo>
                        <a:pt x="3143" y="296"/>
                      </a:lnTo>
                      <a:cubicBezTo>
                        <a:pt x="3143" y="185"/>
                        <a:pt x="3106" y="111"/>
                        <a:pt x="3032" y="74"/>
                      </a:cubicBezTo>
                      <a:cubicBezTo>
                        <a:pt x="2958" y="0"/>
                        <a:pt x="2884" y="0"/>
                        <a:pt x="27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1" name="Google Shape;2921;p51">
                  <a:extLst>
                    <a:ext uri="{FF2B5EF4-FFF2-40B4-BE49-F238E27FC236}">
                      <a16:creationId xmlns:a16="http://schemas.microsoft.com/office/drawing/2014/main" id="{4340A3C7-7082-C26E-FC7C-FC24177B7DCC}"/>
                    </a:ext>
                  </a:extLst>
                </p:cNvPr>
                <p:cNvSpPr/>
                <p:nvPr/>
              </p:nvSpPr>
              <p:spPr>
                <a:xfrm>
                  <a:off x="1118050" y="4228175"/>
                  <a:ext cx="260675" cy="84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7" h="33883" extrusionOk="0">
                      <a:moveTo>
                        <a:pt x="8023" y="1"/>
                      </a:moveTo>
                      <a:lnTo>
                        <a:pt x="75" y="33200"/>
                      </a:lnTo>
                      <a:cubicBezTo>
                        <a:pt x="1" y="33496"/>
                        <a:pt x="222" y="33829"/>
                        <a:pt x="555" y="33866"/>
                      </a:cubicBezTo>
                      <a:cubicBezTo>
                        <a:pt x="599" y="33877"/>
                        <a:pt x="643" y="33882"/>
                        <a:pt x="685" y="33882"/>
                      </a:cubicBezTo>
                      <a:cubicBezTo>
                        <a:pt x="924" y="33882"/>
                        <a:pt x="1121" y="33711"/>
                        <a:pt x="1184" y="33459"/>
                      </a:cubicBezTo>
                      <a:lnTo>
                        <a:pt x="10426" y="1258"/>
                      </a:lnTo>
                      <a:lnTo>
                        <a:pt x="802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2" name="Google Shape;2922;p51">
                  <a:extLst>
                    <a:ext uri="{FF2B5EF4-FFF2-40B4-BE49-F238E27FC236}">
                      <a16:creationId xmlns:a16="http://schemas.microsoft.com/office/drawing/2014/main" id="{38D8CC08-3D42-EBA6-1174-9DC1589E4AE9}"/>
                    </a:ext>
                  </a:extLst>
                </p:cNvPr>
                <p:cNvSpPr/>
                <p:nvPr/>
              </p:nvSpPr>
              <p:spPr>
                <a:xfrm>
                  <a:off x="1112500" y="4220175"/>
                  <a:ext cx="274550" cy="86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82" h="34519" extrusionOk="0">
                      <a:moveTo>
                        <a:pt x="8452" y="766"/>
                      </a:moveTo>
                      <a:lnTo>
                        <a:pt x="10279" y="1725"/>
                      </a:lnTo>
                      <a:lnTo>
                        <a:pt x="1110" y="33705"/>
                      </a:lnTo>
                      <a:cubicBezTo>
                        <a:pt x="1073" y="33816"/>
                        <a:pt x="962" y="33890"/>
                        <a:pt x="851" y="33890"/>
                      </a:cubicBezTo>
                      <a:lnTo>
                        <a:pt x="814" y="33890"/>
                      </a:lnTo>
                      <a:cubicBezTo>
                        <a:pt x="703" y="33890"/>
                        <a:pt x="592" y="33779"/>
                        <a:pt x="592" y="33631"/>
                      </a:cubicBezTo>
                      <a:lnTo>
                        <a:pt x="592" y="33594"/>
                      </a:lnTo>
                      <a:lnTo>
                        <a:pt x="8452" y="766"/>
                      </a:lnTo>
                      <a:close/>
                      <a:moveTo>
                        <a:pt x="8240" y="1"/>
                      </a:moveTo>
                      <a:cubicBezTo>
                        <a:pt x="8202" y="1"/>
                        <a:pt x="8165" y="9"/>
                        <a:pt x="8134" y="25"/>
                      </a:cubicBezTo>
                      <a:cubicBezTo>
                        <a:pt x="8060" y="62"/>
                        <a:pt x="7986" y="173"/>
                        <a:pt x="7950" y="247"/>
                      </a:cubicBezTo>
                      <a:lnTo>
                        <a:pt x="1" y="33446"/>
                      </a:lnTo>
                      <a:cubicBezTo>
                        <a:pt x="1" y="33483"/>
                        <a:pt x="1" y="33557"/>
                        <a:pt x="1" y="33631"/>
                      </a:cubicBezTo>
                      <a:cubicBezTo>
                        <a:pt x="1" y="34075"/>
                        <a:pt x="297" y="34445"/>
                        <a:pt x="740" y="34518"/>
                      </a:cubicBezTo>
                      <a:lnTo>
                        <a:pt x="851" y="34518"/>
                      </a:lnTo>
                      <a:cubicBezTo>
                        <a:pt x="1258" y="34518"/>
                        <a:pt x="1591" y="34260"/>
                        <a:pt x="1701" y="33890"/>
                      </a:cubicBezTo>
                      <a:lnTo>
                        <a:pt x="10944" y="1688"/>
                      </a:lnTo>
                      <a:cubicBezTo>
                        <a:pt x="10981" y="1541"/>
                        <a:pt x="10907" y="1393"/>
                        <a:pt x="10796" y="1319"/>
                      </a:cubicBezTo>
                      <a:lnTo>
                        <a:pt x="8393" y="62"/>
                      </a:lnTo>
                      <a:cubicBezTo>
                        <a:pt x="8350" y="18"/>
                        <a:pt x="8294" y="1"/>
                        <a:pt x="824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3" name="Google Shape;2923;p51">
                  <a:extLst>
                    <a:ext uri="{FF2B5EF4-FFF2-40B4-BE49-F238E27FC236}">
                      <a16:creationId xmlns:a16="http://schemas.microsoft.com/office/drawing/2014/main" id="{03159CBB-6A87-BB88-1316-3AD541EC7E86}"/>
                    </a:ext>
                  </a:extLst>
                </p:cNvPr>
                <p:cNvSpPr/>
                <p:nvPr/>
              </p:nvSpPr>
              <p:spPr>
                <a:xfrm>
                  <a:off x="1551525" y="4218000"/>
                  <a:ext cx="190425" cy="85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" h="34388" extrusionOk="0">
                      <a:moveTo>
                        <a:pt x="5140" y="1"/>
                      </a:moveTo>
                      <a:lnTo>
                        <a:pt x="75" y="33755"/>
                      </a:lnTo>
                      <a:cubicBezTo>
                        <a:pt x="1" y="34088"/>
                        <a:pt x="260" y="34384"/>
                        <a:pt x="592" y="34384"/>
                      </a:cubicBezTo>
                      <a:cubicBezTo>
                        <a:pt x="614" y="34386"/>
                        <a:pt x="636" y="34388"/>
                        <a:pt x="657" y="34388"/>
                      </a:cubicBezTo>
                      <a:cubicBezTo>
                        <a:pt x="925" y="34388"/>
                        <a:pt x="1150" y="34180"/>
                        <a:pt x="1184" y="33940"/>
                      </a:cubicBezTo>
                      <a:lnTo>
                        <a:pt x="7617" y="1073"/>
                      </a:lnTo>
                      <a:lnTo>
                        <a:pt x="514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4" name="Google Shape;2924;p51">
                  <a:extLst>
                    <a:ext uri="{FF2B5EF4-FFF2-40B4-BE49-F238E27FC236}">
                      <a16:creationId xmlns:a16="http://schemas.microsoft.com/office/drawing/2014/main" id="{A1FFD232-E806-630E-D8EA-6898E95EDA32}"/>
                    </a:ext>
                  </a:extLst>
                </p:cNvPr>
                <p:cNvSpPr/>
                <p:nvPr/>
              </p:nvSpPr>
              <p:spPr>
                <a:xfrm>
                  <a:off x="1545075" y="4210000"/>
                  <a:ext cx="205200" cy="87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8" h="35037" extrusionOk="0">
                      <a:moveTo>
                        <a:pt x="5630" y="779"/>
                      </a:moveTo>
                      <a:lnTo>
                        <a:pt x="7505" y="1578"/>
                      </a:lnTo>
                      <a:lnTo>
                        <a:pt x="1146" y="34186"/>
                      </a:lnTo>
                      <a:cubicBezTo>
                        <a:pt x="1109" y="34334"/>
                        <a:pt x="998" y="34408"/>
                        <a:pt x="887" y="34408"/>
                      </a:cubicBezTo>
                      <a:cubicBezTo>
                        <a:pt x="739" y="34408"/>
                        <a:pt x="629" y="34297"/>
                        <a:pt x="629" y="34149"/>
                      </a:cubicBezTo>
                      <a:lnTo>
                        <a:pt x="629" y="34112"/>
                      </a:lnTo>
                      <a:lnTo>
                        <a:pt x="5630" y="779"/>
                      </a:lnTo>
                      <a:close/>
                      <a:moveTo>
                        <a:pt x="5385" y="1"/>
                      </a:moveTo>
                      <a:cubicBezTo>
                        <a:pt x="5330" y="1"/>
                        <a:pt x="5278" y="19"/>
                        <a:pt x="5213" y="62"/>
                      </a:cubicBezTo>
                      <a:cubicBezTo>
                        <a:pt x="5139" y="99"/>
                        <a:pt x="5102" y="173"/>
                        <a:pt x="5065" y="284"/>
                      </a:cubicBezTo>
                      <a:lnTo>
                        <a:pt x="0" y="34001"/>
                      </a:lnTo>
                      <a:lnTo>
                        <a:pt x="37" y="34001"/>
                      </a:lnTo>
                      <a:lnTo>
                        <a:pt x="0" y="34149"/>
                      </a:lnTo>
                      <a:cubicBezTo>
                        <a:pt x="0" y="34593"/>
                        <a:pt x="370" y="34999"/>
                        <a:pt x="850" y="35036"/>
                      </a:cubicBezTo>
                      <a:lnTo>
                        <a:pt x="887" y="35036"/>
                      </a:lnTo>
                      <a:cubicBezTo>
                        <a:pt x="1294" y="35036"/>
                        <a:pt x="1664" y="34741"/>
                        <a:pt x="1738" y="34334"/>
                      </a:cubicBezTo>
                      <a:lnTo>
                        <a:pt x="8171" y="1430"/>
                      </a:lnTo>
                      <a:cubicBezTo>
                        <a:pt x="8208" y="1282"/>
                        <a:pt x="8134" y="1134"/>
                        <a:pt x="7986" y="1097"/>
                      </a:cubicBezTo>
                      <a:lnTo>
                        <a:pt x="5509" y="25"/>
                      </a:lnTo>
                      <a:cubicBezTo>
                        <a:pt x="5463" y="10"/>
                        <a:pt x="5423" y="1"/>
                        <a:pt x="53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5" name="Google Shape;2925;p51">
                  <a:extLst>
                    <a:ext uri="{FF2B5EF4-FFF2-40B4-BE49-F238E27FC236}">
                      <a16:creationId xmlns:a16="http://schemas.microsoft.com/office/drawing/2014/main" id="{E0A11B6D-E8C2-9DD5-0BC4-2471B9486DE3}"/>
                    </a:ext>
                  </a:extLst>
                </p:cNvPr>
                <p:cNvSpPr/>
                <p:nvPr/>
              </p:nvSpPr>
              <p:spPr>
                <a:xfrm>
                  <a:off x="2127350" y="4206925"/>
                  <a:ext cx="147900" cy="8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6" h="34841" extrusionOk="0">
                      <a:moveTo>
                        <a:pt x="2515" y="0"/>
                      </a:moveTo>
                      <a:lnTo>
                        <a:pt x="1" y="555"/>
                      </a:lnTo>
                      <a:lnTo>
                        <a:pt x="4733" y="34346"/>
                      </a:lnTo>
                      <a:cubicBezTo>
                        <a:pt x="4797" y="34635"/>
                        <a:pt x="5029" y="34841"/>
                        <a:pt x="5307" y="34841"/>
                      </a:cubicBezTo>
                      <a:cubicBezTo>
                        <a:pt x="5349" y="34841"/>
                        <a:pt x="5392" y="34836"/>
                        <a:pt x="5435" y="34827"/>
                      </a:cubicBezTo>
                      <a:cubicBezTo>
                        <a:pt x="5731" y="34790"/>
                        <a:pt x="5916" y="34531"/>
                        <a:pt x="5879" y="34235"/>
                      </a:cubicBezTo>
                      <a:lnTo>
                        <a:pt x="251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6" name="Google Shape;2926;p51">
                  <a:extLst>
                    <a:ext uri="{FF2B5EF4-FFF2-40B4-BE49-F238E27FC236}">
                      <a16:creationId xmlns:a16="http://schemas.microsoft.com/office/drawing/2014/main" id="{DF0870EF-FE2B-87E2-BC76-32892874B1CE}"/>
                    </a:ext>
                  </a:extLst>
                </p:cNvPr>
                <p:cNvSpPr/>
                <p:nvPr/>
              </p:nvSpPr>
              <p:spPr>
                <a:xfrm>
                  <a:off x="2119025" y="4199525"/>
                  <a:ext cx="162700" cy="88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08" h="35456" extrusionOk="0">
                      <a:moveTo>
                        <a:pt x="2589" y="703"/>
                      </a:moveTo>
                      <a:lnTo>
                        <a:pt x="5916" y="34568"/>
                      </a:lnTo>
                      <a:cubicBezTo>
                        <a:pt x="5916" y="34716"/>
                        <a:pt x="5805" y="34790"/>
                        <a:pt x="5694" y="34827"/>
                      </a:cubicBezTo>
                      <a:lnTo>
                        <a:pt x="5657" y="34827"/>
                      </a:lnTo>
                      <a:cubicBezTo>
                        <a:pt x="5509" y="34827"/>
                        <a:pt x="5399" y="34753"/>
                        <a:pt x="5399" y="34605"/>
                      </a:cubicBezTo>
                      <a:lnTo>
                        <a:pt x="673" y="1125"/>
                      </a:lnTo>
                      <a:lnTo>
                        <a:pt x="673" y="1125"/>
                      </a:lnTo>
                      <a:lnTo>
                        <a:pt x="2589" y="703"/>
                      </a:lnTo>
                      <a:close/>
                      <a:moveTo>
                        <a:pt x="2811" y="0"/>
                      </a:moveTo>
                      <a:lnTo>
                        <a:pt x="260" y="555"/>
                      </a:lnTo>
                      <a:cubicBezTo>
                        <a:pt x="112" y="592"/>
                        <a:pt x="1" y="740"/>
                        <a:pt x="1" y="925"/>
                      </a:cubicBezTo>
                      <a:lnTo>
                        <a:pt x="4770" y="34716"/>
                      </a:lnTo>
                      <a:cubicBezTo>
                        <a:pt x="4844" y="35160"/>
                        <a:pt x="5214" y="35455"/>
                        <a:pt x="5657" y="35455"/>
                      </a:cubicBezTo>
                      <a:cubicBezTo>
                        <a:pt x="5694" y="35455"/>
                        <a:pt x="5768" y="35455"/>
                        <a:pt x="5842" y="35418"/>
                      </a:cubicBezTo>
                      <a:cubicBezTo>
                        <a:pt x="6249" y="35344"/>
                        <a:pt x="6508" y="34975"/>
                        <a:pt x="6508" y="34568"/>
                      </a:cubicBezTo>
                      <a:lnTo>
                        <a:pt x="6508" y="34494"/>
                      </a:lnTo>
                      <a:lnTo>
                        <a:pt x="3180" y="296"/>
                      </a:lnTo>
                      <a:cubicBezTo>
                        <a:pt x="3143" y="185"/>
                        <a:pt x="3106" y="111"/>
                        <a:pt x="3032" y="74"/>
                      </a:cubicBezTo>
                      <a:cubicBezTo>
                        <a:pt x="2958" y="0"/>
                        <a:pt x="2885" y="0"/>
                        <a:pt x="28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7" name="Google Shape;2927;p51">
                  <a:extLst>
                    <a:ext uri="{FF2B5EF4-FFF2-40B4-BE49-F238E27FC236}">
                      <a16:creationId xmlns:a16="http://schemas.microsoft.com/office/drawing/2014/main" id="{96DB6465-BC0A-0F6A-6CB8-DCEC8DD62CC7}"/>
                    </a:ext>
                  </a:extLst>
                </p:cNvPr>
                <p:cNvSpPr/>
                <p:nvPr/>
              </p:nvSpPr>
              <p:spPr>
                <a:xfrm>
                  <a:off x="1121750" y="3236425"/>
                  <a:ext cx="1197875" cy="104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15" h="41963" extrusionOk="0">
                      <a:moveTo>
                        <a:pt x="4067" y="1"/>
                      </a:moveTo>
                      <a:cubicBezTo>
                        <a:pt x="1775" y="1"/>
                        <a:pt x="1" y="2071"/>
                        <a:pt x="370" y="4327"/>
                      </a:cubicBezTo>
                      <a:lnTo>
                        <a:pt x="6138" y="41963"/>
                      </a:lnTo>
                      <a:lnTo>
                        <a:pt x="47286" y="41963"/>
                      </a:lnTo>
                      <a:cubicBezTo>
                        <a:pt x="47286" y="41963"/>
                        <a:pt x="47914" y="31130"/>
                        <a:pt x="46103" y="27285"/>
                      </a:cubicBezTo>
                      <a:cubicBezTo>
                        <a:pt x="45759" y="26556"/>
                        <a:pt x="44676" y="26262"/>
                        <a:pt x="43140" y="26262"/>
                      </a:cubicBezTo>
                      <a:cubicBezTo>
                        <a:pt x="36681" y="26262"/>
                        <a:pt x="22218" y="31467"/>
                        <a:pt x="21118" y="31467"/>
                      </a:cubicBezTo>
                      <a:cubicBezTo>
                        <a:pt x="21099" y="31467"/>
                        <a:pt x="21085" y="31466"/>
                        <a:pt x="21074" y="31463"/>
                      </a:cubicBezTo>
                      <a:cubicBezTo>
                        <a:pt x="20482" y="31315"/>
                        <a:pt x="21370" y="11906"/>
                        <a:pt x="22442" y="4290"/>
                      </a:cubicBezTo>
                      <a:cubicBezTo>
                        <a:pt x="22774" y="2034"/>
                        <a:pt x="21037" y="1"/>
                        <a:pt x="1874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8" name="Google Shape;2928;p51">
                  <a:extLst>
                    <a:ext uri="{FF2B5EF4-FFF2-40B4-BE49-F238E27FC236}">
                      <a16:creationId xmlns:a16="http://schemas.microsoft.com/office/drawing/2014/main" id="{017D0CFF-3713-22DC-E5C2-75D460CD7FB8}"/>
                    </a:ext>
                  </a:extLst>
                </p:cNvPr>
                <p:cNvSpPr/>
                <p:nvPr/>
              </p:nvSpPr>
              <p:spPr>
                <a:xfrm>
                  <a:off x="1121750" y="3229050"/>
                  <a:ext cx="1192325" cy="10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93" h="42554" extrusionOk="0">
                      <a:moveTo>
                        <a:pt x="18745" y="592"/>
                      </a:moveTo>
                      <a:cubicBezTo>
                        <a:pt x="19706" y="592"/>
                        <a:pt x="20556" y="998"/>
                        <a:pt x="21185" y="1627"/>
                      </a:cubicBezTo>
                      <a:cubicBezTo>
                        <a:pt x="21813" y="2255"/>
                        <a:pt x="22183" y="3106"/>
                        <a:pt x="22183" y="4067"/>
                      </a:cubicBezTo>
                      <a:cubicBezTo>
                        <a:pt x="22183" y="4215"/>
                        <a:pt x="22183" y="4400"/>
                        <a:pt x="22146" y="4548"/>
                      </a:cubicBezTo>
                      <a:cubicBezTo>
                        <a:pt x="21296" y="10463"/>
                        <a:pt x="20556" y="23477"/>
                        <a:pt x="20556" y="29096"/>
                      </a:cubicBezTo>
                      <a:cubicBezTo>
                        <a:pt x="20556" y="29910"/>
                        <a:pt x="20593" y="30575"/>
                        <a:pt x="20630" y="31056"/>
                      </a:cubicBezTo>
                      <a:cubicBezTo>
                        <a:pt x="20630" y="31277"/>
                        <a:pt x="20667" y="31462"/>
                        <a:pt x="20704" y="31610"/>
                      </a:cubicBezTo>
                      <a:cubicBezTo>
                        <a:pt x="20704" y="31684"/>
                        <a:pt x="20704" y="31758"/>
                        <a:pt x="20741" y="31832"/>
                      </a:cubicBezTo>
                      <a:lnTo>
                        <a:pt x="20815" y="31943"/>
                      </a:lnTo>
                      <a:cubicBezTo>
                        <a:pt x="20852" y="31980"/>
                        <a:pt x="20889" y="32054"/>
                        <a:pt x="21000" y="32054"/>
                      </a:cubicBezTo>
                      <a:lnTo>
                        <a:pt x="21111" y="32091"/>
                      </a:lnTo>
                      <a:cubicBezTo>
                        <a:pt x="21222" y="32091"/>
                        <a:pt x="21370" y="32054"/>
                        <a:pt x="21517" y="32017"/>
                      </a:cubicBezTo>
                      <a:cubicBezTo>
                        <a:pt x="22183" y="31869"/>
                        <a:pt x="23477" y="31462"/>
                        <a:pt x="25141" y="30945"/>
                      </a:cubicBezTo>
                      <a:cubicBezTo>
                        <a:pt x="27655" y="30205"/>
                        <a:pt x="31019" y="29170"/>
                        <a:pt x="34346" y="28320"/>
                      </a:cubicBezTo>
                      <a:cubicBezTo>
                        <a:pt x="37637" y="27506"/>
                        <a:pt x="40927" y="26878"/>
                        <a:pt x="43145" y="26878"/>
                      </a:cubicBezTo>
                      <a:cubicBezTo>
                        <a:pt x="43885" y="26878"/>
                        <a:pt x="44513" y="26952"/>
                        <a:pt x="44957" y="27100"/>
                      </a:cubicBezTo>
                      <a:cubicBezTo>
                        <a:pt x="45437" y="27248"/>
                        <a:pt x="45696" y="27469"/>
                        <a:pt x="45807" y="27728"/>
                      </a:cubicBezTo>
                      <a:cubicBezTo>
                        <a:pt x="46325" y="28800"/>
                        <a:pt x="46657" y="30538"/>
                        <a:pt x="46842" y="32461"/>
                      </a:cubicBezTo>
                      <a:cubicBezTo>
                        <a:pt x="47027" y="34346"/>
                        <a:pt x="47101" y="36416"/>
                        <a:pt x="47101" y="38154"/>
                      </a:cubicBezTo>
                      <a:cubicBezTo>
                        <a:pt x="47101" y="39337"/>
                        <a:pt x="47064" y="40335"/>
                        <a:pt x="47027" y="41075"/>
                      </a:cubicBezTo>
                      <a:cubicBezTo>
                        <a:pt x="47027" y="41469"/>
                        <a:pt x="47017" y="41768"/>
                        <a:pt x="47007" y="41962"/>
                      </a:cubicBezTo>
                      <a:lnTo>
                        <a:pt x="6396" y="41962"/>
                      </a:lnTo>
                      <a:lnTo>
                        <a:pt x="666" y="4585"/>
                      </a:lnTo>
                      <a:cubicBezTo>
                        <a:pt x="629" y="4400"/>
                        <a:pt x="629" y="4215"/>
                        <a:pt x="629" y="4067"/>
                      </a:cubicBezTo>
                      <a:cubicBezTo>
                        <a:pt x="629" y="3106"/>
                        <a:pt x="999" y="2255"/>
                        <a:pt x="1627" y="1627"/>
                      </a:cubicBezTo>
                      <a:cubicBezTo>
                        <a:pt x="2256" y="998"/>
                        <a:pt x="3106" y="592"/>
                        <a:pt x="4067" y="592"/>
                      </a:cubicBezTo>
                      <a:close/>
                      <a:moveTo>
                        <a:pt x="4067" y="0"/>
                      </a:moveTo>
                      <a:cubicBezTo>
                        <a:pt x="1812" y="0"/>
                        <a:pt x="1" y="1849"/>
                        <a:pt x="1" y="4067"/>
                      </a:cubicBezTo>
                      <a:cubicBezTo>
                        <a:pt x="1" y="4252"/>
                        <a:pt x="38" y="4474"/>
                        <a:pt x="38" y="4696"/>
                      </a:cubicBezTo>
                      <a:lnTo>
                        <a:pt x="5842" y="42295"/>
                      </a:lnTo>
                      <a:cubicBezTo>
                        <a:pt x="5879" y="42443"/>
                        <a:pt x="5990" y="42554"/>
                        <a:pt x="6138" y="42554"/>
                      </a:cubicBezTo>
                      <a:lnTo>
                        <a:pt x="47286" y="42554"/>
                      </a:lnTo>
                      <a:cubicBezTo>
                        <a:pt x="47471" y="42554"/>
                        <a:pt x="47582" y="42443"/>
                        <a:pt x="47619" y="42258"/>
                      </a:cubicBezTo>
                      <a:cubicBezTo>
                        <a:pt x="47619" y="42258"/>
                        <a:pt x="47693" y="40520"/>
                        <a:pt x="47693" y="38154"/>
                      </a:cubicBezTo>
                      <a:cubicBezTo>
                        <a:pt x="47693" y="36416"/>
                        <a:pt x="47656" y="34309"/>
                        <a:pt x="47471" y="32387"/>
                      </a:cubicBezTo>
                      <a:cubicBezTo>
                        <a:pt x="47249" y="30464"/>
                        <a:pt x="46953" y="28653"/>
                        <a:pt x="46362" y="27433"/>
                      </a:cubicBezTo>
                      <a:cubicBezTo>
                        <a:pt x="46140" y="26989"/>
                        <a:pt x="45696" y="26693"/>
                        <a:pt x="45142" y="26508"/>
                      </a:cubicBezTo>
                      <a:cubicBezTo>
                        <a:pt x="44587" y="26323"/>
                        <a:pt x="43922" y="26249"/>
                        <a:pt x="43145" y="26249"/>
                      </a:cubicBezTo>
                      <a:cubicBezTo>
                        <a:pt x="39818" y="26249"/>
                        <a:pt x="34568" y="27580"/>
                        <a:pt x="30021" y="28874"/>
                      </a:cubicBezTo>
                      <a:cubicBezTo>
                        <a:pt x="27728" y="29503"/>
                        <a:pt x="25621" y="30168"/>
                        <a:pt x="23994" y="30649"/>
                      </a:cubicBezTo>
                      <a:cubicBezTo>
                        <a:pt x="23181" y="30908"/>
                        <a:pt x="22516" y="31093"/>
                        <a:pt x="21998" y="31240"/>
                      </a:cubicBezTo>
                      <a:cubicBezTo>
                        <a:pt x="21776" y="31314"/>
                        <a:pt x="21554" y="31388"/>
                        <a:pt x="21407" y="31425"/>
                      </a:cubicBezTo>
                      <a:cubicBezTo>
                        <a:pt x="21362" y="31436"/>
                        <a:pt x="21318" y="31444"/>
                        <a:pt x="21277" y="31450"/>
                      </a:cubicBezTo>
                      <a:lnTo>
                        <a:pt x="21277" y="31450"/>
                      </a:lnTo>
                      <a:cubicBezTo>
                        <a:pt x="21247" y="31286"/>
                        <a:pt x="21222" y="31024"/>
                        <a:pt x="21222" y="30686"/>
                      </a:cubicBezTo>
                      <a:cubicBezTo>
                        <a:pt x="21185" y="30242"/>
                        <a:pt x="21185" y="29725"/>
                        <a:pt x="21185" y="29096"/>
                      </a:cubicBezTo>
                      <a:cubicBezTo>
                        <a:pt x="21185" y="23514"/>
                        <a:pt x="21924" y="10500"/>
                        <a:pt x="22774" y="4659"/>
                      </a:cubicBezTo>
                      <a:cubicBezTo>
                        <a:pt x="22774" y="4437"/>
                        <a:pt x="22811" y="4252"/>
                        <a:pt x="22811" y="4067"/>
                      </a:cubicBezTo>
                      <a:cubicBezTo>
                        <a:pt x="22811" y="1849"/>
                        <a:pt x="21000" y="0"/>
                        <a:pt x="187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9" name="Google Shape;2929;p51">
                  <a:extLst>
                    <a:ext uri="{FF2B5EF4-FFF2-40B4-BE49-F238E27FC236}">
                      <a16:creationId xmlns:a16="http://schemas.microsoft.com/office/drawing/2014/main" id="{BB6A69C6-C4F9-A27F-A67A-18E40783C8A0}"/>
                    </a:ext>
                  </a:extLst>
                </p:cNvPr>
                <p:cNvSpPr/>
                <p:nvPr/>
              </p:nvSpPr>
              <p:spPr>
                <a:xfrm>
                  <a:off x="1495150" y="3236425"/>
                  <a:ext cx="824475" cy="104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79" h="41963" extrusionOk="0">
                      <a:moveTo>
                        <a:pt x="3920" y="1"/>
                      </a:moveTo>
                      <a:cubicBezTo>
                        <a:pt x="1701" y="75"/>
                        <a:pt x="1" y="2108"/>
                        <a:pt x="333" y="4327"/>
                      </a:cubicBezTo>
                      <a:lnTo>
                        <a:pt x="6138" y="41963"/>
                      </a:lnTo>
                      <a:lnTo>
                        <a:pt x="32350" y="41963"/>
                      </a:lnTo>
                      <a:cubicBezTo>
                        <a:pt x="32350" y="41963"/>
                        <a:pt x="32978" y="31130"/>
                        <a:pt x="31167" y="27285"/>
                      </a:cubicBezTo>
                      <a:cubicBezTo>
                        <a:pt x="30823" y="26556"/>
                        <a:pt x="29740" y="26262"/>
                        <a:pt x="28204" y="26262"/>
                      </a:cubicBezTo>
                      <a:cubicBezTo>
                        <a:pt x="21745" y="26262"/>
                        <a:pt x="7282" y="31467"/>
                        <a:pt x="6182" y="31467"/>
                      </a:cubicBezTo>
                      <a:cubicBezTo>
                        <a:pt x="6163" y="31467"/>
                        <a:pt x="6149" y="31466"/>
                        <a:pt x="6138" y="31463"/>
                      </a:cubicBezTo>
                      <a:cubicBezTo>
                        <a:pt x="5546" y="31315"/>
                        <a:pt x="6434" y="11906"/>
                        <a:pt x="7506" y="4290"/>
                      </a:cubicBezTo>
                      <a:cubicBezTo>
                        <a:pt x="7838" y="2071"/>
                        <a:pt x="6175" y="75"/>
                        <a:pt x="392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0" name="Google Shape;2930;p51">
                  <a:extLst>
                    <a:ext uri="{FF2B5EF4-FFF2-40B4-BE49-F238E27FC236}">
                      <a16:creationId xmlns:a16="http://schemas.microsoft.com/office/drawing/2014/main" id="{0B0D0FB2-5DB0-DBE2-DD51-BE21F2528FF0}"/>
                    </a:ext>
                  </a:extLst>
                </p:cNvPr>
                <p:cNvSpPr/>
                <p:nvPr/>
              </p:nvSpPr>
              <p:spPr>
                <a:xfrm>
                  <a:off x="1495150" y="3229050"/>
                  <a:ext cx="818925" cy="10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57" h="42554" extrusionOk="0">
                      <a:moveTo>
                        <a:pt x="3938" y="629"/>
                      </a:moveTo>
                      <a:cubicBezTo>
                        <a:pt x="5814" y="676"/>
                        <a:pt x="7247" y="2225"/>
                        <a:pt x="7247" y="4067"/>
                      </a:cubicBezTo>
                      <a:cubicBezTo>
                        <a:pt x="7247" y="4215"/>
                        <a:pt x="7247" y="4400"/>
                        <a:pt x="7210" y="4548"/>
                      </a:cubicBezTo>
                      <a:cubicBezTo>
                        <a:pt x="6360" y="10463"/>
                        <a:pt x="5620" y="23477"/>
                        <a:pt x="5620" y="29096"/>
                      </a:cubicBezTo>
                      <a:cubicBezTo>
                        <a:pt x="5620" y="29910"/>
                        <a:pt x="5657" y="30575"/>
                        <a:pt x="5694" y="31056"/>
                      </a:cubicBezTo>
                      <a:cubicBezTo>
                        <a:pt x="5694" y="31277"/>
                        <a:pt x="5731" y="31462"/>
                        <a:pt x="5768" y="31610"/>
                      </a:cubicBezTo>
                      <a:cubicBezTo>
                        <a:pt x="5768" y="31684"/>
                        <a:pt x="5768" y="31758"/>
                        <a:pt x="5805" y="31832"/>
                      </a:cubicBezTo>
                      <a:lnTo>
                        <a:pt x="5879" y="31943"/>
                      </a:lnTo>
                      <a:cubicBezTo>
                        <a:pt x="5916" y="31980"/>
                        <a:pt x="5953" y="32054"/>
                        <a:pt x="6064" y="32054"/>
                      </a:cubicBezTo>
                      <a:lnTo>
                        <a:pt x="6175" y="32091"/>
                      </a:lnTo>
                      <a:cubicBezTo>
                        <a:pt x="6286" y="32091"/>
                        <a:pt x="6434" y="32054"/>
                        <a:pt x="6581" y="32017"/>
                      </a:cubicBezTo>
                      <a:cubicBezTo>
                        <a:pt x="7247" y="31869"/>
                        <a:pt x="8541" y="31462"/>
                        <a:pt x="10205" y="30945"/>
                      </a:cubicBezTo>
                      <a:cubicBezTo>
                        <a:pt x="12719" y="30205"/>
                        <a:pt x="16083" y="29170"/>
                        <a:pt x="19410" y="28320"/>
                      </a:cubicBezTo>
                      <a:cubicBezTo>
                        <a:pt x="22701" y="27506"/>
                        <a:pt x="25991" y="26878"/>
                        <a:pt x="28209" y="26878"/>
                      </a:cubicBezTo>
                      <a:cubicBezTo>
                        <a:pt x="28949" y="26878"/>
                        <a:pt x="29577" y="26952"/>
                        <a:pt x="30021" y="27100"/>
                      </a:cubicBezTo>
                      <a:cubicBezTo>
                        <a:pt x="30501" y="27248"/>
                        <a:pt x="30760" y="27469"/>
                        <a:pt x="30871" y="27728"/>
                      </a:cubicBezTo>
                      <a:cubicBezTo>
                        <a:pt x="31389" y="28800"/>
                        <a:pt x="31721" y="30538"/>
                        <a:pt x="31906" y="32461"/>
                      </a:cubicBezTo>
                      <a:cubicBezTo>
                        <a:pt x="32091" y="34346"/>
                        <a:pt x="32165" y="36416"/>
                        <a:pt x="32165" y="38154"/>
                      </a:cubicBezTo>
                      <a:cubicBezTo>
                        <a:pt x="32165" y="39337"/>
                        <a:pt x="32128" y="40335"/>
                        <a:pt x="32091" y="41075"/>
                      </a:cubicBezTo>
                      <a:cubicBezTo>
                        <a:pt x="32091" y="41469"/>
                        <a:pt x="32081" y="41768"/>
                        <a:pt x="32071" y="41962"/>
                      </a:cubicBezTo>
                      <a:lnTo>
                        <a:pt x="6397" y="41962"/>
                      </a:lnTo>
                      <a:lnTo>
                        <a:pt x="666" y="4585"/>
                      </a:lnTo>
                      <a:cubicBezTo>
                        <a:pt x="629" y="4400"/>
                        <a:pt x="629" y="4215"/>
                        <a:pt x="629" y="4067"/>
                      </a:cubicBezTo>
                      <a:cubicBezTo>
                        <a:pt x="629" y="2225"/>
                        <a:pt x="2062" y="676"/>
                        <a:pt x="3938" y="629"/>
                      </a:cubicBezTo>
                      <a:close/>
                      <a:moveTo>
                        <a:pt x="3920" y="0"/>
                      </a:moveTo>
                      <a:cubicBezTo>
                        <a:pt x="1701" y="74"/>
                        <a:pt x="1" y="1886"/>
                        <a:pt x="1" y="4067"/>
                      </a:cubicBezTo>
                      <a:cubicBezTo>
                        <a:pt x="1" y="4252"/>
                        <a:pt x="1" y="4474"/>
                        <a:pt x="38" y="4696"/>
                      </a:cubicBezTo>
                      <a:lnTo>
                        <a:pt x="5842" y="42295"/>
                      </a:lnTo>
                      <a:cubicBezTo>
                        <a:pt x="5842" y="42443"/>
                        <a:pt x="5990" y="42554"/>
                        <a:pt x="6138" y="42554"/>
                      </a:cubicBezTo>
                      <a:lnTo>
                        <a:pt x="32350" y="42554"/>
                      </a:lnTo>
                      <a:cubicBezTo>
                        <a:pt x="32535" y="42554"/>
                        <a:pt x="32646" y="42443"/>
                        <a:pt x="32683" y="42258"/>
                      </a:cubicBezTo>
                      <a:cubicBezTo>
                        <a:pt x="32683" y="42258"/>
                        <a:pt x="32757" y="40520"/>
                        <a:pt x="32757" y="38154"/>
                      </a:cubicBezTo>
                      <a:cubicBezTo>
                        <a:pt x="32757" y="36416"/>
                        <a:pt x="32720" y="34309"/>
                        <a:pt x="32535" y="32387"/>
                      </a:cubicBezTo>
                      <a:cubicBezTo>
                        <a:pt x="32313" y="30464"/>
                        <a:pt x="32017" y="28653"/>
                        <a:pt x="31426" y="27433"/>
                      </a:cubicBezTo>
                      <a:cubicBezTo>
                        <a:pt x="31204" y="26989"/>
                        <a:pt x="30760" y="26693"/>
                        <a:pt x="30206" y="26508"/>
                      </a:cubicBezTo>
                      <a:cubicBezTo>
                        <a:pt x="29651" y="26323"/>
                        <a:pt x="28986" y="26249"/>
                        <a:pt x="28209" y="26249"/>
                      </a:cubicBezTo>
                      <a:cubicBezTo>
                        <a:pt x="24882" y="26249"/>
                        <a:pt x="19632" y="27580"/>
                        <a:pt x="15085" y="28874"/>
                      </a:cubicBezTo>
                      <a:cubicBezTo>
                        <a:pt x="12792" y="29503"/>
                        <a:pt x="10685" y="30168"/>
                        <a:pt x="9058" y="30649"/>
                      </a:cubicBezTo>
                      <a:cubicBezTo>
                        <a:pt x="8245" y="30908"/>
                        <a:pt x="7580" y="31093"/>
                        <a:pt x="7062" y="31240"/>
                      </a:cubicBezTo>
                      <a:cubicBezTo>
                        <a:pt x="6840" y="31314"/>
                        <a:pt x="6618" y="31388"/>
                        <a:pt x="6471" y="31425"/>
                      </a:cubicBezTo>
                      <a:cubicBezTo>
                        <a:pt x="6426" y="31436"/>
                        <a:pt x="6382" y="31444"/>
                        <a:pt x="6341" y="31450"/>
                      </a:cubicBezTo>
                      <a:lnTo>
                        <a:pt x="6341" y="31450"/>
                      </a:lnTo>
                      <a:cubicBezTo>
                        <a:pt x="6311" y="31286"/>
                        <a:pt x="6286" y="31024"/>
                        <a:pt x="6286" y="30686"/>
                      </a:cubicBezTo>
                      <a:cubicBezTo>
                        <a:pt x="6249" y="30242"/>
                        <a:pt x="6249" y="29725"/>
                        <a:pt x="6249" y="29096"/>
                      </a:cubicBezTo>
                      <a:cubicBezTo>
                        <a:pt x="6249" y="23514"/>
                        <a:pt x="6988" y="10500"/>
                        <a:pt x="7838" y="4659"/>
                      </a:cubicBezTo>
                      <a:cubicBezTo>
                        <a:pt x="7838" y="4437"/>
                        <a:pt x="7875" y="4252"/>
                        <a:pt x="7875" y="4067"/>
                      </a:cubicBezTo>
                      <a:cubicBezTo>
                        <a:pt x="7875" y="1886"/>
                        <a:pt x="6138" y="74"/>
                        <a:pt x="39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49" name="Google Shape;2949;p51">
                <a:extLst>
                  <a:ext uri="{FF2B5EF4-FFF2-40B4-BE49-F238E27FC236}">
                    <a16:creationId xmlns:a16="http://schemas.microsoft.com/office/drawing/2014/main" id="{97E7E7CB-4EC1-0844-4434-2A918F221E5E}"/>
                  </a:ext>
                </a:extLst>
              </p:cNvPr>
              <p:cNvGrpSpPr/>
              <p:nvPr/>
            </p:nvGrpSpPr>
            <p:grpSpPr>
              <a:xfrm>
                <a:off x="5495189" y="2811226"/>
                <a:ext cx="203374" cy="179736"/>
                <a:chOff x="-3137650" y="2787000"/>
                <a:chExt cx="291450" cy="257575"/>
              </a:xfrm>
            </p:grpSpPr>
            <p:sp>
              <p:nvSpPr>
                <p:cNvPr id="2950" name="Google Shape;2950;p51">
                  <a:extLst>
                    <a:ext uri="{FF2B5EF4-FFF2-40B4-BE49-F238E27FC236}">
                      <a16:creationId xmlns:a16="http://schemas.microsoft.com/office/drawing/2014/main" id="{2BF42553-F8C9-5157-C2B3-2AAAEC741873}"/>
                    </a:ext>
                  </a:extLst>
                </p:cNvPr>
                <p:cNvSpPr/>
                <p:nvPr/>
              </p:nvSpPr>
              <p:spPr>
                <a:xfrm>
                  <a:off x="-3137650" y="2787000"/>
                  <a:ext cx="291450" cy="2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0303" extrusionOk="0">
                      <a:moveTo>
                        <a:pt x="10618" y="693"/>
                      </a:moveTo>
                      <a:cubicBezTo>
                        <a:pt x="10807" y="693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93"/>
                        <a:pt x="1009" y="693"/>
                      </a:cubicBezTo>
                      <a:close/>
                      <a:moveTo>
                        <a:pt x="10996" y="3403"/>
                      </a:moveTo>
                      <a:lnTo>
                        <a:pt x="10996" y="9231"/>
                      </a:lnTo>
                      <a:cubicBezTo>
                        <a:pt x="10964" y="9420"/>
                        <a:pt x="10838" y="9578"/>
                        <a:pt x="10618" y="9578"/>
                      </a:cubicBezTo>
                      <a:lnTo>
                        <a:pt x="1009" y="9578"/>
                      </a:lnTo>
                      <a:cubicBezTo>
                        <a:pt x="820" y="9578"/>
                        <a:pt x="662" y="9420"/>
                        <a:pt x="662" y="9231"/>
                      </a:cubicBezTo>
                      <a:lnTo>
                        <a:pt x="662" y="340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9263"/>
                      </a:lnTo>
                      <a:cubicBezTo>
                        <a:pt x="1" y="9830"/>
                        <a:pt x="473" y="10302"/>
                        <a:pt x="1009" y="10302"/>
                      </a:cubicBezTo>
                      <a:lnTo>
                        <a:pt x="10618" y="10302"/>
                      </a:lnTo>
                      <a:cubicBezTo>
                        <a:pt x="11185" y="10302"/>
                        <a:pt x="11658" y="9830"/>
                        <a:pt x="11658" y="9263"/>
                      </a:cubicBezTo>
                      <a:lnTo>
                        <a:pt x="11658" y="1040"/>
                      </a:lnTo>
                      <a:cubicBezTo>
                        <a:pt x="11658" y="441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1" name="Google Shape;2951;p51">
                  <a:extLst>
                    <a:ext uri="{FF2B5EF4-FFF2-40B4-BE49-F238E27FC236}">
                      <a16:creationId xmlns:a16="http://schemas.microsoft.com/office/drawing/2014/main" id="{C9CC4D40-E76F-4EDA-74F6-88C6A7FAF01E}"/>
                    </a:ext>
                  </a:extLst>
                </p:cNvPr>
                <p:cNvSpPr/>
                <p:nvPr/>
              </p:nvSpPr>
              <p:spPr>
                <a:xfrm>
                  <a:off x="-3104575" y="2820875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8" y="693"/>
                      </a:cubicBezTo>
                      <a:cubicBezTo>
                        <a:pt x="568" y="693"/>
                        <a:pt x="726" y="536"/>
                        <a:pt x="726" y="347"/>
                      </a:cubicBezTo>
                      <a:cubicBezTo>
                        <a:pt x="726" y="158"/>
                        <a:pt x="568" y="0"/>
                        <a:pt x="34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2" name="Google Shape;2952;p51">
                  <a:extLst>
                    <a:ext uri="{FF2B5EF4-FFF2-40B4-BE49-F238E27FC236}">
                      <a16:creationId xmlns:a16="http://schemas.microsoft.com/office/drawing/2014/main" id="{627E2523-AB7B-A8AC-DC3B-D75C06BE78AD}"/>
                    </a:ext>
                  </a:extLst>
                </p:cNvPr>
                <p:cNvSpPr/>
                <p:nvPr/>
              </p:nvSpPr>
              <p:spPr>
                <a:xfrm>
                  <a:off x="-306990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3" name="Google Shape;2953;p51">
                  <a:extLst>
                    <a:ext uri="{FF2B5EF4-FFF2-40B4-BE49-F238E27FC236}">
                      <a16:creationId xmlns:a16="http://schemas.microsoft.com/office/drawing/2014/main" id="{0C9082E9-B658-3F6F-B9A8-9D4BD9FB72A2}"/>
                    </a:ext>
                  </a:extLst>
                </p:cNvPr>
                <p:cNvSpPr/>
                <p:nvPr/>
              </p:nvSpPr>
              <p:spPr>
                <a:xfrm>
                  <a:off x="-303525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4" name="Google Shape;2954;p51">
                  <a:extLst>
                    <a:ext uri="{FF2B5EF4-FFF2-40B4-BE49-F238E27FC236}">
                      <a16:creationId xmlns:a16="http://schemas.microsoft.com/office/drawing/2014/main" id="{EBC4818B-518C-378F-4007-F4FB76DBC1B4}"/>
                    </a:ext>
                  </a:extLst>
                </p:cNvPr>
                <p:cNvSpPr/>
                <p:nvPr/>
              </p:nvSpPr>
              <p:spPr>
                <a:xfrm>
                  <a:off x="-3002175" y="28208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90" y="693"/>
                        <a:pt x="347" y="693"/>
                      </a:cubicBezTo>
                      <a:lnTo>
                        <a:pt x="4506" y="693"/>
                      </a:lnTo>
                      <a:cubicBezTo>
                        <a:pt x="4695" y="693"/>
                        <a:pt x="4852" y="536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5" name="Google Shape;2955;p51">
                  <a:extLst>
                    <a:ext uri="{FF2B5EF4-FFF2-40B4-BE49-F238E27FC236}">
                      <a16:creationId xmlns:a16="http://schemas.microsoft.com/office/drawing/2014/main" id="{DE8A7F51-273F-DD53-F6EA-2279D7FA665E}"/>
                    </a:ext>
                  </a:extLst>
                </p:cNvPr>
                <p:cNvSpPr/>
                <p:nvPr/>
              </p:nvSpPr>
              <p:spPr>
                <a:xfrm>
                  <a:off x="-2948625" y="2907300"/>
                  <a:ext cx="5202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3412" extrusionOk="0">
                      <a:moveTo>
                        <a:pt x="347" y="1"/>
                      </a:moveTo>
                      <a:cubicBezTo>
                        <a:pt x="261" y="1"/>
                        <a:pt x="174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1261" y="1710"/>
                      </a:lnTo>
                      <a:lnTo>
                        <a:pt x="127" y="2844"/>
                      </a:lnTo>
                      <a:cubicBezTo>
                        <a:pt x="1" y="2970"/>
                        <a:pt x="1" y="3191"/>
                        <a:pt x="127" y="3317"/>
                      </a:cubicBezTo>
                      <a:cubicBezTo>
                        <a:pt x="174" y="3380"/>
                        <a:pt x="261" y="3411"/>
                        <a:pt x="347" y="3411"/>
                      </a:cubicBezTo>
                      <a:cubicBezTo>
                        <a:pt x="434" y="3411"/>
                        <a:pt x="521" y="3380"/>
                        <a:pt x="568" y="3317"/>
                      </a:cubicBezTo>
                      <a:lnTo>
                        <a:pt x="1954" y="1930"/>
                      </a:lnTo>
                      <a:cubicBezTo>
                        <a:pt x="2080" y="1804"/>
                        <a:pt x="2080" y="1584"/>
                        <a:pt x="1954" y="1458"/>
                      </a:cubicBezTo>
                      <a:lnTo>
                        <a:pt x="568" y="72"/>
                      </a:lnTo>
                      <a:cubicBezTo>
                        <a:pt x="521" y="24"/>
                        <a:pt x="434" y="1"/>
                        <a:pt x="34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6" name="Google Shape;2956;p51">
                  <a:extLst>
                    <a:ext uri="{FF2B5EF4-FFF2-40B4-BE49-F238E27FC236}">
                      <a16:creationId xmlns:a16="http://schemas.microsoft.com/office/drawing/2014/main" id="{4836664A-CA83-C390-41E8-A315AAD59CBA}"/>
                    </a:ext>
                  </a:extLst>
                </p:cNvPr>
                <p:cNvSpPr/>
                <p:nvPr/>
              </p:nvSpPr>
              <p:spPr>
                <a:xfrm>
                  <a:off x="-3088025" y="2907300"/>
                  <a:ext cx="5357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12" extrusionOk="0">
                      <a:moveTo>
                        <a:pt x="1749" y="1"/>
                      </a:moveTo>
                      <a:cubicBezTo>
                        <a:pt x="1662" y="1"/>
                        <a:pt x="1576" y="24"/>
                        <a:pt x="1513" y="72"/>
                      </a:cubicBezTo>
                      <a:lnTo>
                        <a:pt x="127" y="1458"/>
                      </a:lnTo>
                      <a:cubicBezTo>
                        <a:pt x="1" y="1584"/>
                        <a:pt x="1" y="1804"/>
                        <a:pt x="127" y="1930"/>
                      </a:cubicBezTo>
                      <a:lnTo>
                        <a:pt x="1513" y="3317"/>
                      </a:lnTo>
                      <a:cubicBezTo>
                        <a:pt x="1576" y="3380"/>
                        <a:pt x="1662" y="3411"/>
                        <a:pt x="1749" y="3411"/>
                      </a:cubicBezTo>
                      <a:cubicBezTo>
                        <a:pt x="1836" y="3411"/>
                        <a:pt x="1922" y="3380"/>
                        <a:pt x="1985" y="3317"/>
                      </a:cubicBezTo>
                      <a:cubicBezTo>
                        <a:pt x="2111" y="3191"/>
                        <a:pt x="2111" y="2970"/>
                        <a:pt x="1985" y="2844"/>
                      </a:cubicBezTo>
                      <a:lnTo>
                        <a:pt x="851" y="1710"/>
                      </a:lnTo>
                      <a:lnTo>
                        <a:pt x="1985" y="544"/>
                      </a:lnTo>
                      <a:cubicBezTo>
                        <a:pt x="2143" y="450"/>
                        <a:pt x="2143" y="198"/>
                        <a:pt x="1985" y="72"/>
                      </a:cubicBezTo>
                      <a:cubicBezTo>
                        <a:pt x="1922" y="24"/>
                        <a:pt x="1836" y="1"/>
                        <a:pt x="174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7" name="Google Shape;2957;p51">
                  <a:extLst>
                    <a:ext uri="{FF2B5EF4-FFF2-40B4-BE49-F238E27FC236}">
                      <a16:creationId xmlns:a16="http://schemas.microsoft.com/office/drawing/2014/main" id="{F4E63682-1FFF-DE1E-C12E-3CBAC3B4E588}"/>
                    </a:ext>
                  </a:extLst>
                </p:cNvPr>
                <p:cNvSpPr/>
                <p:nvPr/>
              </p:nvSpPr>
              <p:spPr>
                <a:xfrm>
                  <a:off x="-3019500" y="2888975"/>
                  <a:ext cx="54375" cy="11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4776" extrusionOk="0">
                      <a:moveTo>
                        <a:pt x="1778" y="0"/>
                      </a:moveTo>
                      <a:cubicBezTo>
                        <a:pt x="1617" y="0"/>
                        <a:pt x="1501" y="108"/>
                        <a:pt x="1450" y="237"/>
                      </a:cubicBezTo>
                      <a:lnTo>
                        <a:pt x="63" y="4333"/>
                      </a:lnTo>
                      <a:cubicBezTo>
                        <a:pt x="0" y="4522"/>
                        <a:pt x="95" y="4680"/>
                        <a:pt x="253" y="4743"/>
                      </a:cubicBezTo>
                      <a:cubicBezTo>
                        <a:pt x="305" y="4765"/>
                        <a:pt x="354" y="4775"/>
                        <a:pt x="399" y="4775"/>
                      </a:cubicBezTo>
                      <a:cubicBezTo>
                        <a:pt x="543" y="4775"/>
                        <a:pt x="646" y="4674"/>
                        <a:pt x="694" y="4554"/>
                      </a:cubicBezTo>
                      <a:lnTo>
                        <a:pt x="2080" y="458"/>
                      </a:lnTo>
                      <a:cubicBezTo>
                        <a:pt x="2174" y="300"/>
                        <a:pt x="2048" y="111"/>
                        <a:pt x="1891" y="17"/>
                      </a:cubicBezTo>
                      <a:cubicBezTo>
                        <a:pt x="1851" y="6"/>
                        <a:pt x="1813" y="0"/>
                        <a:pt x="177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58" name="Google Shape;2958;p51">
                <a:extLst>
                  <a:ext uri="{FF2B5EF4-FFF2-40B4-BE49-F238E27FC236}">
                    <a16:creationId xmlns:a16="http://schemas.microsoft.com/office/drawing/2014/main" id="{4B0B67B6-7749-8B2B-37DB-7DF1C9C1BAC7}"/>
                  </a:ext>
                </a:extLst>
              </p:cNvPr>
              <p:cNvGrpSpPr/>
              <p:nvPr/>
            </p:nvGrpSpPr>
            <p:grpSpPr>
              <a:xfrm>
                <a:off x="3830965" y="2799136"/>
                <a:ext cx="203915" cy="203915"/>
                <a:chOff x="-6354300" y="2757075"/>
                <a:chExt cx="292225" cy="292225"/>
              </a:xfrm>
            </p:grpSpPr>
            <p:sp>
              <p:nvSpPr>
                <p:cNvPr id="2959" name="Google Shape;2959;p51">
                  <a:extLst>
                    <a:ext uri="{FF2B5EF4-FFF2-40B4-BE49-F238E27FC236}">
                      <a16:creationId xmlns:a16="http://schemas.microsoft.com/office/drawing/2014/main" id="{9A64C0F0-C8B2-A3A0-B6BC-1DA79BF8FAFA}"/>
                    </a:ext>
                  </a:extLst>
                </p:cNvPr>
                <p:cNvSpPr/>
                <p:nvPr/>
              </p:nvSpPr>
              <p:spPr>
                <a:xfrm>
                  <a:off x="-6354300" y="2757075"/>
                  <a:ext cx="29222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89" extrusionOk="0">
                      <a:moveTo>
                        <a:pt x="10681" y="4159"/>
                      </a:moveTo>
                      <a:cubicBezTo>
                        <a:pt x="10870" y="4159"/>
                        <a:pt x="11027" y="4316"/>
                        <a:pt x="11027" y="4505"/>
                      </a:cubicBezTo>
                      <a:lnTo>
                        <a:pt x="11027" y="4915"/>
                      </a:lnTo>
                      <a:cubicBezTo>
                        <a:pt x="10901" y="4883"/>
                        <a:pt x="10775" y="4883"/>
                        <a:pt x="10681" y="4883"/>
                      </a:cubicBezTo>
                      <a:lnTo>
                        <a:pt x="9609" y="4883"/>
                      </a:lnTo>
                      <a:lnTo>
                        <a:pt x="9609" y="4190"/>
                      </a:lnTo>
                      <a:lnTo>
                        <a:pt x="10681" y="4190"/>
                      </a:lnTo>
                      <a:lnTo>
                        <a:pt x="10681" y="4159"/>
                      </a:lnTo>
                      <a:close/>
                      <a:moveTo>
                        <a:pt x="2048" y="2773"/>
                      </a:moveTo>
                      <a:lnTo>
                        <a:pt x="2048" y="6207"/>
                      </a:lnTo>
                      <a:lnTo>
                        <a:pt x="662" y="6207"/>
                      </a:lnTo>
                      <a:lnTo>
                        <a:pt x="662" y="3151"/>
                      </a:lnTo>
                      <a:cubicBezTo>
                        <a:pt x="694" y="2930"/>
                        <a:pt x="851" y="2773"/>
                        <a:pt x="1009" y="2773"/>
                      </a:cubicBezTo>
                      <a:close/>
                      <a:moveTo>
                        <a:pt x="8885" y="693"/>
                      </a:moveTo>
                      <a:lnTo>
                        <a:pt x="8885" y="4883"/>
                      </a:lnTo>
                      <a:cubicBezTo>
                        <a:pt x="8538" y="4915"/>
                        <a:pt x="8223" y="5104"/>
                        <a:pt x="8066" y="5419"/>
                      </a:cubicBezTo>
                      <a:lnTo>
                        <a:pt x="7751" y="6049"/>
                      </a:lnTo>
                      <a:cubicBezTo>
                        <a:pt x="7719" y="6175"/>
                        <a:pt x="7593" y="6238"/>
                        <a:pt x="7436" y="6238"/>
                      </a:cubicBezTo>
                      <a:lnTo>
                        <a:pt x="2710" y="6238"/>
                      </a:lnTo>
                      <a:lnTo>
                        <a:pt x="2710" y="693"/>
                      </a:lnTo>
                      <a:close/>
                      <a:moveTo>
                        <a:pt x="10681" y="5513"/>
                      </a:moveTo>
                      <a:cubicBezTo>
                        <a:pt x="10870" y="5513"/>
                        <a:pt x="11027" y="5671"/>
                        <a:pt x="11027" y="5860"/>
                      </a:cubicBezTo>
                      <a:lnTo>
                        <a:pt x="11027" y="10649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09" y="11027"/>
                      </a:lnTo>
                      <a:cubicBezTo>
                        <a:pt x="820" y="11027"/>
                        <a:pt x="662" y="10869"/>
                        <a:pt x="662" y="10649"/>
                      </a:cubicBezTo>
                      <a:lnTo>
                        <a:pt x="662" y="6868"/>
                      </a:lnTo>
                      <a:lnTo>
                        <a:pt x="7436" y="6868"/>
                      </a:lnTo>
                      <a:cubicBezTo>
                        <a:pt x="7845" y="6868"/>
                        <a:pt x="8192" y="6648"/>
                        <a:pt x="8349" y="6333"/>
                      </a:cubicBezTo>
                      <a:lnTo>
                        <a:pt x="8664" y="5703"/>
                      </a:lnTo>
                      <a:cubicBezTo>
                        <a:pt x="8696" y="5576"/>
                        <a:pt x="8822" y="5513"/>
                        <a:pt x="8979" y="5513"/>
                      </a:cubicBezTo>
                      <a:close/>
                      <a:moveTo>
                        <a:pt x="2395" y="0"/>
                      </a:moveTo>
                      <a:cubicBezTo>
                        <a:pt x="2206" y="0"/>
                        <a:pt x="2048" y="158"/>
                        <a:pt x="2048" y="347"/>
                      </a:cubicBezTo>
                      <a:lnTo>
                        <a:pt x="2048" y="2111"/>
                      </a:lnTo>
                      <a:lnTo>
                        <a:pt x="1009" y="2111"/>
                      </a:lnTo>
                      <a:cubicBezTo>
                        <a:pt x="473" y="2111"/>
                        <a:pt x="0" y="2584"/>
                        <a:pt x="0" y="3151"/>
                      </a:cubicBezTo>
                      <a:lnTo>
                        <a:pt x="0" y="10649"/>
                      </a:lnTo>
                      <a:cubicBezTo>
                        <a:pt x="0" y="11216"/>
                        <a:pt x="473" y="11688"/>
                        <a:pt x="1009" y="11688"/>
                      </a:cubicBezTo>
                      <a:lnTo>
                        <a:pt x="10618" y="11688"/>
                      </a:lnTo>
                      <a:cubicBezTo>
                        <a:pt x="11185" y="11688"/>
                        <a:pt x="11657" y="11216"/>
                        <a:pt x="11657" y="10649"/>
                      </a:cubicBezTo>
                      <a:lnTo>
                        <a:pt x="11657" y="4505"/>
                      </a:lnTo>
                      <a:cubicBezTo>
                        <a:pt x="11689" y="3938"/>
                        <a:pt x="11216" y="3466"/>
                        <a:pt x="10681" y="3466"/>
                      </a:cubicBezTo>
                      <a:lnTo>
                        <a:pt x="9609" y="3466"/>
                      </a:lnTo>
                      <a:lnTo>
                        <a:pt x="9609" y="347"/>
                      </a:lnTo>
                      <a:cubicBezTo>
                        <a:pt x="9609" y="158"/>
                        <a:pt x="9452" y="0"/>
                        <a:pt x="926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0" name="Google Shape;2960;p51">
                  <a:extLst>
                    <a:ext uri="{FF2B5EF4-FFF2-40B4-BE49-F238E27FC236}">
                      <a16:creationId xmlns:a16="http://schemas.microsoft.com/office/drawing/2014/main" id="{7E36C6D5-CA82-584B-8F8E-B7CFB8D6D190}"/>
                    </a:ext>
                  </a:extLst>
                </p:cNvPr>
                <p:cNvSpPr/>
                <p:nvPr/>
              </p:nvSpPr>
              <p:spPr>
                <a:xfrm>
                  <a:off x="-6268450" y="279015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1" name="Google Shape;2961;p51">
                  <a:extLst>
                    <a:ext uri="{FF2B5EF4-FFF2-40B4-BE49-F238E27FC236}">
                      <a16:creationId xmlns:a16="http://schemas.microsoft.com/office/drawing/2014/main" id="{B0748BF0-B82F-14D1-88E9-B8076F8AA5C3}"/>
                    </a:ext>
                  </a:extLst>
                </p:cNvPr>
                <p:cNvSpPr/>
                <p:nvPr/>
              </p:nvSpPr>
              <p:spPr>
                <a:xfrm>
                  <a:off x="-6268450" y="282560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2" name="Google Shape;2962;p51">
                  <a:extLst>
                    <a:ext uri="{FF2B5EF4-FFF2-40B4-BE49-F238E27FC236}">
                      <a16:creationId xmlns:a16="http://schemas.microsoft.com/office/drawing/2014/main" id="{30073299-2923-C4A4-C6D2-DD6700D80F1E}"/>
                    </a:ext>
                  </a:extLst>
                </p:cNvPr>
                <p:cNvSpPr/>
                <p:nvPr/>
              </p:nvSpPr>
              <p:spPr>
                <a:xfrm>
                  <a:off x="-6268450" y="2860250"/>
                  <a:ext cx="1197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32" y="693"/>
                        <a:pt x="4789" y="536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63" name="Google Shape;2963;p51">
                <a:extLst>
                  <a:ext uri="{FF2B5EF4-FFF2-40B4-BE49-F238E27FC236}">
                    <a16:creationId xmlns:a16="http://schemas.microsoft.com/office/drawing/2014/main" id="{A2150400-9479-8A94-74EA-A550279D7E07}"/>
                  </a:ext>
                </a:extLst>
              </p:cNvPr>
              <p:cNvGrpSpPr/>
              <p:nvPr/>
            </p:nvGrpSpPr>
            <p:grpSpPr>
              <a:xfrm>
                <a:off x="4917834" y="2603164"/>
                <a:ext cx="203374" cy="203915"/>
                <a:chOff x="-1700225" y="2768875"/>
                <a:chExt cx="291450" cy="292225"/>
              </a:xfrm>
            </p:grpSpPr>
            <p:sp>
              <p:nvSpPr>
                <p:cNvPr id="2964" name="Google Shape;2964;p51">
                  <a:extLst>
                    <a:ext uri="{FF2B5EF4-FFF2-40B4-BE49-F238E27FC236}">
                      <a16:creationId xmlns:a16="http://schemas.microsoft.com/office/drawing/2014/main" id="{E639562C-4324-7291-4BCB-6A17DE10813A}"/>
                    </a:ext>
                  </a:extLst>
                </p:cNvPr>
                <p:cNvSpPr/>
                <p:nvPr/>
              </p:nvSpPr>
              <p:spPr>
                <a:xfrm>
                  <a:off x="-1700225" y="2768875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617" y="662"/>
                      </a:moveTo>
                      <a:cubicBezTo>
                        <a:pt x="10806" y="662"/>
                        <a:pt x="10964" y="820"/>
                        <a:pt x="10964" y="1009"/>
                      </a:cubicBezTo>
                      <a:lnTo>
                        <a:pt x="10964" y="2710"/>
                      </a:lnTo>
                      <a:lnTo>
                        <a:pt x="662" y="2710"/>
                      </a:lnTo>
                      <a:lnTo>
                        <a:pt x="662" y="1009"/>
                      </a:lnTo>
                      <a:cubicBezTo>
                        <a:pt x="662" y="820"/>
                        <a:pt x="819" y="662"/>
                        <a:pt x="1008" y="662"/>
                      </a:cubicBezTo>
                      <a:close/>
                      <a:moveTo>
                        <a:pt x="10933" y="3372"/>
                      </a:moveTo>
                      <a:lnTo>
                        <a:pt x="10933" y="9232"/>
                      </a:lnTo>
                      <a:cubicBezTo>
                        <a:pt x="10964" y="9484"/>
                        <a:pt x="10806" y="9610"/>
                        <a:pt x="10617" y="9610"/>
                      </a:cubicBezTo>
                      <a:lnTo>
                        <a:pt x="8916" y="9610"/>
                      </a:lnTo>
                      <a:lnTo>
                        <a:pt x="8570" y="9232"/>
                      </a:lnTo>
                      <a:cubicBezTo>
                        <a:pt x="8601" y="9169"/>
                        <a:pt x="8664" y="9043"/>
                        <a:pt x="8696" y="8917"/>
                      </a:cubicBezTo>
                      <a:lnTo>
                        <a:pt x="9200" y="8917"/>
                      </a:lnTo>
                      <a:cubicBezTo>
                        <a:pt x="9389" y="8917"/>
                        <a:pt x="9546" y="8759"/>
                        <a:pt x="9546" y="8570"/>
                      </a:cubicBezTo>
                      <a:lnTo>
                        <a:pt x="9546" y="7184"/>
                      </a:lnTo>
                      <a:cubicBezTo>
                        <a:pt x="9546" y="6995"/>
                        <a:pt x="9389" y="6837"/>
                        <a:pt x="9200" y="6837"/>
                      </a:cubicBezTo>
                      <a:lnTo>
                        <a:pt x="8696" y="6837"/>
                      </a:lnTo>
                      <a:cubicBezTo>
                        <a:pt x="8664" y="6711"/>
                        <a:pt x="8601" y="6648"/>
                        <a:pt x="8570" y="6522"/>
                      </a:cubicBezTo>
                      <a:lnTo>
                        <a:pt x="8916" y="6176"/>
                      </a:lnTo>
                      <a:cubicBezTo>
                        <a:pt x="9042" y="6050"/>
                        <a:pt x="9042" y="5798"/>
                        <a:pt x="8916" y="5703"/>
                      </a:cubicBezTo>
                      <a:lnTo>
                        <a:pt x="7940" y="4695"/>
                      </a:lnTo>
                      <a:cubicBezTo>
                        <a:pt x="7877" y="4648"/>
                        <a:pt x="7790" y="4624"/>
                        <a:pt x="7703" y="4624"/>
                      </a:cubicBezTo>
                      <a:cubicBezTo>
                        <a:pt x="7617" y="4624"/>
                        <a:pt x="7530" y="4648"/>
                        <a:pt x="7467" y="4695"/>
                      </a:cubicBezTo>
                      <a:lnTo>
                        <a:pt x="7120" y="5073"/>
                      </a:lnTo>
                      <a:cubicBezTo>
                        <a:pt x="7026" y="5041"/>
                        <a:pt x="6931" y="4978"/>
                        <a:pt x="6805" y="4947"/>
                      </a:cubicBezTo>
                      <a:lnTo>
                        <a:pt x="6805" y="4443"/>
                      </a:lnTo>
                      <a:cubicBezTo>
                        <a:pt x="6805" y="4222"/>
                        <a:pt x="6648" y="4065"/>
                        <a:pt x="6459" y="4065"/>
                      </a:cubicBezTo>
                      <a:lnTo>
                        <a:pt x="5073" y="4065"/>
                      </a:lnTo>
                      <a:cubicBezTo>
                        <a:pt x="4884" y="4065"/>
                        <a:pt x="4726" y="4222"/>
                        <a:pt x="4726" y="4443"/>
                      </a:cubicBezTo>
                      <a:lnTo>
                        <a:pt x="4726" y="4947"/>
                      </a:lnTo>
                      <a:cubicBezTo>
                        <a:pt x="4600" y="4978"/>
                        <a:pt x="4506" y="5010"/>
                        <a:pt x="4411" y="5073"/>
                      </a:cubicBezTo>
                      <a:lnTo>
                        <a:pt x="4033" y="4695"/>
                      </a:lnTo>
                      <a:cubicBezTo>
                        <a:pt x="3986" y="4648"/>
                        <a:pt x="3899" y="4624"/>
                        <a:pt x="3808" y="4624"/>
                      </a:cubicBezTo>
                      <a:cubicBezTo>
                        <a:pt x="3718" y="4624"/>
                        <a:pt x="3623" y="4648"/>
                        <a:pt x="3560" y="4695"/>
                      </a:cubicBezTo>
                      <a:lnTo>
                        <a:pt x="2584" y="5703"/>
                      </a:lnTo>
                      <a:cubicBezTo>
                        <a:pt x="2458" y="5829"/>
                        <a:pt x="2458" y="6050"/>
                        <a:pt x="2584" y="6176"/>
                      </a:cubicBezTo>
                      <a:lnTo>
                        <a:pt x="2930" y="6522"/>
                      </a:lnTo>
                      <a:cubicBezTo>
                        <a:pt x="2899" y="6585"/>
                        <a:pt x="2867" y="6711"/>
                        <a:pt x="2836" y="6837"/>
                      </a:cubicBezTo>
                      <a:lnTo>
                        <a:pt x="2300" y="6837"/>
                      </a:lnTo>
                      <a:cubicBezTo>
                        <a:pt x="2111" y="6837"/>
                        <a:pt x="1954" y="6995"/>
                        <a:pt x="1954" y="7184"/>
                      </a:cubicBezTo>
                      <a:lnTo>
                        <a:pt x="1954" y="8570"/>
                      </a:lnTo>
                      <a:cubicBezTo>
                        <a:pt x="1954" y="8759"/>
                        <a:pt x="2111" y="8917"/>
                        <a:pt x="2300" y="8917"/>
                      </a:cubicBezTo>
                      <a:lnTo>
                        <a:pt x="2836" y="8917"/>
                      </a:lnTo>
                      <a:cubicBezTo>
                        <a:pt x="2867" y="9043"/>
                        <a:pt x="2899" y="9137"/>
                        <a:pt x="2930" y="9232"/>
                      </a:cubicBezTo>
                      <a:lnTo>
                        <a:pt x="2584" y="9610"/>
                      </a:lnTo>
                      <a:lnTo>
                        <a:pt x="977" y="9610"/>
                      </a:lnTo>
                      <a:cubicBezTo>
                        <a:pt x="788" y="9610"/>
                        <a:pt x="630" y="9452"/>
                        <a:pt x="630" y="9232"/>
                      </a:cubicBezTo>
                      <a:lnTo>
                        <a:pt x="630" y="3372"/>
                      </a:lnTo>
                      <a:close/>
                      <a:moveTo>
                        <a:pt x="6112" y="4726"/>
                      </a:moveTo>
                      <a:lnTo>
                        <a:pt x="6112" y="5136"/>
                      </a:lnTo>
                      <a:cubicBezTo>
                        <a:pt x="6112" y="5294"/>
                        <a:pt x="6207" y="5420"/>
                        <a:pt x="6364" y="5451"/>
                      </a:cubicBezTo>
                      <a:cubicBezTo>
                        <a:pt x="6553" y="5514"/>
                        <a:pt x="6805" y="5609"/>
                        <a:pt x="6994" y="5735"/>
                      </a:cubicBezTo>
                      <a:cubicBezTo>
                        <a:pt x="7041" y="5769"/>
                        <a:pt x="7096" y="5783"/>
                        <a:pt x="7153" y="5783"/>
                      </a:cubicBezTo>
                      <a:cubicBezTo>
                        <a:pt x="7251" y="5783"/>
                        <a:pt x="7356" y="5743"/>
                        <a:pt x="7435" y="5703"/>
                      </a:cubicBezTo>
                      <a:lnTo>
                        <a:pt x="7751" y="5388"/>
                      </a:lnTo>
                      <a:lnTo>
                        <a:pt x="8223" y="5861"/>
                      </a:lnTo>
                      <a:lnTo>
                        <a:pt x="7908" y="6176"/>
                      </a:lnTo>
                      <a:cubicBezTo>
                        <a:pt x="7782" y="6302"/>
                        <a:pt x="7782" y="6459"/>
                        <a:pt x="7877" y="6617"/>
                      </a:cubicBezTo>
                      <a:cubicBezTo>
                        <a:pt x="7971" y="6806"/>
                        <a:pt x="8066" y="6995"/>
                        <a:pt x="8129" y="7247"/>
                      </a:cubicBezTo>
                      <a:cubicBezTo>
                        <a:pt x="8192" y="7404"/>
                        <a:pt x="8286" y="7499"/>
                        <a:pt x="8444" y="7499"/>
                      </a:cubicBezTo>
                      <a:lnTo>
                        <a:pt x="8885" y="7499"/>
                      </a:lnTo>
                      <a:lnTo>
                        <a:pt x="8885" y="8192"/>
                      </a:lnTo>
                      <a:lnTo>
                        <a:pt x="8444" y="8192"/>
                      </a:lnTo>
                      <a:cubicBezTo>
                        <a:pt x="8286" y="8192"/>
                        <a:pt x="8192" y="8286"/>
                        <a:pt x="8129" y="8444"/>
                      </a:cubicBezTo>
                      <a:cubicBezTo>
                        <a:pt x="8097" y="8665"/>
                        <a:pt x="7971" y="8885"/>
                        <a:pt x="7877" y="9074"/>
                      </a:cubicBezTo>
                      <a:cubicBezTo>
                        <a:pt x="7782" y="9200"/>
                        <a:pt x="7814" y="9389"/>
                        <a:pt x="7908" y="9515"/>
                      </a:cubicBezTo>
                      <a:lnTo>
                        <a:pt x="8223" y="9830"/>
                      </a:lnTo>
                      <a:lnTo>
                        <a:pt x="7751" y="10303"/>
                      </a:lnTo>
                      <a:lnTo>
                        <a:pt x="7435" y="9988"/>
                      </a:lnTo>
                      <a:cubicBezTo>
                        <a:pt x="7368" y="9920"/>
                        <a:pt x="7291" y="9889"/>
                        <a:pt x="7211" y="9889"/>
                      </a:cubicBezTo>
                      <a:cubicBezTo>
                        <a:pt x="7141" y="9889"/>
                        <a:pt x="7068" y="9912"/>
                        <a:pt x="6994" y="9956"/>
                      </a:cubicBezTo>
                      <a:cubicBezTo>
                        <a:pt x="6805" y="10082"/>
                        <a:pt x="6616" y="10145"/>
                        <a:pt x="6364" y="10208"/>
                      </a:cubicBezTo>
                      <a:cubicBezTo>
                        <a:pt x="6207" y="10271"/>
                        <a:pt x="6112" y="10366"/>
                        <a:pt x="6112" y="10555"/>
                      </a:cubicBezTo>
                      <a:lnTo>
                        <a:pt x="6112" y="10964"/>
                      </a:lnTo>
                      <a:lnTo>
                        <a:pt x="5419" y="10964"/>
                      </a:lnTo>
                      <a:lnTo>
                        <a:pt x="5419" y="10555"/>
                      </a:lnTo>
                      <a:cubicBezTo>
                        <a:pt x="5419" y="10366"/>
                        <a:pt x="5325" y="10271"/>
                        <a:pt x="5167" y="10208"/>
                      </a:cubicBezTo>
                      <a:cubicBezTo>
                        <a:pt x="4947" y="10177"/>
                        <a:pt x="4726" y="10051"/>
                        <a:pt x="4537" y="9956"/>
                      </a:cubicBezTo>
                      <a:cubicBezTo>
                        <a:pt x="4491" y="9921"/>
                        <a:pt x="4436" y="9908"/>
                        <a:pt x="4379" y="9908"/>
                      </a:cubicBezTo>
                      <a:cubicBezTo>
                        <a:pt x="4281" y="9908"/>
                        <a:pt x="4176" y="9948"/>
                        <a:pt x="4096" y="9988"/>
                      </a:cubicBezTo>
                      <a:lnTo>
                        <a:pt x="3781" y="10303"/>
                      </a:lnTo>
                      <a:lnTo>
                        <a:pt x="3308" y="9830"/>
                      </a:lnTo>
                      <a:lnTo>
                        <a:pt x="3623" y="9515"/>
                      </a:lnTo>
                      <a:cubicBezTo>
                        <a:pt x="3749" y="9389"/>
                        <a:pt x="3749" y="9232"/>
                        <a:pt x="3655" y="9074"/>
                      </a:cubicBezTo>
                      <a:cubicBezTo>
                        <a:pt x="3529" y="8885"/>
                        <a:pt x="3466" y="8696"/>
                        <a:pt x="3371" y="8444"/>
                      </a:cubicBezTo>
                      <a:cubicBezTo>
                        <a:pt x="3340" y="8286"/>
                        <a:pt x="3214" y="8192"/>
                        <a:pt x="3056" y="8192"/>
                      </a:cubicBezTo>
                      <a:lnTo>
                        <a:pt x="2647" y="8192"/>
                      </a:lnTo>
                      <a:lnTo>
                        <a:pt x="2647" y="7499"/>
                      </a:lnTo>
                      <a:lnTo>
                        <a:pt x="3056" y="7499"/>
                      </a:lnTo>
                      <a:cubicBezTo>
                        <a:pt x="3214" y="7499"/>
                        <a:pt x="3340" y="7404"/>
                        <a:pt x="3371" y="7247"/>
                      </a:cubicBezTo>
                      <a:cubicBezTo>
                        <a:pt x="3434" y="7026"/>
                        <a:pt x="3529" y="6806"/>
                        <a:pt x="3655" y="6617"/>
                      </a:cubicBezTo>
                      <a:cubicBezTo>
                        <a:pt x="3749" y="6491"/>
                        <a:pt x="3686" y="6302"/>
                        <a:pt x="3623" y="6176"/>
                      </a:cubicBezTo>
                      <a:lnTo>
                        <a:pt x="3308" y="5861"/>
                      </a:lnTo>
                      <a:lnTo>
                        <a:pt x="3781" y="5388"/>
                      </a:lnTo>
                      <a:lnTo>
                        <a:pt x="4096" y="5703"/>
                      </a:lnTo>
                      <a:cubicBezTo>
                        <a:pt x="4163" y="5771"/>
                        <a:pt x="4240" y="5802"/>
                        <a:pt x="4321" y="5802"/>
                      </a:cubicBezTo>
                      <a:cubicBezTo>
                        <a:pt x="4391" y="5802"/>
                        <a:pt x="4464" y="5778"/>
                        <a:pt x="4537" y="5735"/>
                      </a:cubicBezTo>
                      <a:cubicBezTo>
                        <a:pt x="4726" y="5609"/>
                        <a:pt x="4915" y="5546"/>
                        <a:pt x="5167" y="5451"/>
                      </a:cubicBezTo>
                      <a:cubicBezTo>
                        <a:pt x="5325" y="5420"/>
                        <a:pt x="5419" y="5294"/>
                        <a:pt x="5419" y="5136"/>
                      </a:cubicBezTo>
                      <a:lnTo>
                        <a:pt x="5419" y="4726"/>
                      </a:ln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09"/>
                      </a:cubicBezTo>
                      <a:lnTo>
                        <a:pt x="0" y="9295"/>
                      </a:lnTo>
                      <a:cubicBezTo>
                        <a:pt x="0" y="9830"/>
                        <a:pt x="473" y="10303"/>
                        <a:pt x="1008" y="10303"/>
                      </a:cubicBezTo>
                      <a:lnTo>
                        <a:pt x="2867" y="10303"/>
                      </a:lnTo>
                      <a:lnTo>
                        <a:pt x="3623" y="11059"/>
                      </a:lnTo>
                      <a:cubicBezTo>
                        <a:pt x="3671" y="11122"/>
                        <a:pt x="3757" y="11153"/>
                        <a:pt x="3848" y="11153"/>
                      </a:cubicBezTo>
                      <a:cubicBezTo>
                        <a:pt x="3938" y="11153"/>
                        <a:pt x="4033" y="11122"/>
                        <a:pt x="4096" y="11059"/>
                      </a:cubicBezTo>
                      <a:lnTo>
                        <a:pt x="4442" y="10712"/>
                      </a:lnTo>
                      <a:cubicBezTo>
                        <a:pt x="4506" y="10744"/>
                        <a:pt x="4632" y="10775"/>
                        <a:pt x="4758" y="10807"/>
                      </a:cubicBezTo>
                      <a:lnTo>
                        <a:pt x="4758" y="11342"/>
                      </a:lnTo>
                      <a:cubicBezTo>
                        <a:pt x="4758" y="11531"/>
                        <a:pt x="4915" y="11689"/>
                        <a:pt x="5104" y="11689"/>
                      </a:cubicBezTo>
                      <a:lnTo>
                        <a:pt x="6490" y="11689"/>
                      </a:lnTo>
                      <a:cubicBezTo>
                        <a:pt x="6679" y="11689"/>
                        <a:pt x="6837" y="11531"/>
                        <a:pt x="6837" y="11342"/>
                      </a:cubicBezTo>
                      <a:lnTo>
                        <a:pt x="6837" y="10807"/>
                      </a:lnTo>
                      <a:cubicBezTo>
                        <a:pt x="6963" y="10775"/>
                        <a:pt x="7026" y="10744"/>
                        <a:pt x="7152" y="10712"/>
                      </a:cubicBezTo>
                      <a:lnTo>
                        <a:pt x="7498" y="11059"/>
                      </a:lnTo>
                      <a:cubicBezTo>
                        <a:pt x="7561" y="11122"/>
                        <a:pt x="7656" y="11153"/>
                        <a:pt x="7747" y="11153"/>
                      </a:cubicBezTo>
                      <a:cubicBezTo>
                        <a:pt x="7837" y="11153"/>
                        <a:pt x="7924" y="11122"/>
                        <a:pt x="7971" y="11059"/>
                      </a:cubicBezTo>
                      <a:lnTo>
                        <a:pt x="8727" y="10303"/>
                      </a:lnTo>
                      <a:lnTo>
                        <a:pt x="10617" y="10303"/>
                      </a:lnTo>
                      <a:cubicBezTo>
                        <a:pt x="11185" y="10303"/>
                        <a:pt x="11657" y="9830"/>
                        <a:pt x="11657" y="9295"/>
                      </a:cubicBezTo>
                      <a:lnTo>
                        <a:pt x="11657" y="1009"/>
                      </a:lnTo>
                      <a:cubicBezTo>
                        <a:pt x="11657" y="473"/>
                        <a:pt x="11216" y="1"/>
                        <a:pt x="1061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5" name="Google Shape;2965;p51">
                  <a:extLst>
                    <a:ext uri="{FF2B5EF4-FFF2-40B4-BE49-F238E27FC236}">
                      <a16:creationId xmlns:a16="http://schemas.microsoft.com/office/drawing/2014/main" id="{92B23A3D-79EF-3C56-6614-1F248A58C352}"/>
                    </a:ext>
                  </a:extLst>
                </p:cNvPr>
                <p:cNvSpPr/>
                <p:nvPr/>
              </p:nvSpPr>
              <p:spPr>
                <a:xfrm>
                  <a:off x="-1667150" y="2801950"/>
                  <a:ext cx="181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726"/>
                        <a:pt x="347" y="726"/>
                      </a:cubicBezTo>
                      <a:cubicBezTo>
                        <a:pt x="568" y="726"/>
                        <a:pt x="725" y="536"/>
                        <a:pt x="725" y="347"/>
                      </a:cubicBezTo>
                      <a:cubicBezTo>
                        <a:pt x="725" y="158"/>
                        <a:pt x="568" y="1"/>
                        <a:pt x="34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6" name="Google Shape;2966;p51">
                  <a:extLst>
                    <a:ext uri="{FF2B5EF4-FFF2-40B4-BE49-F238E27FC236}">
                      <a16:creationId xmlns:a16="http://schemas.microsoft.com/office/drawing/2014/main" id="{528939A5-B2CD-50FF-F205-F2900CFC8658}"/>
                    </a:ext>
                  </a:extLst>
                </p:cNvPr>
                <p:cNvSpPr/>
                <p:nvPr/>
              </p:nvSpPr>
              <p:spPr>
                <a:xfrm>
                  <a:off x="-1632500" y="2801950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6"/>
                        <a:pt x="347" y="726"/>
                      </a:cubicBezTo>
                      <a:cubicBezTo>
                        <a:pt x="536" y="726"/>
                        <a:pt x="694" y="568"/>
                        <a:pt x="694" y="347"/>
                      </a:cubicBez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7" name="Google Shape;2967;p51">
                  <a:extLst>
                    <a:ext uri="{FF2B5EF4-FFF2-40B4-BE49-F238E27FC236}">
                      <a16:creationId xmlns:a16="http://schemas.microsoft.com/office/drawing/2014/main" id="{9A84E15F-19ED-8676-EEC2-8F1169ECD74A}"/>
                    </a:ext>
                  </a:extLst>
                </p:cNvPr>
                <p:cNvSpPr/>
                <p:nvPr/>
              </p:nvSpPr>
              <p:spPr>
                <a:xfrm>
                  <a:off x="-1597850" y="2801950"/>
                  <a:ext cx="173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6"/>
                        <a:pt x="347" y="726"/>
                      </a:cubicBezTo>
                      <a:cubicBezTo>
                        <a:pt x="537" y="726"/>
                        <a:pt x="694" y="568"/>
                        <a:pt x="694" y="347"/>
                      </a:cubicBezTo>
                      <a:cubicBezTo>
                        <a:pt x="694" y="158"/>
                        <a:pt x="537" y="1"/>
                        <a:pt x="34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8" name="Google Shape;2968;p51">
                  <a:extLst>
                    <a:ext uri="{FF2B5EF4-FFF2-40B4-BE49-F238E27FC236}">
                      <a16:creationId xmlns:a16="http://schemas.microsoft.com/office/drawing/2014/main" id="{C27E4185-A376-5AFE-2831-403553CEDB38}"/>
                    </a:ext>
                  </a:extLst>
                </p:cNvPr>
                <p:cNvSpPr/>
                <p:nvPr/>
              </p:nvSpPr>
              <p:spPr>
                <a:xfrm>
                  <a:off x="-1564750" y="2801950"/>
                  <a:ext cx="1205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32" y="568"/>
                        <a:pt x="189" y="726"/>
                        <a:pt x="347" y="726"/>
                      </a:cubicBezTo>
                      <a:lnTo>
                        <a:pt x="4442" y="726"/>
                      </a:lnTo>
                      <a:cubicBezTo>
                        <a:pt x="4663" y="726"/>
                        <a:pt x="4820" y="568"/>
                        <a:pt x="4820" y="347"/>
                      </a:cubicBezTo>
                      <a:cubicBezTo>
                        <a:pt x="4820" y="158"/>
                        <a:pt x="4663" y="1"/>
                        <a:pt x="444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9" name="Google Shape;2969;p51">
                  <a:extLst>
                    <a:ext uri="{FF2B5EF4-FFF2-40B4-BE49-F238E27FC236}">
                      <a16:creationId xmlns:a16="http://schemas.microsoft.com/office/drawing/2014/main" id="{7EDBA810-41BB-CFC9-564C-90DB73B114DD}"/>
                    </a:ext>
                  </a:extLst>
                </p:cNvPr>
                <p:cNvSpPr/>
                <p:nvPr/>
              </p:nvSpPr>
              <p:spPr>
                <a:xfrm>
                  <a:off x="-1597850" y="2924050"/>
                  <a:ext cx="85100" cy="8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4" h="3403" extrusionOk="0">
                      <a:moveTo>
                        <a:pt x="1671" y="662"/>
                      </a:moveTo>
                      <a:cubicBezTo>
                        <a:pt x="2238" y="662"/>
                        <a:pt x="2710" y="1134"/>
                        <a:pt x="2710" y="1701"/>
                      </a:cubicBezTo>
                      <a:cubicBezTo>
                        <a:pt x="2710" y="2237"/>
                        <a:pt x="2269" y="2710"/>
                        <a:pt x="1671" y="2710"/>
                      </a:cubicBezTo>
                      <a:cubicBezTo>
                        <a:pt x="1135" y="2710"/>
                        <a:pt x="663" y="2237"/>
                        <a:pt x="663" y="1701"/>
                      </a:cubicBezTo>
                      <a:cubicBezTo>
                        <a:pt x="663" y="1134"/>
                        <a:pt x="1135" y="662"/>
                        <a:pt x="1671" y="662"/>
                      </a:cubicBezTo>
                      <a:close/>
                      <a:moveTo>
                        <a:pt x="1671" y="0"/>
                      </a:moveTo>
                      <a:cubicBezTo>
                        <a:pt x="726" y="0"/>
                        <a:pt x="1" y="756"/>
                        <a:pt x="1" y="1701"/>
                      </a:cubicBezTo>
                      <a:cubicBezTo>
                        <a:pt x="1" y="2647"/>
                        <a:pt x="726" y="3403"/>
                        <a:pt x="1671" y="3403"/>
                      </a:cubicBezTo>
                      <a:cubicBezTo>
                        <a:pt x="2616" y="3403"/>
                        <a:pt x="3372" y="2647"/>
                        <a:pt x="3372" y="1701"/>
                      </a:cubicBezTo>
                      <a:cubicBezTo>
                        <a:pt x="3403" y="756"/>
                        <a:pt x="2616" y="0"/>
                        <a:pt x="167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738" name="Google Shape;2738;p51">
            <a:extLst>
              <a:ext uri="{FF2B5EF4-FFF2-40B4-BE49-F238E27FC236}">
                <a16:creationId xmlns:a16="http://schemas.microsoft.com/office/drawing/2014/main" id="{EB999292-5EC9-51A7-E681-A69CF37764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03590" y="139990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Who We Are</a:t>
            </a:r>
            <a:endParaRPr dirty="0"/>
          </a:p>
        </p:txBody>
      </p:sp>
      <p:sp>
        <p:nvSpPr>
          <p:cNvPr id="2931" name="Google Shape;2931;p51">
            <a:extLst>
              <a:ext uri="{FF2B5EF4-FFF2-40B4-BE49-F238E27FC236}">
                <a16:creationId xmlns:a16="http://schemas.microsoft.com/office/drawing/2014/main" id="{2BAA62C7-F18C-8704-4F98-7F99E25EC83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42489" y="761017"/>
            <a:ext cx="1849901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Samy Abdel Salam</a:t>
            </a:r>
            <a:endParaRPr dirty="0"/>
          </a:p>
        </p:txBody>
      </p:sp>
      <p:sp>
        <p:nvSpPr>
          <p:cNvPr id="2933" name="Google Shape;2933;p51">
            <a:extLst>
              <a:ext uri="{FF2B5EF4-FFF2-40B4-BE49-F238E27FC236}">
                <a16:creationId xmlns:a16="http://schemas.microsoft.com/office/drawing/2014/main" id="{A3DF47CA-B915-5D33-25D5-95896E5B4FD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945897" y="1413533"/>
            <a:ext cx="1690983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Mahmoud Sami</a:t>
            </a:r>
            <a:endParaRPr dirty="0"/>
          </a:p>
        </p:txBody>
      </p:sp>
      <p:sp>
        <p:nvSpPr>
          <p:cNvPr id="2935" name="Google Shape;2935;p51">
            <a:extLst>
              <a:ext uri="{FF2B5EF4-FFF2-40B4-BE49-F238E27FC236}">
                <a16:creationId xmlns:a16="http://schemas.microsoft.com/office/drawing/2014/main" id="{AEF435EF-E3E2-136A-3E05-329E2269A1E2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749039" y="1133246"/>
            <a:ext cx="1636800" cy="2811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100" b="1" dirty="0"/>
              <a:t>Team Leader</a:t>
            </a:r>
            <a:endParaRPr sz="1100" b="1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" name="Google Shape;2933;p51">
            <a:extLst>
              <a:ext uri="{FF2B5EF4-FFF2-40B4-BE49-F238E27FC236}">
                <a16:creationId xmlns:a16="http://schemas.microsoft.com/office/drawing/2014/main" id="{CC915815-1A8A-E5DE-DE72-C77231CC6071}"/>
              </a:ext>
            </a:extLst>
          </p:cNvPr>
          <p:cNvSpPr txBox="1">
            <a:spLocks/>
          </p:cNvSpPr>
          <p:nvPr/>
        </p:nvSpPr>
        <p:spPr>
          <a:xfrm>
            <a:off x="318612" y="2839146"/>
            <a:ext cx="173945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Mahmoud Ebraik</a:t>
            </a:r>
          </a:p>
        </p:txBody>
      </p:sp>
      <p:sp>
        <p:nvSpPr>
          <p:cNvPr id="8" name="Google Shape;2933;p51">
            <a:extLst>
              <a:ext uri="{FF2B5EF4-FFF2-40B4-BE49-F238E27FC236}">
                <a16:creationId xmlns:a16="http://schemas.microsoft.com/office/drawing/2014/main" id="{1C1AD8D3-F9F4-952E-6B6B-C2821DC4F218}"/>
              </a:ext>
            </a:extLst>
          </p:cNvPr>
          <p:cNvSpPr txBox="1">
            <a:spLocks/>
          </p:cNvSpPr>
          <p:nvPr/>
        </p:nvSpPr>
        <p:spPr>
          <a:xfrm>
            <a:off x="724482" y="2050506"/>
            <a:ext cx="173945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Mohamed Nasser </a:t>
            </a:r>
          </a:p>
        </p:txBody>
      </p:sp>
      <p:sp>
        <p:nvSpPr>
          <p:cNvPr id="20" name="Google Shape;2935;p51">
            <a:extLst>
              <a:ext uri="{FF2B5EF4-FFF2-40B4-BE49-F238E27FC236}">
                <a16:creationId xmlns:a16="http://schemas.microsoft.com/office/drawing/2014/main" id="{F05C1980-3663-18E0-6397-C45AEF034CC8}"/>
              </a:ext>
            </a:extLst>
          </p:cNvPr>
          <p:cNvSpPr txBox="1">
            <a:spLocks/>
          </p:cNvSpPr>
          <p:nvPr/>
        </p:nvSpPr>
        <p:spPr>
          <a:xfrm>
            <a:off x="1972988" y="1618216"/>
            <a:ext cx="1636800" cy="30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Assistant professor</a:t>
            </a:r>
          </a:p>
        </p:txBody>
      </p:sp>
      <p:sp>
        <p:nvSpPr>
          <p:cNvPr id="21" name="Google Shape;2935;p51">
            <a:extLst>
              <a:ext uri="{FF2B5EF4-FFF2-40B4-BE49-F238E27FC236}">
                <a16:creationId xmlns:a16="http://schemas.microsoft.com/office/drawing/2014/main" id="{62E9C59C-5E6F-5BCF-E725-9896319BB1A9}"/>
              </a:ext>
            </a:extLst>
          </p:cNvPr>
          <p:cNvSpPr txBox="1">
            <a:spLocks/>
          </p:cNvSpPr>
          <p:nvPr/>
        </p:nvSpPr>
        <p:spPr>
          <a:xfrm>
            <a:off x="775807" y="226647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Banker</a:t>
            </a:r>
          </a:p>
        </p:txBody>
      </p:sp>
      <p:sp>
        <p:nvSpPr>
          <p:cNvPr id="22" name="Google Shape;2935;p51">
            <a:extLst>
              <a:ext uri="{FF2B5EF4-FFF2-40B4-BE49-F238E27FC236}">
                <a16:creationId xmlns:a16="http://schemas.microsoft.com/office/drawing/2014/main" id="{97D9B560-A2AA-6450-49DE-BAD96A8B86EC}"/>
              </a:ext>
            </a:extLst>
          </p:cNvPr>
          <p:cNvSpPr txBox="1">
            <a:spLocks/>
          </p:cNvSpPr>
          <p:nvPr/>
        </p:nvSpPr>
        <p:spPr>
          <a:xfrm>
            <a:off x="369937" y="3042099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HSE Engineer</a:t>
            </a:r>
          </a:p>
        </p:txBody>
      </p:sp>
      <p:sp>
        <p:nvSpPr>
          <p:cNvPr id="23" name="Google Shape;2931;p51">
            <a:extLst>
              <a:ext uri="{FF2B5EF4-FFF2-40B4-BE49-F238E27FC236}">
                <a16:creationId xmlns:a16="http://schemas.microsoft.com/office/drawing/2014/main" id="{D8F40038-155A-2AF1-0D29-1A75D16E25EA}"/>
              </a:ext>
            </a:extLst>
          </p:cNvPr>
          <p:cNvSpPr txBox="1">
            <a:spLocks/>
          </p:cNvSpPr>
          <p:nvPr/>
        </p:nvSpPr>
        <p:spPr>
          <a:xfrm>
            <a:off x="5413206" y="1413533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Ola </a:t>
            </a:r>
            <a:r>
              <a:rPr lang="en-US" dirty="0" err="1"/>
              <a:t>Abdeltwab</a:t>
            </a:r>
            <a:r>
              <a:rPr lang="en-US" dirty="0"/>
              <a:t> </a:t>
            </a:r>
          </a:p>
        </p:txBody>
      </p:sp>
      <p:sp>
        <p:nvSpPr>
          <p:cNvPr id="24" name="Google Shape;2935;p51">
            <a:extLst>
              <a:ext uri="{FF2B5EF4-FFF2-40B4-BE49-F238E27FC236}">
                <a16:creationId xmlns:a16="http://schemas.microsoft.com/office/drawing/2014/main" id="{508178BD-74B2-E0C5-F8A9-7FEFCFF28250}"/>
              </a:ext>
            </a:extLst>
          </p:cNvPr>
          <p:cNvSpPr txBox="1">
            <a:spLocks/>
          </p:cNvSpPr>
          <p:nvPr/>
        </p:nvSpPr>
        <p:spPr>
          <a:xfrm>
            <a:off x="5413206" y="1635116"/>
            <a:ext cx="1636800" cy="30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Civil Engineer</a:t>
            </a:r>
          </a:p>
        </p:txBody>
      </p:sp>
      <p:sp>
        <p:nvSpPr>
          <p:cNvPr id="25" name="Google Shape;2931;p51">
            <a:extLst>
              <a:ext uri="{FF2B5EF4-FFF2-40B4-BE49-F238E27FC236}">
                <a16:creationId xmlns:a16="http://schemas.microsoft.com/office/drawing/2014/main" id="{53DB0A5D-926B-4AA8-AA3C-F56D35527B16}"/>
              </a:ext>
            </a:extLst>
          </p:cNvPr>
          <p:cNvSpPr txBox="1">
            <a:spLocks/>
          </p:cNvSpPr>
          <p:nvPr/>
        </p:nvSpPr>
        <p:spPr>
          <a:xfrm>
            <a:off x="6782718" y="205050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Gihad Khaled </a:t>
            </a:r>
          </a:p>
        </p:txBody>
      </p:sp>
      <p:sp>
        <p:nvSpPr>
          <p:cNvPr id="26" name="Google Shape;2935;p51">
            <a:extLst>
              <a:ext uri="{FF2B5EF4-FFF2-40B4-BE49-F238E27FC236}">
                <a16:creationId xmlns:a16="http://schemas.microsoft.com/office/drawing/2014/main" id="{A59BADD3-645C-4A16-EC66-E979A9CE67FF}"/>
              </a:ext>
            </a:extLst>
          </p:cNvPr>
          <p:cNvSpPr txBox="1">
            <a:spLocks/>
          </p:cNvSpPr>
          <p:nvPr/>
        </p:nvSpPr>
        <p:spPr>
          <a:xfrm>
            <a:off x="6782718" y="2229155"/>
            <a:ext cx="1636800" cy="507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Merchandiser</a:t>
            </a:r>
          </a:p>
        </p:txBody>
      </p:sp>
      <p:sp>
        <p:nvSpPr>
          <p:cNvPr id="27" name="Google Shape;2931;p51">
            <a:extLst>
              <a:ext uri="{FF2B5EF4-FFF2-40B4-BE49-F238E27FC236}">
                <a16:creationId xmlns:a16="http://schemas.microsoft.com/office/drawing/2014/main" id="{E889E671-894D-EE6A-2134-68D14FAC714E}"/>
              </a:ext>
            </a:extLst>
          </p:cNvPr>
          <p:cNvSpPr txBox="1">
            <a:spLocks/>
          </p:cNvSpPr>
          <p:nvPr/>
        </p:nvSpPr>
        <p:spPr>
          <a:xfrm>
            <a:off x="7162925" y="2863749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/>
              <a:t>Hala Nour </a:t>
            </a:r>
            <a:r>
              <a:rPr lang="en-US" dirty="0" err="1"/>
              <a:t>eldin</a:t>
            </a:r>
            <a:endParaRPr lang="en-US" dirty="0"/>
          </a:p>
        </p:txBody>
      </p:sp>
      <p:sp>
        <p:nvSpPr>
          <p:cNvPr id="28" name="Google Shape;2935;p51">
            <a:extLst>
              <a:ext uri="{FF2B5EF4-FFF2-40B4-BE49-F238E27FC236}">
                <a16:creationId xmlns:a16="http://schemas.microsoft.com/office/drawing/2014/main" id="{B22A83B1-7CD3-6B6A-7C2E-060CBA1BDE2D}"/>
              </a:ext>
            </a:extLst>
          </p:cNvPr>
          <p:cNvSpPr txBox="1">
            <a:spLocks/>
          </p:cNvSpPr>
          <p:nvPr/>
        </p:nvSpPr>
        <p:spPr>
          <a:xfrm>
            <a:off x="7184027" y="3059163"/>
            <a:ext cx="1636800" cy="507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Production Engineer</a:t>
            </a:r>
          </a:p>
        </p:txBody>
      </p:sp>
      <p:sp>
        <p:nvSpPr>
          <p:cNvPr id="29" name="Google Shape;2935;p51">
            <a:extLst>
              <a:ext uri="{FF2B5EF4-FFF2-40B4-BE49-F238E27FC236}">
                <a16:creationId xmlns:a16="http://schemas.microsoft.com/office/drawing/2014/main" id="{D344C434-5E55-E9DD-8D7A-E601626CBD9B}"/>
              </a:ext>
            </a:extLst>
          </p:cNvPr>
          <p:cNvSpPr txBox="1">
            <a:spLocks/>
          </p:cNvSpPr>
          <p:nvPr/>
        </p:nvSpPr>
        <p:spPr>
          <a:xfrm>
            <a:off x="3749040" y="979892"/>
            <a:ext cx="1636800" cy="30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100" dirty="0"/>
              <a:t>Technology Expert</a:t>
            </a:r>
          </a:p>
        </p:txBody>
      </p:sp>
    </p:spTree>
    <p:extLst>
      <p:ext uri="{BB962C8B-B14F-4D97-AF65-F5344CB8AC3E}">
        <p14:creationId xmlns:p14="http://schemas.microsoft.com/office/powerpoint/2010/main" val="1750176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53"/>
          <p:cNvSpPr/>
          <p:nvPr/>
        </p:nvSpPr>
        <p:spPr>
          <a:xfrm>
            <a:off x="1183525" y="1040025"/>
            <a:ext cx="2473800" cy="101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0" name="Google Shape;3010;p53"/>
          <p:cNvSpPr/>
          <p:nvPr/>
        </p:nvSpPr>
        <p:spPr>
          <a:xfrm>
            <a:off x="1183525" y="2314693"/>
            <a:ext cx="2473800" cy="101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1" name="Google Shape;3011;p53"/>
          <p:cNvSpPr/>
          <p:nvPr/>
        </p:nvSpPr>
        <p:spPr>
          <a:xfrm>
            <a:off x="1183525" y="3592724"/>
            <a:ext cx="2473800" cy="101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2" name="Google Shape;3012;p53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Gratitude</a:t>
            </a: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5735B5-5108-3E21-7C43-C0593DFAE4AB}"/>
              </a:ext>
            </a:extLst>
          </p:cNvPr>
          <p:cNvGrpSpPr/>
          <p:nvPr/>
        </p:nvGrpSpPr>
        <p:grpSpPr>
          <a:xfrm>
            <a:off x="3974002" y="1086902"/>
            <a:ext cx="3937264" cy="3501506"/>
            <a:chOff x="3974002" y="1086902"/>
            <a:chExt cx="3937264" cy="3501506"/>
          </a:xfrm>
        </p:grpSpPr>
        <p:sp>
          <p:nvSpPr>
            <p:cNvPr id="3" name="Google Shape;3016;p53">
              <a:extLst>
                <a:ext uri="{FF2B5EF4-FFF2-40B4-BE49-F238E27FC236}">
                  <a16:creationId xmlns:a16="http://schemas.microsoft.com/office/drawing/2014/main" id="{C74EAD78-BC00-BDB6-EC31-1E9B93F70CF3}"/>
                </a:ext>
              </a:extLst>
            </p:cNvPr>
            <p:cNvSpPr/>
            <p:nvPr/>
          </p:nvSpPr>
          <p:spPr>
            <a:xfrm rot="8650406">
              <a:off x="3991786" y="1350619"/>
              <a:ext cx="3075277" cy="1598831"/>
            </a:xfrm>
            <a:custGeom>
              <a:avLst/>
              <a:gdLst/>
              <a:ahLst/>
              <a:cxnLst/>
              <a:rect l="l" t="t" r="r" b="b"/>
              <a:pathLst>
                <a:path w="178458" h="92780" extrusionOk="0">
                  <a:moveTo>
                    <a:pt x="91355" y="1"/>
                  </a:moveTo>
                  <a:lnTo>
                    <a:pt x="1" y="22479"/>
                  </a:lnTo>
                  <a:cubicBezTo>
                    <a:pt x="7838" y="52240"/>
                    <a:pt x="27100" y="74090"/>
                    <a:pt x="55752" y="85773"/>
                  </a:cubicBezTo>
                  <a:cubicBezTo>
                    <a:pt x="67419" y="90528"/>
                    <a:pt x="79493" y="92779"/>
                    <a:pt x="91376" y="92779"/>
                  </a:cubicBezTo>
                  <a:cubicBezTo>
                    <a:pt x="128179" y="92779"/>
                    <a:pt x="163142" y="71181"/>
                    <a:pt x="178458" y="35492"/>
                  </a:cubicBezTo>
                  <a:lnTo>
                    <a:pt x="105034" y="5546"/>
                  </a:lnTo>
                  <a:lnTo>
                    <a:pt x="91355" y="1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EED5CD0-5210-1815-0137-827E8D8BB0D7}"/>
                </a:ext>
              </a:extLst>
            </p:cNvPr>
            <p:cNvGrpSpPr/>
            <p:nvPr/>
          </p:nvGrpSpPr>
          <p:grpSpPr>
            <a:xfrm>
              <a:off x="3974002" y="1086902"/>
              <a:ext cx="3937264" cy="3501506"/>
              <a:chOff x="3974002" y="1086902"/>
              <a:chExt cx="3937264" cy="3501506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E78CA579-E523-6648-9415-5496334A4B36}"/>
                  </a:ext>
                </a:extLst>
              </p:cNvPr>
              <p:cNvGrpSpPr/>
              <p:nvPr/>
            </p:nvGrpSpPr>
            <p:grpSpPr>
              <a:xfrm flipH="1">
                <a:off x="4776208" y="1579913"/>
                <a:ext cx="1323318" cy="1807187"/>
                <a:chOff x="6661474" y="2817790"/>
                <a:chExt cx="913737" cy="1329763"/>
              </a:xfrm>
            </p:grpSpPr>
            <p:sp>
              <p:nvSpPr>
                <p:cNvPr id="23" name="Google Shape;3234;p57">
                  <a:extLst>
                    <a:ext uri="{FF2B5EF4-FFF2-40B4-BE49-F238E27FC236}">
                      <a16:creationId xmlns:a16="http://schemas.microsoft.com/office/drawing/2014/main" id="{94911B34-1FF6-109E-013A-1ED763B58425}"/>
                    </a:ext>
                  </a:extLst>
                </p:cNvPr>
                <p:cNvSpPr/>
                <p:nvPr/>
              </p:nvSpPr>
              <p:spPr>
                <a:xfrm>
                  <a:off x="6897844" y="2985936"/>
                  <a:ext cx="3856" cy="20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383" extrusionOk="0">
                      <a:moveTo>
                        <a:pt x="0" y="1"/>
                      </a:moveTo>
                      <a:lnTo>
                        <a:pt x="0" y="1383"/>
                      </a:lnTo>
                      <a:lnTo>
                        <a:pt x="257" y="1383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3235;p57">
                  <a:extLst>
                    <a:ext uri="{FF2B5EF4-FFF2-40B4-BE49-F238E27FC236}">
                      <a16:creationId xmlns:a16="http://schemas.microsoft.com/office/drawing/2014/main" id="{8561579B-2447-45EE-2DD8-6AB9BBCA3F05}"/>
                    </a:ext>
                  </a:extLst>
                </p:cNvPr>
                <p:cNvSpPr/>
                <p:nvPr/>
              </p:nvSpPr>
              <p:spPr>
                <a:xfrm>
                  <a:off x="7008811" y="2985936"/>
                  <a:ext cx="3856" cy="20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383" extrusionOk="0">
                      <a:moveTo>
                        <a:pt x="0" y="1"/>
                      </a:moveTo>
                      <a:lnTo>
                        <a:pt x="0" y="1383"/>
                      </a:lnTo>
                      <a:lnTo>
                        <a:pt x="258" y="1383"/>
                      </a:lnTo>
                      <a:lnTo>
                        <a:pt x="258" y="1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3236;p57">
                  <a:extLst>
                    <a:ext uri="{FF2B5EF4-FFF2-40B4-BE49-F238E27FC236}">
                      <a16:creationId xmlns:a16="http://schemas.microsoft.com/office/drawing/2014/main" id="{FE01E4F6-993D-7808-4E09-32E7B05A8847}"/>
                    </a:ext>
                  </a:extLst>
                </p:cNvPr>
                <p:cNvSpPr/>
                <p:nvPr/>
              </p:nvSpPr>
              <p:spPr>
                <a:xfrm>
                  <a:off x="7119299" y="2985936"/>
                  <a:ext cx="4334" cy="20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" h="1383" extrusionOk="0">
                      <a:moveTo>
                        <a:pt x="1" y="1"/>
                      </a:moveTo>
                      <a:lnTo>
                        <a:pt x="1" y="1383"/>
                      </a:lnTo>
                      <a:lnTo>
                        <a:pt x="290" y="1383"/>
                      </a:lnTo>
                      <a:lnTo>
                        <a:pt x="290" y="1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3237;p57">
                  <a:extLst>
                    <a:ext uri="{FF2B5EF4-FFF2-40B4-BE49-F238E27FC236}">
                      <a16:creationId xmlns:a16="http://schemas.microsoft.com/office/drawing/2014/main" id="{F950D800-34F5-E73C-C811-281B85DD9EE3}"/>
                    </a:ext>
                  </a:extLst>
                </p:cNvPr>
                <p:cNvSpPr/>
                <p:nvPr/>
              </p:nvSpPr>
              <p:spPr>
                <a:xfrm>
                  <a:off x="7230266" y="2985936"/>
                  <a:ext cx="3871" cy="20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1383" extrusionOk="0">
                      <a:moveTo>
                        <a:pt x="1" y="1"/>
                      </a:moveTo>
                      <a:lnTo>
                        <a:pt x="1" y="1383"/>
                      </a:lnTo>
                      <a:lnTo>
                        <a:pt x="258" y="1383"/>
                      </a:lnTo>
                      <a:lnTo>
                        <a:pt x="258" y="1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56" name="Google Shape;3293;p57">
                  <a:extLst>
                    <a:ext uri="{FF2B5EF4-FFF2-40B4-BE49-F238E27FC236}">
                      <a16:creationId xmlns:a16="http://schemas.microsoft.com/office/drawing/2014/main" id="{9AD24082-F3A4-D6E3-9D06-9119ACA9FE3C}"/>
                    </a:ext>
                  </a:extLst>
                </p:cNvPr>
                <p:cNvSpPr/>
                <p:nvPr/>
              </p:nvSpPr>
              <p:spPr>
                <a:xfrm>
                  <a:off x="7046278" y="2822124"/>
                  <a:ext cx="39410" cy="3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7" h="2604" extrusionOk="0">
                      <a:moveTo>
                        <a:pt x="1319" y="0"/>
                      </a:moveTo>
                      <a:cubicBezTo>
                        <a:pt x="611" y="0"/>
                        <a:pt x="1" y="579"/>
                        <a:pt x="1" y="1286"/>
                      </a:cubicBezTo>
                      <a:cubicBezTo>
                        <a:pt x="1" y="2025"/>
                        <a:pt x="611" y="2604"/>
                        <a:pt x="1319" y="2604"/>
                      </a:cubicBezTo>
                      <a:cubicBezTo>
                        <a:pt x="2058" y="2604"/>
                        <a:pt x="2636" y="2025"/>
                        <a:pt x="2636" y="1286"/>
                      </a:cubicBezTo>
                      <a:cubicBezTo>
                        <a:pt x="2636" y="579"/>
                        <a:pt x="2058" y="0"/>
                        <a:pt x="131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57" name="Google Shape;3294;p57">
                  <a:extLst>
                    <a:ext uri="{FF2B5EF4-FFF2-40B4-BE49-F238E27FC236}">
                      <a16:creationId xmlns:a16="http://schemas.microsoft.com/office/drawing/2014/main" id="{D264F683-69D0-21C0-B10E-231EA897784F}"/>
                    </a:ext>
                  </a:extLst>
                </p:cNvPr>
                <p:cNvSpPr/>
                <p:nvPr/>
              </p:nvSpPr>
              <p:spPr>
                <a:xfrm>
                  <a:off x="7042437" y="2817790"/>
                  <a:ext cx="47092" cy="47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1" h="3152" extrusionOk="0">
                      <a:moveTo>
                        <a:pt x="1576" y="547"/>
                      </a:moveTo>
                      <a:cubicBezTo>
                        <a:pt x="2154" y="547"/>
                        <a:pt x="2636" y="997"/>
                        <a:pt x="2636" y="1576"/>
                      </a:cubicBezTo>
                      <a:cubicBezTo>
                        <a:pt x="2636" y="2155"/>
                        <a:pt x="2154" y="2637"/>
                        <a:pt x="1576" y="2637"/>
                      </a:cubicBezTo>
                      <a:cubicBezTo>
                        <a:pt x="997" y="2637"/>
                        <a:pt x="547" y="2155"/>
                        <a:pt x="547" y="1576"/>
                      </a:cubicBezTo>
                      <a:cubicBezTo>
                        <a:pt x="547" y="997"/>
                        <a:pt x="997" y="547"/>
                        <a:pt x="1576" y="547"/>
                      </a:cubicBezTo>
                      <a:close/>
                      <a:moveTo>
                        <a:pt x="1576" y="1"/>
                      </a:moveTo>
                      <a:cubicBezTo>
                        <a:pt x="708" y="1"/>
                        <a:pt x="0" y="708"/>
                        <a:pt x="0" y="1576"/>
                      </a:cubicBezTo>
                      <a:cubicBezTo>
                        <a:pt x="0" y="2444"/>
                        <a:pt x="708" y="3151"/>
                        <a:pt x="1576" y="3151"/>
                      </a:cubicBezTo>
                      <a:cubicBezTo>
                        <a:pt x="2443" y="3151"/>
                        <a:pt x="3151" y="2444"/>
                        <a:pt x="3151" y="1576"/>
                      </a:cubicBezTo>
                      <a:cubicBezTo>
                        <a:pt x="3151" y="708"/>
                        <a:pt x="2443" y="1"/>
                        <a:pt x="157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0" name="Google Shape;3327;p57">
                  <a:extLst>
                    <a:ext uri="{FF2B5EF4-FFF2-40B4-BE49-F238E27FC236}">
                      <a16:creationId xmlns:a16="http://schemas.microsoft.com/office/drawing/2014/main" id="{EED04E8C-8509-1CC3-DD4F-21C2FCBBBE14}"/>
                    </a:ext>
                  </a:extLst>
                </p:cNvPr>
                <p:cNvSpPr/>
                <p:nvPr/>
              </p:nvSpPr>
              <p:spPr>
                <a:xfrm>
                  <a:off x="6902641" y="3029172"/>
                  <a:ext cx="105706" cy="4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3" h="3248" extrusionOk="0">
                      <a:moveTo>
                        <a:pt x="0" y="1"/>
                      </a:moveTo>
                      <a:lnTo>
                        <a:pt x="0" y="3247"/>
                      </a:lnTo>
                      <a:lnTo>
                        <a:pt x="7072" y="3247"/>
                      </a:lnTo>
                      <a:lnTo>
                        <a:pt x="7072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1" name="Google Shape;3328;p57">
                  <a:extLst>
                    <a:ext uri="{FF2B5EF4-FFF2-40B4-BE49-F238E27FC236}">
                      <a16:creationId xmlns:a16="http://schemas.microsoft.com/office/drawing/2014/main" id="{958843B6-01E8-BE2E-6A9A-7E11E3375E58}"/>
                    </a:ext>
                  </a:extLst>
                </p:cNvPr>
                <p:cNvSpPr/>
                <p:nvPr/>
              </p:nvSpPr>
              <p:spPr>
                <a:xfrm>
                  <a:off x="7013608" y="3029172"/>
                  <a:ext cx="105706" cy="4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3" h="3248" extrusionOk="0">
                      <a:moveTo>
                        <a:pt x="1" y="1"/>
                      </a:moveTo>
                      <a:lnTo>
                        <a:pt x="1" y="3247"/>
                      </a:lnTo>
                      <a:lnTo>
                        <a:pt x="7073" y="3247"/>
                      </a:lnTo>
                      <a:lnTo>
                        <a:pt x="7073" y="1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2" name="Google Shape;3329;p57">
                  <a:extLst>
                    <a:ext uri="{FF2B5EF4-FFF2-40B4-BE49-F238E27FC236}">
                      <a16:creationId xmlns:a16="http://schemas.microsoft.com/office/drawing/2014/main" id="{5E23D113-0A61-F88F-57AD-1B87AC23072E}"/>
                    </a:ext>
                  </a:extLst>
                </p:cNvPr>
                <p:cNvSpPr/>
                <p:nvPr/>
              </p:nvSpPr>
              <p:spPr>
                <a:xfrm>
                  <a:off x="7124590" y="3029172"/>
                  <a:ext cx="105691" cy="4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2" h="3248" extrusionOk="0">
                      <a:moveTo>
                        <a:pt x="0" y="1"/>
                      </a:moveTo>
                      <a:lnTo>
                        <a:pt x="0" y="3247"/>
                      </a:lnTo>
                      <a:lnTo>
                        <a:pt x="7072" y="3247"/>
                      </a:lnTo>
                      <a:lnTo>
                        <a:pt x="7072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9" name="Google Shape;3366;p57">
                  <a:extLst>
                    <a:ext uri="{FF2B5EF4-FFF2-40B4-BE49-F238E27FC236}">
                      <a16:creationId xmlns:a16="http://schemas.microsoft.com/office/drawing/2014/main" id="{2C995CAE-73A8-9EA0-E939-7CC78CD81CFA}"/>
                    </a:ext>
                  </a:extLst>
                </p:cNvPr>
                <p:cNvSpPr/>
                <p:nvPr/>
              </p:nvSpPr>
              <p:spPr>
                <a:xfrm>
                  <a:off x="7057322" y="3237670"/>
                  <a:ext cx="7712" cy="420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" h="28127" extrusionOk="0">
                      <a:moveTo>
                        <a:pt x="1" y="0"/>
                      </a:moveTo>
                      <a:lnTo>
                        <a:pt x="1" y="28127"/>
                      </a:lnTo>
                      <a:lnTo>
                        <a:pt x="515" y="28127"/>
                      </a:lnTo>
                      <a:lnTo>
                        <a:pt x="51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0" name="Google Shape;3397;p57">
                  <a:extLst>
                    <a:ext uri="{FF2B5EF4-FFF2-40B4-BE49-F238E27FC236}">
                      <a16:creationId xmlns:a16="http://schemas.microsoft.com/office/drawing/2014/main" id="{8B377B2B-B3DF-53FD-64AA-678F310F5A1F}"/>
                    </a:ext>
                  </a:extLst>
                </p:cNvPr>
                <p:cNvSpPr/>
                <p:nvPr/>
              </p:nvSpPr>
              <p:spPr>
                <a:xfrm>
                  <a:off x="6665808" y="3510535"/>
                  <a:ext cx="204179" cy="594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62" h="39764" extrusionOk="0">
                      <a:moveTo>
                        <a:pt x="10897" y="0"/>
                      </a:moveTo>
                      <a:lnTo>
                        <a:pt x="0" y="30441"/>
                      </a:lnTo>
                      <a:lnTo>
                        <a:pt x="2315" y="39763"/>
                      </a:lnTo>
                      <a:lnTo>
                        <a:pt x="9740" y="35102"/>
                      </a:lnTo>
                      <a:lnTo>
                        <a:pt x="13662" y="3215"/>
                      </a:lnTo>
                      <a:lnTo>
                        <a:pt x="1089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1" name="Google Shape;3398;p57">
                  <a:extLst>
                    <a:ext uri="{FF2B5EF4-FFF2-40B4-BE49-F238E27FC236}">
                      <a16:creationId xmlns:a16="http://schemas.microsoft.com/office/drawing/2014/main" id="{EF8FE5D9-D850-A265-D1D7-812D09810EEC}"/>
                    </a:ext>
                  </a:extLst>
                </p:cNvPr>
                <p:cNvSpPr/>
                <p:nvPr/>
              </p:nvSpPr>
              <p:spPr>
                <a:xfrm>
                  <a:off x="6661474" y="3506694"/>
                  <a:ext cx="212832" cy="6022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41" h="40299" extrusionOk="0">
                      <a:moveTo>
                        <a:pt x="11288" y="789"/>
                      </a:moveTo>
                      <a:lnTo>
                        <a:pt x="13694" y="3568"/>
                      </a:lnTo>
                      <a:lnTo>
                        <a:pt x="9773" y="35198"/>
                      </a:lnTo>
                      <a:lnTo>
                        <a:pt x="2765" y="39602"/>
                      </a:lnTo>
                      <a:lnTo>
                        <a:pt x="547" y="30730"/>
                      </a:lnTo>
                      <a:lnTo>
                        <a:pt x="11288" y="789"/>
                      </a:lnTo>
                      <a:close/>
                      <a:moveTo>
                        <a:pt x="11155" y="0"/>
                      </a:moveTo>
                      <a:cubicBezTo>
                        <a:pt x="11059" y="32"/>
                        <a:pt x="10994" y="97"/>
                        <a:pt x="10962" y="193"/>
                      </a:cubicBezTo>
                      <a:lnTo>
                        <a:pt x="33" y="30634"/>
                      </a:lnTo>
                      <a:cubicBezTo>
                        <a:pt x="1" y="30666"/>
                        <a:pt x="1" y="30730"/>
                        <a:pt x="33" y="30762"/>
                      </a:cubicBezTo>
                      <a:lnTo>
                        <a:pt x="2347" y="40084"/>
                      </a:lnTo>
                      <a:cubicBezTo>
                        <a:pt x="2380" y="40181"/>
                        <a:pt x="2412" y="40245"/>
                        <a:pt x="2508" y="40277"/>
                      </a:cubicBezTo>
                      <a:cubicBezTo>
                        <a:pt x="2535" y="40291"/>
                        <a:pt x="2567" y="40298"/>
                        <a:pt x="2602" y="40298"/>
                      </a:cubicBezTo>
                      <a:cubicBezTo>
                        <a:pt x="2652" y="40298"/>
                        <a:pt x="2709" y="40283"/>
                        <a:pt x="2765" y="40245"/>
                      </a:cubicBezTo>
                      <a:lnTo>
                        <a:pt x="10191" y="35584"/>
                      </a:lnTo>
                      <a:cubicBezTo>
                        <a:pt x="10255" y="35552"/>
                        <a:pt x="10287" y="35488"/>
                        <a:pt x="10287" y="35391"/>
                      </a:cubicBezTo>
                      <a:lnTo>
                        <a:pt x="14241" y="3504"/>
                      </a:lnTo>
                      <a:cubicBezTo>
                        <a:pt x="14241" y="3440"/>
                        <a:pt x="14209" y="3343"/>
                        <a:pt x="14177" y="3311"/>
                      </a:cubicBezTo>
                      <a:lnTo>
                        <a:pt x="11412" y="97"/>
                      </a:lnTo>
                      <a:cubicBezTo>
                        <a:pt x="11348" y="32"/>
                        <a:pt x="11251" y="0"/>
                        <a:pt x="111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2" name="Google Shape;3409;p57">
                  <a:extLst>
                    <a:ext uri="{FF2B5EF4-FFF2-40B4-BE49-F238E27FC236}">
                      <a16:creationId xmlns:a16="http://schemas.microsoft.com/office/drawing/2014/main" id="{23F78D6A-A90A-0430-C3D4-5CF5071AF888}"/>
                    </a:ext>
                  </a:extLst>
                </p:cNvPr>
                <p:cNvSpPr/>
                <p:nvPr/>
              </p:nvSpPr>
              <p:spPr>
                <a:xfrm>
                  <a:off x="6896394" y="3385446"/>
                  <a:ext cx="404995" cy="757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99" h="50705" extrusionOk="0">
                      <a:moveTo>
                        <a:pt x="17643" y="0"/>
                      </a:moveTo>
                      <a:cubicBezTo>
                        <a:pt x="10633" y="0"/>
                        <a:pt x="2797" y="6795"/>
                        <a:pt x="2797" y="6795"/>
                      </a:cubicBezTo>
                      <a:lnTo>
                        <a:pt x="1" y="50705"/>
                      </a:lnTo>
                      <a:lnTo>
                        <a:pt x="21087" y="50705"/>
                      </a:lnTo>
                      <a:lnTo>
                        <a:pt x="27098" y="4320"/>
                      </a:lnTo>
                      <a:cubicBezTo>
                        <a:pt x="27098" y="4320"/>
                        <a:pt x="25298" y="366"/>
                        <a:pt x="18162" y="13"/>
                      </a:cubicBezTo>
                      <a:cubicBezTo>
                        <a:pt x="17990" y="4"/>
                        <a:pt x="17817" y="0"/>
                        <a:pt x="1764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573" name="Google Shape;3410;p57">
                  <a:extLst>
                    <a:ext uri="{FF2B5EF4-FFF2-40B4-BE49-F238E27FC236}">
                      <a16:creationId xmlns:a16="http://schemas.microsoft.com/office/drawing/2014/main" id="{4B2F057C-6A61-BD71-3AD6-131A371C8069}"/>
                    </a:ext>
                  </a:extLst>
                </p:cNvPr>
                <p:cNvSpPr/>
                <p:nvPr/>
              </p:nvSpPr>
              <p:spPr>
                <a:xfrm>
                  <a:off x="6892554" y="3381306"/>
                  <a:ext cx="412676" cy="765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13" h="51239" extrusionOk="0">
                      <a:moveTo>
                        <a:pt x="17905" y="547"/>
                      </a:moveTo>
                      <a:cubicBezTo>
                        <a:pt x="18066" y="547"/>
                        <a:pt x="18226" y="547"/>
                        <a:pt x="18419" y="579"/>
                      </a:cubicBezTo>
                      <a:cubicBezTo>
                        <a:pt x="21923" y="740"/>
                        <a:pt x="24109" y="1801"/>
                        <a:pt x="25395" y="2797"/>
                      </a:cubicBezTo>
                      <a:cubicBezTo>
                        <a:pt x="26037" y="3279"/>
                        <a:pt x="26487" y="3761"/>
                        <a:pt x="26745" y="4115"/>
                      </a:cubicBezTo>
                      <a:cubicBezTo>
                        <a:pt x="26873" y="4308"/>
                        <a:pt x="26970" y="4436"/>
                        <a:pt x="27034" y="4533"/>
                      </a:cubicBezTo>
                      <a:cubicBezTo>
                        <a:pt x="27060" y="4586"/>
                        <a:pt x="27065" y="4617"/>
                        <a:pt x="27084" y="4644"/>
                      </a:cubicBezTo>
                      <a:lnTo>
                        <a:pt x="27084" y="4644"/>
                      </a:lnTo>
                      <a:lnTo>
                        <a:pt x="21119" y="50692"/>
                      </a:lnTo>
                      <a:lnTo>
                        <a:pt x="547" y="50692"/>
                      </a:lnTo>
                      <a:lnTo>
                        <a:pt x="3339" y="7179"/>
                      </a:lnTo>
                      <a:lnTo>
                        <a:pt x="3339" y="7179"/>
                      </a:lnTo>
                      <a:cubicBezTo>
                        <a:pt x="3838" y="6784"/>
                        <a:pt x="5838" y="5146"/>
                        <a:pt x="8519" y="3601"/>
                      </a:cubicBezTo>
                      <a:cubicBezTo>
                        <a:pt x="11251" y="2026"/>
                        <a:pt x="14690" y="547"/>
                        <a:pt x="17905" y="547"/>
                      </a:cubicBezTo>
                      <a:close/>
                      <a:moveTo>
                        <a:pt x="17905" y="0"/>
                      </a:moveTo>
                      <a:cubicBezTo>
                        <a:pt x="14305" y="33"/>
                        <a:pt x="10576" y="1736"/>
                        <a:pt x="7715" y="3440"/>
                      </a:cubicBezTo>
                      <a:cubicBezTo>
                        <a:pt x="4854" y="5176"/>
                        <a:pt x="2893" y="6879"/>
                        <a:pt x="2893" y="6879"/>
                      </a:cubicBezTo>
                      <a:cubicBezTo>
                        <a:pt x="2829" y="6912"/>
                        <a:pt x="2797" y="7008"/>
                        <a:pt x="2797" y="7072"/>
                      </a:cubicBezTo>
                      <a:lnTo>
                        <a:pt x="0" y="50950"/>
                      </a:lnTo>
                      <a:cubicBezTo>
                        <a:pt x="0" y="51046"/>
                        <a:pt x="33" y="51110"/>
                        <a:pt x="65" y="51142"/>
                      </a:cubicBezTo>
                      <a:cubicBezTo>
                        <a:pt x="129" y="51207"/>
                        <a:pt x="193" y="51239"/>
                        <a:pt x="258" y="51239"/>
                      </a:cubicBezTo>
                      <a:lnTo>
                        <a:pt x="21344" y="51239"/>
                      </a:lnTo>
                      <a:cubicBezTo>
                        <a:pt x="21473" y="51239"/>
                        <a:pt x="21601" y="51142"/>
                        <a:pt x="21601" y="51014"/>
                      </a:cubicBezTo>
                      <a:lnTo>
                        <a:pt x="27613" y="4629"/>
                      </a:lnTo>
                      <a:cubicBezTo>
                        <a:pt x="27613" y="4565"/>
                        <a:pt x="27613" y="4501"/>
                        <a:pt x="27580" y="4469"/>
                      </a:cubicBezTo>
                      <a:cubicBezTo>
                        <a:pt x="27580" y="4436"/>
                        <a:pt x="27098" y="3408"/>
                        <a:pt x="25716" y="2347"/>
                      </a:cubicBezTo>
                      <a:cubicBezTo>
                        <a:pt x="24334" y="1286"/>
                        <a:pt x="22052" y="193"/>
                        <a:pt x="18419" y="33"/>
                      </a:cubicBezTo>
                      <a:cubicBezTo>
                        <a:pt x="18258" y="33"/>
                        <a:pt x="18066" y="0"/>
                        <a:pt x="1790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4" name="Google Shape;3411;p57">
                  <a:extLst>
                    <a:ext uri="{FF2B5EF4-FFF2-40B4-BE49-F238E27FC236}">
                      <a16:creationId xmlns:a16="http://schemas.microsoft.com/office/drawing/2014/main" id="{F74D78AC-EBEA-EDD7-C8D0-5D77B2EF6B84}"/>
                    </a:ext>
                  </a:extLst>
                </p:cNvPr>
                <p:cNvSpPr/>
                <p:nvPr/>
              </p:nvSpPr>
              <p:spPr>
                <a:xfrm>
                  <a:off x="6775340" y="3399554"/>
                  <a:ext cx="297376" cy="744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8" h="49793" extrusionOk="0">
                      <a:moveTo>
                        <a:pt x="18869" y="1"/>
                      </a:moveTo>
                      <a:cubicBezTo>
                        <a:pt x="18869" y="1"/>
                        <a:pt x="3568" y="6430"/>
                        <a:pt x="3568" y="7426"/>
                      </a:cubicBezTo>
                      <a:cubicBezTo>
                        <a:pt x="3568" y="8455"/>
                        <a:pt x="3729" y="8037"/>
                        <a:pt x="3729" y="10062"/>
                      </a:cubicBezTo>
                      <a:cubicBezTo>
                        <a:pt x="3729" y="11959"/>
                        <a:pt x="482" y="44907"/>
                        <a:pt x="0" y="49793"/>
                      </a:cubicBezTo>
                      <a:lnTo>
                        <a:pt x="11251" y="49793"/>
                      </a:lnTo>
                      <a:cubicBezTo>
                        <a:pt x="11958" y="45260"/>
                        <a:pt x="16490" y="16748"/>
                        <a:pt x="17422" y="13116"/>
                      </a:cubicBezTo>
                      <a:cubicBezTo>
                        <a:pt x="18451" y="9194"/>
                        <a:pt x="19898" y="5851"/>
                        <a:pt x="19898" y="5851"/>
                      </a:cubicBezTo>
                      <a:lnTo>
                        <a:pt x="1886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5" name="Google Shape;3412;p57">
                  <a:extLst>
                    <a:ext uri="{FF2B5EF4-FFF2-40B4-BE49-F238E27FC236}">
                      <a16:creationId xmlns:a16="http://schemas.microsoft.com/office/drawing/2014/main" id="{A59601B1-364A-F0A1-E324-7FECD1C0D053}"/>
                    </a:ext>
                  </a:extLst>
                </p:cNvPr>
                <p:cNvSpPr/>
                <p:nvPr/>
              </p:nvSpPr>
              <p:spPr>
                <a:xfrm>
                  <a:off x="6771006" y="3395832"/>
                  <a:ext cx="305551" cy="751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5" h="50299" extrusionOk="0">
                      <a:moveTo>
                        <a:pt x="4133" y="7733"/>
                      </a:moveTo>
                      <a:lnTo>
                        <a:pt x="4148" y="7740"/>
                      </a:lnTo>
                      <a:lnTo>
                        <a:pt x="4115" y="7740"/>
                      </a:lnTo>
                      <a:cubicBezTo>
                        <a:pt x="4121" y="7740"/>
                        <a:pt x="4126" y="7737"/>
                        <a:pt x="4133" y="7733"/>
                      </a:cubicBezTo>
                      <a:close/>
                      <a:moveTo>
                        <a:pt x="18958" y="635"/>
                      </a:moveTo>
                      <a:lnTo>
                        <a:pt x="19911" y="6023"/>
                      </a:lnTo>
                      <a:lnTo>
                        <a:pt x="19911" y="6023"/>
                      </a:lnTo>
                      <a:cubicBezTo>
                        <a:pt x="19736" y="6460"/>
                        <a:pt x="18414" y="9615"/>
                        <a:pt x="17455" y="13301"/>
                      </a:cubicBezTo>
                      <a:cubicBezTo>
                        <a:pt x="17198" y="14233"/>
                        <a:pt x="16748" y="16676"/>
                        <a:pt x="16170" y="19955"/>
                      </a:cubicBezTo>
                      <a:cubicBezTo>
                        <a:pt x="14532" y="29496"/>
                        <a:pt x="11908" y="45916"/>
                        <a:pt x="11318" y="49785"/>
                      </a:cubicBezTo>
                      <a:lnTo>
                        <a:pt x="578" y="49785"/>
                      </a:lnTo>
                      <a:cubicBezTo>
                        <a:pt x="871" y="46952"/>
                        <a:pt x="1768" y="37824"/>
                        <a:pt x="2605" y="29084"/>
                      </a:cubicBezTo>
                      <a:cubicBezTo>
                        <a:pt x="3022" y="24519"/>
                        <a:pt x="3472" y="20083"/>
                        <a:pt x="3762" y="16644"/>
                      </a:cubicBezTo>
                      <a:cubicBezTo>
                        <a:pt x="3922" y="14940"/>
                        <a:pt x="4051" y="13461"/>
                        <a:pt x="4148" y="12368"/>
                      </a:cubicBezTo>
                      <a:cubicBezTo>
                        <a:pt x="4244" y="11276"/>
                        <a:pt x="4276" y="10568"/>
                        <a:pt x="4276" y="10311"/>
                      </a:cubicBezTo>
                      <a:cubicBezTo>
                        <a:pt x="4276" y="9283"/>
                        <a:pt x="4244" y="8865"/>
                        <a:pt x="4212" y="8575"/>
                      </a:cubicBezTo>
                      <a:cubicBezTo>
                        <a:pt x="4181" y="8295"/>
                        <a:pt x="4149" y="8196"/>
                        <a:pt x="4148" y="7722"/>
                      </a:cubicBezTo>
                      <a:lnTo>
                        <a:pt x="4148" y="7722"/>
                      </a:lnTo>
                      <a:cubicBezTo>
                        <a:pt x="4185" y="7689"/>
                        <a:pt x="4245" y="7618"/>
                        <a:pt x="4340" y="7547"/>
                      </a:cubicBezTo>
                      <a:cubicBezTo>
                        <a:pt x="4855" y="7129"/>
                        <a:pt x="6044" y="6486"/>
                        <a:pt x="7555" y="5747"/>
                      </a:cubicBezTo>
                      <a:cubicBezTo>
                        <a:pt x="9805" y="4654"/>
                        <a:pt x="12730" y="3336"/>
                        <a:pt x="15109" y="2307"/>
                      </a:cubicBezTo>
                      <a:cubicBezTo>
                        <a:pt x="16298" y="1793"/>
                        <a:pt x="17327" y="1343"/>
                        <a:pt x="18066" y="1021"/>
                      </a:cubicBezTo>
                      <a:cubicBezTo>
                        <a:pt x="18448" y="855"/>
                        <a:pt x="18753" y="723"/>
                        <a:pt x="18958" y="635"/>
                      </a:cubicBezTo>
                      <a:close/>
                      <a:moveTo>
                        <a:pt x="19175" y="1"/>
                      </a:moveTo>
                      <a:cubicBezTo>
                        <a:pt x="19135" y="1"/>
                        <a:pt x="19095" y="9"/>
                        <a:pt x="19063" y="25"/>
                      </a:cubicBezTo>
                      <a:cubicBezTo>
                        <a:pt x="19063" y="25"/>
                        <a:pt x="15237" y="1632"/>
                        <a:pt x="11412" y="3336"/>
                      </a:cubicBezTo>
                      <a:cubicBezTo>
                        <a:pt x="9483" y="4204"/>
                        <a:pt x="7587" y="5104"/>
                        <a:pt x="6140" y="5875"/>
                      </a:cubicBezTo>
                      <a:cubicBezTo>
                        <a:pt x="5401" y="6229"/>
                        <a:pt x="4823" y="6582"/>
                        <a:pt x="4373" y="6840"/>
                      </a:cubicBezTo>
                      <a:cubicBezTo>
                        <a:pt x="4180" y="7000"/>
                        <a:pt x="3987" y="7129"/>
                        <a:pt x="3858" y="7225"/>
                      </a:cubicBezTo>
                      <a:cubicBezTo>
                        <a:pt x="3794" y="7290"/>
                        <a:pt x="3730" y="7354"/>
                        <a:pt x="3697" y="7418"/>
                      </a:cubicBezTo>
                      <a:cubicBezTo>
                        <a:pt x="3665" y="7482"/>
                        <a:pt x="3601" y="7579"/>
                        <a:pt x="3601" y="7675"/>
                      </a:cubicBezTo>
                      <a:cubicBezTo>
                        <a:pt x="3601" y="8222"/>
                        <a:pt x="3633" y="8383"/>
                        <a:pt x="3665" y="8640"/>
                      </a:cubicBezTo>
                      <a:cubicBezTo>
                        <a:pt x="3697" y="8929"/>
                        <a:pt x="3762" y="9283"/>
                        <a:pt x="3762" y="10311"/>
                      </a:cubicBezTo>
                      <a:cubicBezTo>
                        <a:pt x="3762" y="10536"/>
                        <a:pt x="3697" y="11243"/>
                        <a:pt x="3601" y="12336"/>
                      </a:cubicBezTo>
                      <a:cubicBezTo>
                        <a:pt x="2990" y="19955"/>
                        <a:pt x="451" y="45734"/>
                        <a:pt x="33" y="50010"/>
                      </a:cubicBezTo>
                      <a:cubicBezTo>
                        <a:pt x="1" y="50074"/>
                        <a:pt x="33" y="50170"/>
                        <a:pt x="97" y="50235"/>
                      </a:cubicBezTo>
                      <a:cubicBezTo>
                        <a:pt x="129" y="50267"/>
                        <a:pt x="226" y="50299"/>
                        <a:pt x="290" y="50299"/>
                      </a:cubicBezTo>
                      <a:lnTo>
                        <a:pt x="11541" y="50299"/>
                      </a:lnTo>
                      <a:cubicBezTo>
                        <a:pt x="11669" y="50299"/>
                        <a:pt x="11798" y="50203"/>
                        <a:pt x="11798" y="50074"/>
                      </a:cubicBezTo>
                      <a:cubicBezTo>
                        <a:pt x="12151" y="47824"/>
                        <a:pt x="13469" y="39563"/>
                        <a:pt x="14819" y="31398"/>
                      </a:cubicBezTo>
                      <a:cubicBezTo>
                        <a:pt x="15462" y="27316"/>
                        <a:pt x="16137" y="23298"/>
                        <a:pt x="16716" y="20019"/>
                      </a:cubicBezTo>
                      <a:cubicBezTo>
                        <a:pt x="17262" y="16772"/>
                        <a:pt x="17745" y="14329"/>
                        <a:pt x="17970" y="13429"/>
                      </a:cubicBezTo>
                      <a:cubicBezTo>
                        <a:pt x="18484" y="11468"/>
                        <a:pt x="19095" y="9668"/>
                        <a:pt x="19577" y="8350"/>
                      </a:cubicBezTo>
                      <a:cubicBezTo>
                        <a:pt x="19834" y="7675"/>
                        <a:pt x="20027" y="7161"/>
                        <a:pt x="20188" y="6775"/>
                      </a:cubicBezTo>
                      <a:cubicBezTo>
                        <a:pt x="20348" y="6390"/>
                        <a:pt x="20413" y="6197"/>
                        <a:pt x="20413" y="6197"/>
                      </a:cubicBezTo>
                      <a:cubicBezTo>
                        <a:pt x="20445" y="6132"/>
                        <a:pt x="20445" y="6100"/>
                        <a:pt x="20445" y="6036"/>
                      </a:cubicBezTo>
                      <a:lnTo>
                        <a:pt x="19416" y="218"/>
                      </a:lnTo>
                      <a:cubicBezTo>
                        <a:pt x="19416" y="121"/>
                        <a:pt x="19352" y="57"/>
                        <a:pt x="19288" y="25"/>
                      </a:cubicBezTo>
                      <a:cubicBezTo>
                        <a:pt x="19255" y="9"/>
                        <a:pt x="19215" y="1"/>
                        <a:pt x="1917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6" name="Google Shape;3413;p57">
                  <a:extLst>
                    <a:ext uri="{FF2B5EF4-FFF2-40B4-BE49-F238E27FC236}">
                      <a16:creationId xmlns:a16="http://schemas.microsoft.com/office/drawing/2014/main" id="{53B0D04F-F231-AAE6-DDBE-10D26CEDD694}"/>
                    </a:ext>
                  </a:extLst>
                </p:cNvPr>
                <p:cNvSpPr/>
                <p:nvPr/>
              </p:nvSpPr>
              <p:spPr>
                <a:xfrm>
                  <a:off x="6966054" y="3384669"/>
                  <a:ext cx="78327" cy="115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1" h="7716" extrusionOk="0">
                      <a:moveTo>
                        <a:pt x="2765" y="0"/>
                      </a:moveTo>
                      <a:lnTo>
                        <a:pt x="1" y="7715"/>
                      </a:lnTo>
                      <a:lnTo>
                        <a:pt x="5240" y="5240"/>
                      </a:lnTo>
                      <a:lnTo>
                        <a:pt x="276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7" name="Google Shape;3414;p57">
                  <a:extLst>
                    <a:ext uri="{FF2B5EF4-FFF2-40B4-BE49-F238E27FC236}">
                      <a16:creationId xmlns:a16="http://schemas.microsoft.com/office/drawing/2014/main" id="{7ED63392-5505-4632-51EF-BB93D036D34D}"/>
                    </a:ext>
                  </a:extLst>
                </p:cNvPr>
                <p:cNvSpPr/>
                <p:nvPr/>
              </p:nvSpPr>
              <p:spPr>
                <a:xfrm>
                  <a:off x="6961734" y="3380349"/>
                  <a:ext cx="86965" cy="123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9" h="8265" extrusionOk="0">
                      <a:moveTo>
                        <a:pt x="3088" y="1001"/>
                      </a:moveTo>
                      <a:lnTo>
                        <a:pt x="5175" y="5400"/>
                      </a:lnTo>
                      <a:lnTo>
                        <a:pt x="740" y="7490"/>
                      </a:lnTo>
                      <a:lnTo>
                        <a:pt x="740" y="7490"/>
                      </a:lnTo>
                      <a:lnTo>
                        <a:pt x="3088" y="1001"/>
                      </a:lnTo>
                      <a:close/>
                      <a:moveTo>
                        <a:pt x="3054" y="0"/>
                      </a:moveTo>
                      <a:cubicBezTo>
                        <a:pt x="2925" y="32"/>
                        <a:pt x="2829" y="97"/>
                        <a:pt x="2797" y="193"/>
                      </a:cubicBezTo>
                      <a:lnTo>
                        <a:pt x="32" y="7908"/>
                      </a:lnTo>
                      <a:cubicBezTo>
                        <a:pt x="0" y="8004"/>
                        <a:pt x="32" y="8133"/>
                        <a:pt x="97" y="8197"/>
                      </a:cubicBezTo>
                      <a:cubicBezTo>
                        <a:pt x="156" y="8237"/>
                        <a:pt x="216" y="8264"/>
                        <a:pt x="275" y="8264"/>
                      </a:cubicBezTo>
                      <a:cubicBezTo>
                        <a:pt x="312" y="8264"/>
                        <a:pt x="349" y="8254"/>
                        <a:pt x="386" y="8229"/>
                      </a:cubicBezTo>
                      <a:lnTo>
                        <a:pt x="5625" y="5754"/>
                      </a:lnTo>
                      <a:cubicBezTo>
                        <a:pt x="5690" y="5722"/>
                        <a:pt x="5754" y="5690"/>
                        <a:pt x="5786" y="5625"/>
                      </a:cubicBezTo>
                      <a:cubicBezTo>
                        <a:pt x="5818" y="5529"/>
                        <a:pt x="5786" y="5465"/>
                        <a:pt x="5754" y="5400"/>
                      </a:cubicBezTo>
                      <a:lnTo>
                        <a:pt x="3279" y="161"/>
                      </a:lnTo>
                      <a:cubicBezTo>
                        <a:pt x="3247" y="64"/>
                        <a:pt x="3150" y="0"/>
                        <a:pt x="305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8" name="Google Shape;3415;p57">
                  <a:extLst>
                    <a:ext uri="{FF2B5EF4-FFF2-40B4-BE49-F238E27FC236}">
                      <a16:creationId xmlns:a16="http://schemas.microsoft.com/office/drawing/2014/main" id="{1630B03D-553C-7265-E3C3-8CBA46924D4A}"/>
                    </a:ext>
                  </a:extLst>
                </p:cNvPr>
                <p:cNvSpPr/>
                <p:nvPr/>
              </p:nvSpPr>
              <p:spPr>
                <a:xfrm>
                  <a:off x="7007362" y="3225654"/>
                  <a:ext cx="270011" cy="295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67" h="19802" extrusionOk="0">
                      <a:moveTo>
                        <a:pt x="10641" y="1"/>
                      </a:moveTo>
                      <a:lnTo>
                        <a:pt x="1" y="10640"/>
                      </a:lnTo>
                      <a:lnTo>
                        <a:pt x="3505" y="19802"/>
                      </a:lnTo>
                      <a:lnTo>
                        <a:pt x="10062" y="7426"/>
                      </a:lnTo>
                      <a:lnTo>
                        <a:pt x="17198" y="7426"/>
                      </a:lnTo>
                      <a:lnTo>
                        <a:pt x="18066" y="579"/>
                      </a:lnTo>
                      <a:lnTo>
                        <a:pt x="1064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9" name="Google Shape;3416;p57">
                  <a:extLst>
                    <a:ext uri="{FF2B5EF4-FFF2-40B4-BE49-F238E27FC236}">
                      <a16:creationId xmlns:a16="http://schemas.microsoft.com/office/drawing/2014/main" id="{F804FC58-4C15-1732-12A3-CDA1BA784644}"/>
                    </a:ext>
                  </a:extLst>
                </p:cNvPr>
                <p:cNvSpPr/>
                <p:nvPr/>
              </p:nvSpPr>
              <p:spPr>
                <a:xfrm>
                  <a:off x="7003042" y="3221619"/>
                  <a:ext cx="278171" cy="303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13" h="20338" extrusionOk="0">
                      <a:moveTo>
                        <a:pt x="11026" y="560"/>
                      </a:moveTo>
                      <a:lnTo>
                        <a:pt x="18032" y="1085"/>
                      </a:lnTo>
                      <a:lnTo>
                        <a:pt x="18032" y="1085"/>
                      </a:lnTo>
                      <a:lnTo>
                        <a:pt x="17230" y="7439"/>
                      </a:lnTo>
                      <a:lnTo>
                        <a:pt x="10351" y="7439"/>
                      </a:lnTo>
                      <a:cubicBezTo>
                        <a:pt x="10223" y="7439"/>
                        <a:pt x="10158" y="7471"/>
                        <a:pt x="10094" y="7567"/>
                      </a:cubicBezTo>
                      <a:lnTo>
                        <a:pt x="3826" y="19429"/>
                      </a:lnTo>
                      <a:lnTo>
                        <a:pt x="611" y="10975"/>
                      </a:lnTo>
                      <a:lnTo>
                        <a:pt x="11026" y="560"/>
                      </a:lnTo>
                      <a:close/>
                      <a:moveTo>
                        <a:pt x="10873" y="1"/>
                      </a:moveTo>
                      <a:cubicBezTo>
                        <a:pt x="10818" y="1"/>
                        <a:pt x="10760" y="31"/>
                        <a:pt x="10737" y="78"/>
                      </a:cubicBezTo>
                      <a:lnTo>
                        <a:pt x="97" y="10718"/>
                      </a:lnTo>
                      <a:cubicBezTo>
                        <a:pt x="33" y="10782"/>
                        <a:pt x="1" y="10910"/>
                        <a:pt x="33" y="11007"/>
                      </a:cubicBezTo>
                      <a:lnTo>
                        <a:pt x="3537" y="20168"/>
                      </a:lnTo>
                      <a:cubicBezTo>
                        <a:pt x="3569" y="20265"/>
                        <a:pt x="3665" y="20329"/>
                        <a:pt x="3762" y="20329"/>
                      </a:cubicBezTo>
                      <a:cubicBezTo>
                        <a:pt x="3779" y="20335"/>
                        <a:pt x="3796" y="20337"/>
                        <a:pt x="3813" y="20337"/>
                      </a:cubicBezTo>
                      <a:cubicBezTo>
                        <a:pt x="3891" y="20337"/>
                        <a:pt x="3966" y="20280"/>
                        <a:pt x="4019" y="20200"/>
                      </a:cubicBezTo>
                      <a:lnTo>
                        <a:pt x="10512" y="7953"/>
                      </a:lnTo>
                      <a:lnTo>
                        <a:pt x="17487" y="7953"/>
                      </a:lnTo>
                      <a:cubicBezTo>
                        <a:pt x="17616" y="7953"/>
                        <a:pt x="17712" y="7857"/>
                        <a:pt x="17744" y="7728"/>
                      </a:cubicBezTo>
                      <a:lnTo>
                        <a:pt x="18612" y="881"/>
                      </a:lnTo>
                      <a:cubicBezTo>
                        <a:pt x="18612" y="817"/>
                        <a:pt x="18612" y="753"/>
                        <a:pt x="18548" y="689"/>
                      </a:cubicBezTo>
                      <a:cubicBezTo>
                        <a:pt x="18516" y="624"/>
                        <a:pt x="18452" y="592"/>
                        <a:pt x="18355" y="592"/>
                      </a:cubicBezTo>
                      <a:lnTo>
                        <a:pt x="10930" y="13"/>
                      </a:lnTo>
                      <a:cubicBezTo>
                        <a:pt x="10913" y="5"/>
                        <a:pt x="10893" y="1"/>
                        <a:pt x="108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0" name="Google Shape;3417;p57">
                  <a:extLst>
                    <a:ext uri="{FF2B5EF4-FFF2-40B4-BE49-F238E27FC236}">
                      <a16:creationId xmlns:a16="http://schemas.microsoft.com/office/drawing/2014/main" id="{C8296F26-102C-8274-8264-200C465B0030}"/>
                    </a:ext>
                  </a:extLst>
                </p:cNvPr>
                <p:cNvSpPr/>
                <p:nvPr/>
              </p:nvSpPr>
              <p:spPr>
                <a:xfrm>
                  <a:off x="6909367" y="2831629"/>
                  <a:ext cx="324277" cy="70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98" h="47201" extrusionOk="0">
                      <a:moveTo>
                        <a:pt x="11463" y="0"/>
                      </a:moveTo>
                      <a:cubicBezTo>
                        <a:pt x="8617" y="0"/>
                        <a:pt x="6106" y="1038"/>
                        <a:pt x="3922" y="2611"/>
                      </a:cubicBezTo>
                      <a:cubicBezTo>
                        <a:pt x="3922" y="2611"/>
                        <a:pt x="579" y="4668"/>
                        <a:pt x="290" y="9908"/>
                      </a:cubicBezTo>
                      <a:cubicBezTo>
                        <a:pt x="0" y="15147"/>
                        <a:pt x="1158" y="28680"/>
                        <a:pt x="1897" y="30866"/>
                      </a:cubicBezTo>
                      <a:cubicBezTo>
                        <a:pt x="2554" y="32810"/>
                        <a:pt x="5499" y="34753"/>
                        <a:pt x="8087" y="34753"/>
                      </a:cubicBezTo>
                      <a:cubicBezTo>
                        <a:pt x="8410" y="34753"/>
                        <a:pt x="8727" y="34723"/>
                        <a:pt x="9033" y="34659"/>
                      </a:cubicBezTo>
                      <a:cubicBezTo>
                        <a:pt x="9033" y="34659"/>
                        <a:pt x="10165" y="47200"/>
                        <a:pt x="11464" y="47200"/>
                      </a:cubicBezTo>
                      <a:cubicBezTo>
                        <a:pt x="11479" y="47200"/>
                        <a:pt x="11493" y="47199"/>
                        <a:pt x="11508" y="47195"/>
                      </a:cubicBezTo>
                      <a:cubicBezTo>
                        <a:pt x="12826" y="46906"/>
                        <a:pt x="19673" y="37713"/>
                        <a:pt x="19962" y="35109"/>
                      </a:cubicBezTo>
                      <a:cubicBezTo>
                        <a:pt x="20251" y="32473"/>
                        <a:pt x="20669" y="24019"/>
                        <a:pt x="20669" y="24019"/>
                      </a:cubicBezTo>
                      <a:cubicBezTo>
                        <a:pt x="20669" y="24019"/>
                        <a:pt x="21698" y="17494"/>
                        <a:pt x="21698" y="12093"/>
                      </a:cubicBezTo>
                      <a:cubicBezTo>
                        <a:pt x="21698" y="6693"/>
                        <a:pt x="20380" y="2322"/>
                        <a:pt x="15719" y="746"/>
                      </a:cubicBezTo>
                      <a:cubicBezTo>
                        <a:pt x="14225" y="231"/>
                        <a:pt x="12807" y="0"/>
                        <a:pt x="1146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1" name="Google Shape;3418;p57">
                  <a:extLst>
                    <a:ext uri="{FF2B5EF4-FFF2-40B4-BE49-F238E27FC236}">
                      <a16:creationId xmlns:a16="http://schemas.microsoft.com/office/drawing/2014/main" id="{CB3DEFB5-771E-5310-2636-A392C783DD76}"/>
                    </a:ext>
                  </a:extLst>
                </p:cNvPr>
                <p:cNvSpPr/>
                <p:nvPr/>
              </p:nvSpPr>
              <p:spPr>
                <a:xfrm>
                  <a:off x="6956443" y="2831629"/>
                  <a:ext cx="277200" cy="2695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48" h="18034" extrusionOk="0">
                      <a:moveTo>
                        <a:pt x="8313" y="0"/>
                      </a:moveTo>
                      <a:cubicBezTo>
                        <a:pt x="5467" y="0"/>
                        <a:pt x="2956" y="1038"/>
                        <a:pt x="772" y="2611"/>
                      </a:cubicBezTo>
                      <a:cubicBezTo>
                        <a:pt x="772" y="2611"/>
                        <a:pt x="451" y="2836"/>
                        <a:pt x="1" y="3254"/>
                      </a:cubicBezTo>
                      <a:cubicBezTo>
                        <a:pt x="226" y="3414"/>
                        <a:pt x="1929" y="4379"/>
                        <a:pt x="5497" y="4379"/>
                      </a:cubicBezTo>
                      <a:cubicBezTo>
                        <a:pt x="9322" y="4379"/>
                        <a:pt x="14305" y="3800"/>
                        <a:pt x="14305" y="3800"/>
                      </a:cubicBezTo>
                      <a:lnTo>
                        <a:pt x="14305" y="3800"/>
                      </a:lnTo>
                      <a:cubicBezTo>
                        <a:pt x="14305" y="3800"/>
                        <a:pt x="12023" y="5954"/>
                        <a:pt x="11894" y="7497"/>
                      </a:cubicBezTo>
                      <a:cubicBezTo>
                        <a:pt x="11766" y="9072"/>
                        <a:pt x="12312" y="13058"/>
                        <a:pt x="13598" y="13765"/>
                      </a:cubicBezTo>
                      <a:cubicBezTo>
                        <a:pt x="14884" y="14472"/>
                        <a:pt x="13726" y="15758"/>
                        <a:pt x="14466" y="16883"/>
                      </a:cubicBezTo>
                      <a:cubicBezTo>
                        <a:pt x="14889" y="17556"/>
                        <a:pt x="15415" y="18033"/>
                        <a:pt x="16072" y="18033"/>
                      </a:cubicBezTo>
                      <a:cubicBezTo>
                        <a:pt x="16514" y="18033"/>
                        <a:pt x="17015" y="17818"/>
                        <a:pt x="17584" y="17301"/>
                      </a:cubicBezTo>
                      <a:cubicBezTo>
                        <a:pt x="17841" y="17076"/>
                        <a:pt x="18098" y="16658"/>
                        <a:pt x="18387" y="16079"/>
                      </a:cubicBezTo>
                      <a:cubicBezTo>
                        <a:pt x="18484" y="14761"/>
                        <a:pt x="18548" y="13379"/>
                        <a:pt x="18548" y="12093"/>
                      </a:cubicBezTo>
                      <a:cubicBezTo>
                        <a:pt x="18548" y="6693"/>
                        <a:pt x="17230" y="2322"/>
                        <a:pt x="12569" y="746"/>
                      </a:cubicBezTo>
                      <a:cubicBezTo>
                        <a:pt x="11075" y="231"/>
                        <a:pt x="9657" y="0"/>
                        <a:pt x="831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2" name="Google Shape;3419;p57">
                  <a:extLst>
                    <a:ext uri="{FF2B5EF4-FFF2-40B4-BE49-F238E27FC236}">
                      <a16:creationId xmlns:a16="http://schemas.microsoft.com/office/drawing/2014/main" id="{3E50689D-244E-F9AB-56E6-8B948D02D6D9}"/>
                    </a:ext>
                  </a:extLst>
                </p:cNvPr>
                <p:cNvSpPr/>
                <p:nvPr/>
              </p:nvSpPr>
              <p:spPr>
                <a:xfrm>
                  <a:off x="6908888" y="2827399"/>
                  <a:ext cx="328611" cy="713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88" h="47736" extrusionOk="0">
                      <a:moveTo>
                        <a:pt x="3829" y="2675"/>
                      </a:moveTo>
                      <a:cubicBezTo>
                        <a:pt x="3829" y="2675"/>
                        <a:pt x="3829" y="2675"/>
                        <a:pt x="3829" y="2675"/>
                      </a:cubicBezTo>
                      <a:lnTo>
                        <a:pt x="3829" y="2675"/>
                      </a:lnTo>
                      <a:lnTo>
                        <a:pt x="3829" y="2675"/>
                      </a:lnTo>
                      <a:close/>
                      <a:moveTo>
                        <a:pt x="11540" y="547"/>
                      </a:moveTo>
                      <a:cubicBezTo>
                        <a:pt x="12826" y="547"/>
                        <a:pt x="14208" y="772"/>
                        <a:pt x="15687" y="1254"/>
                      </a:cubicBezTo>
                      <a:cubicBezTo>
                        <a:pt x="17937" y="2058"/>
                        <a:pt x="19351" y="3472"/>
                        <a:pt x="20251" y="5401"/>
                      </a:cubicBezTo>
                      <a:cubicBezTo>
                        <a:pt x="21151" y="7298"/>
                        <a:pt x="21473" y="9708"/>
                        <a:pt x="21473" y="12376"/>
                      </a:cubicBezTo>
                      <a:cubicBezTo>
                        <a:pt x="21473" y="15044"/>
                        <a:pt x="21216" y="18034"/>
                        <a:pt x="20959" y="20348"/>
                      </a:cubicBezTo>
                      <a:cubicBezTo>
                        <a:pt x="20830" y="21506"/>
                        <a:pt x="20701" y="22470"/>
                        <a:pt x="20605" y="23177"/>
                      </a:cubicBezTo>
                      <a:cubicBezTo>
                        <a:pt x="20508" y="23884"/>
                        <a:pt x="20444" y="24270"/>
                        <a:pt x="20444" y="24270"/>
                      </a:cubicBezTo>
                      <a:lnTo>
                        <a:pt x="20444" y="24302"/>
                      </a:lnTo>
                      <a:cubicBezTo>
                        <a:pt x="20444" y="24302"/>
                        <a:pt x="20412" y="24816"/>
                        <a:pt x="20380" y="25652"/>
                      </a:cubicBezTo>
                      <a:cubicBezTo>
                        <a:pt x="20251" y="28159"/>
                        <a:pt x="19930" y="33399"/>
                        <a:pt x="19705" y="35360"/>
                      </a:cubicBezTo>
                      <a:cubicBezTo>
                        <a:pt x="19705" y="35649"/>
                        <a:pt x="19544" y="36067"/>
                        <a:pt x="19351" y="36549"/>
                      </a:cubicBezTo>
                      <a:cubicBezTo>
                        <a:pt x="18612" y="38253"/>
                        <a:pt x="16876" y="40889"/>
                        <a:pt x="15205" y="43107"/>
                      </a:cubicBezTo>
                      <a:cubicBezTo>
                        <a:pt x="14369" y="44232"/>
                        <a:pt x="13565" y="45260"/>
                        <a:pt x="12858" y="46000"/>
                      </a:cubicBezTo>
                      <a:cubicBezTo>
                        <a:pt x="12537" y="46353"/>
                        <a:pt x="12215" y="46675"/>
                        <a:pt x="11990" y="46868"/>
                      </a:cubicBezTo>
                      <a:cubicBezTo>
                        <a:pt x="11862" y="46996"/>
                        <a:pt x="11733" y="47060"/>
                        <a:pt x="11669" y="47125"/>
                      </a:cubicBezTo>
                      <a:cubicBezTo>
                        <a:pt x="11595" y="47174"/>
                        <a:pt x="11539" y="47205"/>
                        <a:pt x="11503" y="47216"/>
                      </a:cubicBezTo>
                      <a:lnTo>
                        <a:pt x="11503" y="47216"/>
                      </a:lnTo>
                      <a:cubicBezTo>
                        <a:pt x="11487" y="47198"/>
                        <a:pt x="11433" y="47136"/>
                        <a:pt x="11379" y="47028"/>
                      </a:cubicBezTo>
                      <a:cubicBezTo>
                        <a:pt x="11251" y="46835"/>
                        <a:pt x="11122" y="46482"/>
                        <a:pt x="10994" y="46032"/>
                      </a:cubicBezTo>
                      <a:cubicBezTo>
                        <a:pt x="10512" y="44457"/>
                        <a:pt x="10094" y="41660"/>
                        <a:pt x="9804" y="39281"/>
                      </a:cubicBezTo>
                      <a:cubicBezTo>
                        <a:pt x="9644" y="38092"/>
                        <a:pt x="9547" y="36999"/>
                        <a:pt x="9451" y="36196"/>
                      </a:cubicBezTo>
                      <a:cubicBezTo>
                        <a:pt x="9387" y="35424"/>
                        <a:pt x="9322" y="34910"/>
                        <a:pt x="9322" y="34910"/>
                      </a:cubicBezTo>
                      <a:cubicBezTo>
                        <a:pt x="9322" y="34845"/>
                        <a:pt x="9290" y="34781"/>
                        <a:pt x="9226" y="34749"/>
                      </a:cubicBezTo>
                      <a:cubicBezTo>
                        <a:pt x="9161" y="34685"/>
                        <a:pt x="9097" y="34685"/>
                        <a:pt x="9001" y="34685"/>
                      </a:cubicBezTo>
                      <a:cubicBezTo>
                        <a:pt x="8711" y="34749"/>
                        <a:pt x="8422" y="34781"/>
                        <a:pt x="8101" y="34781"/>
                      </a:cubicBezTo>
                      <a:cubicBezTo>
                        <a:pt x="6879" y="34781"/>
                        <a:pt x="5529" y="34299"/>
                        <a:pt x="4436" y="33592"/>
                      </a:cubicBezTo>
                      <a:cubicBezTo>
                        <a:pt x="3343" y="32917"/>
                        <a:pt x="2475" y="31952"/>
                        <a:pt x="2186" y="31085"/>
                      </a:cubicBezTo>
                      <a:cubicBezTo>
                        <a:pt x="2025" y="30635"/>
                        <a:pt x="1833" y="29574"/>
                        <a:pt x="1672" y="28192"/>
                      </a:cubicBezTo>
                      <a:cubicBezTo>
                        <a:pt x="1093" y="24013"/>
                        <a:pt x="547" y="16684"/>
                        <a:pt x="547" y="12151"/>
                      </a:cubicBezTo>
                      <a:cubicBezTo>
                        <a:pt x="547" y="11412"/>
                        <a:pt x="547" y="10769"/>
                        <a:pt x="579" y="10191"/>
                      </a:cubicBezTo>
                      <a:cubicBezTo>
                        <a:pt x="740" y="7651"/>
                        <a:pt x="1608" y="5883"/>
                        <a:pt x="2475" y="4758"/>
                      </a:cubicBezTo>
                      <a:cubicBezTo>
                        <a:pt x="2893" y="4180"/>
                        <a:pt x="3311" y="3762"/>
                        <a:pt x="3601" y="3505"/>
                      </a:cubicBezTo>
                      <a:cubicBezTo>
                        <a:pt x="3761" y="3376"/>
                        <a:pt x="3890" y="3280"/>
                        <a:pt x="3986" y="3215"/>
                      </a:cubicBezTo>
                      <a:lnTo>
                        <a:pt x="4083" y="3151"/>
                      </a:lnTo>
                      <a:lnTo>
                        <a:pt x="4115" y="3151"/>
                      </a:lnTo>
                      <a:lnTo>
                        <a:pt x="4115" y="3119"/>
                      </a:lnTo>
                      <a:cubicBezTo>
                        <a:pt x="6268" y="1576"/>
                        <a:pt x="8744" y="547"/>
                        <a:pt x="11540" y="547"/>
                      </a:cubicBezTo>
                      <a:close/>
                      <a:moveTo>
                        <a:pt x="11540" y="1"/>
                      </a:moveTo>
                      <a:cubicBezTo>
                        <a:pt x="8631" y="1"/>
                        <a:pt x="6039" y="1082"/>
                        <a:pt x="3829" y="2675"/>
                      </a:cubicBezTo>
                      <a:lnTo>
                        <a:pt x="3826" y="2669"/>
                      </a:lnTo>
                      <a:cubicBezTo>
                        <a:pt x="3793" y="2701"/>
                        <a:pt x="2925" y="3215"/>
                        <a:pt x="2025" y="4437"/>
                      </a:cubicBezTo>
                      <a:cubicBezTo>
                        <a:pt x="1125" y="5626"/>
                        <a:pt x="193" y="7491"/>
                        <a:pt x="65" y="10191"/>
                      </a:cubicBezTo>
                      <a:cubicBezTo>
                        <a:pt x="32" y="10737"/>
                        <a:pt x="0" y="11412"/>
                        <a:pt x="0" y="12151"/>
                      </a:cubicBezTo>
                      <a:cubicBezTo>
                        <a:pt x="0" y="15205"/>
                        <a:pt x="257" y="19480"/>
                        <a:pt x="579" y="23209"/>
                      </a:cubicBezTo>
                      <a:cubicBezTo>
                        <a:pt x="772" y="25106"/>
                        <a:pt x="933" y="26842"/>
                        <a:pt x="1125" y="28256"/>
                      </a:cubicBezTo>
                      <a:cubicBezTo>
                        <a:pt x="1318" y="29670"/>
                        <a:pt x="1511" y="30731"/>
                        <a:pt x="1672" y="31245"/>
                      </a:cubicBezTo>
                      <a:cubicBezTo>
                        <a:pt x="2025" y="32306"/>
                        <a:pt x="2958" y="33303"/>
                        <a:pt x="4147" y="34042"/>
                      </a:cubicBezTo>
                      <a:cubicBezTo>
                        <a:pt x="5336" y="34813"/>
                        <a:pt x="6751" y="35296"/>
                        <a:pt x="8101" y="35328"/>
                      </a:cubicBezTo>
                      <a:cubicBezTo>
                        <a:pt x="8354" y="35328"/>
                        <a:pt x="8591" y="35311"/>
                        <a:pt x="8836" y="35266"/>
                      </a:cubicBezTo>
                      <a:lnTo>
                        <a:pt x="8836" y="35266"/>
                      </a:lnTo>
                      <a:cubicBezTo>
                        <a:pt x="8917" y="36116"/>
                        <a:pt x="9173" y="38690"/>
                        <a:pt x="9515" y="41242"/>
                      </a:cubicBezTo>
                      <a:cubicBezTo>
                        <a:pt x="9740" y="42817"/>
                        <a:pt x="10029" y="44392"/>
                        <a:pt x="10319" y="45582"/>
                      </a:cubicBezTo>
                      <a:cubicBezTo>
                        <a:pt x="10447" y="46193"/>
                        <a:pt x="10608" y="46675"/>
                        <a:pt x="10769" y="47060"/>
                      </a:cubicBezTo>
                      <a:cubicBezTo>
                        <a:pt x="10865" y="47221"/>
                        <a:pt x="10929" y="47382"/>
                        <a:pt x="11058" y="47510"/>
                      </a:cubicBezTo>
                      <a:cubicBezTo>
                        <a:pt x="11090" y="47575"/>
                        <a:pt x="11154" y="47639"/>
                        <a:pt x="11251" y="47671"/>
                      </a:cubicBezTo>
                      <a:cubicBezTo>
                        <a:pt x="11315" y="47703"/>
                        <a:pt x="11412" y="47735"/>
                        <a:pt x="11508" y="47735"/>
                      </a:cubicBezTo>
                      <a:lnTo>
                        <a:pt x="11604" y="47735"/>
                      </a:lnTo>
                      <a:cubicBezTo>
                        <a:pt x="11733" y="47703"/>
                        <a:pt x="11862" y="47639"/>
                        <a:pt x="11990" y="47543"/>
                      </a:cubicBezTo>
                      <a:cubicBezTo>
                        <a:pt x="12505" y="47189"/>
                        <a:pt x="13212" y="46450"/>
                        <a:pt x="14047" y="45453"/>
                      </a:cubicBezTo>
                      <a:cubicBezTo>
                        <a:pt x="15301" y="43942"/>
                        <a:pt x="16780" y="41949"/>
                        <a:pt x="18001" y="40053"/>
                      </a:cubicBezTo>
                      <a:cubicBezTo>
                        <a:pt x="18612" y="39121"/>
                        <a:pt x="19126" y="38221"/>
                        <a:pt x="19544" y="37417"/>
                      </a:cubicBezTo>
                      <a:cubicBezTo>
                        <a:pt x="19930" y="36613"/>
                        <a:pt x="20187" y="35938"/>
                        <a:pt x="20251" y="35424"/>
                      </a:cubicBezTo>
                      <a:cubicBezTo>
                        <a:pt x="20530" y="32882"/>
                        <a:pt x="20959" y="24931"/>
                        <a:pt x="20989" y="24366"/>
                      </a:cubicBezTo>
                      <a:lnTo>
                        <a:pt x="20989" y="24366"/>
                      </a:lnTo>
                      <a:lnTo>
                        <a:pt x="20991" y="24366"/>
                      </a:lnTo>
                      <a:cubicBezTo>
                        <a:pt x="20991" y="24366"/>
                        <a:pt x="21987" y="17809"/>
                        <a:pt x="21987" y="12376"/>
                      </a:cubicBezTo>
                      <a:cubicBezTo>
                        <a:pt x="21987" y="9644"/>
                        <a:pt x="21666" y="7169"/>
                        <a:pt x="20734" y="5176"/>
                      </a:cubicBezTo>
                      <a:cubicBezTo>
                        <a:pt x="19801" y="3151"/>
                        <a:pt x="18258" y="1576"/>
                        <a:pt x="15848" y="772"/>
                      </a:cubicBezTo>
                      <a:cubicBezTo>
                        <a:pt x="14337" y="258"/>
                        <a:pt x="12890" y="1"/>
                        <a:pt x="1154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3" name="Google Shape;3420;p57">
                  <a:extLst>
                    <a:ext uri="{FF2B5EF4-FFF2-40B4-BE49-F238E27FC236}">
                      <a16:creationId xmlns:a16="http://schemas.microsoft.com/office/drawing/2014/main" id="{0BACE776-BA6B-F85F-4068-5F22EA03E5F3}"/>
                    </a:ext>
                  </a:extLst>
                </p:cNvPr>
                <p:cNvSpPr/>
                <p:nvPr/>
              </p:nvSpPr>
              <p:spPr>
                <a:xfrm>
                  <a:off x="7179348" y="3067042"/>
                  <a:ext cx="69674" cy="128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2" h="8622" extrusionOk="0">
                      <a:moveTo>
                        <a:pt x="3089" y="1"/>
                      </a:moveTo>
                      <a:cubicBezTo>
                        <a:pt x="1847" y="1"/>
                        <a:pt x="1" y="2899"/>
                        <a:pt x="1" y="2899"/>
                      </a:cubicBezTo>
                      <a:lnTo>
                        <a:pt x="1319" y="7849"/>
                      </a:lnTo>
                      <a:cubicBezTo>
                        <a:pt x="1550" y="8377"/>
                        <a:pt x="1849" y="8621"/>
                        <a:pt x="2171" y="8621"/>
                      </a:cubicBezTo>
                      <a:cubicBezTo>
                        <a:pt x="2654" y="8621"/>
                        <a:pt x="3190" y="8074"/>
                        <a:pt x="3633" y="7110"/>
                      </a:cubicBezTo>
                      <a:cubicBezTo>
                        <a:pt x="4372" y="5503"/>
                        <a:pt x="4662" y="1002"/>
                        <a:pt x="3504" y="135"/>
                      </a:cubicBezTo>
                      <a:cubicBezTo>
                        <a:pt x="3377" y="42"/>
                        <a:pt x="3238" y="1"/>
                        <a:pt x="308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4" name="Google Shape;3421;p57">
                  <a:extLst>
                    <a:ext uri="{FF2B5EF4-FFF2-40B4-BE49-F238E27FC236}">
                      <a16:creationId xmlns:a16="http://schemas.microsoft.com/office/drawing/2014/main" id="{0B00ED3F-B67B-3DC7-008F-EE307418DCB4}"/>
                    </a:ext>
                  </a:extLst>
                </p:cNvPr>
                <p:cNvSpPr/>
                <p:nvPr/>
              </p:nvSpPr>
              <p:spPr>
                <a:xfrm>
                  <a:off x="7175986" y="3062798"/>
                  <a:ext cx="71123" cy="136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9" h="9162" extrusionOk="0">
                      <a:moveTo>
                        <a:pt x="3312" y="1"/>
                      </a:moveTo>
                      <a:cubicBezTo>
                        <a:pt x="2894" y="1"/>
                        <a:pt x="2508" y="226"/>
                        <a:pt x="2154" y="515"/>
                      </a:cubicBezTo>
                      <a:cubicBezTo>
                        <a:pt x="1576" y="965"/>
                        <a:pt x="1061" y="1576"/>
                        <a:pt x="676" y="2090"/>
                      </a:cubicBezTo>
                      <a:cubicBezTo>
                        <a:pt x="258" y="2604"/>
                        <a:pt x="1" y="3022"/>
                        <a:pt x="1" y="3022"/>
                      </a:cubicBezTo>
                      <a:lnTo>
                        <a:pt x="451" y="3312"/>
                      </a:lnTo>
                      <a:cubicBezTo>
                        <a:pt x="451" y="3312"/>
                        <a:pt x="483" y="3279"/>
                        <a:pt x="515" y="3215"/>
                      </a:cubicBezTo>
                      <a:cubicBezTo>
                        <a:pt x="708" y="2926"/>
                        <a:pt x="1190" y="2251"/>
                        <a:pt x="1736" y="1640"/>
                      </a:cubicBezTo>
                      <a:cubicBezTo>
                        <a:pt x="2026" y="1319"/>
                        <a:pt x="2315" y="1061"/>
                        <a:pt x="2604" y="836"/>
                      </a:cubicBezTo>
                      <a:cubicBezTo>
                        <a:pt x="2862" y="644"/>
                        <a:pt x="3119" y="547"/>
                        <a:pt x="3312" y="547"/>
                      </a:cubicBezTo>
                      <a:cubicBezTo>
                        <a:pt x="3408" y="547"/>
                        <a:pt x="3472" y="579"/>
                        <a:pt x="3569" y="611"/>
                      </a:cubicBezTo>
                      <a:cubicBezTo>
                        <a:pt x="3762" y="772"/>
                        <a:pt x="3954" y="1126"/>
                        <a:pt x="4051" y="1640"/>
                      </a:cubicBezTo>
                      <a:cubicBezTo>
                        <a:pt x="4179" y="2154"/>
                        <a:pt x="4244" y="2797"/>
                        <a:pt x="4244" y="3472"/>
                      </a:cubicBezTo>
                      <a:cubicBezTo>
                        <a:pt x="4244" y="4179"/>
                        <a:pt x="4179" y="4951"/>
                        <a:pt x="4051" y="5626"/>
                      </a:cubicBezTo>
                      <a:cubicBezTo>
                        <a:pt x="3954" y="6301"/>
                        <a:pt x="3794" y="6912"/>
                        <a:pt x="3601" y="7297"/>
                      </a:cubicBezTo>
                      <a:cubicBezTo>
                        <a:pt x="3408" y="7747"/>
                        <a:pt x="3183" y="8101"/>
                        <a:pt x="2958" y="8326"/>
                      </a:cubicBezTo>
                      <a:cubicBezTo>
                        <a:pt x="2733" y="8551"/>
                        <a:pt x="2540" y="8648"/>
                        <a:pt x="2411" y="8648"/>
                      </a:cubicBezTo>
                      <a:cubicBezTo>
                        <a:pt x="2315" y="8648"/>
                        <a:pt x="2219" y="8615"/>
                        <a:pt x="2090" y="8519"/>
                      </a:cubicBezTo>
                      <a:cubicBezTo>
                        <a:pt x="1994" y="8423"/>
                        <a:pt x="1897" y="8262"/>
                        <a:pt x="1769" y="8037"/>
                      </a:cubicBezTo>
                      <a:lnTo>
                        <a:pt x="1286" y="8230"/>
                      </a:lnTo>
                      <a:cubicBezTo>
                        <a:pt x="1415" y="8519"/>
                        <a:pt x="1576" y="8744"/>
                        <a:pt x="1769" y="8905"/>
                      </a:cubicBezTo>
                      <a:cubicBezTo>
                        <a:pt x="1929" y="9065"/>
                        <a:pt x="2154" y="9162"/>
                        <a:pt x="2411" y="9162"/>
                      </a:cubicBezTo>
                      <a:cubicBezTo>
                        <a:pt x="2733" y="9162"/>
                        <a:pt x="3054" y="8969"/>
                        <a:pt x="3344" y="8712"/>
                      </a:cubicBezTo>
                      <a:cubicBezTo>
                        <a:pt x="3633" y="8423"/>
                        <a:pt x="3890" y="8005"/>
                        <a:pt x="4115" y="7522"/>
                      </a:cubicBezTo>
                      <a:cubicBezTo>
                        <a:pt x="4308" y="7072"/>
                        <a:pt x="4469" y="6430"/>
                        <a:pt x="4597" y="5722"/>
                      </a:cubicBezTo>
                      <a:cubicBezTo>
                        <a:pt x="4694" y="5015"/>
                        <a:pt x="4758" y="4212"/>
                        <a:pt x="4758" y="3472"/>
                      </a:cubicBezTo>
                      <a:cubicBezTo>
                        <a:pt x="4758" y="2765"/>
                        <a:pt x="4726" y="2090"/>
                        <a:pt x="4565" y="1511"/>
                      </a:cubicBezTo>
                      <a:cubicBezTo>
                        <a:pt x="4437" y="965"/>
                        <a:pt x="4244" y="483"/>
                        <a:pt x="3890" y="194"/>
                      </a:cubicBezTo>
                      <a:cubicBezTo>
                        <a:pt x="3697" y="65"/>
                        <a:pt x="3504" y="1"/>
                        <a:pt x="33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5" name="Google Shape;3422;p57">
                  <a:extLst>
                    <a:ext uri="{FF2B5EF4-FFF2-40B4-BE49-F238E27FC236}">
                      <a16:creationId xmlns:a16="http://schemas.microsoft.com/office/drawing/2014/main" id="{B77CD016-ED35-0816-5531-DD3F8ADB02DB}"/>
                    </a:ext>
                  </a:extLst>
                </p:cNvPr>
                <p:cNvSpPr/>
                <p:nvPr/>
              </p:nvSpPr>
              <p:spPr>
                <a:xfrm>
                  <a:off x="6960762" y="3088922"/>
                  <a:ext cx="68717" cy="120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8" h="8089" extrusionOk="0">
                      <a:moveTo>
                        <a:pt x="1349" y="0"/>
                      </a:moveTo>
                      <a:cubicBezTo>
                        <a:pt x="1235" y="0"/>
                        <a:pt x="1144" y="87"/>
                        <a:pt x="1094" y="213"/>
                      </a:cubicBezTo>
                      <a:cubicBezTo>
                        <a:pt x="1094" y="213"/>
                        <a:pt x="837" y="1339"/>
                        <a:pt x="547" y="2689"/>
                      </a:cubicBezTo>
                      <a:cubicBezTo>
                        <a:pt x="290" y="4039"/>
                        <a:pt x="1" y="5614"/>
                        <a:pt x="1" y="6546"/>
                      </a:cubicBezTo>
                      <a:cubicBezTo>
                        <a:pt x="1" y="6803"/>
                        <a:pt x="1" y="7028"/>
                        <a:pt x="97" y="7221"/>
                      </a:cubicBezTo>
                      <a:cubicBezTo>
                        <a:pt x="290" y="7575"/>
                        <a:pt x="644" y="7767"/>
                        <a:pt x="1030" y="7896"/>
                      </a:cubicBezTo>
                      <a:cubicBezTo>
                        <a:pt x="1415" y="8025"/>
                        <a:pt x="1865" y="8089"/>
                        <a:pt x="2347" y="8089"/>
                      </a:cubicBezTo>
                      <a:cubicBezTo>
                        <a:pt x="3119" y="8057"/>
                        <a:pt x="3890" y="7928"/>
                        <a:pt x="4405" y="7639"/>
                      </a:cubicBezTo>
                      <a:cubicBezTo>
                        <a:pt x="4533" y="7575"/>
                        <a:pt x="4598" y="7382"/>
                        <a:pt x="4501" y="7253"/>
                      </a:cubicBezTo>
                      <a:cubicBezTo>
                        <a:pt x="4458" y="7167"/>
                        <a:pt x="4373" y="7125"/>
                        <a:pt x="4282" y="7125"/>
                      </a:cubicBezTo>
                      <a:cubicBezTo>
                        <a:pt x="4237" y="7125"/>
                        <a:pt x="4190" y="7135"/>
                        <a:pt x="4148" y="7157"/>
                      </a:cubicBezTo>
                      <a:cubicBezTo>
                        <a:pt x="3762" y="7382"/>
                        <a:pt x="3023" y="7542"/>
                        <a:pt x="2347" y="7542"/>
                      </a:cubicBezTo>
                      <a:cubicBezTo>
                        <a:pt x="1930" y="7542"/>
                        <a:pt x="1512" y="7478"/>
                        <a:pt x="1190" y="7382"/>
                      </a:cubicBezTo>
                      <a:cubicBezTo>
                        <a:pt x="869" y="7285"/>
                        <a:pt x="644" y="7125"/>
                        <a:pt x="580" y="6996"/>
                      </a:cubicBezTo>
                      <a:cubicBezTo>
                        <a:pt x="580" y="6964"/>
                        <a:pt x="547" y="6771"/>
                        <a:pt x="547" y="6546"/>
                      </a:cubicBezTo>
                      <a:cubicBezTo>
                        <a:pt x="547" y="5710"/>
                        <a:pt x="805" y="4135"/>
                        <a:pt x="1094" y="2785"/>
                      </a:cubicBezTo>
                      <a:cubicBezTo>
                        <a:pt x="1222" y="2110"/>
                        <a:pt x="1351" y="1499"/>
                        <a:pt x="1447" y="1049"/>
                      </a:cubicBezTo>
                      <a:cubicBezTo>
                        <a:pt x="1576" y="599"/>
                        <a:pt x="1640" y="342"/>
                        <a:pt x="1640" y="342"/>
                      </a:cubicBezTo>
                      <a:cubicBezTo>
                        <a:pt x="1672" y="181"/>
                        <a:pt x="1576" y="53"/>
                        <a:pt x="1447" y="21"/>
                      </a:cubicBezTo>
                      <a:cubicBezTo>
                        <a:pt x="1413" y="7"/>
                        <a:pt x="1380" y="0"/>
                        <a:pt x="13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6" name="Google Shape;3423;p57">
                  <a:extLst>
                    <a:ext uri="{FF2B5EF4-FFF2-40B4-BE49-F238E27FC236}">
                      <a16:creationId xmlns:a16="http://schemas.microsoft.com/office/drawing/2014/main" id="{242E2971-DC2D-E757-62C4-3F52C03EE3ED}"/>
                    </a:ext>
                  </a:extLst>
                </p:cNvPr>
                <p:cNvSpPr/>
                <p:nvPr/>
              </p:nvSpPr>
              <p:spPr>
                <a:xfrm>
                  <a:off x="6972301" y="3226132"/>
                  <a:ext cx="81196" cy="16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33" h="1126" extrusionOk="0">
                      <a:moveTo>
                        <a:pt x="5117" y="1"/>
                      </a:moveTo>
                      <a:cubicBezTo>
                        <a:pt x="5072" y="1"/>
                        <a:pt x="5026" y="12"/>
                        <a:pt x="4983" y="33"/>
                      </a:cubicBezTo>
                      <a:cubicBezTo>
                        <a:pt x="4276" y="451"/>
                        <a:pt x="3408" y="612"/>
                        <a:pt x="2604" y="612"/>
                      </a:cubicBezTo>
                      <a:cubicBezTo>
                        <a:pt x="1993" y="612"/>
                        <a:pt x="1447" y="515"/>
                        <a:pt x="1029" y="451"/>
                      </a:cubicBezTo>
                      <a:cubicBezTo>
                        <a:pt x="836" y="419"/>
                        <a:pt x="675" y="354"/>
                        <a:pt x="547" y="354"/>
                      </a:cubicBezTo>
                      <a:cubicBezTo>
                        <a:pt x="483" y="322"/>
                        <a:pt x="450" y="322"/>
                        <a:pt x="418" y="290"/>
                      </a:cubicBezTo>
                      <a:lnTo>
                        <a:pt x="386" y="290"/>
                      </a:lnTo>
                      <a:cubicBezTo>
                        <a:pt x="359" y="285"/>
                        <a:pt x="333" y="282"/>
                        <a:pt x="309" y="282"/>
                      </a:cubicBezTo>
                      <a:cubicBezTo>
                        <a:pt x="185" y="282"/>
                        <a:pt x="91" y="349"/>
                        <a:pt x="65" y="483"/>
                      </a:cubicBezTo>
                      <a:cubicBezTo>
                        <a:pt x="0" y="612"/>
                        <a:pt x="97" y="772"/>
                        <a:pt x="225" y="804"/>
                      </a:cubicBezTo>
                      <a:cubicBezTo>
                        <a:pt x="258" y="804"/>
                        <a:pt x="1318" y="1126"/>
                        <a:pt x="2604" y="1126"/>
                      </a:cubicBezTo>
                      <a:cubicBezTo>
                        <a:pt x="3472" y="1126"/>
                        <a:pt x="4436" y="997"/>
                        <a:pt x="5240" y="483"/>
                      </a:cubicBezTo>
                      <a:cubicBezTo>
                        <a:pt x="5369" y="419"/>
                        <a:pt x="5433" y="258"/>
                        <a:pt x="5336" y="129"/>
                      </a:cubicBezTo>
                      <a:cubicBezTo>
                        <a:pt x="5294" y="44"/>
                        <a:pt x="5208" y="1"/>
                        <a:pt x="51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7" name="Google Shape;3424;p57">
                  <a:extLst>
                    <a:ext uri="{FF2B5EF4-FFF2-40B4-BE49-F238E27FC236}">
                      <a16:creationId xmlns:a16="http://schemas.microsoft.com/office/drawing/2014/main" id="{BD5ABF56-983F-3690-8D6A-2D63CAFD9266}"/>
                    </a:ext>
                  </a:extLst>
                </p:cNvPr>
                <p:cNvSpPr/>
                <p:nvPr/>
              </p:nvSpPr>
              <p:spPr>
                <a:xfrm>
                  <a:off x="7044365" y="3088743"/>
                  <a:ext cx="17306" cy="34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8" h="2315" extrusionOk="0">
                      <a:moveTo>
                        <a:pt x="579" y="0"/>
                      </a:moveTo>
                      <a:cubicBezTo>
                        <a:pt x="257" y="0"/>
                        <a:pt x="0" y="515"/>
                        <a:pt x="0" y="1158"/>
                      </a:cubicBezTo>
                      <a:cubicBezTo>
                        <a:pt x="0" y="1801"/>
                        <a:pt x="257" y="2315"/>
                        <a:pt x="579" y="2315"/>
                      </a:cubicBezTo>
                      <a:cubicBezTo>
                        <a:pt x="900" y="2315"/>
                        <a:pt x="1157" y="1801"/>
                        <a:pt x="1157" y="1158"/>
                      </a:cubicBezTo>
                      <a:cubicBezTo>
                        <a:pt x="1157" y="515"/>
                        <a:pt x="900" y="0"/>
                        <a:pt x="5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8" name="Google Shape;3425;p57">
                  <a:extLst>
                    <a:ext uri="{FF2B5EF4-FFF2-40B4-BE49-F238E27FC236}">
                      <a16:creationId xmlns:a16="http://schemas.microsoft.com/office/drawing/2014/main" id="{EA4BAB61-0137-7B7B-476D-B1706A5D1C53}"/>
                    </a:ext>
                  </a:extLst>
                </p:cNvPr>
                <p:cNvSpPr/>
                <p:nvPr/>
              </p:nvSpPr>
              <p:spPr>
                <a:xfrm>
                  <a:off x="6939630" y="3077698"/>
                  <a:ext cx="17785" cy="34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" h="2315" extrusionOk="0">
                      <a:moveTo>
                        <a:pt x="611" y="0"/>
                      </a:moveTo>
                      <a:cubicBezTo>
                        <a:pt x="290" y="0"/>
                        <a:pt x="1" y="514"/>
                        <a:pt x="1" y="1157"/>
                      </a:cubicBezTo>
                      <a:cubicBezTo>
                        <a:pt x="1" y="1800"/>
                        <a:pt x="290" y="2315"/>
                        <a:pt x="611" y="2315"/>
                      </a:cubicBezTo>
                      <a:cubicBezTo>
                        <a:pt x="933" y="2315"/>
                        <a:pt x="1190" y="1800"/>
                        <a:pt x="1190" y="1157"/>
                      </a:cubicBezTo>
                      <a:cubicBezTo>
                        <a:pt x="1190" y="514"/>
                        <a:pt x="933" y="0"/>
                        <a:pt x="6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9" name="Google Shape;3426;p57">
                  <a:extLst>
                    <a:ext uri="{FF2B5EF4-FFF2-40B4-BE49-F238E27FC236}">
                      <a16:creationId xmlns:a16="http://schemas.microsoft.com/office/drawing/2014/main" id="{5BD6217B-99AB-A670-9B9A-7D6F7EDBCBB4}"/>
                    </a:ext>
                  </a:extLst>
                </p:cNvPr>
                <p:cNvSpPr/>
                <p:nvPr/>
              </p:nvSpPr>
              <p:spPr>
                <a:xfrm>
                  <a:off x="6922339" y="3049348"/>
                  <a:ext cx="56701" cy="14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4" h="998" extrusionOk="0">
                      <a:moveTo>
                        <a:pt x="1833" y="1"/>
                      </a:moveTo>
                      <a:cubicBezTo>
                        <a:pt x="804" y="1"/>
                        <a:pt x="161" y="483"/>
                        <a:pt x="129" y="515"/>
                      </a:cubicBezTo>
                      <a:cubicBezTo>
                        <a:pt x="33" y="611"/>
                        <a:pt x="0" y="772"/>
                        <a:pt x="97" y="901"/>
                      </a:cubicBezTo>
                      <a:cubicBezTo>
                        <a:pt x="153" y="957"/>
                        <a:pt x="231" y="991"/>
                        <a:pt x="305" y="991"/>
                      </a:cubicBezTo>
                      <a:cubicBezTo>
                        <a:pt x="358" y="991"/>
                        <a:pt x="410" y="973"/>
                        <a:pt x="450" y="933"/>
                      </a:cubicBezTo>
                      <a:cubicBezTo>
                        <a:pt x="483" y="933"/>
                        <a:pt x="997" y="547"/>
                        <a:pt x="1833" y="547"/>
                      </a:cubicBezTo>
                      <a:cubicBezTo>
                        <a:pt x="2250" y="547"/>
                        <a:pt x="2797" y="644"/>
                        <a:pt x="3376" y="965"/>
                      </a:cubicBezTo>
                      <a:cubicBezTo>
                        <a:pt x="3418" y="986"/>
                        <a:pt x="3465" y="997"/>
                        <a:pt x="3510" y="997"/>
                      </a:cubicBezTo>
                      <a:cubicBezTo>
                        <a:pt x="3601" y="997"/>
                        <a:pt x="3686" y="954"/>
                        <a:pt x="3729" y="869"/>
                      </a:cubicBezTo>
                      <a:cubicBezTo>
                        <a:pt x="3793" y="740"/>
                        <a:pt x="3761" y="547"/>
                        <a:pt x="3633" y="483"/>
                      </a:cubicBezTo>
                      <a:cubicBezTo>
                        <a:pt x="2958" y="129"/>
                        <a:pt x="2347" y="1"/>
                        <a:pt x="18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0" name="Google Shape;3427;p57">
                  <a:extLst>
                    <a:ext uri="{FF2B5EF4-FFF2-40B4-BE49-F238E27FC236}">
                      <a16:creationId xmlns:a16="http://schemas.microsoft.com/office/drawing/2014/main" id="{3CCC8FD2-B87C-73FB-74F3-38AAD0E7960D}"/>
                    </a:ext>
                  </a:extLst>
                </p:cNvPr>
                <p:cNvSpPr/>
                <p:nvPr/>
              </p:nvSpPr>
              <p:spPr>
                <a:xfrm>
                  <a:off x="7022261" y="3054639"/>
                  <a:ext cx="80718" cy="22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1" h="1520" extrusionOk="0">
                      <a:moveTo>
                        <a:pt x="2636" y="0"/>
                      </a:moveTo>
                      <a:cubicBezTo>
                        <a:pt x="1318" y="0"/>
                        <a:pt x="225" y="579"/>
                        <a:pt x="193" y="579"/>
                      </a:cubicBezTo>
                      <a:cubicBezTo>
                        <a:pt x="65" y="643"/>
                        <a:pt x="0" y="804"/>
                        <a:pt x="65" y="932"/>
                      </a:cubicBezTo>
                      <a:cubicBezTo>
                        <a:pt x="112" y="1027"/>
                        <a:pt x="211" y="1086"/>
                        <a:pt x="310" y="1086"/>
                      </a:cubicBezTo>
                      <a:cubicBezTo>
                        <a:pt x="347" y="1086"/>
                        <a:pt x="384" y="1078"/>
                        <a:pt x="418" y="1061"/>
                      </a:cubicBezTo>
                      <a:lnTo>
                        <a:pt x="450" y="1061"/>
                      </a:lnTo>
                      <a:cubicBezTo>
                        <a:pt x="547" y="997"/>
                        <a:pt x="1543" y="547"/>
                        <a:pt x="2636" y="547"/>
                      </a:cubicBezTo>
                      <a:cubicBezTo>
                        <a:pt x="3408" y="547"/>
                        <a:pt x="4243" y="740"/>
                        <a:pt x="4919" y="1447"/>
                      </a:cubicBezTo>
                      <a:cubicBezTo>
                        <a:pt x="4983" y="1495"/>
                        <a:pt x="5055" y="1519"/>
                        <a:pt x="5123" y="1519"/>
                      </a:cubicBezTo>
                      <a:cubicBezTo>
                        <a:pt x="5192" y="1519"/>
                        <a:pt x="5256" y="1495"/>
                        <a:pt x="5304" y="1447"/>
                      </a:cubicBezTo>
                      <a:cubicBezTo>
                        <a:pt x="5401" y="1318"/>
                        <a:pt x="5401" y="1157"/>
                        <a:pt x="5304" y="1061"/>
                      </a:cubicBezTo>
                      <a:cubicBezTo>
                        <a:pt x="4501" y="257"/>
                        <a:pt x="3504" y="0"/>
                        <a:pt x="26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1" name="Google Shape;3428;p57">
                  <a:extLst>
                    <a:ext uri="{FF2B5EF4-FFF2-40B4-BE49-F238E27FC236}">
                      <a16:creationId xmlns:a16="http://schemas.microsoft.com/office/drawing/2014/main" id="{86F6D562-61A2-4271-326E-B331B09C9446}"/>
                    </a:ext>
                  </a:extLst>
                </p:cNvPr>
                <p:cNvSpPr/>
                <p:nvPr/>
              </p:nvSpPr>
              <p:spPr>
                <a:xfrm>
                  <a:off x="7044843" y="3345275"/>
                  <a:ext cx="511149" cy="798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02" h="53425" extrusionOk="0">
                      <a:moveTo>
                        <a:pt x="14530" y="1"/>
                      </a:moveTo>
                      <a:lnTo>
                        <a:pt x="6236" y="5690"/>
                      </a:lnTo>
                      <a:cubicBezTo>
                        <a:pt x="6236" y="5690"/>
                        <a:pt x="6076" y="13855"/>
                        <a:pt x="4468" y="19384"/>
                      </a:cubicBezTo>
                      <a:cubicBezTo>
                        <a:pt x="2990" y="24559"/>
                        <a:pt x="322" y="50275"/>
                        <a:pt x="0" y="53425"/>
                      </a:cubicBezTo>
                      <a:lnTo>
                        <a:pt x="26809" y="53425"/>
                      </a:lnTo>
                      <a:cubicBezTo>
                        <a:pt x="27452" y="49760"/>
                        <a:pt x="33334" y="15366"/>
                        <a:pt x="33463" y="14273"/>
                      </a:cubicBezTo>
                      <a:cubicBezTo>
                        <a:pt x="33591" y="13116"/>
                        <a:pt x="34202" y="11219"/>
                        <a:pt x="33173" y="10930"/>
                      </a:cubicBezTo>
                      <a:cubicBezTo>
                        <a:pt x="32145" y="10640"/>
                        <a:pt x="14530" y="1"/>
                        <a:pt x="1453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2" name="Google Shape;3429;p57">
                  <a:extLst>
                    <a:ext uri="{FF2B5EF4-FFF2-40B4-BE49-F238E27FC236}">
                      <a16:creationId xmlns:a16="http://schemas.microsoft.com/office/drawing/2014/main" id="{E94D9B8E-4A4F-2453-A521-921A0422EB43}"/>
                    </a:ext>
                  </a:extLst>
                </p:cNvPr>
                <p:cNvSpPr/>
                <p:nvPr/>
              </p:nvSpPr>
              <p:spPr>
                <a:xfrm>
                  <a:off x="7040509" y="3341196"/>
                  <a:ext cx="513092" cy="806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32" h="53955" extrusionOk="0">
                      <a:moveTo>
                        <a:pt x="14844" y="592"/>
                      </a:moveTo>
                      <a:lnTo>
                        <a:pt x="14844" y="592"/>
                      </a:lnTo>
                      <a:cubicBezTo>
                        <a:pt x="15659" y="1084"/>
                        <a:pt x="19592" y="3463"/>
                        <a:pt x="23627" y="5867"/>
                      </a:cubicBezTo>
                      <a:cubicBezTo>
                        <a:pt x="25877" y="7217"/>
                        <a:pt x="28192" y="8567"/>
                        <a:pt x="29992" y="9596"/>
                      </a:cubicBezTo>
                      <a:cubicBezTo>
                        <a:pt x="30892" y="10110"/>
                        <a:pt x="31663" y="10560"/>
                        <a:pt x="32242" y="10881"/>
                      </a:cubicBezTo>
                      <a:cubicBezTo>
                        <a:pt x="32531" y="11042"/>
                        <a:pt x="32788" y="11171"/>
                        <a:pt x="32949" y="11267"/>
                      </a:cubicBezTo>
                      <a:cubicBezTo>
                        <a:pt x="33142" y="11363"/>
                        <a:pt x="33270" y="11428"/>
                        <a:pt x="33399" y="11460"/>
                      </a:cubicBezTo>
                      <a:cubicBezTo>
                        <a:pt x="33528" y="11492"/>
                        <a:pt x="33624" y="11588"/>
                        <a:pt x="33688" y="11717"/>
                      </a:cubicBezTo>
                      <a:cubicBezTo>
                        <a:pt x="33753" y="11846"/>
                        <a:pt x="33785" y="12071"/>
                        <a:pt x="33785" y="12328"/>
                      </a:cubicBezTo>
                      <a:cubicBezTo>
                        <a:pt x="33785" y="12971"/>
                        <a:pt x="33560" y="13839"/>
                        <a:pt x="33495" y="14514"/>
                      </a:cubicBezTo>
                      <a:cubicBezTo>
                        <a:pt x="33463" y="14642"/>
                        <a:pt x="33367" y="15317"/>
                        <a:pt x="33174" y="16346"/>
                      </a:cubicBezTo>
                      <a:cubicBezTo>
                        <a:pt x="31977" y="23589"/>
                        <a:pt x="27572" y="49372"/>
                        <a:pt x="26880" y="53441"/>
                      </a:cubicBezTo>
                      <a:lnTo>
                        <a:pt x="577" y="53441"/>
                      </a:lnTo>
                      <a:cubicBezTo>
                        <a:pt x="785" y="51406"/>
                        <a:pt x="1494" y="44536"/>
                        <a:pt x="2347" y="37465"/>
                      </a:cubicBezTo>
                      <a:cubicBezTo>
                        <a:pt x="2797" y="33736"/>
                        <a:pt x="3280" y="29943"/>
                        <a:pt x="3762" y="26761"/>
                      </a:cubicBezTo>
                      <a:cubicBezTo>
                        <a:pt x="4212" y="23578"/>
                        <a:pt x="4662" y="20975"/>
                        <a:pt x="5015" y="19721"/>
                      </a:cubicBezTo>
                      <a:cubicBezTo>
                        <a:pt x="6529" y="14557"/>
                        <a:pt x="6755" y="7200"/>
                        <a:pt x="6781" y="6102"/>
                      </a:cubicBezTo>
                      <a:lnTo>
                        <a:pt x="6781" y="6102"/>
                      </a:lnTo>
                      <a:lnTo>
                        <a:pt x="14844" y="592"/>
                      </a:lnTo>
                      <a:close/>
                      <a:moveTo>
                        <a:pt x="14803" y="0"/>
                      </a:moveTo>
                      <a:cubicBezTo>
                        <a:pt x="14755" y="0"/>
                        <a:pt x="14707" y="16"/>
                        <a:pt x="14659" y="49"/>
                      </a:cubicBezTo>
                      <a:lnTo>
                        <a:pt x="6366" y="5738"/>
                      </a:lnTo>
                      <a:cubicBezTo>
                        <a:pt x="6301" y="5770"/>
                        <a:pt x="6237" y="5867"/>
                        <a:pt x="6237" y="5963"/>
                      </a:cubicBezTo>
                      <a:cubicBezTo>
                        <a:pt x="6237" y="5963"/>
                        <a:pt x="6237" y="6445"/>
                        <a:pt x="6205" y="7313"/>
                      </a:cubicBezTo>
                      <a:cubicBezTo>
                        <a:pt x="6076" y="9853"/>
                        <a:pt x="5690" y="15478"/>
                        <a:pt x="4501" y="19560"/>
                      </a:cubicBezTo>
                      <a:cubicBezTo>
                        <a:pt x="4115" y="20910"/>
                        <a:pt x="3698" y="23482"/>
                        <a:pt x="3215" y="26664"/>
                      </a:cubicBezTo>
                      <a:cubicBezTo>
                        <a:pt x="1833" y="36243"/>
                        <a:pt x="258" y="51287"/>
                        <a:pt x="33" y="53666"/>
                      </a:cubicBezTo>
                      <a:cubicBezTo>
                        <a:pt x="1" y="53730"/>
                        <a:pt x="33" y="53826"/>
                        <a:pt x="97" y="53891"/>
                      </a:cubicBezTo>
                      <a:cubicBezTo>
                        <a:pt x="129" y="53923"/>
                        <a:pt x="226" y="53955"/>
                        <a:pt x="290" y="53955"/>
                      </a:cubicBezTo>
                      <a:lnTo>
                        <a:pt x="27099" y="53955"/>
                      </a:lnTo>
                      <a:cubicBezTo>
                        <a:pt x="27227" y="53955"/>
                        <a:pt x="27356" y="53859"/>
                        <a:pt x="27356" y="53730"/>
                      </a:cubicBezTo>
                      <a:cubicBezTo>
                        <a:pt x="27677" y="51930"/>
                        <a:pt x="29317" y="42415"/>
                        <a:pt x="30892" y="33222"/>
                      </a:cubicBezTo>
                      <a:cubicBezTo>
                        <a:pt x="31663" y="28625"/>
                        <a:pt x="32435" y="24093"/>
                        <a:pt x="33013" y="20653"/>
                      </a:cubicBezTo>
                      <a:cubicBezTo>
                        <a:pt x="33303" y="18950"/>
                        <a:pt x="33528" y="17503"/>
                        <a:pt x="33720" y="16442"/>
                      </a:cubicBezTo>
                      <a:cubicBezTo>
                        <a:pt x="33881" y="15382"/>
                        <a:pt x="34010" y="14739"/>
                        <a:pt x="34010" y="14578"/>
                      </a:cubicBezTo>
                      <a:cubicBezTo>
                        <a:pt x="34106" y="13967"/>
                        <a:pt x="34299" y="13067"/>
                        <a:pt x="34331" y="12328"/>
                      </a:cubicBezTo>
                      <a:cubicBezTo>
                        <a:pt x="34331" y="12039"/>
                        <a:pt x="34267" y="11749"/>
                        <a:pt x="34170" y="11492"/>
                      </a:cubicBezTo>
                      <a:cubicBezTo>
                        <a:pt x="34042" y="11235"/>
                        <a:pt x="33849" y="11010"/>
                        <a:pt x="33528" y="10946"/>
                      </a:cubicBezTo>
                      <a:cubicBezTo>
                        <a:pt x="33528" y="10946"/>
                        <a:pt x="33367" y="10881"/>
                        <a:pt x="33206" y="10785"/>
                      </a:cubicBezTo>
                      <a:cubicBezTo>
                        <a:pt x="31824" y="10110"/>
                        <a:pt x="27259" y="7410"/>
                        <a:pt x="23048" y="4902"/>
                      </a:cubicBezTo>
                      <a:cubicBezTo>
                        <a:pt x="20927" y="3649"/>
                        <a:pt x="18902" y="2427"/>
                        <a:pt x="17423" y="1527"/>
                      </a:cubicBezTo>
                      <a:cubicBezTo>
                        <a:pt x="16684" y="1077"/>
                        <a:pt x="16073" y="724"/>
                        <a:pt x="15623" y="466"/>
                      </a:cubicBezTo>
                      <a:cubicBezTo>
                        <a:pt x="15205" y="209"/>
                        <a:pt x="14948" y="49"/>
                        <a:pt x="14948" y="49"/>
                      </a:cubicBezTo>
                      <a:cubicBezTo>
                        <a:pt x="14900" y="16"/>
                        <a:pt x="14852" y="0"/>
                        <a:pt x="1480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3" name="Google Shape;3430;p57">
                  <a:extLst>
                    <a:ext uri="{FF2B5EF4-FFF2-40B4-BE49-F238E27FC236}">
                      <a16:creationId xmlns:a16="http://schemas.microsoft.com/office/drawing/2014/main" id="{9E5508E6-88B8-82E5-9749-F925F7156C00}"/>
                    </a:ext>
                  </a:extLst>
                </p:cNvPr>
                <p:cNvSpPr/>
                <p:nvPr/>
              </p:nvSpPr>
              <p:spPr>
                <a:xfrm>
                  <a:off x="7138040" y="3234309"/>
                  <a:ext cx="154217" cy="308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9" h="20670" extrusionOk="0">
                      <a:moveTo>
                        <a:pt x="9322" y="0"/>
                      </a:moveTo>
                      <a:lnTo>
                        <a:pt x="0" y="13115"/>
                      </a:lnTo>
                      <a:lnTo>
                        <a:pt x="2475" y="20669"/>
                      </a:lnTo>
                      <a:lnTo>
                        <a:pt x="10319" y="7586"/>
                      </a:lnTo>
                      <a:lnTo>
                        <a:pt x="932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4" name="Google Shape;3431;p57">
                  <a:extLst>
                    <a:ext uri="{FF2B5EF4-FFF2-40B4-BE49-F238E27FC236}">
                      <a16:creationId xmlns:a16="http://schemas.microsoft.com/office/drawing/2014/main" id="{CB211E8E-1F10-5E80-62E3-BFECC642E94D}"/>
                    </a:ext>
                  </a:extLst>
                </p:cNvPr>
                <p:cNvSpPr/>
                <p:nvPr/>
              </p:nvSpPr>
              <p:spPr>
                <a:xfrm>
                  <a:off x="7133706" y="3230288"/>
                  <a:ext cx="162871" cy="317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8" h="21228" extrusionOk="0">
                      <a:moveTo>
                        <a:pt x="9419" y="976"/>
                      </a:moveTo>
                      <a:lnTo>
                        <a:pt x="10351" y="7791"/>
                      </a:lnTo>
                      <a:lnTo>
                        <a:pt x="2830" y="20295"/>
                      </a:lnTo>
                      <a:lnTo>
                        <a:pt x="595" y="13433"/>
                      </a:lnTo>
                      <a:lnTo>
                        <a:pt x="9419" y="976"/>
                      </a:lnTo>
                      <a:close/>
                      <a:moveTo>
                        <a:pt x="9586" y="0"/>
                      </a:moveTo>
                      <a:cubicBezTo>
                        <a:pt x="9502" y="0"/>
                        <a:pt x="9435" y="36"/>
                        <a:pt x="9387" y="109"/>
                      </a:cubicBezTo>
                      <a:lnTo>
                        <a:pt x="65" y="13223"/>
                      </a:lnTo>
                      <a:cubicBezTo>
                        <a:pt x="1" y="13288"/>
                        <a:pt x="1" y="13384"/>
                        <a:pt x="33" y="13448"/>
                      </a:cubicBezTo>
                      <a:lnTo>
                        <a:pt x="2508" y="21035"/>
                      </a:lnTo>
                      <a:cubicBezTo>
                        <a:pt x="2540" y="21131"/>
                        <a:pt x="2637" y="21195"/>
                        <a:pt x="2733" y="21227"/>
                      </a:cubicBezTo>
                      <a:cubicBezTo>
                        <a:pt x="2830" y="21227"/>
                        <a:pt x="2926" y="21195"/>
                        <a:pt x="2990" y="21099"/>
                      </a:cubicBezTo>
                      <a:lnTo>
                        <a:pt x="10866" y="7984"/>
                      </a:lnTo>
                      <a:cubicBezTo>
                        <a:pt x="10898" y="7920"/>
                        <a:pt x="10898" y="7855"/>
                        <a:pt x="10898" y="7823"/>
                      </a:cubicBezTo>
                      <a:lnTo>
                        <a:pt x="9869" y="237"/>
                      </a:lnTo>
                      <a:cubicBezTo>
                        <a:pt x="9869" y="141"/>
                        <a:pt x="9773" y="44"/>
                        <a:pt x="9676" y="12"/>
                      </a:cubicBezTo>
                      <a:cubicBezTo>
                        <a:pt x="9644" y="4"/>
                        <a:pt x="9614" y="0"/>
                        <a:pt x="95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5" name="Google Shape;3432;p57">
                  <a:extLst>
                    <a:ext uri="{FF2B5EF4-FFF2-40B4-BE49-F238E27FC236}">
                      <a16:creationId xmlns:a16="http://schemas.microsoft.com/office/drawing/2014/main" id="{6156FA42-AB9A-1F9A-B24D-02CD0516A7C2}"/>
                    </a:ext>
                  </a:extLst>
                </p:cNvPr>
                <p:cNvSpPr/>
                <p:nvPr/>
              </p:nvSpPr>
              <p:spPr>
                <a:xfrm>
                  <a:off x="7268704" y="3493245"/>
                  <a:ext cx="306507" cy="5659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09" h="37867" extrusionOk="0">
                      <a:moveTo>
                        <a:pt x="15558" y="0"/>
                      </a:moveTo>
                      <a:lnTo>
                        <a:pt x="5658" y="7715"/>
                      </a:lnTo>
                      <a:lnTo>
                        <a:pt x="1" y="27837"/>
                      </a:lnTo>
                      <a:lnTo>
                        <a:pt x="8294" y="37866"/>
                      </a:lnTo>
                      <a:cubicBezTo>
                        <a:pt x="8294" y="37866"/>
                        <a:pt x="15269" y="25041"/>
                        <a:pt x="17744" y="16330"/>
                      </a:cubicBezTo>
                      <a:cubicBezTo>
                        <a:pt x="20219" y="7586"/>
                        <a:pt x="20509" y="2765"/>
                        <a:pt x="18934" y="1768"/>
                      </a:cubicBezTo>
                      <a:cubicBezTo>
                        <a:pt x="17326" y="739"/>
                        <a:pt x="15558" y="0"/>
                        <a:pt x="155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6" name="Google Shape;3433;p57">
                  <a:extLst>
                    <a:ext uri="{FF2B5EF4-FFF2-40B4-BE49-F238E27FC236}">
                      <a16:creationId xmlns:a16="http://schemas.microsoft.com/office/drawing/2014/main" id="{D0BC5F71-F1F7-C4E2-3946-4E7AB3F3198C}"/>
                    </a:ext>
                  </a:extLst>
                </p:cNvPr>
                <p:cNvSpPr/>
                <p:nvPr/>
              </p:nvSpPr>
              <p:spPr>
                <a:xfrm>
                  <a:off x="7264385" y="3489883"/>
                  <a:ext cx="306029" cy="573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7" h="38361" extrusionOk="0">
                      <a:moveTo>
                        <a:pt x="15976" y="0"/>
                      </a:moveTo>
                      <a:lnTo>
                        <a:pt x="15751" y="482"/>
                      </a:lnTo>
                      <a:cubicBezTo>
                        <a:pt x="15751" y="482"/>
                        <a:pt x="15847" y="514"/>
                        <a:pt x="16040" y="611"/>
                      </a:cubicBezTo>
                      <a:cubicBezTo>
                        <a:pt x="16619" y="868"/>
                        <a:pt x="17873" y="1447"/>
                        <a:pt x="19062" y="2218"/>
                      </a:cubicBezTo>
                      <a:cubicBezTo>
                        <a:pt x="19319" y="2379"/>
                        <a:pt x="19544" y="2668"/>
                        <a:pt x="19705" y="3182"/>
                      </a:cubicBezTo>
                      <a:cubicBezTo>
                        <a:pt x="19866" y="3665"/>
                        <a:pt x="19930" y="4307"/>
                        <a:pt x="19930" y="5143"/>
                      </a:cubicBezTo>
                      <a:cubicBezTo>
                        <a:pt x="19930" y="7554"/>
                        <a:pt x="19255" y="11315"/>
                        <a:pt x="17776" y="16458"/>
                      </a:cubicBezTo>
                      <a:cubicBezTo>
                        <a:pt x="16555" y="20798"/>
                        <a:pt x="14208" y="26198"/>
                        <a:pt x="12151" y="30473"/>
                      </a:cubicBezTo>
                      <a:cubicBezTo>
                        <a:pt x="11122" y="32627"/>
                        <a:pt x="10158" y="34491"/>
                        <a:pt x="9483" y="35841"/>
                      </a:cubicBezTo>
                      <a:cubicBezTo>
                        <a:pt x="9129" y="36516"/>
                        <a:pt x="8840" y="37031"/>
                        <a:pt x="8647" y="37416"/>
                      </a:cubicBezTo>
                      <a:cubicBezTo>
                        <a:pt x="8603" y="37497"/>
                        <a:pt x="8564" y="37569"/>
                        <a:pt x="8530" y="37633"/>
                      </a:cubicBezTo>
                      <a:lnTo>
                        <a:pt x="8530" y="37633"/>
                      </a:lnTo>
                      <a:lnTo>
                        <a:pt x="579" y="27998"/>
                      </a:lnTo>
                      <a:lnTo>
                        <a:pt x="6204" y="8036"/>
                      </a:lnTo>
                      <a:lnTo>
                        <a:pt x="5690" y="7876"/>
                      </a:lnTo>
                      <a:lnTo>
                        <a:pt x="32" y="27966"/>
                      </a:lnTo>
                      <a:cubicBezTo>
                        <a:pt x="0" y="28062"/>
                        <a:pt x="0" y="28159"/>
                        <a:pt x="65" y="28223"/>
                      </a:cubicBezTo>
                      <a:lnTo>
                        <a:pt x="8358" y="38252"/>
                      </a:lnTo>
                      <a:cubicBezTo>
                        <a:pt x="8406" y="38324"/>
                        <a:pt x="8472" y="38361"/>
                        <a:pt x="8543" y="38361"/>
                      </a:cubicBezTo>
                      <a:cubicBezTo>
                        <a:pt x="8567" y="38361"/>
                        <a:pt x="8591" y="38357"/>
                        <a:pt x="8615" y="38349"/>
                      </a:cubicBezTo>
                      <a:cubicBezTo>
                        <a:pt x="8679" y="38349"/>
                        <a:pt x="8776" y="38316"/>
                        <a:pt x="8808" y="38220"/>
                      </a:cubicBezTo>
                      <a:cubicBezTo>
                        <a:pt x="8808" y="38220"/>
                        <a:pt x="15815" y="25394"/>
                        <a:pt x="18290" y="16619"/>
                      </a:cubicBezTo>
                      <a:cubicBezTo>
                        <a:pt x="19769" y="11444"/>
                        <a:pt x="20476" y="7651"/>
                        <a:pt x="20476" y="5143"/>
                      </a:cubicBezTo>
                      <a:cubicBezTo>
                        <a:pt x="20476" y="4275"/>
                        <a:pt x="20380" y="3568"/>
                        <a:pt x="20219" y="2990"/>
                      </a:cubicBezTo>
                      <a:cubicBezTo>
                        <a:pt x="20026" y="2443"/>
                        <a:pt x="19737" y="1993"/>
                        <a:pt x="19351" y="1768"/>
                      </a:cubicBezTo>
                      <a:cubicBezTo>
                        <a:pt x="17712" y="707"/>
                        <a:pt x="15976" y="0"/>
                        <a:pt x="159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7" name="Google Shape;3434;p57">
                  <a:extLst>
                    <a:ext uri="{FF2B5EF4-FFF2-40B4-BE49-F238E27FC236}">
                      <a16:creationId xmlns:a16="http://schemas.microsoft.com/office/drawing/2014/main" id="{8BDCEED7-7F7D-34AC-FD86-197D0432DFE8}"/>
                    </a:ext>
                  </a:extLst>
                </p:cNvPr>
                <p:cNvSpPr/>
                <p:nvPr/>
              </p:nvSpPr>
              <p:spPr>
                <a:xfrm>
                  <a:off x="7185595" y="3874194"/>
                  <a:ext cx="241661" cy="243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70" h="16313" extrusionOk="0">
                      <a:moveTo>
                        <a:pt x="5562" y="161"/>
                      </a:moveTo>
                      <a:cubicBezTo>
                        <a:pt x="5562" y="161"/>
                        <a:pt x="290" y="2765"/>
                        <a:pt x="161" y="4372"/>
                      </a:cubicBezTo>
                      <a:cubicBezTo>
                        <a:pt x="1" y="5980"/>
                        <a:pt x="4661" y="10930"/>
                        <a:pt x="5851" y="13116"/>
                      </a:cubicBezTo>
                      <a:cubicBezTo>
                        <a:pt x="6773" y="14857"/>
                        <a:pt x="7980" y="16313"/>
                        <a:pt x="9685" y="16313"/>
                      </a:cubicBezTo>
                      <a:cubicBezTo>
                        <a:pt x="10120" y="16313"/>
                        <a:pt x="10587" y="16218"/>
                        <a:pt x="11090" y="16009"/>
                      </a:cubicBezTo>
                      <a:cubicBezTo>
                        <a:pt x="13566" y="15012"/>
                        <a:pt x="16169" y="12248"/>
                        <a:pt x="16169" y="9773"/>
                      </a:cubicBezTo>
                      <a:cubicBezTo>
                        <a:pt x="16169" y="7298"/>
                        <a:pt x="12537" y="3504"/>
                        <a:pt x="9933" y="1737"/>
                      </a:cubicBezTo>
                      <a:cubicBezTo>
                        <a:pt x="7297" y="1"/>
                        <a:pt x="6429" y="290"/>
                        <a:pt x="5562" y="16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8" name="Google Shape;3435;p57">
                  <a:extLst>
                    <a:ext uri="{FF2B5EF4-FFF2-40B4-BE49-F238E27FC236}">
                      <a16:creationId xmlns:a16="http://schemas.microsoft.com/office/drawing/2014/main" id="{98287D16-8E31-0749-F13A-7CC429BB61F2}"/>
                    </a:ext>
                  </a:extLst>
                </p:cNvPr>
                <p:cNvSpPr/>
                <p:nvPr/>
              </p:nvSpPr>
              <p:spPr>
                <a:xfrm>
                  <a:off x="7184161" y="3872281"/>
                  <a:ext cx="247415" cy="249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5" h="16716" extrusionOk="0">
                      <a:moveTo>
                        <a:pt x="5673" y="556"/>
                      </a:moveTo>
                      <a:cubicBezTo>
                        <a:pt x="6123" y="608"/>
                        <a:pt x="6527" y="588"/>
                        <a:pt x="7104" y="739"/>
                      </a:cubicBezTo>
                      <a:cubicBezTo>
                        <a:pt x="7715" y="900"/>
                        <a:pt x="8583" y="1254"/>
                        <a:pt x="9868" y="2090"/>
                      </a:cubicBezTo>
                      <a:cubicBezTo>
                        <a:pt x="11154" y="2957"/>
                        <a:pt x="12697" y="4340"/>
                        <a:pt x="13919" y="5786"/>
                      </a:cubicBezTo>
                      <a:cubicBezTo>
                        <a:pt x="14529" y="6493"/>
                        <a:pt x="15044" y="7265"/>
                        <a:pt x="15429" y="7972"/>
                      </a:cubicBezTo>
                      <a:cubicBezTo>
                        <a:pt x="15783" y="8679"/>
                        <a:pt x="16008" y="9322"/>
                        <a:pt x="16008" y="9901"/>
                      </a:cubicBezTo>
                      <a:cubicBezTo>
                        <a:pt x="16008" y="11026"/>
                        <a:pt x="15397" y="12311"/>
                        <a:pt x="14465" y="13404"/>
                      </a:cubicBezTo>
                      <a:cubicBezTo>
                        <a:pt x="13501" y="14497"/>
                        <a:pt x="12279" y="15430"/>
                        <a:pt x="11090" y="15912"/>
                      </a:cubicBezTo>
                      <a:cubicBezTo>
                        <a:pt x="10608" y="16105"/>
                        <a:pt x="10190" y="16169"/>
                        <a:pt x="9772" y="16169"/>
                      </a:cubicBezTo>
                      <a:cubicBezTo>
                        <a:pt x="9001" y="16169"/>
                        <a:pt x="8358" y="15847"/>
                        <a:pt x="7747" y="15301"/>
                      </a:cubicBezTo>
                      <a:cubicBezTo>
                        <a:pt x="7136" y="14754"/>
                        <a:pt x="6622" y="13983"/>
                        <a:pt x="6172" y="13115"/>
                      </a:cubicBezTo>
                      <a:cubicBezTo>
                        <a:pt x="5561" y="11990"/>
                        <a:pt x="4147" y="10254"/>
                        <a:pt x="2861" y="8583"/>
                      </a:cubicBezTo>
                      <a:cubicBezTo>
                        <a:pt x="2250" y="7715"/>
                        <a:pt x="1639" y="6911"/>
                        <a:pt x="1222" y="6204"/>
                      </a:cubicBezTo>
                      <a:cubicBezTo>
                        <a:pt x="997" y="5850"/>
                        <a:pt x="804" y="5529"/>
                        <a:pt x="707" y="5240"/>
                      </a:cubicBezTo>
                      <a:cubicBezTo>
                        <a:pt x="579" y="4950"/>
                        <a:pt x="514" y="4725"/>
                        <a:pt x="514" y="4565"/>
                      </a:cubicBezTo>
                      <a:lnTo>
                        <a:pt x="514" y="4533"/>
                      </a:lnTo>
                      <a:cubicBezTo>
                        <a:pt x="547" y="4404"/>
                        <a:pt x="611" y="4211"/>
                        <a:pt x="739" y="4018"/>
                      </a:cubicBezTo>
                      <a:cubicBezTo>
                        <a:pt x="997" y="3665"/>
                        <a:pt x="1447" y="3247"/>
                        <a:pt x="1961" y="2861"/>
                      </a:cubicBezTo>
                      <a:cubicBezTo>
                        <a:pt x="2732" y="2250"/>
                        <a:pt x="3697" y="1672"/>
                        <a:pt x="4436" y="1222"/>
                      </a:cubicBezTo>
                      <a:cubicBezTo>
                        <a:pt x="4822" y="997"/>
                        <a:pt x="5143" y="836"/>
                        <a:pt x="5400" y="707"/>
                      </a:cubicBezTo>
                      <a:cubicBezTo>
                        <a:pt x="5520" y="639"/>
                        <a:pt x="5613" y="588"/>
                        <a:pt x="5673" y="556"/>
                      </a:cubicBezTo>
                      <a:close/>
                      <a:moveTo>
                        <a:pt x="5690" y="0"/>
                      </a:moveTo>
                      <a:cubicBezTo>
                        <a:pt x="5625" y="0"/>
                        <a:pt x="5561" y="0"/>
                        <a:pt x="5529" y="32"/>
                      </a:cubicBezTo>
                      <a:cubicBezTo>
                        <a:pt x="5529" y="32"/>
                        <a:pt x="4211" y="707"/>
                        <a:pt x="2861" y="1575"/>
                      </a:cubicBezTo>
                      <a:cubicBezTo>
                        <a:pt x="2186" y="1993"/>
                        <a:pt x="1511" y="2475"/>
                        <a:pt x="964" y="2957"/>
                      </a:cubicBezTo>
                      <a:cubicBezTo>
                        <a:pt x="707" y="3215"/>
                        <a:pt x="482" y="3472"/>
                        <a:pt x="322" y="3697"/>
                      </a:cubicBezTo>
                      <a:cubicBezTo>
                        <a:pt x="129" y="3954"/>
                        <a:pt x="0" y="4211"/>
                        <a:pt x="0" y="4468"/>
                      </a:cubicBezTo>
                      <a:lnTo>
                        <a:pt x="0" y="4565"/>
                      </a:lnTo>
                      <a:cubicBezTo>
                        <a:pt x="0" y="4854"/>
                        <a:pt x="64" y="5143"/>
                        <a:pt x="193" y="5433"/>
                      </a:cubicBezTo>
                      <a:cubicBezTo>
                        <a:pt x="675" y="6558"/>
                        <a:pt x="1800" y="8036"/>
                        <a:pt x="2925" y="9515"/>
                      </a:cubicBezTo>
                      <a:cubicBezTo>
                        <a:pt x="4082" y="10994"/>
                        <a:pt x="5208" y="12472"/>
                        <a:pt x="5690" y="13372"/>
                      </a:cubicBezTo>
                      <a:cubicBezTo>
                        <a:pt x="6172" y="14240"/>
                        <a:pt x="6718" y="15076"/>
                        <a:pt x="7393" y="15687"/>
                      </a:cubicBezTo>
                      <a:cubicBezTo>
                        <a:pt x="8036" y="16297"/>
                        <a:pt x="8840" y="16715"/>
                        <a:pt x="9772" y="16715"/>
                      </a:cubicBezTo>
                      <a:cubicBezTo>
                        <a:pt x="10254" y="16715"/>
                        <a:pt x="10769" y="16619"/>
                        <a:pt x="11283" y="16394"/>
                      </a:cubicBezTo>
                      <a:cubicBezTo>
                        <a:pt x="12569" y="15880"/>
                        <a:pt x="13854" y="14915"/>
                        <a:pt x="14851" y="13726"/>
                      </a:cubicBezTo>
                      <a:cubicBezTo>
                        <a:pt x="15847" y="12569"/>
                        <a:pt x="16555" y="11219"/>
                        <a:pt x="16555" y="9901"/>
                      </a:cubicBezTo>
                      <a:cubicBezTo>
                        <a:pt x="16555" y="9193"/>
                        <a:pt x="16297" y="8454"/>
                        <a:pt x="15912" y="7715"/>
                      </a:cubicBezTo>
                      <a:cubicBezTo>
                        <a:pt x="14722" y="5465"/>
                        <a:pt x="12151" y="2990"/>
                        <a:pt x="10158" y="1640"/>
                      </a:cubicBezTo>
                      <a:cubicBezTo>
                        <a:pt x="8840" y="772"/>
                        <a:pt x="7940" y="386"/>
                        <a:pt x="7233" y="225"/>
                      </a:cubicBezTo>
                      <a:cubicBezTo>
                        <a:pt x="6558" y="32"/>
                        <a:pt x="6075" y="97"/>
                        <a:pt x="56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015" name="Google Shape;3015;p53"/>
              <p:cNvSpPr/>
              <p:nvPr/>
            </p:nvSpPr>
            <p:spPr>
              <a:xfrm>
                <a:off x="3974002" y="1086902"/>
                <a:ext cx="3937264" cy="3501506"/>
              </a:xfrm>
              <a:custGeom>
                <a:avLst/>
                <a:gdLst/>
                <a:ahLst/>
                <a:cxnLst/>
                <a:rect l="l" t="t" r="r" b="b"/>
                <a:pathLst>
                  <a:path w="228479" h="203192" extrusionOk="0">
                    <a:moveTo>
                      <a:pt x="158345" y="49763"/>
                    </a:moveTo>
                    <a:lnTo>
                      <a:pt x="131689" y="81299"/>
                    </a:lnTo>
                    <a:lnTo>
                      <a:pt x="119230" y="96087"/>
                    </a:lnTo>
                    <a:cubicBezTo>
                      <a:pt x="120007" y="96937"/>
                      <a:pt x="120746" y="97899"/>
                      <a:pt x="121486" y="99008"/>
                    </a:cubicBezTo>
                    <a:lnTo>
                      <a:pt x="156386" y="57638"/>
                    </a:lnTo>
                    <a:cubicBezTo>
                      <a:pt x="156940" y="55641"/>
                      <a:pt x="157495" y="53793"/>
                      <a:pt x="157976" y="52166"/>
                    </a:cubicBezTo>
                    <a:lnTo>
                      <a:pt x="158013" y="51389"/>
                    </a:lnTo>
                    <a:lnTo>
                      <a:pt x="158013" y="51353"/>
                    </a:lnTo>
                    <a:cubicBezTo>
                      <a:pt x="158013" y="51353"/>
                      <a:pt x="158086" y="50761"/>
                      <a:pt x="158345" y="49763"/>
                    </a:cubicBezTo>
                    <a:close/>
                    <a:moveTo>
                      <a:pt x="159972" y="0"/>
                    </a:moveTo>
                    <a:cubicBezTo>
                      <a:pt x="148622" y="0"/>
                      <a:pt x="138455" y="3401"/>
                      <a:pt x="128917" y="8208"/>
                    </a:cubicBezTo>
                    <a:cubicBezTo>
                      <a:pt x="130359" y="8393"/>
                      <a:pt x="131763" y="8614"/>
                      <a:pt x="133131" y="8873"/>
                    </a:cubicBezTo>
                    <a:cubicBezTo>
                      <a:pt x="148437" y="11572"/>
                      <a:pt x="162856" y="18301"/>
                      <a:pt x="175906" y="28948"/>
                    </a:cubicBezTo>
                    <a:lnTo>
                      <a:pt x="171285" y="34420"/>
                    </a:lnTo>
                    <a:cubicBezTo>
                      <a:pt x="173023" y="33902"/>
                      <a:pt x="174760" y="33644"/>
                      <a:pt x="176461" y="33644"/>
                    </a:cubicBezTo>
                    <a:lnTo>
                      <a:pt x="176646" y="33644"/>
                    </a:lnTo>
                    <a:lnTo>
                      <a:pt x="178642" y="31277"/>
                    </a:lnTo>
                    <a:cubicBezTo>
                      <a:pt x="179862" y="32313"/>
                      <a:pt x="181045" y="33385"/>
                      <a:pt x="182154" y="34494"/>
                    </a:cubicBezTo>
                    <a:cubicBezTo>
                      <a:pt x="185519" y="35455"/>
                      <a:pt x="188661" y="37119"/>
                      <a:pt x="191397" y="39152"/>
                    </a:cubicBezTo>
                    <a:cubicBezTo>
                      <a:pt x="193763" y="40927"/>
                      <a:pt x="195353" y="43441"/>
                      <a:pt x="196314" y="46214"/>
                    </a:cubicBezTo>
                    <a:cubicBezTo>
                      <a:pt x="197164" y="48617"/>
                      <a:pt x="197534" y="51205"/>
                      <a:pt x="197645" y="53719"/>
                    </a:cubicBezTo>
                    <a:cubicBezTo>
                      <a:pt x="212581" y="78193"/>
                      <a:pt x="215465" y="108250"/>
                      <a:pt x="204559" y="136496"/>
                    </a:cubicBezTo>
                    <a:lnTo>
                      <a:pt x="200492" y="134832"/>
                    </a:lnTo>
                    <a:cubicBezTo>
                      <a:pt x="200455" y="134869"/>
                      <a:pt x="200455" y="134869"/>
                      <a:pt x="200418" y="134869"/>
                    </a:cubicBezTo>
                    <a:cubicBezTo>
                      <a:pt x="200381" y="134869"/>
                      <a:pt x="200344" y="134832"/>
                      <a:pt x="200270" y="134832"/>
                    </a:cubicBezTo>
                    <a:lnTo>
                      <a:pt x="187330" y="129546"/>
                    </a:lnTo>
                    <a:lnTo>
                      <a:pt x="147587" y="113352"/>
                    </a:lnTo>
                    <a:lnTo>
                      <a:pt x="141819" y="111023"/>
                    </a:lnTo>
                    <a:cubicBezTo>
                      <a:pt x="141745" y="110986"/>
                      <a:pt x="141709" y="110949"/>
                      <a:pt x="141672" y="110875"/>
                    </a:cubicBezTo>
                    <a:lnTo>
                      <a:pt x="123926" y="103629"/>
                    </a:lnTo>
                    <a:lnTo>
                      <a:pt x="123926" y="103629"/>
                    </a:lnTo>
                    <a:cubicBezTo>
                      <a:pt x="124406" y="104812"/>
                      <a:pt x="124924" y="106328"/>
                      <a:pt x="125478" y="108140"/>
                    </a:cubicBezTo>
                    <a:lnTo>
                      <a:pt x="129767" y="109877"/>
                    </a:lnTo>
                    <a:lnTo>
                      <a:pt x="203191" y="139823"/>
                    </a:lnTo>
                    <a:cubicBezTo>
                      <a:pt x="192506" y="164742"/>
                      <a:pt x="172209" y="182783"/>
                      <a:pt x="148400" y="191435"/>
                    </a:cubicBezTo>
                    <a:cubicBezTo>
                      <a:pt x="145258" y="192581"/>
                      <a:pt x="142041" y="193542"/>
                      <a:pt x="138788" y="194355"/>
                    </a:cubicBezTo>
                    <a:cubicBezTo>
                      <a:pt x="131542" y="196130"/>
                      <a:pt x="124074" y="197091"/>
                      <a:pt x="116532" y="197091"/>
                    </a:cubicBezTo>
                    <a:cubicBezTo>
                      <a:pt x="115903" y="197128"/>
                      <a:pt x="115312" y="197128"/>
                      <a:pt x="114683" y="197128"/>
                    </a:cubicBezTo>
                    <a:cubicBezTo>
                      <a:pt x="113796" y="197128"/>
                      <a:pt x="112908" y="197128"/>
                      <a:pt x="112021" y="197091"/>
                    </a:cubicBezTo>
                    <a:lnTo>
                      <a:pt x="111762" y="197091"/>
                    </a:lnTo>
                    <a:cubicBezTo>
                      <a:pt x="99969" y="197091"/>
                      <a:pt x="84959" y="192581"/>
                      <a:pt x="75457" y="188181"/>
                    </a:cubicBezTo>
                    <a:cubicBezTo>
                      <a:pt x="72574" y="186850"/>
                      <a:pt x="70207" y="185556"/>
                      <a:pt x="68581" y="184373"/>
                    </a:cubicBezTo>
                    <a:cubicBezTo>
                      <a:pt x="46472" y="171877"/>
                      <a:pt x="31425" y="152209"/>
                      <a:pt x="24734" y="126810"/>
                    </a:cubicBezTo>
                    <a:lnTo>
                      <a:pt x="82371" y="112613"/>
                    </a:lnTo>
                    <a:cubicBezTo>
                      <a:pt x="82593" y="111245"/>
                      <a:pt x="82814" y="109988"/>
                      <a:pt x="83110" y="108805"/>
                    </a:cubicBezTo>
                    <a:lnTo>
                      <a:pt x="83110" y="108805"/>
                    </a:lnTo>
                    <a:lnTo>
                      <a:pt x="80633" y="109397"/>
                    </a:lnTo>
                    <a:lnTo>
                      <a:pt x="70503" y="111911"/>
                    </a:lnTo>
                    <a:lnTo>
                      <a:pt x="56861" y="115201"/>
                    </a:lnTo>
                    <a:lnTo>
                      <a:pt x="23883" y="123298"/>
                    </a:lnTo>
                    <a:cubicBezTo>
                      <a:pt x="22294" y="116310"/>
                      <a:pt x="21517" y="109323"/>
                      <a:pt x="21517" y="102409"/>
                    </a:cubicBezTo>
                    <a:cubicBezTo>
                      <a:pt x="21554" y="79487"/>
                      <a:pt x="29946" y="57711"/>
                      <a:pt x="44402" y="40779"/>
                    </a:cubicBezTo>
                    <a:lnTo>
                      <a:pt x="44402" y="40779"/>
                    </a:lnTo>
                    <a:cubicBezTo>
                      <a:pt x="15639" y="50132"/>
                      <a:pt x="0" y="84256"/>
                      <a:pt x="0" y="115682"/>
                    </a:cubicBezTo>
                    <a:cubicBezTo>
                      <a:pt x="0" y="127808"/>
                      <a:pt x="2329" y="139565"/>
                      <a:pt x="7173" y="149325"/>
                    </a:cubicBezTo>
                    <a:cubicBezTo>
                      <a:pt x="22626" y="180565"/>
                      <a:pt x="49874" y="196795"/>
                      <a:pt x="91318" y="200529"/>
                    </a:cubicBezTo>
                    <a:cubicBezTo>
                      <a:pt x="105514" y="201823"/>
                      <a:pt x="118269" y="203191"/>
                      <a:pt x="130396" y="203191"/>
                    </a:cubicBezTo>
                    <a:cubicBezTo>
                      <a:pt x="153650" y="203191"/>
                      <a:pt x="174575" y="198200"/>
                      <a:pt x="199013" y="178051"/>
                    </a:cubicBezTo>
                    <a:cubicBezTo>
                      <a:pt x="220160" y="160601"/>
                      <a:pt x="228478" y="132392"/>
                      <a:pt x="228478" y="103112"/>
                    </a:cubicBezTo>
                    <a:cubicBezTo>
                      <a:pt x="228478" y="81077"/>
                      <a:pt x="223783" y="58451"/>
                      <a:pt x="216315" y="39374"/>
                    </a:cubicBezTo>
                    <a:cubicBezTo>
                      <a:pt x="216315" y="39374"/>
                      <a:pt x="201490" y="5657"/>
                      <a:pt x="168660" y="666"/>
                    </a:cubicBezTo>
                    <a:cubicBezTo>
                      <a:pt x="165702" y="185"/>
                      <a:pt x="162782" y="0"/>
                      <a:pt x="1599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53"/>
              <p:cNvSpPr/>
              <p:nvPr/>
            </p:nvSpPr>
            <p:spPr>
              <a:xfrm>
                <a:off x="4400214" y="2884786"/>
                <a:ext cx="3075277" cy="1598831"/>
              </a:xfrm>
              <a:custGeom>
                <a:avLst/>
                <a:gdLst/>
                <a:ahLst/>
                <a:cxnLst/>
                <a:rect l="l" t="t" r="r" b="b"/>
                <a:pathLst>
                  <a:path w="178458" h="92780" extrusionOk="0">
                    <a:moveTo>
                      <a:pt x="91355" y="1"/>
                    </a:moveTo>
                    <a:lnTo>
                      <a:pt x="1" y="22479"/>
                    </a:lnTo>
                    <a:cubicBezTo>
                      <a:pt x="7838" y="52240"/>
                      <a:pt x="27100" y="74090"/>
                      <a:pt x="55752" y="85773"/>
                    </a:cubicBezTo>
                    <a:cubicBezTo>
                      <a:pt x="67419" y="90528"/>
                      <a:pt x="79493" y="92779"/>
                      <a:pt x="91376" y="92779"/>
                    </a:cubicBezTo>
                    <a:cubicBezTo>
                      <a:pt x="128179" y="92779"/>
                      <a:pt x="163142" y="71181"/>
                      <a:pt x="178458" y="35492"/>
                    </a:cubicBezTo>
                    <a:lnTo>
                      <a:pt x="105034" y="5546"/>
                    </a:lnTo>
                    <a:lnTo>
                      <a:pt x="9135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9" name="Google Shape;3019;p53"/>
              <p:cNvSpPr/>
              <p:nvPr/>
            </p:nvSpPr>
            <p:spPr>
              <a:xfrm>
                <a:off x="6027995" y="1625883"/>
                <a:ext cx="1722716" cy="1813204"/>
              </a:xfrm>
              <a:custGeom>
                <a:avLst/>
                <a:gdLst/>
                <a:ahLst/>
                <a:cxnLst/>
                <a:rect l="l" t="t" r="r" b="b"/>
                <a:pathLst>
                  <a:path w="99969" h="105220" extrusionOk="0">
                    <a:moveTo>
                      <a:pt x="59449" y="0"/>
                    </a:moveTo>
                    <a:lnTo>
                      <a:pt x="0" y="70430"/>
                    </a:lnTo>
                    <a:lnTo>
                      <a:pt x="59375" y="94645"/>
                    </a:lnTo>
                    <a:lnTo>
                      <a:pt x="85366" y="105219"/>
                    </a:lnTo>
                    <a:cubicBezTo>
                      <a:pt x="99969" y="67546"/>
                      <a:pt x="89876" y="26582"/>
                      <a:pt x="59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53"/>
              <p:cNvSpPr/>
              <p:nvPr/>
            </p:nvSpPr>
            <p:spPr>
              <a:xfrm>
                <a:off x="5789722" y="1569188"/>
                <a:ext cx="414131" cy="10839"/>
              </a:xfrm>
              <a:custGeom>
                <a:avLst/>
                <a:gdLst/>
                <a:ahLst/>
                <a:cxnLst/>
                <a:rect l="l" t="t" r="r" b="b"/>
                <a:pathLst>
                  <a:path w="24032" h="629" extrusionOk="0">
                    <a:moveTo>
                      <a:pt x="296" y="0"/>
                    </a:moveTo>
                    <a:cubicBezTo>
                      <a:pt x="111" y="0"/>
                      <a:pt x="0" y="148"/>
                      <a:pt x="0" y="333"/>
                    </a:cubicBezTo>
                    <a:cubicBezTo>
                      <a:pt x="0" y="481"/>
                      <a:pt x="111" y="629"/>
                      <a:pt x="296" y="629"/>
                    </a:cubicBezTo>
                    <a:lnTo>
                      <a:pt x="23699" y="629"/>
                    </a:lnTo>
                    <a:cubicBezTo>
                      <a:pt x="23883" y="629"/>
                      <a:pt x="24031" y="481"/>
                      <a:pt x="24031" y="333"/>
                    </a:cubicBezTo>
                    <a:cubicBezTo>
                      <a:pt x="24031" y="148"/>
                      <a:pt x="23883" y="0"/>
                      <a:pt x="23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53"/>
              <p:cNvSpPr/>
              <p:nvPr/>
            </p:nvSpPr>
            <p:spPr>
              <a:xfrm>
                <a:off x="5789722" y="1637980"/>
                <a:ext cx="414131" cy="10856"/>
              </a:xfrm>
              <a:custGeom>
                <a:avLst/>
                <a:gdLst/>
                <a:ahLst/>
                <a:cxnLst/>
                <a:rect l="l" t="t" r="r" b="b"/>
                <a:pathLst>
                  <a:path w="24032" h="630" extrusionOk="0">
                    <a:moveTo>
                      <a:pt x="296" y="1"/>
                    </a:moveTo>
                    <a:cubicBezTo>
                      <a:pt x="111" y="1"/>
                      <a:pt x="0" y="149"/>
                      <a:pt x="0" y="297"/>
                    </a:cubicBezTo>
                    <a:cubicBezTo>
                      <a:pt x="0" y="481"/>
                      <a:pt x="111" y="629"/>
                      <a:pt x="296" y="629"/>
                    </a:cubicBezTo>
                    <a:lnTo>
                      <a:pt x="23699" y="629"/>
                    </a:lnTo>
                    <a:cubicBezTo>
                      <a:pt x="23883" y="629"/>
                      <a:pt x="24031" y="481"/>
                      <a:pt x="24031" y="297"/>
                    </a:cubicBezTo>
                    <a:cubicBezTo>
                      <a:pt x="24031" y="149"/>
                      <a:pt x="23883" y="1"/>
                      <a:pt x="236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53"/>
              <p:cNvSpPr/>
              <p:nvPr/>
            </p:nvSpPr>
            <p:spPr>
              <a:xfrm>
                <a:off x="5789722" y="1706789"/>
                <a:ext cx="414131" cy="10856"/>
              </a:xfrm>
              <a:custGeom>
                <a:avLst/>
                <a:gdLst/>
                <a:ahLst/>
                <a:cxnLst/>
                <a:rect l="l" t="t" r="r" b="b"/>
                <a:pathLst>
                  <a:path w="24032" h="630" extrusionOk="0">
                    <a:moveTo>
                      <a:pt x="296" y="1"/>
                    </a:moveTo>
                    <a:cubicBezTo>
                      <a:pt x="111" y="1"/>
                      <a:pt x="0" y="149"/>
                      <a:pt x="0" y="296"/>
                    </a:cubicBezTo>
                    <a:cubicBezTo>
                      <a:pt x="0" y="481"/>
                      <a:pt x="111" y="629"/>
                      <a:pt x="296" y="629"/>
                    </a:cubicBezTo>
                    <a:lnTo>
                      <a:pt x="23699" y="629"/>
                    </a:lnTo>
                    <a:cubicBezTo>
                      <a:pt x="23883" y="629"/>
                      <a:pt x="24031" y="481"/>
                      <a:pt x="24031" y="296"/>
                    </a:cubicBezTo>
                    <a:cubicBezTo>
                      <a:pt x="24031" y="149"/>
                      <a:pt x="23883" y="1"/>
                      <a:pt x="236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53"/>
              <p:cNvSpPr/>
              <p:nvPr/>
            </p:nvSpPr>
            <p:spPr>
              <a:xfrm>
                <a:off x="5789722" y="1775599"/>
                <a:ext cx="414131" cy="10219"/>
              </a:xfrm>
              <a:custGeom>
                <a:avLst/>
                <a:gdLst/>
                <a:ahLst/>
                <a:cxnLst/>
                <a:rect l="l" t="t" r="r" b="b"/>
                <a:pathLst>
                  <a:path w="24032" h="593" extrusionOk="0">
                    <a:moveTo>
                      <a:pt x="296" y="1"/>
                    </a:moveTo>
                    <a:cubicBezTo>
                      <a:pt x="111" y="1"/>
                      <a:pt x="0" y="111"/>
                      <a:pt x="0" y="296"/>
                    </a:cubicBezTo>
                    <a:cubicBezTo>
                      <a:pt x="0" y="481"/>
                      <a:pt x="111" y="592"/>
                      <a:pt x="296" y="592"/>
                    </a:cubicBezTo>
                    <a:lnTo>
                      <a:pt x="23699" y="592"/>
                    </a:lnTo>
                    <a:cubicBezTo>
                      <a:pt x="23883" y="592"/>
                      <a:pt x="24031" y="481"/>
                      <a:pt x="24031" y="296"/>
                    </a:cubicBezTo>
                    <a:cubicBezTo>
                      <a:pt x="24031" y="111"/>
                      <a:pt x="23883" y="1"/>
                      <a:pt x="236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53"/>
              <p:cNvSpPr/>
              <p:nvPr/>
            </p:nvSpPr>
            <p:spPr>
              <a:xfrm>
                <a:off x="6150312" y="2513994"/>
                <a:ext cx="414131" cy="10856"/>
              </a:xfrm>
              <a:custGeom>
                <a:avLst/>
                <a:gdLst/>
                <a:ahLst/>
                <a:cxnLst/>
                <a:rect l="l" t="t" r="r" b="b"/>
                <a:pathLst>
                  <a:path w="24032" h="630" extrusionOk="0">
                    <a:moveTo>
                      <a:pt x="297" y="1"/>
                    </a:moveTo>
                    <a:cubicBezTo>
                      <a:pt x="112" y="1"/>
                      <a:pt x="1" y="148"/>
                      <a:pt x="1" y="296"/>
                    </a:cubicBezTo>
                    <a:cubicBezTo>
                      <a:pt x="1" y="481"/>
                      <a:pt x="112" y="629"/>
                      <a:pt x="297" y="629"/>
                    </a:cubicBezTo>
                    <a:lnTo>
                      <a:pt x="23699" y="629"/>
                    </a:lnTo>
                    <a:cubicBezTo>
                      <a:pt x="23884" y="629"/>
                      <a:pt x="24032" y="481"/>
                      <a:pt x="24032" y="296"/>
                    </a:cubicBezTo>
                    <a:cubicBezTo>
                      <a:pt x="24032" y="148"/>
                      <a:pt x="23884" y="1"/>
                      <a:pt x="236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53"/>
              <p:cNvSpPr/>
              <p:nvPr/>
            </p:nvSpPr>
            <p:spPr>
              <a:xfrm>
                <a:off x="6150312" y="2582804"/>
                <a:ext cx="414131" cy="10202"/>
              </a:xfrm>
              <a:custGeom>
                <a:avLst/>
                <a:gdLst/>
                <a:ahLst/>
                <a:cxnLst/>
                <a:rect l="l" t="t" r="r" b="b"/>
                <a:pathLst>
                  <a:path w="24032" h="592" extrusionOk="0">
                    <a:moveTo>
                      <a:pt x="297" y="0"/>
                    </a:moveTo>
                    <a:cubicBezTo>
                      <a:pt x="112" y="0"/>
                      <a:pt x="1" y="111"/>
                      <a:pt x="1" y="296"/>
                    </a:cubicBezTo>
                    <a:cubicBezTo>
                      <a:pt x="1" y="481"/>
                      <a:pt x="112" y="592"/>
                      <a:pt x="297" y="592"/>
                    </a:cubicBezTo>
                    <a:lnTo>
                      <a:pt x="23699" y="592"/>
                    </a:lnTo>
                    <a:cubicBezTo>
                      <a:pt x="23884" y="592"/>
                      <a:pt x="24032" y="481"/>
                      <a:pt x="24032" y="296"/>
                    </a:cubicBezTo>
                    <a:cubicBezTo>
                      <a:pt x="24032" y="111"/>
                      <a:pt x="23884" y="0"/>
                      <a:pt x="23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53"/>
              <p:cNvSpPr/>
              <p:nvPr/>
            </p:nvSpPr>
            <p:spPr>
              <a:xfrm>
                <a:off x="6150312" y="2651613"/>
                <a:ext cx="414131" cy="10202"/>
              </a:xfrm>
              <a:custGeom>
                <a:avLst/>
                <a:gdLst/>
                <a:ahLst/>
                <a:cxnLst/>
                <a:rect l="l" t="t" r="r" b="b"/>
                <a:pathLst>
                  <a:path w="24032" h="592" extrusionOk="0">
                    <a:moveTo>
                      <a:pt x="297" y="0"/>
                    </a:moveTo>
                    <a:cubicBezTo>
                      <a:pt x="112" y="0"/>
                      <a:pt x="1" y="111"/>
                      <a:pt x="1" y="296"/>
                    </a:cubicBezTo>
                    <a:cubicBezTo>
                      <a:pt x="1" y="444"/>
                      <a:pt x="112" y="592"/>
                      <a:pt x="297" y="592"/>
                    </a:cubicBezTo>
                    <a:lnTo>
                      <a:pt x="23699" y="592"/>
                    </a:lnTo>
                    <a:cubicBezTo>
                      <a:pt x="23884" y="592"/>
                      <a:pt x="24032" y="444"/>
                      <a:pt x="24032" y="296"/>
                    </a:cubicBezTo>
                    <a:cubicBezTo>
                      <a:pt x="24032" y="111"/>
                      <a:pt x="23884" y="0"/>
                      <a:pt x="23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53"/>
              <p:cNvSpPr/>
              <p:nvPr/>
            </p:nvSpPr>
            <p:spPr>
              <a:xfrm>
                <a:off x="6150312" y="2719785"/>
                <a:ext cx="414131" cy="10839"/>
              </a:xfrm>
              <a:custGeom>
                <a:avLst/>
                <a:gdLst/>
                <a:ahLst/>
                <a:cxnLst/>
                <a:rect l="l" t="t" r="r" b="b"/>
                <a:pathLst>
                  <a:path w="24032" h="629" extrusionOk="0">
                    <a:moveTo>
                      <a:pt x="297" y="0"/>
                    </a:moveTo>
                    <a:cubicBezTo>
                      <a:pt x="112" y="0"/>
                      <a:pt x="1" y="148"/>
                      <a:pt x="1" y="333"/>
                    </a:cubicBezTo>
                    <a:cubicBezTo>
                      <a:pt x="1" y="481"/>
                      <a:pt x="112" y="629"/>
                      <a:pt x="297" y="629"/>
                    </a:cubicBezTo>
                    <a:lnTo>
                      <a:pt x="23699" y="629"/>
                    </a:lnTo>
                    <a:cubicBezTo>
                      <a:pt x="23884" y="629"/>
                      <a:pt x="24032" y="481"/>
                      <a:pt x="24032" y="333"/>
                    </a:cubicBezTo>
                    <a:cubicBezTo>
                      <a:pt x="24032" y="148"/>
                      <a:pt x="23884" y="0"/>
                      <a:pt x="23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53"/>
              <p:cNvSpPr/>
              <p:nvPr/>
            </p:nvSpPr>
            <p:spPr>
              <a:xfrm>
                <a:off x="4853825" y="3407206"/>
                <a:ext cx="414131" cy="10219"/>
              </a:xfrm>
              <a:custGeom>
                <a:avLst/>
                <a:gdLst/>
                <a:ahLst/>
                <a:cxnLst/>
                <a:rect l="l" t="t" r="r" b="b"/>
                <a:pathLst>
                  <a:path w="24032" h="593" extrusionOk="0">
                    <a:moveTo>
                      <a:pt x="296" y="1"/>
                    </a:moveTo>
                    <a:cubicBezTo>
                      <a:pt x="112" y="1"/>
                      <a:pt x="1" y="111"/>
                      <a:pt x="1" y="296"/>
                    </a:cubicBezTo>
                    <a:cubicBezTo>
                      <a:pt x="1" y="444"/>
                      <a:pt x="112" y="592"/>
                      <a:pt x="296" y="592"/>
                    </a:cubicBezTo>
                    <a:lnTo>
                      <a:pt x="23699" y="592"/>
                    </a:lnTo>
                    <a:cubicBezTo>
                      <a:pt x="23884" y="592"/>
                      <a:pt x="24032" y="444"/>
                      <a:pt x="24032" y="296"/>
                    </a:cubicBezTo>
                    <a:cubicBezTo>
                      <a:pt x="24032" y="111"/>
                      <a:pt x="23884" y="1"/>
                      <a:pt x="236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53"/>
              <p:cNvSpPr/>
              <p:nvPr/>
            </p:nvSpPr>
            <p:spPr>
              <a:xfrm>
                <a:off x="4853825" y="3475378"/>
                <a:ext cx="414131" cy="10839"/>
              </a:xfrm>
              <a:custGeom>
                <a:avLst/>
                <a:gdLst/>
                <a:ahLst/>
                <a:cxnLst/>
                <a:rect l="l" t="t" r="r" b="b"/>
                <a:pathLst>
                  <a:path w="24032" h="629" extrusionOk="0">
                    <a:moveTo>
                      <a:pt x="296" y="0"/>
                    </a:moveTo>
                    <a:cubicBezTo>
                      <a:pt x="112" y="0"/>
                      <a:pt x="1" y="148"/>
                      <a:pt x="1" y="333"/>
                    </a:cubicBezTo>
                    <a:cubicBezTo>
                      <a:pt x="1" y="481"/>
                      <a:pt x="112" y="629"/>
                      <a:pt x="296" y="629"/>
                    </a:cubicBezTo>
                    <a:lnTo>
                      <a:pt x="23699" y="629"/>
                    </a:lnTo>
                    <a:cubicBezTo>
                      <a:pt x="23884" y="629"/>
                      <a:pt x="24032" y="481"/>
                      <a:pt x="24032" y="333"/>
                    </a:cubicBezTo>
                    <a:cubicBezTo>
                      <a:pt x="24032" y="148"/>
                      <a:pt x="23884" y="0"/>
                      <a:pt x="23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53"/>
              <p:cNvSpPr/>
              <p:nvPr/>
            </p:nvSpPr>
            <p:spPr>
              <a:xfrm>
                <a:off x="4853825" y="3544187"/>
                <a:ext cx="414131" cy="10839"/>
              </a:xfrm>
              <a:custGeom>
                <a:avLst/>
                <a:gdLst/>
                <a:ahLst/>
                <a:cxnLst/>
                <a:rect l="l" t="t" r="r" b="b"/>
                <a:pathLst>
                  <a:path w="24032" h="629" extrusionOk="0">
                    <a:moveTo>
                      <a:pt x="296" y="0"/>
                    </a:moveTo>
                    <a:cubicBezTo>
                      <a:pt x="112" y="0"/>
                      <a:pt x="1" y="148"/>
                      <a:pt x="1" y="333"/>
                    </a:cubicBezTo>
                    <a:cubicBezTo>
                      <a:pt x="1" y="481"/>
                      <a:pt x="112" y="629"/>
                      <a:pt x="296" y="629"/>
                    </a:cubicBezTo>
                    <a:lnTo>
                      <a:pt x="23699" y="629"/>
                    </a:lnTo>
                    <a:cubicBezTo>
                      <a:pt x="23884" y="629"/>
                      <a:pt x="24032" y="481"/>
                      <a:pt x="24032" y="333"/>
                    </a:cubicBezTo>
                    <a:cubicBezTo>
                      <a:pt x="24032" y="148"/>
                      <a:pt x="23884" y="0"/>
                      <a:pt x="23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53"/>
              <p:cNvSpPr/>
              <p:nvPr/>
            </p:nvSpPr>
            <p:spPr>
              <a:xfrm>
                <a:off x="4853825" y="3612997"/>
                <a:ext cx="414131" cy="10839"/>
              </a:xfrm>
              <a:custGeom>
                <a:avLst/>
                <a:gdLst/>
                <a:ahLst/>
                <a:cxnLst/>
                <a:rect l="l" t="t" r="r" b="b"/>
                <a:pathLst>
                  <a:path w="24032" h="629" extrusionOk="0">
                    <a:moveTo>
                      <a:pt x="296" y="0"/>
                    </a:moveTo>
                    <a:cubicBezTo>
                      <a:pt x="112" y="0"/>
                      <a:pt x="1" y="148"/>
                      <a:pt x="1" y="296"/>
                    </a:cubicBezTo>
                    <a:cubicBezTo>
                      <a:pt x="1" y="481"/>
                      <a:pt x="112" y="629"/>
                      <a:pt x="296" y="629"/>
                    </a:cubicBezTo>
                    <a:lnTo>
                      <a:pt x="23699" y="629"/>
                    </a:lnTo>
                    <a:cubicBezTo>
                      <a:pt x="23884" y="629"/>
                      <a:pt x="24032" y="481"/>
                      <a:pt x="24032" y="296"/>
                    </a:cubicBezTo>
                    <a:cubicBezTo>
                      <a:pt x="24032" y="148"/>
                      <a:pt x="23884" y="0"/>
                      <a:pt x="23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53"/>
              <p:cNvSpPr/>
              <p:nvPr/>
            </p:nvSpPr>
            <p:spPr>
              <a:xfrm>
                <a:off x="5418292" y="3210549"/>
                <a:ext cx="131898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7654" h="9671" extrusionOk="0">
                    <a:moveTo>
                      <a:pt x="1684" y="1"/>
                    </a:moveTo>
                    <a:cubicBezTo>
                      <a:pt x="776" y="1"/>
                      <a:pt x="1" y="458"/>
                      <a:pt x="1" y="2022"/>
                    </a:cubicBezTo>
                    <a:cubicBezTo>
                      <a:pt x="1" y="5793"/>
                      <a:pt x="3069" y="9157"/>
                      <a:pt x="4511" y="9564"/>
                    </a:cubicBezTo>
                    <a:cubicBezTo>
                      <a:pt x="4776" y="9637"/>
                      <a:pt x="5034" y="9671"/>
                      <a:pt x="5281" y="9671"/>
                    </a:cubicBezTo>
                    <a:cubicBezTo>
                      <a:pt x="6407" y="9671"/>
                      <a:pt x="7287" y="8965"/>
                      <a:pt x="7469" y="8085"/>
                    </a:cubicBezTo>
                    <a:cubicBezTo>
                      <a:pt x="7653" y="7050"/>
                      <a:pt x="4511" y="913"/>
                      <a:pt x="4511" y="913"/>
                    </a:cubicBezTo>
                    <a:cubicBezTo>
                      <a:pt x="4511" y="913"/>
                      <a:pt x="2965" y="1"/>
                      <a:pt x="1684" y="1"/>
                    </a:cubicBezTo>
                    <a:close/>
                  </a:path>
                </a:pathLst>
              </a:custGeom>
              <a:solidFill>
                <a:srgbClr val="ADADA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53"/>
              <p:cNvSpPr/>
              <p:nvPr/>
            </p:nvSpPr>
            <p:spPr>
              <a:xfrm>
                <a:off x="5413192" y="3205241"/>
                <a:ext cx="138911" cy="177133"/>
              </a:xfrm>
              <a:custGeom>
                <a:avLst/>
                <a:gdLst/>
                <a:ahLst/>
                <a:cxnLst/>
                <a:rect l="l" t="t" r="r" b="b"/>
                <a:pathLst>
                  <a:path w="8061" h="10279" extrusionOk="0">
                    <a:moveTo>
                      <a:pt x="1997" y="629"/>
                    </a:moveTo>
                    <a:cubicBezTo>
                      <a:pt x="2552" y="629"/>
                      <a:pt x="3254" y="814"/>
                      <a:pt x="3772" y="1036"/>
                    </a:cubicBezTo>
                    <a:cubicBezTo>
                      <a:pt x="4031" y="1147"/>
                      <a:pt x="4252" y="1258"/>
                      <a:pt x="4400" y="1332"/>
                    </a:cubicBezTo>
                    <a:cubicBezTo>
                      <a:pt x="4474" y="1406"/>
                      <a:pt x="4548" y="1406"/>
                      <a:pt x="4585" y="1443"/>
                    </a:cubicBezTo>
                    <a:lnTo>
                      <a:pt x="4589" y="1445"/>
                    </a:lnTo>
                    <a:lnTo>
                      <a:pt x="4589" y="1445"/>
                    </a:lnTo>
                    <a:cubicBezTo>
                      <a:pt x="4658" y="1573"/>
                      <a:pt x="4806" y="1857"/>
                      <a:pt x="4992" y="2256"/>
                    </a:cubicBezTo>
                    <a:cubicBezTo>
                      <a:pt x="5399" y="3106"/>
                      <a:pt x="6027" y="4400"/>
                      <a:pt x="6545" y="5583"/>
                    </a:cubicBezTo>
                    <a:cubicBezTo>
                      <a:pt x="6803" y="6175"/>
                      <a:pt x="7025" y="6766"/>
                      <a:pt x="7210" y="7247"/>
                    </a:cubicBezTo>
                    <a:cubicBezTo>
                      <a:pt x="7358" y="7728"/>
                      <a:pt x="7469" y="8134"/>
                      <a:pt x="7432" y="8282"/>
                    </a:cubicBezTo>
                    <a:lnTo>
                      <a:pt x="7432" y="8356"/>
                    </a:lnTo>
                    <a:cubicBezTo>
                      <a:pt x="7321" y="9022"/>
                      <a:pt x="6582" y="9687"/>
                      <a:pt x="5583" y="9687"/>
                    </a:cubicBezTo>
                    <a:cubicBezTo>
                      <a:pt x="5362" y="9687"/>
                      <a:pt x="5140" y="9650"/>
                      <a:pt x="4918" y="9576"/>
                    </a:cubicBezTo>
                    <a:cubicBezTo>
                      <a:pt x="4622" y="9502"/>
                      <a:pt x="4178" y="9243"/>
                      <a:pt x="3698" y="8800"/>
                    </a:cubicBezTo>
                    <a:cubicBezTo>
                      <a:pt x="2293" y="7580"/>
                      <a:pt x="592" y="5029"/>
                      <a:pt x="629" y="2330"/>
                    </a:cubicBezTo>
                    <a:cubicBezTo>
                      <a:pt x="629" y="1591"/>
                      <a:pt x="814" y="1184"/>
                      <a:pt x="1036" y="962"/>
                    </a:cubicBezTo>
                    <a:cubicBezTo>
                      <a:pt x="1258" y="740"/>
                      <a:pt x="1591" y="629"/>
                      <a:pt x="1997" y="629"/>
                    </a:cubicBezTo>
                    <a:close/>
                    <a:moveTo>
                      <a:pt x="1997" y="1"/>
                    </a:moveTo>
                    <a:cubicBezTo>
                      <a:pt x="1480" y="1"/>
                      <a:pt x="962" y="149"/>
                      <a:pt x="592" y="518"/>
                    </a:cubicBezTo>
                    <a:cubicBezTo>
                      <a:pt x="223" y="925"/>
                      <a:pt x="1" y="1517"/>
                      <a:pt x="1" y="2330"/>
                    </a:cubicBezTo>
                    <a:cubicBezTo>
                      <a:pt x="1" y="4289"/>
                      <a:pt x="777" y="6138"/>
                      <a:pt x="1775" y="7543"/>
                    </a:cubicBezTo>
                    <a:cubicBezTo>
                      <a:pt x="2256" y="8245"/>
                      <a:pt x="2774" y="8837"/>
                      <a:pt x="3291" y="9280"/>
                    </a:cubicBezTo>
                    <a:cubicBezTo>
                      <a:pt x="3809" y="9724"/>
                      <a:pt x="4289" y="10057"/>
                      <a:pt x="4733" y="10168"/>
                    </a:cubicBezTo>
                    <a:cubicBezTo>
                      <a:pt x="5029" y="10242"/>
                      <a:pt x="5325" y="10279"/>
                      <a:pt x="5583" y="10279"/>
                    </a:cubicBezTo>
                    <a:cubicBezTo>
                      <a:pt x="6840" y="10279"/>
                      <a:pt x="7839" y="9502"/>
                      <a:pt x="8060" y="8467"/>
                    </a:cubicBezTo>
                    <a:cubicBezTo>
                      <a:pt x="8060" y="8393"/>
                      <a:pt x="8060" y="8356"/>
                      <a:pt x="8060" y="8282"/>
                    </a:cubicBezTo>
                    <a:cubicBezTo>
                      <a:pt x="8060" y="8060"/>
                      <a:pt x="8023" y="7839"/>
                      <a:pt x="7913" y="7506"/>
                    </a:cubicBezTo>
                    <a:cubicBezTo>
                      <a:pt x="7617" y="6508"/>
                      <a:pt x="6914" y="4881"/>
                      <a:pt x="6286" y="3550"/>
                    </a:cubicBezTo>
                    <a:cubicBezTo>
                      <a:pt x="5657" y="2182"/>
                      <a:pt x="5103" y="1073"/>
                      <a:pt x="5103" y="1073"/>
                    </a:cubicBezTo>
                    <a:lnTo>
                      <a:pt x="4955" y="962"/>
                    </a:lnTo>
                    <a:cubicBezTo>
                      <a:pt x="4955" y="925"/>
                      <a:pt x="4548" y="703"/>
                      <a:pt x="3994" y="481"/>
                    </a:cubicBezTo>
                    <a:cubicBezTo>
                      <a:pt x="3439" y="260"/>
                      <a:pt x="2700" y="1"/>
                      <a:pt x="19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53"/>
              <p:cNvSpPr/>
              <p:nvPr/>
            </p:nvSpPr>
            <p:spPr>
              <a:xfrm>
                <a:off x="5439954" y="3243480"/>
                <a:ext cx="77736" cy="88558"/>
              </a:xfrm>
              <a:custGeom>
                <a:avLst/>
                <a:gdLst/>
                <a:ahLst/>
                <a:cxnLst/>
                <a:rect l="l" t="t" r="r" b="b"/>
                <a:pathLst>
                  <a:path w="4511" h="5139" extrusionOk="0">
                    <a:moveTo>
                      <a:pt x="1368" y="0"/>
                    </a:moveTo>
                    <a:cubicBezTo>
                      <a:pt x="851" y="0"/>
                      <a:pt x="481" y="185"/>
                      <a:pt x="259" y="481"/>
                    </a:cubicBezTo>
                    <a:cubicBezTo>
                      <a:pt x="38" y="776"/>
                      <a:pt x="1" y="1146"/>
                      <a:pt x="1" y="1442"/>
                    </a:cubicBezTo>
                    <a:cubicBezTo>
                      <a:pt x="1" y="1996"/>
                      <a:pt x="148" y="2440"/>
                      <a:pt x="148" y="2477"/>
                    </a:cubicBezTo>
                    <a:cubicBezTo>
                      <a:pt x="206" y="2593"/>
                      <a:pt x="309" y="2685"/>
                      <a:pt x="439" y="2685"/>
                    </a:cubicBezTo>
                    <a:cubicBezTo>
                      <a:pt x="476" y="2685"/>
                      <a:pt x="515" y="2678"/>
                      <a:pt x="555" y="2662"/>
                    </a:cubicBezTo>
                    <a:cubicBezTo>
                      <a:pt x="703" y="2625"/>
                      <a:pt x="777" y="2440"/>
                      <a:pt x="740" y="2292"/>
                    </a:cubicBezTo>
                    <a:lnTo>
                      <a:pt x="740" y="2255"/>
                    </a:lnTo>
                    <a:cubicBezTo>
                      <a:pt x="703" y="2181"/>
                      <a:pt x="592" y="1812"/>
                      <a:pt x="592" y="1442"/>
                    </a:cubicBezTo>
                    <a:cubicBezTo>
                      <a:pt x="592" y="1220"/>
                      <a:pt x="666" y="998"/>
                      <a:pt x="740" y="850"/>
                    </a:cubicBezTo>
                    <a:cubicBezTo>
                      <a:pt x="851" y="703"/>
                      <a:pt x="999" y="629"/>
                      <a:pt x="1368" y="592"/>
                    </a:cubicBezTo>
                    <a:cubicBezTo>
                      <a:pt x="1405" y="592"/>
                      <a:pt x="1479" y="592"/>
                      <a:pt x="1553" y="629"/>
                    </a:cubicBezTo>
                    <a:cubicBezTo>
                      <a:pt x="1923" y="666"/>
                      <a:pt x="2293" y="813"/>
                      <a:pt x="2589" y="1072"/>
                    </a:cubicBezTo>
                    <a:cubicBezTo>
                      <a:pt x="3032" y="1442"/>
                      <a:pt x="3365" y="1960"/>
                      <a:pt x="3587" y="2403"/>
                    </a:cubicBezTo>
                    <a:cubicBezTo>
                      <a:pt x="3629" y="2487"/>
                      <a:pt x="3665" y="2571"/>
                      <a:pt x="3697" y="2651"/>
                    </a:cubicBezTo>
                    <a:lnTo>
                      <a:pt x="3697" y="2651"/>
                    </a:lnTo>
                    <a:cubicBezTo>
                      <a:pt x="3536" y="2615"/>
                      <a:pt x="3358" y="2588"/>
                      <a:pt x="3180" y="2588"/>
                    </a:cubicBezTo>
                    <a:cubicBezTo>
                      <a:pt x="2921" y="2588"/>
                      <a:pt x="2625" y="2662"/>
                      <a:pt x="2404" y="2810"/>
                    </a:cubicBezTo>
                    <a:cubicBezTo>
                      <a:pt x="2145" y="2995"/>
                      <a:pt x="1997" y="3327"/>
                      <a:pt x="1997" y="3697"/>
                    </a:cubicBezTo>
                    <a:cubicBezTo>
                      <a:pt x="1997" y="3993"/>
                      <a:pt x="2071" y="4215"/>
                      <a:pt x="2182" y="4437"/>
                    </a:cubicBezTo>
                    <a:cubicBezTo>
                      <a:pt x="2330" y="4732"/>
                      <a:pt x="2589" y="4917"/>
                      <a:pt x="2847" y="5028"/>
                    </a:cubicBezTo>
                    <a:cubicBezTo>
                      <a:pt x="3069" y="5102"/>
                      <a:pt x="3328" y="5139"/>
                      <a:pt x="3476" y="5139"/>
                    </a:cubicBezTo>
                    <a:cubicBezTo>
                      <a:pt x="3587" y="5139"/>
                      <a:pt x="3661" y="5102"/>
                      <a:pt x="3661" y="5102"/>
                    </a:cubicBezTo>
                    <a:cubicBezTo>
                      <a:pt x="3846" y="5102"/>
                      <a:pt x="3956" y="4954"/>
                      <a:pt x="3956" y="4769"/>
                    </a:cubicBezTo>
                    <a:cubicBezTo>
                      <a:pt x="3924" y="4608"/>
                      <a:pt x="3808" y="4503"/>
                      <a:pt x="3656" y="4503"/>
                    </a:cubicBezTo>
                    <a:cubicBezTo>
                      <a:pt x="3634" y="4503"/>
                      <a:pt x="3611" y="4506"/>
                      <a:pt x="3587" y="4510"/>
                    </a:cubicBezTo>
                    <a:lnTo>
                      <a:pt x="3476" y="4510"/>
                    </a:lnTo>
                    <a:cubicBezTo>
                      <a:pt x="3328" y="4510"/>
                      <a:pt x="3106" y="4474"/>
                      <a:pt x="2921" y="4363"/>
                    </a:cubicBezTo>
                    <a:cubicBezTo>
                      <a:pt x="2847" y="4326"/>
                      <a:pt x="2773" y="4252"/>
                      <a:pt x="2736" y="4141"/>
                    </a:cubicBezTo>
                    <a:cubicBezTo>
                      <a:pt x="2662" y="4030"/>
                      <a:pt x="2625" y="3919"/>
                      <a:pt x="2625" y="3697"/>
                    </a:cubicBezTo>
                    <a:cubicBezTo>
                      <a:pt x="2625" y="3438"/>
                      <a:pt x="2699" y="3364"/>
                      <a:pt x="2773" y="3327"/>
                    </a:cubicBezTo>
                    <a:cubicBezTo>
                      <a:pt x="2847" y="3253"/>
                      <a:pt x="2995" y="3217"/>
                      <a:pt x="3180" y="3217"/>
                    </a:cubicBezTo>
                    <a:cubicBezTo>
                      <a:pt x="3365" y="3217"/>
                      <a:pt x="3624" y="3253"/>
                      <a:pt x="3772" y="3327"/>
                    </a:cubicBezTo>
                    <a:cubicBezTo>
                      <a:pt x="3882" y="3327"/>
                      <a:pt x="3956" y="3364"/>
                      <a:pt x="3993" y="3364"/>
                    </a:cubicBezTo>
                    <a:lnTo>
                      <a:pt x="4067" y="3401"/>
                    </a:lnTo>
                    <a:cubicBezTo>
                      <a:pt x="4113" y="3417"/>
                      <a:pt x="4166" y="3426"/>
                      <a:pt x="4216" y="3426"/>
                    </a:cubicBezTo>
                    <a:cubicBezTo>
                      <a:pt x="4288" y="3426"/>
                      <a:pt x="4357" y="3408"/>
                      <a:pt x="4400" y="3364"/>
                    </a:cubicBezTo>
                    <a:cubicBezTo>
                      <a:pt x="4474" y="3253"/>
                      <a:pt x="4511" y="3143"/>
                      <a:pt x="4511" y="3032"/>
                    </a:cubicBezTo>
                    <a:cubicBezTo>
                      <a:pt x="4474" y="3032"/>
                      <a:pt x="4289" y="2329"/>
                      <a:pt x="3846" y="1627"/>
                    </a:cubicBezTo>
                    <a:cubicBezTo>
                      <a:pt x="3624" y="1257"/>
                      <a:pt x="3328" y="887"/>
                      <a:pt x="2958" y="592"/>
                    </a:cubicBezTo>
                    <a:cubicBezTo>
                      <a:pt x="2589" y="296"/>
                      <a:pt x="2145" y="37"/>
                      <a:pt x="15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53"/>
              <p:cNvSpPr/>
              <p:nvPr/>
            </p:nvSpPr>
            <p:spPr>
              <a:xfrm>
                <a:off x="5150706" y="3600882"/>
                <a:ext cx="1469174" cy="877772"/>
              </a:xfrm>
              <a:custGeom>
                <a:avLst/>
                <a:gdLst/>
                <a:ahLst/>
                <a:cxnLst/>
                <a:rect l="l" t="t" r="r" b="b"/>
                <a:pathLst>
                  <a:path w="85256" h="50937" extrusionOk="0">
                    <a:moveTo>
                      <a:pt x="39781" y="1"/>
                    </a:moveTo>
                    <a:cubicBezTo>
                      <a:pt x="39781" y="1"/>
                      <a:pt x="11314" y="16527"/>
                      <a:pt x="7358" y="18005"/>
                    </a:cubicBezTo>
                    <a:cubicBezTo>
                      <a:pt x="3365" y="19447"/>
                      <a:pt x="1" y="37896"/>
                      <a:pt x="1" y="37896"/>
                    </a:cubicBezTo>
                    <a:cubicBezTo>
                      <a:pt x="6441" y="42864"/>
                      <a:pt x="27866" y="50910"/>
                      <a:pt x="43560" y="50910"/>
                    </a:cubicBezTo>
                    <a:cubicBezTo>
                      <a:pt x="43631" y="50910"/>
                      <a:pt x="43703" y="50910"/>
                      <a:pt x="43774" y="50909"/>
                    </a:cubicBezTo>
                    <a:cubicBezTo>
                      <a:pt x="44591" y="50927"/>
                      <a:pt x="45414" y="50937"/>
                      <a:pt x="46242" y="50937"/>
                    </a:cubicBezTo>
                    <a:cubicBezTo>
                      <a:pt x="58947" y="50937"/>
                      <a:pt x="72899" y="48764"/>
                      <a:pt x="85255" y="43072"/>
                    </a:cubicBezTo>
                    <a:cubicBezTo>
                      <a:pt x="85255" y="43072"/>
                      <a:pt x="79746" y="14641"/>
                      <a:pt x="77676" y="12756"/>
                    </a:cubicBezTo>
                    <a:cubicBezTo>
                      <a:pt x="75569" y="10870"/>
                      <a:pt x="39781" y="1"/>
                      <a:pt x="397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53"/>
              <p:cNvSpPr/>
              <p:nvPr/>
            </p:nvSpPr>
            <p:spPr>
              <a:xfrm>
                <a:off x="5144985" y="3595523"/>
                <a:ext cx="1480616" cy="888404"/>
              </a:xfrm>
              <a:custGeom>
                <a:avLst/>
                <a:gdLst/>
                <a:ahLst/>
                <a:cxnLst/>
                <a:rect l="l" t="t" r="r" b="b"/>
                <a:pathLst>
                  <a:path w="85920" h="51554" extrusionOk="0">
                    <a:moveTo>
                      <a:pt x="40140" y="641"/>
                    </a:moveTo>
                    <a:cubicBezTo>
                      <a:pt x="40341" y="706"/>
                      <a:pt x="40833" y="866"/>
                      <a:pt x="41555" y="1088"/>
                    </a:cubicBezTo>
                    <a:cubicBezTo>
                      <a:pt x="44993" y="2123"/>
                      <a:pt x="53645" y="4785"/>
                      <a:pt x="61630" y="7410"/>
                    </a:cubicBezTo>
                    <a:cubicBezTo>
                      <a:pt x="65623" y="8704"/>
                      <a:pt x="69468" y="9998"/>
                      <a:pt x="72426" y="11033"/>
                    </a:cubicBezTo>
                    <a:cubicBezTo>
                      <a:pt x="73904" y="11588"/>
                      <a:pt x="75124" y="12068"/>
                      <a:pt x="76086" y="12438"/>
                    </a:cubicBezTo>
                    <a:cubicBezTo>
                      <a:pt x="76529" y="12660"/>
                      <a:pt x="76936" y="12808"/>
                      <a:pt x="77232" y="12956"/>
                    </a:cubicBezTo>
                    <a:cubicBezTo>
                      <a:pt x="77528" y="13103"/>
                      <a:pt x="77712" y="13251"/>
                      <a:pt x="77786" y="13288"/>
                    </a:cubicBezTo>
                    <a:cubicBezTo>
                      <a:pt x="77860" y="13362"/>
                      <a:pt x="78008" y="13584"/>
                      <a:pt x="78156" y="13880"/>
                    </a:cubicBezTo>
                    <a:cubicBezTo>
                      <a:pt x="78711" y="14989"/>
                      <a:pt x="79450" y="17429"/>
                      <a:pt x="80226" y="20424"/>
                    </a:cubicBezTo>
                    <a:cubicBezTo>
                      <a:pt x="81409" y="24897"/>
                      <a:pt x="82666" y="30665"/>
                      <a:pt x="83665" y="35286"/>
                    </a:cubicBezTo>
                    <a:cubicBezTo>
                      <a:pt x="84145" y="37615"/>
                      <a:pt x="84552" y="39648"/>
                      <a:pt x="84848" y="41090"/>
                    </a:cubicBezTo>
                    <a:cubicBezTo>
                      <a:pt x="85049" y="42095"/>
                      <a:pt x="85181" y="42827"/>
                      <a:pt x="85246" y="43193"/>
                    </a:cubicBezTo>
                    <a:lnTo>
                      <a:pt x="85246" y="43193"/>
                    </a:lnTo>
                    <a:cubicBezTo>
                      <a:pt x="73065" y="48771"/>
                      <a:pt x="59296" y="50925"/>
                      <a:pt x="46731" y="50925"/>
                    </a:cubicBezTo>
                    <a:cubicBezTo>
                      <a:pt x="45844" y="50925"/>
                      <a:pt x="44956" y="50925"/>
                      <a:pt x="44106" y="50888"/>
                    </a:cubicBezTo>
                    <a:lnTo>
                      <a:pt x="43810" y="50888"/>
                    </a:lnTo>
                    <a:cubicBezTo>
                      <a:pt x="36047" y="50888"/>
                      <a:pt x="26804" y="48891"/>
                      <a:pt x="18707" y="46266"/>
                    </a:cubicBezTo>
                    <a:cubicBezTo>
                      <a:pt x="14678" y="44972"/>
                      <a:pt x="10907" y="43493"/>
                      <a:pt x="7764" y="42052"/>
                    </a:cubicBezTo>
                    <a:cubicBezTo>
                      <a:pt x="4720" y="40655"/>
                      <a:pt x="2265" y="39258"/>
                      <a:pt x="669" y="38063"/>
                    </a:cubicBezTo>
                    <a:lnTo>
                      <a:pt x="669" y="38063"/>
                    </a:lnTo>
                    <a:cubicBezTo>
                      <a:pt x="698" y="37928"/>
                      <a:pt x="737" y="37724"/>
                      <a:pt x="777" y="37467"/>
                    </a:cubicBezTo>
                    <a:cubicBezTo>
                      <a:pt x="1146" y="35693"/>
                      <a:pt x="2071" y="31256"/>
                      <a:pt x="3328" y="27078"/>
                    </a:cubicBezTo>
                    <a:cubicBezTo>
                      <a:pt x="3956" y="25008"/>
                      <a:pt x="4695" y="23012"/>
                      <a:pt x="5472" y="21459"/>
                    </a:cubicBezTo>
                    <a:cubicBezTo>
                      <a:pt x="5842" y="20682"/>
                      <a:pt x="6248" y="20054"/>
                      <a:pt x="6655" y="19536"/>
                    </a:cubicBezTo>
                    <a:cubicBezTo>
                      <a:pt x="7025" y="19056"/>
                      <a:pt x="7431" y="18723"/>
                      <a:pt x="7801" y="18612"/>
                    </a:cubicBezTo>
                    <a:cubicBezTo>
                      <a:pt x="8319" y="18390"/>
                      <a:pt x="9206" y="17984"/>
                      <a:pt x="10352" y="17392"/>
                    </a:cubicBezTo>
                    <a:cubicBezTo>
                      <a:pt x="18132" y="13432"/>
                      <a:pt x="38392" y="1658"/>
                      <a:pt x="40140" y="641"/>
                    </a:cubicBezTo>
                    <a:close/>
                    <a:moveTo>
                      <a:pt x="40135" y="1"/>
                    </a:moveTo>
                    <a:cubicBezTo>
                      <a:pt x="40070" y="1"/>
                      <a:pt x="40018" y="27"/>
                      <a:pt x="39965" y="53"/>
                    </a:cubicBezTo>
                    <a:cubicBezTo>
                      <a:pt x="39965" y="53"/>
                      <a:pt x="39522" y="312"/>
                      <a:pt x="38745" y="755"/>
                    </a:cubicBezTo>
                    <a:cubicBezTo>
                      <a:pt x="35973" y="2345"/>
                      <a:pt x="29059" y="6338"/>
                      <a:pt x="22367" y="10109"/>
                    </a:cubicBezTo>
                    <a:cubicBezTo>
                      <a:pt x="19040" y="11994"/>
                      <a:pt x="15750" y="13806"/>
                      <a:pt x="13088" y="15248"/>
                    </a:cubicBezTo>
                    <a:cubicBezTo>
                      <a:pt x="10463" y="16690"/>
                      <a:pt x="8393" y="17725"/>
                      <a:pt x="7579" y="18021"/>
                    </a:cubicBezTo>
                    <a:cubicBezTo>
                      <a:pt x="6988" y="18242"/>
                      <a:pt x="6470" y="18723"/>
                      <a:pt x="5989" y="19389"/>
                    </a:cubicBezTo>
                    <a:cubicBezTo>
                      <a:pt x="5102" y="20572"/>
                      <a:pt x="4326" y="22309"/>
                      <a:pt x="3623" y="24306"/>
                    </a:cubicBezTo>
                    <a:cubicBezTo>
                      <a:pt x="1479" y="30184"/>
                      <a:pt x="37" y="38133"/>
                      <a:pt x="37" y="38133"/>
                    </a:cubicBezTo>
                    <a:cubicBezTo>
                      <a:pt x="0" y="38244"/>
                      <a:pt x="74" y="38354"/>
                      <a:pt x="148" y="38428"/>
                    </a:cubicBezTo>
                    <a:cubicBezTo>
                      <a:pt x="1775" y="39722"/>
                      <a:pt x="4363" y="41164"/>
                      <a:pt x="7505" y="42606"/>
                    </a:cubicBezTo>
                    <a:cubicBezTo>
                      <a:pt x="17007" y="47006"/>
                      <a:pt x="32017" y="51516"/>
                      <a:pt x="43810" y="51516"/>
                    </a:cubicBezTo>
                    <a:lnTo>
                      <a:pt x="44069" y="51516"/>
                    </a:lnTo>
                    <a:cubicBezTo>
                      <a:pt x="44956" y="51553"/>
                      <a:pt x="45844" y="51553"/>
                      <a:pt x="46731" y="51553"/>
                    </a:cubicBezTo>
                    <a:cubicBezTo>
                      <a:pt x="59449" y="51553"/>
                      <a:pt x="73387" y="49335"/>
                      <a:pt x="85735" y="43678"/>
                    </a:cubicBezTo>
                    <a:cubicBezTo>
                      <a:pt x="85846" y="43604"/>
                      <a:pt x="85920" y="43456"/>
                      <a:pt x="85920" y="43309"/>
                    </a:cubicBezTo>
                    <a:cubicBezTo>
                      <a:pt x="85920" y="43309"/>
                      <a:pt x="84515" y="36210"/>
                      <a:pt x="82888" y="28853"/>
                    </a:cubicBezTo>
                    <a:cubicBezTo>
                      <a:pt x="82075" y="25193"/>
                      <a:pt x="81188" y="21459"/>
                      <a:pt x="80374" y="18538"/>
                    </a:cubicBezTo>
                    <a:cubicBezTo>
                      <a:pt x="79968" y="17059"/>
                      <a:pt x="79561" y="15802"/>
                      <a:pt x="79228" y="14804"/>
                    </a:cubicBezTo>
                    <a:cubicBezTo>
                      <a:pt x="79043" y="14324"/>
                      <a:pt x="78858" y="13917"/>
                      <a:pt x="78711" y="13584"/>
                    </a:cubicBezTo>
                    <a:cubicBezTo>
                      <a:pt x="78526" y="13251"/>
                      <a:pt x="78378" y="13030"/>
                      <a:pt x="78193" y="12845"/>
                    </a:cubicBezTo>
                    <a:cubicBezTo>
                      <a:pt x="78008" y="12697"/>
                      <a:pt x="77749" y="12549"/>
                      <a:pt x="77380" y="12364"/>
                    </a:cubicBezTo>
                    <a:cubicBezTo>
                      <a:pt x="75938" y="11662"/>
                      <a:pt x="72906" y="10553"/>
                      <a:pt x="69135" y="9259"/>
                    </a:cubicBezTo>
                    <a:cubicBezTo>
                      <a:pt x="57896" y="5414"/>
                      <a:pt x="40224" y="16"/>
                      <a:pt x="40224" y="16"/>
                    </a:cubicBezTo>
                    <a:cubicBezTo>
                      <a:pt x="40192" y="5"/>
                      <a:pt x="40162" y="1"/>
                      <a:pt x="401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53"/>
              <p:cNvSpPr/>
              <p:nvPr/>
            </p:nvSpPr>
            <p:spPr>
              <a:xfrm>
                <a:off x="6375213" y="4209948"/>
                <a:ext cx="15302" cy="49078"/>
              </a:xfrm>
              <a:custGeom>
                <a:avLst/>
                <a:gdLst/>
                <a:ahLst/>
                <a:cxnLst/>
                <a:rect l="l" t="t" r="r" b="b"/>
                <a:pathLst>
                  <a:path w="888" h="2848" extrusionOk="0">
                    <a:moveTo>
                      <a:pt x="592" y="1"/>
                    </a:moveTo>
                    <a:cubicBezTo>
                      <a:pt x="444" y="1"/>
                      <a:pt x="259" y="112"/>
                      <a:pt x="259" y="259"/>
                    </a:cubicBezTo>
                    <a:cubicBezTo>
                      <a:pt x="148" y="1073"/>
                      <a:pt x="74" y="1849"/>
                      <a:pt x="37" y="2515"/>
                    </a:cubicBezTo>
                    <a:cubicBezTo>
                      <a:pt x="0" y="2699"/>
                      <a:pt x="148" y="2847"/>
                      <a:pt x="333" y="2847"/>
                    </a:cubicBezTo>
                    <a:cubicBezTo>
                      <a:pt x="481" y="2847"/>
                      <a:pt x="629" y="2736"/>
                      <a:pt x="629" y="2552"/>
                    </a:cubicBezTo>
                    <a:cubicBezTo>
                      <a:pt x="666" y="1886"/>
                      <a:pt x="740" y="1147"/>
                      <a:pt x="851" y="370"/>
                    </a:cubicBezTo>
                    <a:cubicBezTo>
                      <a:pt x="888" y="185"/>
                      <a:pt x="777" y="38"/>
                      <a:pt x="5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53"/>
              <p:cNvSpPr/>
              <p:nvPr/>
            </p:nvSpPr>
            <p:spPr>
              <a:xfrm>
                <a:off x="6387310" y="3840914"/>
                <a:ext cx="96864" cy="328400"/>
              </a:xfrm>
              <a:custGeom>
                <a:avLst/>
                <a:gdLst/>
                <a:ahLst/>
                <a:cxnLst/>
                <a:rect l="l" t="t" r="r" b="b"/>
                <a:pathLst>
                  <a:path w="5621" h="19057" extrusionOk="0">
                    <a:moveTo>
                      <a:pt x="5283" y="0"/>
                    </a:moveTo>
                    <a:cubicBezTo>
                      <a:pt x="5155" y="0"/>
                      <a:pt x="5022" y="72"/>
                      <a:pt x="4992" y="194"/>
                    </a:cubicBezTo>
                    <a:cubicBezTo>
                      <a:pt x="4992" y="194"/>
                      <a:pt x="1591" y="10657"/>
                      <a:pt x="38" y="18680"/>
                    </a:cubicBezTo>
                    <a:cubicBezTo>
                      <a:pt x="1" y="18865"/>
                      <a:pt x="112" y="19013"/>
                      <a:pt x="297" y="19050"/>
                    </a:cubicBezTo>
                    <a:cubicBezTo>
                      <a:pt x="316" y="19054"/>
                      <a:pt x="336" y="19057"/>
                      <a:pt x="356" y="19057"/>
                    </a:cubicBezTo>
                    <a:cubicBezTo>
                      <a:pt x="491" y="19057"/>
                      <a:pt x="634" y="18956"/>
                      <a:pt x="666" y="18828"/>
                    </a:cubicBezTo>
                    <a:cubicBezTo>
                      <a:pt x="1406" y="14835"/>
                      <a:pt x="2663" y="10214"/>
                      <a:pt x="3698" y="6627"/>
                    </a:cubicBezTo>
                    <a:cubicBezTo>
                      <a:pt x="4215" y="4816"/>
                      <a:pt x="4696" y="3263"/>
                      <a:pt x="5029" y="2154"/>
                    </a:cubicBezTo>
                    <a:cubicBezTo>
                      <a:pt x="5362" y="1045"/>
                      <a:pt x="5583" y="416"/>
                      <a:pt x="5583" y="379"/>
                    </a:cubicBezTo>
                    <a:cubicBezTo>
                      <a:pt x="5620" y="231"/>
                      <a:pt x="5546" y="47"/>
                      <a:pt x="5362" y="10"/>
                    </a:cubicBezTo>
                    <a:cubicBezTo>
                      <a:pt x="5336" y="3"/>
                      <a:pt x="5310" y="0"/>
                      <a:pt x="52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53"/>
              <p:cNvSpPr/>
              <p:nvPr/>
            </p:nvSpPr>
            <p:spPr>
              <a:xfrm>
                <a:off x="5285775" y="3941896"/>
                <a:ext cx="156109" cy="367586"/>
              </a:xfrm>
              <a:custGeom>
                <a:avLst/>
                <a:gdLst/>
                <a:ahLst/>
                <a:cxnLst/>
                <a:rect l="l" t="t" r="r" b="b"/>
                <a:pathLst>
                  <a:path w="9059" h="21331" extrusionOk="0">
                    <a:moveTo>
                      <a:pt x="353" y="0"/>
                    </a:moveTo>
                    <a:cubicBezTo>
                      <a:pt x="290" y="0"/>
                      <a:pt x="229" y="21"/>
                      <a:pt x="186" y="65"/>
                    </a:cubicBezTo>
                    <a:cubicBezTo>
                      <a:pt x="38" y="139"/>
                      <a:pt x="1" y="324"/>
                      <a:pt x="75" y="472"/>
                    </a:cubicBezTo>
                    <a:cubicBezTo>
                      <a:pt x="75" y="472"/>
                      <a:pt x="112" y="509"/>
                      <a:pt x="149" y="582"/>
                    </a:cubicBezTo>
                    <a:cubicBezTo>
                      <a:pt x="740" y="1470"/>
                      <a:pt x="5694" y="9160"/>
                      <a:pt x="8430" y="21101"/>
                    </a:cubicBezTo>
                    <a:cubicBezTo>
                      <a:pt x="8462" y="21230"/>
                      <a:pt x="8578" y="21330"/>
                      <a:pt x="8729" y="21330"/>
                    </a:cubicBezTo>
                    <a:cubicBezTo>
                      <a:pt x="8752" y="21330"/>
                      <a:pt x="8775" y="21328"/>
                      <a:pt x="8800" y="21323"/>
                    </a:cubicBezTo>
                    <a:cubicBezTo>
                      <a:pt x="8948" y="21286"/>
                      <a:pt x="9058" y="21101"/>
                      <a:pt x="9022" y="20953"/>
                    </a:cubicBezTo>
                    <a:cubicBezTo>
                      <a:pt x="6064" y="8125"/>
                      <a:pt x="629" y="139"/>
                      <a:pt x="592" y="139"/>
                    </a:cubicBezTo>
                    <a:cubicBezTo>
                      <a:pt x="547" y="49"/>
                      <a:pt x="448" y="0"/>
                      <a:pt x="3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53"/>
              <p:cNvSpPr/>
              <p:nvPr/>
            </p:nvSpPr>
            <p:spPr>
              <a:xfrm>
                <a:off x="5622170" y="3620579"/>
                <a:ext cx="491212" cy="504654"/>
              </a:xfrm>
              <a:custGeom>
                <a:avLst/>
                <a:gdLst/>
                <a:ahLst/>
                <a:cxnLst/>
                <a:rect l="l" t="t" r="r" b="b"/>
                <a:pathLst>
                  <a:path w="28505" h="29285" extrusionOk="0">
                    <a:moveTo>
                      <a:pt x="15923" y="0"/>
                    </a:moveTo>
                    <a:cubicBezTo>
                      <a:pt x="14096" y="0"/>
                      <a:pt x="12327" y="264"/>
                      <a:pt x="10870" y="743"/>
                    </a:cubicBezTo>
                    <a:cubicBezTo>
                      <a:pt x="5805" y="2444"/>
                      <a:pt x="2995" y="2444"/>
                      <a:pt x="1516" y="6178"/>
                    </a:cubicBezTo>
                    <a:cubicBezTo>
                      <a:pt x="1516" y="6178"/>
                      <a:pt x="0" y="16493"/>
                      <a:pt x="1146" y="21964"/>
                    </a:cubicBezTo>
                    <a:cubicBezTo>
                      <a:pt x="2255" y="27399"/>
                      <a:pt x="2625" y="29285"/>
                      <a:pt x="2625" y="29285"/>
                    </a:cubicBezTo>
                    <a:cubicBezTo>
                      <a:pt x="2625" y="29285"/>
                      <a:pt x="7690" y="24959"/>
                      <a:pt x="10685" y="22889"/>
                    </a:cubicBezTo>
                    <a:cubicBezTo>
                      <a:pt x="13716" y="20818"/>
                      <a:pt x="17450" y="19709"/>
                      <a:pt x="17450" y="19709"/>
                    </a:cubicBezTo>
                    <a:cubicBezTo>
                      <a:pt x="17450" y="19709"/>
                      <a:pt x="19336" y="19709"/>
                      <a:pt x="22146" y="21964"/>
                    </a:cubicBezTo>
                    <a:cubicBezTo>
                      <a:pt x="24955" y="24220"/>
                      <a:pt x="28320" y="27769"/>
                      <a:pt x="28320" y="27769"/>
                    </a:cubicBezTo>
                    <a:lnTo>
                      <a:pt x="28320" y="16714"/>
                    </a:lnTo>
                    <a:cubicBezTo>
                      <a:pt x="28320" y="16714"/>
                      <a:pt x="28504" y="11243"/>
                      <a:pt x="26656" y="5623"/>
                    </a:cubicBezTo>
                    <a:cubicBezTo>
                      <a:pt x="25313" y="1621"/>
                      <a:pt x="20444" y="0"/>
                      <a:pt x="159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53"/>
              <p:cNvSpPr/>
              <p:nvPr/>
            </p:nvSpPr>
            <p:spPr>
              <a:xfrm>
                <a:off x="5623445" y="3529281"/>
                <a:ext cx="516062" cy="529693"/>
              </a:xfrm>
              <a:custGeom>
                <a:avLst/>
                <a:gdLst/>
                <a:ahLst/>
                <a:cxnLst/>
                <a:rect l="l" t="t" r="r" b="b"/>
                <a:pathLst>
                  <a:path w="29947" h="30738" extrusionOk="0">
                    <a:moveTo>
                      <a:pt x="15291" y="1"/>
                    </a:moveTo>
                    <a:cubicBezTo>
                      <a:pt x="12418" y="1"/>
                      <a:pt x="9595" y="642"/>
                      <a:pt x="7542" y="1863"/>
                    </a:cubicBezTo>
                    <a:cubicBezTo>
                      <a:pt x="7542" y="1863"/>
                      <a:pt x="2514" y="5191"/>
                      <a:pt x="1257" y="8555"/>
                    </a:cubicBezTo>
                    <a:cubicBezTo>
                      <a:pt x="0" y="11883"/>
                      <a:pt x="2514" y="30738"/>
                      <a:pt x="2514" y="30738"/>
                    </a:cubicBezTo>
                    <a:cubicBezTo>
                      <a:pt x="2514" y="30738"/>
                      <a:pt x="11942" y="23602"/>
                      <a:pt x="13827" y="23602"/>
                    </a:cubicBezTo>
                    <a:cubicBezTo>
                      <a:pt x="15713" y="23602"/>
                      <a:pt x="19484" y="22789"/>
                      <a:pt x="19484" y="22789"/>
                    </a:cubicBezTo>
                    <a:cubicBezTo>
                      <a:pt x="19484" y="22789"/>
                      <a:pt x="23255" y="22789"/>
                      <a:pt x="25732" y="24859"/>
                    </a:cubicBezTo>
                    <a:cubicBezTo>
                      <a:pt x="28246" y="26967"/>
                      <a:pt x="29946" y="29074"/>
                      <a:pt x="29946" y="29074"/>
                    </a:cubicBezTo>
                    <a:cubicBezTo>
                      <a:pt x="29946" y="29074"/>
                      <a:pt x="29318" y="12955"/>
                      <a:pt x="26989" y="6263"/>
                    </a:cubicBezTo>
                    <a:cubicBezTo>
                      <a:pt x="25528" y="1977"/>
                      <a:pt x="20333" y="1"/>
                      <a:pt x="1529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53"/>
              <p:cNvSpPr/>
              <p:nvPr/>
            </p:nvSpPr>
            <p:spPr>
              <a:xfrm>
                <a:off x="5633630" y="3523801"/>
                <a:ext cx="510978" cy="540532"/>
              </a:xfrm>
              <a:custGeom>
                <a:avLst/>
                <a:gdLst/>
                <a:ahLst/>
                <a:cxnLst/>
                <a:rect l="l" t="t" r="r" b="b"/>
                <a:pathLst>
                  <a:path w="29652" h="31367" extrusionOk="0">
                    <a:moveTo>
                      <a:pt x="14678" y="629"/>
                    </a:moveTo>
                    <a:cubicBezTo>
                      <a:pt x="17155" y="629"/>
                      <a:pt x="19706" y="1109"/>
                      <a:pt x="21739" y="2108"/>
                    </a:cubicBezTo>
                    <a:cubicBezTo>
                      <a:pt x="23810" y="3106"/>
                      <a:pt x="25436" y="4622"/>
                      <a:pt x="26139" y="6655"/>
                    </a:cubicBezTo>
                    <a:cubicBezTo>
                      <a:pt x="27248" y="9945"/>
                      <a:pt x="27987" y="15639"/>
                      <a:pt x="28431" y="20519"/>
                    </a:cubicBezTo>
                    <a:cubicBezTo>
                      <a:pt x="28653" y="22922"/>
                      <a:pt x="28801" y="25177"/>
                      <a:pt x="28912" y="26767"/>
                    </a:cubicBezTo>
                    <a:cubicBezTo>
                      <a:pt x="28944" y="27475"/>
                      <a:pt x="28976" y="28071"/>
                      <a:pt x="29008" y="28506"/>
                    </a:cubicBezTo>
                    <a:lnTo>
                      <a:pt x="29008" y="28506"/>
                    </a:lnTo>
                    <a:cubicBezTo>
                      <a:pt x="28309" y="27719"/>
                      <a:pt x="27011" y="26337"/>
                      <a:pt x="25362" y="24955"/>
                    </a:cubicBezTo>
                    <a:cubicBezTo>
                      <a:pt x="24032" y="23846"/>
                      <a:pt x="22442" y="23329"/>
                      <a:pt x="21148" y="23070"/>
                    </a:cubicBezTo>
                    <a:cubicBezTo>
                      <a:pt x="19854" y="22774"/>
                      <a:pt x="18893" y="22774"/>
                      <a:pt x="18893" y="22774"/>
                    </a:cubicBezTo>
                    <a:lnTo>
                      <a:pt x="18819" y="22811"/>
                    </a:lnTo>
                    <a:cubicBezTo>
                      <a:pt x="18819" y="22811"/>
                      <a:pt x="18597" y="22848"/>
                      <a:pt x="18190" y="22922"/>
                    </a:cubicBezTo>
                    <a:cubicBezTo>
                      <a:pt x="17044" y="23144"/>
                      <a:pt x="14567" y="23624"/>
                      <a:pt x="13236" y="23624"/>
                    </a:cubicBezTo>
                    <a:cubicBezTo>
                      <a:pt x="12903" y="23624"/>
                      <a:pt x="12534" y="23772"/>
                      <a:pt x="12090" y="23957"/>
                    </a:cubicBezTo>
                    <a:cubicBezTo>
                      <a:pt x="10500" y="24660"/>
                      <a:pt x="7949" y="26360"/>
                      <a:pt x="5731" y="27913"/>
                    </a:cubicBezTo>
                    <a:cubicBezTo>
                      <a:pt x="4185" y="28987"/>
                      <a:pt x="2825" y="29988"/>
                      <a:pt x="2164" y="30479"/>
                    </a:cubicBezTo>
                    <a:lnTo>
                      <a:pt x="2164" y="30479"/>
                    </a:lnTo>
                    <a:cubicBezTo>
                      <a:pt x="2127" y="30132"/>
                      <a:pt x="2071" y="29633"/>
                      <a:pt x="1997" y="29022"/>
                    </a:cubicBezTo>
                    <a:cubicBezTo>
                      <a:pt x="1516" y="25325"/>
                      <a:pt x="629" y="17339"/>
                      <a:pt x="629" y="12459"/>
                    </a:cubicBezTo>
                    <a:cubicBezTo>
                      <a:pt x="629" y="11646"/>
                      <a:pt x="666" y="10944"/>
                      <a:pt x="703" y="10315"/>
                    </a:cubicBezTo>
                    <a:cubicBezTo>
                      <a:pt x="777" y="9723"/>
                      <a:pt x="851" y="9280"/>
                      <a:pt x="962" y="8984"/>
                    </a:cubicBezTo>
                    <a:cubicBezTo>
                      <a:pt x="1553" y="7394"/>
                      <a:pt x="3106" y="5731"/>
                      <a:pt x="4474" y="4511"/>
                    </a:cubicBezTo>
                    <a:cubicBezTo>
                      <a:pt x="5177" y="3882"/>
                      <a:pt x="5842" y="3365"/>
                      <a:pt x="6323" y="2995"/>
                    </a:cubicBezTo>
                    <a:cubicBezTo>
                      <a:pt x="6581" y="2810"/>
                      <a:pt x="6766" y="2662"/>
                      <a:pt x="6914" y="2588"/>
                    </a:cubicBezTo>
                    <a:cubicBezTo>
                      <a:pt x="7062" y="2477"/>
                      <a:pt x="7136" y="2440"/>
                      <a:pt x="7136" y="2440"/>
                    </a:cubicBezTo>
                    <a:lnTo>
                      <a:pt x="7125" y="2425"/>
                    </a:lnTo>
                    <a:lnTo>
                      <a:pt x="7125" y="2425"/>
                    </a:lnTo>
                    <a:cubicBezTo>
                      <a:pt x="9119" y="1252"/>
                      <a:pt x="11880" y="629"/>
                      <a:pt x="14678" y="629"/>
                    </a:cubicBezTo>
                    <a:close/>
                    <a:moveTo>
                      <a:pt x="14678" y="0"/>
                    </a:moveTo>
                    <a:cubicBezTo>
                      <a:pt x="11757" y="0"/>
                      <a:pt x="8911" y="666"/>
                      <a:pt x="6803" y="1923"/>
                    </a:cubicBezTo>
                    <a:lnTo>
                      <a:pt x="6766" y="1923"/>
                    </a:lnTo>
                    <a:cubicBezTo>
                      <a:pt x="6766" y="1923"/>
                      <a:pt x="5509" y="2773"/>
                      <a:pt x="4067" y="4030"/>
                    </a:cubicBezTo>
                    <a:cubicBezTo>
                      <a:pt x="2663" y="5324"/>
                      <a:pt x="1036" y="6988"/>
                      <a:pt x="370" y="8762"/>
                    </a:cubicBezTo>
                    <a:cubicBezTo>
                      <a:pt x="222" y="9132"/>
                      <a:pt x="149" y="9650"/>
                      <a:pt x="112" y="10278"/>
                    </a:cubicBezTo>
                    <a:cubicBezTo>
                      <a:pt x="38" y="10907"/>
                      <a:pt x="1" y="11646"/>
                      <a:pt x="1" y="12459"/>
                    </a:cubicBezTo>
                    <a:cubicBezTo>
                      <a:pt x="1" y="19040"/>
                      <a:pt x="1627" y="31093"/>
                      <a:pt x="1627" y="31093"/>
                    </a:cubicBezTo>
                    <a:cubicBezTo>
                      <a:pt x="1627" y="31203"/>
                      <a:pt x="1701" y="31277"/>
                      <a:pt x="1812" y="31351"/>
                    </a:cubicBezTo>
                    <a:cubicBezTo>
                      <a:pt x="1845" y="31362"/>
                      <a:pt x="1877" y="31367"/>
                      <a:pt x="1909" y="31367"/>
                    </a:cubicBezTo>
                    <a:cubicBezTo>
                      <a:pt x="1985" y="31367"/>
                      <a:pt x="2056" y="31341"/>
                      <a:pt x="2108" y="31314"/>
                    </a:cubicBezTo>
                    <a:cubicBezTo>
                      <a:pt x="2108" y="31314"/>
                      <a:pt x="2256" y="31203"/>
                      <a:pt x="2515" y="30982"/>
                    </a:cubicBezTo>
                    <a:cubicBezTo>
                      <a:pt x="3439" y="30316"/>
                      <a:pt x="5731" y="28616"/>
                      <a:pt x="8023" y="27100"/>
                    </a:cubicBezTo>
                    <a:cubicBezTo>
                      <a:pt x="9169" y="26323"/>
                      <a:pt x="10278" y="25621"/>
                      <a:pt x="11240" y="25066"/>
                    </a:cubicBezTo>
                    <a:cubicBezTo>
                      <a:pt x="11720" y="24808"/>
                      <a:pt x="12127" y="24586"/>
                      <a:pt x="12497" y="24475"/>
                    </a:cubicBezTo>
                    <a:cubicBezTo>
                      <a:pt x="12829" y="24327"/>
                      <a:pt x="13088" y="24253"/>
                      <a:pt x="13236" y="24253"/>
                    </a:cubicBezTo>
                    <a:cubicBezTo>
                      <a:pt x="14197" y="24253"/>
                      <a:pt x="15639" y="24031"/>
                      <a:pt x="16822" y="23809"/>
                    </a:cubicBezTo>
                    <a:cubicBezTo>
                      <a:pt x="18005" y="23624"/>
                      <a:pt x="18930" y="23403"/>
                      <a:pt x="18930" y="23403"/>
                    </a:cubicBezTo>
                    <a:lnTo>
                      <a:pt x="19040" y="23403"/>
                    </a:lnTo>
                    <a:cubicBezTo>
                      <a:pt x="19743" y="23440"/>
                      <a:pt x="22885" y="23661"/>
                      <a:pt x="24956" y="25436"/>
                    </a:cubicBezTo>
                    <a:cubicBezTo>
                      <a:pt x="26213" y="26471"/>
                      <a:pt x="27248" y="27506"/>
                      <a:pt x="27950" y="28283"/>
                    </a:cubicBezTo>
                    <a:cubicBezTo>
                      <a:pt x="28320" y="28652"/>
                      <a:pt x="28616" y="28985"/>
                      <a:pt x="28801" y="29207"/>
                    </a:cubicBezTo>
                    <a:cubicBezTo>
                      <a:pt x="28912" y="29318"/>
                      <a:pt x="28986" y="29429"/>
                      <a:pt x="29023" y="29466"/>
                    </a:cubicBezTo>
                    <a:cubicBezTo>
                      <a:pt x="29096" y="29540"/>
                      <a:pt x="29096" y="29577"/>
                      <a:pt x="29096" y="29577"/>
                    </a:cubicBezTo>
                    <a:cubicBezTo>
                      <a:pt x="29144" y="29648"/>
                      <a:pt x="29223" y="29689"/>
                      <a:pt x="29312" y="29689"/>
                    </a:cubicBezTo>
                    <a:cubicBezTo>
                      <a:pt x="29361" y="29689"/>
                      <a:pt x="29414" y="29677"/>
                      <a:pt x="29466" y="29651"/>
                    </a:cubicBezTo>
                    <a:cubicBezTo>
                      <a:pt x="29577" y="29614"/>
                      <a:pt x="29651" y="29503"/>
                      <a:pt x="29651" y="29355"/>
                    </a:cubicBezTo>
                    <a:cubicBezTo>
                      <a:pt x="29651" y="29355"/>
                      <a:pt x="29503" y="25325"/>
                      <a:pt x="29060" y="20445"/>
                    </a:cubicBezTo>
                    <a:cubicBezTo>
                      <a:pt x="28616" y="15565"/>
                      <a:pt x="27876" y="9871"/>
                      <a:pt x="26693" y="6470"/>
                    </a:cubicBezTo>
                    <a:cubicBezTo>
                      <a:pt x="25954" y="4215"/>
                      <a:pt x="24179" y="2625"/>
                      <a:pt x="22035" y="1553"/>
                    </a:cubicBezTo>
                    <a:cubicBezTo>
                      <a:pt x="19854" y="518"/>
                      <a:pt x="17229" y="0"/>
                      <a:pt x="146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53"/>
              <p:cNvSpPr/>
              <p:nvPr/>
            </p:nvSpPr>
            <p:spPr>
              <a:xfrm>
                <a:off x="5677590" y="3381082"/>
                <a:ext cx="328124" cy="651199"/>
              </a:xfrm>
              <a:custGeom>
                <a:avLst/>
                <a:gdLst/>
                <a:ahLst/>
                <a:cxnLst/>
                <a:rect l="l" t="t" r="r" b="b"/>
                <a:pathLst>
                  <a:path w="19041" h="37789" extrusionOk="0">
                    <a:moveTo>
                      <a:pt x="17783" y="1"/>
                    </a:moveTo>
                    <a:cubicBezTo>
                      <a:pt x="17783" y="1"/>
                      <a:pt x="14177" y="4597"/>
                      <a:pt x="7151" y="4597"/>
                    </a:cubicBezTo>
                    <a:cubicBezTo>
                      <a:pt x="5067" y="4597"/>
                      <a:pt x="2682" y="4192"/>
                      <a:pt x="1" y="3143"/>
                    </a:cubicBezTo>
                    <a:lnTo>
                      <a:pt x="1" y="3143"/>
                    </a:lnTo>
                    <a:cubicBezTo>
                      <a:pt x="1" y="3144"/>
                      <a:pt x="2108" y="12349"/>
                      <a:pt x="4622" y="20076"/>
                    </a:cubicBezTo>
                    <a:cubicBezTo>
                      <a:pt x="6906" y="27131"/>
                      <a:pt x="12641" y="37789"/>
                      <a:pt x="14445" y="37789"/>
                    </a:cubicBezTo>
                    <a:cubicBezTo>
                      <a:pt x="14627" y="37789"/>
                      <a:pt x="14768" y="37682"/>
                      <a:pt x="14863" y="37452"/>
                    </a:cubicBezTo>
                    <a:cubicBezTo>
                      <a:pt x="15898" y="34938"/>
                      <a:pt x="19040" y="20076"/>
                      <a:pt x="19040" y="14863"/>
                    </a:cubicBezTo>
                    <a:cubicBezTo>
                      <a:pt x="19040" y="9613"/>
                      <a:pt x="17783" y="1"/>
                      <a:pt x="17783" y="1"/>
                    </a:cubicBezTo>
                    <a:close/>
                  </a:path>
                </a:pathLst>
              </a:custGeom>
              <a:solidFill>
                <a:srgbClr val="ADADA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53"/>
              <p:cNvSpPr/>
              <p:nvPr/>
            </p:nvSpPr>
            <p:spPr>
              <a:xfrm>
                <a:off x="5677590" y="3386820"/>
                <a:ext cx="328124" cy="302068"/>
              </a:xfrm>
              <a:custGeom>
                <a:avLst/>
                <a:gdLst/>
                <a:ahLst/>
                <a:cxnLst/>
                <a:rect l="l" t="t" r="r" b="b"/>
                <a:pathLst>
                  <a:path w="19041" h="17529" extrusionOk="0">
                    <a:moveTo>
                      <a:pt x="17488" y="0"/>
                    </a:moveTo>
                    <a:cubicBezTo>
                      <a:pt x="16480" y="1090"/>
                      <a:pt x="13004" y="4267"/>
                      <a:pt x="7162" y="4267"/>
                    </a:cubicBezTo>
                    <a:cubicBezTo>
                      <a:pt x="5075" y="4267"/>
                      <a:pt x="2687" y="3861"/>
                      <a:pt x="1" y="2810"/>
                    </a:cubicBezTo>
                    <a:lnTo>
                      <a:pt x="1" y="2810"/>
                    </a:lnTo>
                    <a:cubicBezTo>
                      <a:pt x="1" y="2810"/>
                      <a:pt x="1258" y="8356"/>
                      <a:pt x="2995" y="14456"/>
                    </a:cubicBezTo>
                    <a:cubicBezTo>
                      <a:pt x="4854" y="15980"/>
                      <a:pt x="7543" y="17529"/>
                      <a:pt x="10729" y="17529"/>
                    </a:cubicBezTo>
                    <a:cubicBezTo>
                      <a:pt x="11407" y="17529"/>
                      <a:pt x="12109" y="17459"/>
                      <a:pt x="12829" y="17303"/>
                    </a:cubicBezTo>
                    <a:cubicBezTo>
                      <a:pt x="15565" y="16674"/>
                      <a:pt x="17599" y="15048"/>
                      <a:pt x="19040" y="13236"/>
                    </a:cubicBezTo>
                    <a:cubicBezTo>
                      <a:pt x="18893" y="8504"/>
                      <a:pt x="18042" y="1664"/>
                      <a:pt x="17857" y="37"/>
                    </a:cubicBezTo>
                    <a:lnTo>
                      <a:pt x="174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53"/>
              <p:cNvSpPr/>
              <p:nvPr/>
            </p:nvSpPr>
            <p:spPr>
              <a:xfrm>
                <a:off x="5694150" y="3499590"/>
                <a:ext cx="311564" cy="189230"/>
              </a:xfrm>
              <a:custGeom>
                <a:avLst/>
                <a:gdLst/>
                <a:ahLst/>
                <a:cxnLst/>
                <a:rect l="l" t="t" r="r" b="b"/>
                <a:pathLst>
                  <a:path w="18080" h="10981" extrusionOk="0">
                    <a:moveTo>
                      <a:pt x="17599" y="0"/>
                    </a:moveTo>
                    <a:cubicBezTo>
                      <a:pt x="15935" y="2440"/>
                      <a:pt x="14050" y="3993"/>
                      <a:pt x="12164" y="4511"/>
                    </a:cubicBezTo>
                    <a:cubicBezTo>
                      <a:pt x="11425" y="4733"/>
                      <a:pt x="10685" y="4806"/>
                      <a:pt x="9946" y="4806"/>
                    </a:cubicBezTo>
                    <a:cubicBezTo>
                      <a:pt x="6619" y="4806"/>
                      <a:pt x="3254" y="2921"/>
                      <a:pt x="1" y="296"/>
                    </a:cubicBezTo>
                    <a:lnTo>
                      <a:pt x="1" y="296"/>
                    </a:lnTo>
                    <a:cubicBezTo>
                      <a:pt x="555" y="2403"/>
                      <a:pt x="1258" y="5102"/>
                      <a:pt x="2034" y="7912"/>
                    </a:cubicBezTo>
                    <a:cubicBezTo>
                      <a:pt x="3920" y="9428"/>
                      <a:pt x="6582" y="10981"/>
                      <a:pt x="9761" y="10981"/>
                    </a:cubicBezTo>
                    <a:cubicBezTo>
                      <a:pt x="10427" y="10981"/>
                      <a:pt x="11129" y="10907"/>
                      <a:pt x="11868" y="10759"/>
                    </a:cubicBezTo>
                    <a:cubicBezTo>
                      <a:pt x="14604" y="10130"/>
                      <a:pt x="16638" y="8504"/>
                      <a:pt x="18079" y="6692"/>
                    </a:cubicBezTo>
                    <a:cubicBezTo>
                      <a:pt x="18006" y="4659"/>
                      <a:pt x="17821" y="2219"/>
                      <a:pt x="17599" y="0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53"/>
              <p:cNvSpPr/>
              <p:nvPr/>
            </p:nvSpPr>
            <p:spPr>
              <a:xfrm>
                <a:off x="5671851" y="3375740"/>
                <a:ext cx="339601" cy="661573"/>
              </a:xfrm>
              <a:custGeom>
                <a:avLst/>
                <a:gdLst/>
                <a:ahLst/>
                <a:cxnLst/>
                <a:rect l="l" t="t" r="r" b="b"/>
                <a:pathLst>
                  <a:path w="19707" h="38391" extrusionOk="0">
                    <a:moveTo>
                      <a:pt x="17898" y="995"/>
                    </a:moveTo>
                    <a:cubicBezTo>
                      <a:pt x="17927" y="1245"/>
                      <a:pt x="17964" y="1563"/>
                      <a:pt x="18006" y="1937"/>
                    </a:cubicBezTo>
                    <a:cubicBezTo>
                      <a:pt x="18375" y="4858"/>
                      <a:pt x="19078" y="11254"/>
                      <a:pt x="19078" y="15173"/>
                    </a:cubicBezTo>
                    <a:cubicBezTo>
                      <a:pt x="19078" y="17724"/>
                      <a:pt x="18301" y="22752"/>
                      <a:pt x="17377" y="27410"/>
                    </a:cubicBezTo>
                    <a:cubicBezTo>
                      <a:pt x="16933" y="29739"/>
                      <a:pt x="16416" y="31995"/>
                      <a:pt x="16009" y="33843"/>
                    </a:cubicBezTo>
                    <a:cubicBezTo>
                      <a:pt x="15565" y="35655"/>
                      <a:pt x="15159" y="37060"/>
                      <a:pt x="14900" y="37651"/>
                    </a:cubicBezTo>
                    <a:cubicBezTo>
                      <a:pt x="14863" y="37725"/>
                      <a:pt x="14863" y="37762"/>
                      <a:pt x="14826" y="37762"/>
                    </a:cubicBezTo>
                    <a:lnTo>
                      <a:pt x="14789" y="37799"/>
                    </a:lnTo>
                    <a:cubicBezTo>
                      <a:pt x="14715" y="37799"/>
                      <a:pt x="14456" y="37688"/>
                      <a:pt x="14124" y="37392"/>
                    </a:cubicBezTo>
                    <a:cubicBezTo>
                      <a:pt x="13569" y="36912"/>
                      <a:pt x="12867" y="35951"/>
                      <a:pt x="12090" y="34730"/>
                    </a:cubicBezTo>
                    <a:cubicBezTo>
                      <a:pt x="9687" y="31070"/>
                      <a:pt x="6730" y="24859"/>
                      <a:pt x="5251" y="20312"/>
                    </a:cubicBezTo>
                    <a:cubicBezTo>
                      <a:pt x="3994" y="16430"/>
                      <a:pt x="2848" y="12215"/>
                      <a:pt x="1997" y="8925"/>
                    </a:cubicBezTo>
                    <a:cubicBezTo>
                      <a:pt x="1591" y="7298"/>
                      <a:pt x="1221" y="5893"/>
                      <a:pt x="999" y="4932"/>
                    </a:cubicBezTo>
                    <a:cubicBezTo>
                      <a:pt x="906" y="4513"/>
                      <a:pt x="826" y="4172"/>
                      <a:pt x="764" y="3917"/>
                    </a:cubicBezTo>
                    <a:lnTo>
                      <a:pt x="764" y="3917"/>
                    </a:lnTo>
                    <a:cubicBezTo>
                      <a:pt x="3277" y="4836"/>
                      <a:pt x="5504" y="5191"/>
                      <a:pt x="7506" y="5191"/>
                    </a:cubicBezTo>
                    <a:cubicBezTo>
                      <a:pt x="11092" y="5191"/>
                      <a:pt x="13791" y="4045"/>
                      <a:pt x="15602" y="2862"/>
                    </a:cubicBezTo>
                    <a:cubicBezTo>
                      <a:pt x="16684" y="2155"/>
                      <a:pt x="17449" y="1449"/>
                      <a:pt x="17898" y="995"/>
                    </a:cubicBezTo>
                    <a:close/>
                    <a:moveTo>
                      <a:pt x="18102" y="0"/>
                    </a:moveTo>
                    <a:cubicBezTo>
                      <a:pt x="18023" y="0"/>
                      <a:pt x="17949" y="35"/>
                      <a:pt x="17895" y="89"/>
                    </a:cubicBezTo>
                    <a:lnTo>
                      <a:pt x="17858" y="126"/>
                    </a:lnTo>
                    <a:cubicBezTo>
                      <a:pt x="17784" y="237"/>
                      <a:pt x="16859" y="1346"/>
                      <a:pt x="15122" y="2455"/>
                    </a:cubicBezTo>
                    <a:cubicBezTo>
                      <a:pt x="13384" y="3527"/>
                      <a:pt x="10833" y="4599"/>
                      <a:pt x="7506" y="4599"/>
                    </a:cubicBezTo>
                    <a:cubicBezTo>
                      <a:pt x="5436" y="4599"/>
                      <a:pt x="3106" y="4193"/>
                      <a:pt x="445" y="3157"/>
                    </a:cubicBezTo>
                    <a:cubicBezTo>
                      <a:pt x="399" y="3142"/>
                      <a:pt x="353" y="3133"/>
                      <a:pt x="309" y="3133"/>
                    </a:cubicBezTo>
                    <a:cubicBezTo>
                      <a:pt x="248" y="3133"/>
                      <a:pt x="192" y="3151"/>
                      <a:pt x="149" y="3194"/>
                    </a:cubicBezTo>
                    <a:cubicBezTo>
                      <a:pt x="38" y="3268"/>
                      <a:pt x="1" y="3379"/>
                      <a:pt x="38" y="3490"/>
                    </a:cubicBezTo>
                    <a:cubicBezTo>
                      <a:pt x="38" y="3527"/>
                      <a:pt x="2145" y="12733"/>
                      <a:pt x="4659" y="20497"/>
                    </a:cubicBezTo>
                    <a:cubicBezTo>
                      <a:pt x="5805" y="24046"/>
                      <a:pt x="7802" y="28482"/>
                      <a:pt x="9761" y="32032"/>
                    </a:cubicBezTo>
                    <a:cubicBezTo>
                      <a:pt x="10759" y="33806"/>
                      <a:pt x="11721" y="35359"/>
                      <a:pt x="12534" y="36505"/>
                    </a:cubicBezTo>
                    <a:cubicBezTo>
                      <a:pt x="12978" y="37060"/>
                      <a:pt x="13347" y="37540"/>
                      <a:pt x="13717" y="37836"/>
                    </a:cubicBezTo>
                    <a:cubicBezTo>
                      <a:pt x="14087" y="38169"/>
                      <a:pt x="14382" y="38391"/>
                      <a:pt x="14789" y="38391"/>
                    </a:cubicBezTo>
                    <a:cubicBezTo>
                      <a:pt x="14937" y="38391"/>
                      <a:pt x="15085" y="38354"/>
                      <a:pt x="15196" y="38243"/>
                    </a:cubicBezTo>
                    <a:cubicBezTo>
                      <a:pt x="15344" y="38169"/>
                      <a:pt x="15418" y="38021"/>
                      <a:pt x="15492" y="37873"/>
                    </a:cubicBezTo>
                    <a:cubicBezTo>
                      <a:pt x="15750" y="37208"/>
                      <a:pt x="16157" y="35803"/>
                      <a:pt x="16601" y="33991"/>
                    </a:cubicBezTo>
                    <a:cubicBezTo>
                      <a:pt x="17266" y="31218"/>
                      <a:pt x="18043" y="27521"/>
                      <a:pt x="18634" y="24009"/>
                    </a:cubicBezTo>
                    <a:cubicBezTo>
                      <a:pt x="19263" y="20460"/>
                      <a:pt x="19706" y="17169"/>
                      <a:pt x="19706" y="15173"/>
                    </a:cubicBezTo>
                    <a:cubicBezTo>
                      <a:pt x="19706" y="9886"/>
                      <a:pt x="18449" y="274"/>
                      <a:pt x="18449" y="274"/>
                    </a:cubicBezTo>
                    <a:cubicBezTo>
                      <a:pt x="18412" y="126"/>
                      <a:pt x="18338" y="15"/>
                      <a:pt x="18190" y="15"/>
                    </a:cubicBezTo>
                    <a:cubicBezTo>
                      <a:pt x="18161" y="5"/>
                      <a:pt x="18131" y="0"/>
                      <a:pt x="18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53"/>
              <p:cNvSpPr/>
              <p:nvPr/>
            </p:nvSpPr>
            <p:spPr>
              <a:xfrm>
                <a:off x="5387705" y="2640825"/>
                <a:ext cx="728866" cy="941584"/>
              </a:xfrm>
              <a:custGeom>
                <a:avLst/>
                <a:gdLst/>
                <a:ahLst/>
                <a:cxnLst/>
                <a:rect l="l" t="t" r="r" b="b"/>
                <a:pathLst>
                  <a:path w="42296" h="54640" extrusionOk="0">
                    <a:moveTo>
                      <a:pt x="23383" y="0"/>
                    </a:moveTo>
                    <a:cubicBezTo>
                      <a:pt x="17926" y="0"/>
                      <a:pt x="12571" y="2216"/>
                      <a:pt x="12571" y="2216"/>
                    </a:cubicBezTo>
                    <a:cubicBezTo>
                      <a:pt x="12571" y="2216"/>
                      <a:pt x="5473" y="4545"/>
                      <a:pt x="2737" y="15193"/>
                    </a:cubicBezTo>
                    <a:cubicBezTo>
                      <a:pt x="1" y="25877"/>
                      <a:pt x="6508" y="38632"/>
                      <a:pt x="11942" y="44511"/>
                    </a:cubicBezTo>
                    <a:cubicBezTo>
                      <a:pt x="16721" y="49647"/>
                      <a:pt x="22328" y="54640"/>
                      <a:pt x="27734" y="54640"/>
                    </a:cubicBezTo>
                    <a:cubicBezTo>
                      <a:pt x="28477" y="54640"/>
                      <a:pt x="29215" y="54546"/>
                      <a:pt x="29947" y="54345"/>
                    </a:cubicBezTo>
                    <a:cubicBezTo>
                      <a:pt x="36010" y="52681"/>
                      <a:pt x="42295" y="39889"/>
                      <a:pt x="40632" y="22957"/>
                    </a:cubicBezTo>
                    <a:cubicBezTo>
                      <a:pt x="38931" y="5987"/>
                      <a:pt x="34125" y="2438"/>
                      <a:pt x="27655" y="552"/>
                    </a:cubicBezTo>
                    <a:cubicBezTo>
                      <a:pt x="26289" y="157"/>
                      <a:pt x="24833" y="0"/>
                      <a:pt x="23383" y="0"/>
                    </a:cubicBezTo>
                    <a:close/>
                  </a:path>
                </a:pathLst>
              </a:custGeom>
              <a:solidFill>
                <a:srgbClr val="ADADA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9" name="Google Shape;3099;p53"/>
              <p:cNvSpPr/>
              <p:nvPr/>
            </p:nvSpPr>
            <p:spPr>
              <a:xfrm>
                <a:off x="5418292" y="2635673"/>
                <a:ext cx="679167" cy="951854"/>
              </a:xfrm>
              <a:custGeom>
                <a:avLst/>
                <a:gdLst/>
                <a:ahLst/>
                <a:cxnLst/>
                <a:rect l="l" t="t" r="r" b="b"/>
                <a:pathLst>
                  <a:path w="39412" h="55236" extrusionOk="0">
                    <a:moveTo>
                      <a:pt x="10727" y="2239"/>
                    </a:moveTo>
                    <a:cubicBezTo>
                      <a:pt x="10727" y="2239"/>
                      <a:pt x="10727" y="2239"/>
                      <a:pt x="10727" y="2239"/>
                    </a:cubicBezTo>
                    <a:lnTo>
                      <a:pt x="10727" y="2239"/>
                    </a:lnTo>
                    <a:lnTo>
                      <a:pt x="10727" y="2239"/>
                    </a:lnTo>
                    <a:close/>
                    <a:moveTo>
                      <a:pt x="21628" y="630"/>
                    </a:moveTo>
                    <a:cubicBezTo>
                      <a:pt x="23033" y="630"/>
                      <a:pt x="24475" y="777"/>
                      <a:pt x="25769" y="1147"/>
                    </a:cubicBezTo>
                    <a:cubicBezTo>
                      <a:pt x="28986" y="2108"/>
                      <a:pt x="31721" y="3402"/>
                      <a:pt x="33903" y="6582"/>
                    </a:cubicBezTo>
                    <a:cubicBezTo>
                      <a:pt x="36084" y="9761"/>
                      <a:pt x="37711" y="14826"/>
                      <a:pt x="38524" y="23293"/>
                    </a:cubicBezTo>
                    <a:cubicBezTo>
                      <a:pt x="38709" y="25178"/>
                      <a:pt x="38820" y="26990"/>
                      <a:pt x="38820" y="28764"/>
                    </a:cubicBezTo>
                    <a:cubicBezTo>
                      <a:pt x="38820" y="35789"/>
                      <a:pt x="37415" y="41852"/>
                      <a:pt x="35381" y="46325"/>
                    </a:cubicBezTo>
                    <a:cubicBezTo>
                      <a:pt x="33348" y="50799"/>
                      <a:pt x="30649" y="53646"/>
                      <a:pt x="28098" y="54348"/>
                    </a:cubicBezTo>
                    <a:cubicBezTo>
                      <a:pt x="27396" y="54533"/>
                      <a:pt x="26656" y="54644"/>
                      <a:pt x="25954" y="54644"/>
                    </a:cubicBezTo>
                    <a:cubicBezTo>
                      <a:pt x="23329" y="54644"/>
                      <a:pt x="20630" y="53424"/>
                      <a:pt x="18005" y="51538"/>
                    </a:cubicBezTo>
                    <a:cubicBezTo>
                      <a:pt x="15380" y="49690"/>
                      <a:pt x="12792" y="47176"/>
                      <a:pt x="10389" y="44588"/>
                    </a:cubicBezTo>
                    <a:cubicBezTo>
                      <a:pt x="5879" y="39745"/>
                      <a:pt x="629" y="30021"/>
                      <a:pt x="629" y="20852"/>
                    </a:cubicBezTo>
                    <a:cubicBezTo>
                      <a:pt x="629" y="19041"/>
                      <a:pt x="814" y="17303"/>
                      <a:pt x="1258" y="15566"/>
                    </a:cubicBezTo>
                    <a:cubicBezTo>
                      <a:pt x="2625" y="10316"/>
                      <a:pt x="5029" y="7136"/>
                      <a:pt x="7099" y="5251"/>
                    </a:cubicBezTo>
                    <a:cubicBezTo>
                      <a:pt x="8134" y="4327"/>
                      <a:pt x="9095" y="3698"/>
                      <a:pt x="9798" y="3328"/>
                    </a:cubicBezTo>
                    <a:cubicBezTo>
                      <a:pt x="10131" y="3144"/>
                      <a:pt x="10426" y="3033"/>
                      <a:pt x="10611" y="2922"/>
                    </a:cubicBezTo>
                    <a:cubicBezTo>
                      <a:pt x="10722" y="2885"/>
                      <a:pt x="10796" y="2885"/>
                      <a:pt x="10833" y="2848"/>
                    </a:cubicBezTo>
                    <a:lnTo>
                      <a:pt x="10870" y="2811"/>
                    </a:lnTo>
                    <a:lnTo>
                      <a:pt x="10907" y="2811"/>
                    </a:lnTo>
                    <a:cubicBezTo>
                      <a:pt x="10907" y="2811"/>
                      <a:pt x="10981" y="2774"/>
                      <a:pt x="11166" y="2737"/>
                    </a:cubicBezTo>
                    <a:cubicBezTo>
                      <a:pt x="12238" y="2293"/>
                      <a:pt x="16933" y="630"/>
                      <a:pt x="21628" y="630"/>
                    </a:cubicBezTo>
                    <a:close/>
                    <a:moveTo>
                      <a:pt x="21628" y="1"/>
                    </a:moveTo>
                    <a:cubicBezTo>
                      <a:pt x="16367" y="1"/>
                      <a:pt x="11239" y="2031"/>
                      <a:pt x="10727" y="2239"/>
                    </a:cubicBezTo>
                    <a:lnTo>
                      <a:pt x="10727" y="2239"/>
                    </a:lnTo>
                    <a:lnTo>
                      <a:pt x="10722" y="2219"/>
                    </a:lnTo>
                    <a:cubicBezTo>
                      <a:pt x="10685" y="2256"/>
                      <a:pt x="8874" y="2848"/>
                      <a:pt x="6692" y="4770"/>
                    </a:cubicBezTo>
                    <a:cubicBezTo>
                      <a:pt x="4548" y="6730"/>
                      <a:pt x="2034" y="10020"/>
                      <a:pt x="666" y="15418"/>
                    </a:cubicBezTo>
                    <a:cubicBezTo>
                      <a:pt x="222" y="17192"/>
                      <a:pt x="1" y="19004"/>
                      <a:pt x="1" y="20852"/>
                    </a:cubicBezTo>
                    <a:cubicBezTo>
                      <a:pt x="38" y="30280"/>
                      <a:pt x="5324" y="40040"/>
                      <a:pt x="9946" y="45031"/>
                    </a:cubicBezTo>
                    <a:cubicBezTo>
                      <a:pt x="12349" y="47582"/>
                      <a:pt x="14937" y="50133"/>
                      <a:pt x="17636" y="52056"/>
                    </a:cubicBezTo>
                    <a:cubicBezTo>
                      <a:pt x="20334" y="53978"/>
                      <a:pt x="23144" y="55235"/>
                      <a:pt x="25954" y="55235"/>
                    </a:cubicBezTo>
                    <a:cubicBezTo>
                      <a:pt x="26730" y="55235"/>
                      <a:pt x="27507" y="55161"/>
                      <a:pt x="28246" y="54939"/>
                    </a:cubicBezTo>
                    <a:cubicBezTo>
                      <a:pt x="31093" y="54163"/>
                      <a:pt x="33866" y="51131"/>
                      <a:pt x="35936" y="46584"/>
                    </a:cubicBezTo>
                    <a:cubicBezTo>
                      <a:pt x="38043" y="42037"/>
                      <a:pt x="39411" y="35863"/>
                      <a:pt x="39411" y="28764"/>
                    </a:cubicBezTo>
                    <a:cubicBezTo>
                      <a:pt x="39411" y="26990"/>
                      <a:pt x="39337" y="25141"/>
                      <a:pt x="39152" y="23219"/>
                    </a:cubicBezTo>
                    <a:cubicBezTo>
                      <a:pt x="38302" y="14715"/>
                      <a:pt x="36675" y="9539"/>
                      <a:pt x="34420" y="6212"/>
                    </a:cubicBezTo>
                    <a:cubicBezTo>
                      <a:pt x="32165" y="2922"/>
                      <a:pt x="29244" y="1517"/>
                      <a:pt x="25954" y="556"/>
                    </a:cubicBezTo>
                    <a:cubicBezTo>
                      <a:pt x="24549" y="149"/>
                      <a:pt x="23070" y="1"/>
                      <a:pt x="216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53"/>
              <p:cNvSpPr/>
              <p:nvPr/>
            </p:nvSpPr>
            <p:spPr>
              <a:xfrm>
                <a:off x="5618207" y="3174378"/>
                <a:ext cx="133948" cy="44632"/>
              </a:xfrm>
              <a:custGeom>
                <a:avLst/>
                <a:gdLst/>
                <a:ahLst/>
                <a:cxnLst/>
                <a:rect l="l" t="t" r="r" b="b"/>
                <a:pathLst>
                  <a:path w="7773" h="2590" extrusionOk="0">
                    <a:moveTo>
                      <a:pt x="3347" y="1"/>
                    </a:moveTo>
                    <a:cubicBezTo>
                      <a:pt x="2202" y="1"/>
                      <a:pt x="1019" y="559"/>
                      <a:pt x="45" y="2235"/>
                    </a:cubicBezTo>
                    <a:cubicBezTo>
                      <a:pt x="0" y="2497"/>
                      <a:pt x="210" y="2589"/>
                      <a:pt x="609" y="2589"/>
                    </a:cubicBezTo>
                    <a:cubicBezTo>
                      <a:pt x="1560" y="2589"/>
                      <a:pt x="3583" y="2066"/>
                      <a:pt x="5776" y="2066"/>
                    </a:cubicBezTo>
                    <a:cubicBezTo>
                      <a:pt x="6434" y="2066"/>
                      <a:pt x="7108" y="2113"/>
                      <a:pt x="7772" y="2235"/>
                    </a:cubicBezTo>
                    <a:cubicBezTo>
                      <a:pt x="7772" y="2235"/>
                      <a:pt x="5636" y="1"/>
                      <a:pt x="33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53"/>
              <p:cNvSpPr/>
              <p:nvPr/>
            </p:nvSpPr>
            <p:spPr>
              <a:xfrm>
                <a:off x="5872541" y="3128143"/>
                <a:ext cx="131898" cy="70757"/>
              </a:xfrm>
              <a:custGeom>
                <a:avLst/>
                <a:gdLst/>
                <a:ahLst/>
                <a:cxnLst/>
                <a:rect l="l" t="t" r="r" b="b"/>
                <a:pathLst>
                  <a:path w="7654" h="4106" extrusionOk="0">
                    <a:moveTo>
                      <a:pt x="4467" y="1"/>
                    </a:moveTo>
                    <a:cubicBezTo>
                      <a:pt x="1508" y="1"/>
                      <a:pt x="1" y="4105"/>
                      <a:pt x="1" y="4105"/>
                    </a:cubicBezTo>
                    <a:cubicBezTo>
                      <a:pt x="3217" y="1924"/>
                      <a:pt x="7654" y="1887"/>
                      <a:pt x="7099" y="1000"/>
                    </a:cubicBezTo>
                    <a:cubicBezTo>
                      <a:pt x="6122" y="284"/>
                      <a:pt x="5244" y="1"/>
                      <a:pt x="44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53"/>
              <p:cNvSpPr/>
              <p:nvPr/>
            </p:nvSpPr>
            <p:spPr>
              <a:xfrm>
                <a:off x="5844504" y="3117321"/>
                <a:ext cx="76478" cy="194968"/>
              </a:xfrm>
              <a:custGeom>
                <a:avLst/>
                <a:gdLst/>
                <a:ahLst/>
                <a:cxnLst/>
                <a:rect l="l" t="t" r="r" b="b"/>
                <a:pathLst>
                  <a:path w="4438" h="11314" extrusionOk="0">
                    <a:moveTo>
                      <a:pt x="962" y="1"/>
                    </a:moveTo>
                    <a:cubicBezTo>
                      <a:pt x="777" y="1"/>
                      <a:pt x="629" y="112"/>
                      <a:pt x="629" y="297"/>
                    </a:cubicBezTo>
                    <a:cubicBezTo>
                      <a:pt x="629" y="297"/>
                      <a:pt x="408" y="2182"/>
                      <a:pt x="408" y="3846"/>
                    </a:cubicBezTo>
                    <a:cubicBezTo>
                      <a:pt x="408" y="4400"/>
                      <a:pt x="408" y="4955"/>
                      <a:pt x="482" y="5399"/>
                    </a:cubicBezTo>
                    <a:cubicBezTo>
                      <a:pt x="518" y="5620"/>
                      <a:pt x="555" y="5805"/>
                      <a:pt x="629" y="5990"/>
                    </a:cubicBezTo>
                    <a:cubicBezTo>
                      <a:pt x="703" y="6138"/>
                      <a:pt x="814" y="6323"/>
                      <a:pt x="962" y="6434"/>
                    </a:cubicBezTo>
                    <a:cubicBezTo>
                      <a:pt x="1369" y="6767"/>
                      <a:pt x="2108" y="7136"/>
                      <a:pt x="2737" y="7543"/>
                    </a:cubicBezTo>
                    <a:cubicBezTo>
                      <a:pt x="3069" y="7728"/>
                      <a:pt x="3328" y="7950"/>
                      <a:pt x="3550" y="8171"/>
                    </a:cubicBezTo>
                    <a:cubicBezTo>
                      <a:pt x="3735" y="8356"/>
                      <a:pt x="3809" y="8541"/>
                      <a:pt x="3809" y="8652"/>
                    </a:cubicBezTo>
                    <a:lnTo>
                      <a:pt x="3772" y="8800"/>
                    </a:lnTo>
                    <a:cubicBezTo>
                      <a:pt x="3698" y="8985"/>
                      <a:pt x="3513" y="9207"/>
                      <a:pt x="3254" y="9428"/>
                    </a:cubicBezTo>
                    <a:cubicBezTo>
                      <a:pt x="2848" y="9761"/>
                      <a:pt x="2293" y="10094"/>
                      <a:pt x="1739" y="10316"/>
                    </a:cubicBezTo>
                    <a:cubicBezTo>
                      <a:pt x="1184" y="10574"/>
                      <a:pt x="629" y="10685"/>
                      <a:pt x="297" y="10685"/>
                    </a:cubicBezTo>
                    <a:cubicBezTo>
                      <a:pt x="112" y="10685"/>
                      <a:pt x="1" y="10833"/>
                      <a:pt x="1" y="10981"/>
                    </a:cubicBezTo>
                    <a:cubicBezTo>
                      <a:pt x="1" y="11166"/>
                      <a:pt x="112" y="11314"/>
                      <a:pt x="297" y="11314"/>
                    </a:cubicBezTo>
                    <a:cubicBezTo>
                      <a:pt x="925" y="11314"/>
                      <a:pt x="1775" y="11018"/>
                      <a:pt x="2552" y="10611"/>
                    </a:cubicBezTo>
                    <a:cubicBezTo>
                      <a:pt x="2959" y="10427"/>
                      <a:pt x="3328" y="10168"/>
                      <a:pt x="3661" y="9909"/>
                    </a:cubicBezTo>
                    <a:cubicBezTo>
                      <a:pt x="3957" y="9650"/>
                      <a:pt x="4216" y="9354"/>
                      <a:pt x="4363" y="9022"/>
                    </a:cubicBezTo>
                    <a:cubicBezTo>
                      <a:pt x="4400" y="8911"/>
                      <a:pt x="4437" y="8800"/>
                      <a:pt x="4437" y="8652"/>
                    </a:cubicBezTo>
                    <a:cubicBezTo>
                      <a:pt x="4400" y="8319"/>
                      <a:pt x="4216" y="7987"/>
                      <a:pt x="3994" y="7728"/>
                    </a:cubicBezTo>
                    <a:cubicBezTo>
                      <a:pt x="3624" y="7358"/>
                      <a:pt x="3069" y="7025"/>
                      <a:pt x="2589" y="6693"/>
                    </a:cubicBezTo>
                    <a:cubicBezTo>
                      <a:pt x="2071" y="6397"/>
                      <a:pt x="1591" y="6138"/>
                      <a:pt x="1332" y="5953"/>
                    </a:cubicBezTo>
                    <a:cubicBezTo>
                      <a:pt x="1295" y="5916"/>
                      <a:pt x="1258" y="5879"/>
                      <a:pt x="1221" y="5768"/>
                    </a:cubicBezTo>
                    <a:cubicBezTo>
                      <a:pt x="1073" y="5399"/>
                      <a:pt x="999" y="4659"/>
                      <a:pt x="999" y="3846"/>
                    </a:cubicBezTo>
                    <a:cubicBezTo>
                      <a:pt x="999" y="3032"/>
                      <a:pt x="1073" y="2182"/>
                      <a:pt x="1110" y="1480"/>
                    </a:cubicBezTo>
                    <a:cubicBezTo>
                      <a:pt x="1147" y="1147"/>
                      <a:pt x="1184" y="888"/>
                      <a:pt x="1184" y="666"/>
                    </a:cubicBezTo>
                    <a:cubicBezTo>
                      <a:pt x="1221" y="481"/>
                      <a:pt x="1221" y="371"/>
                      <a:pt x="1221" y="371"/>
                    </a:cubicBezTo>
                    <a:cubicBezTo>
                      <a:pt x="1258" y="186"/>
                      <a:pt x="1147" y="38"/>
                      <a:pt x="9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53"/>
              <p:cNvSpPr/>
              <p:nvPr/>
            </p:nvSpPr>
            <p:spPr>
              <a:xfrm>
                <a:off x="5811383" y="3362781"/>
                <a:ext cx="105773" cy="40617"/>
              </a:xfrm>
              <a:custGeom>
                <a:avLst/>
                <a:gdLst/>
                <a:ahLst/>
                <a:cxnLst/>
                <a:rect l="l" t="t" r="r" b="b"/>
                <a:pathLst>
                  <a:path w="6138" h="2357" extrusionOk="0">
                    <a:moveTo>
                      <a:pt x="5770" y="0"/>
                    </a:moveTo>
                    <a:cubicBezTo>
                      <a:pt x="5676" y="0"/>
                      <a:pt x="5591" y="49"/>
                      <a:pt x="5546" y="138"/>
                    </a:cubicBezTo>
                    <a:cubicBezTo>
                      <a:pt x="5472" y="175"/>
                      <a:pt x="4363" y="1728"/>
                      <a:pt x="1368" y="1728"/>
                    </a:cubicBezTo>
                    <a:cubicBezTo>
                      <a:pt x="1036" y="1728"/>
                      <a:pt x="703" y="1728"/>
                      <a:pt x="370" y="1691"/>
                    </a:cubicBezTo>
                    <a:cubicBezTo>
                      <a:pt x="351" y="1687"/>
                      <a:pt x="332" y="1685"/>
                      <a:pt x="313" y="1685"/>
                    </a:cubicBezTo>
                    <a:cubicBezTo>
                      <a:pt x="156" y="1685"/>
                      <a:pt x="37" y="1818"/>
                      <a:pt x="37" y="1950"/>
                    </a:cubicBezTo>
                    <a:cubicBezTo>
                      <a:pt x="0" y="2135"/>
                      <a:pt x="148" y="2283"/>
                      <a:pt x="296" y="2283"/>
                    </a:cubicBezTo>
                    <a:cubicBezTo>
                      <a:pt x="666" y="2320"/>
                      <a:pt x="1036" y="2357"/>
                      <a:pt x="1368" y="2357"/>
                    </a:cubicBezTo>
                    <a:cubicBezTo>
                      <a:pt x="4696" y="2357"/>
                      <a:pt x="5990" y="545"/>
                      <a:pt x="6027" y="471"/>
                    </a:cubicBezTo>
                    <a:cubicBezTo>
                      <a:pt x="6138" y="360"/>
                      <a:pt x="6101" y="175"/>
                      <a:pt x="5953" y="65"/>
                    </a:cubicBezTo>
                    <a:cubicBezTo>
                      <a:pt x="5894" y="21"/>
                      <a:pt x="5830" y="0"/>
                      <a:pt x="57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53"/>
              <p:cNvSpPr/>
              <p:nvPr/>
            </p:nvSpPr>
            <p:spPr>
              <a:xfrm>
                <a:off x="5566096" y="3078462"/>
                <a:ext cx="173945" cy="64208"/>
              </a:xfrm>
              <a:custGeom>
                <a:avLst/>
                <a:gdLst/>
                <a:ahLst/>
                <a:cxnLst/>
                <a:rect l="l" t="t" r="r" b="b"/>
                <a:pathLst>
                  <a:path w="10094" h="3726" extrusionOk="0">
                    <a:moveTo>
                      <a:pt x="5953" y="1"/>
                    </a:moveTo>
                    <a:cubicBezTo>
                      <a:pt x="4104" y="1"/>
                      <a:pt x="1923" y="703"/>
                      <a:pt x="75" y="3217"/>
                    </a:cubicBezTo>
                    <a:cubicBezTo>
                      <a:pt x="1" y="3365"/>
                      <a:pt x="38" y="3550"/>
                      <a:pt x="149" y="3661"/>
                    </a:cubicBezTo>
                    <a:cubicBezTo>
                      <a:pt x="207" y="3704"/>
                      <a:pt x="271" y="3725"/>
                      <a:pt x="334" y="3725"/>
                    </a:cubicBezTo>
                    <a:cubicBezTo>
                      <a:pt x="431" y="3725"/>
                      <a:pt x="525" y="3676"/>
                      <a:pt x="592" y="3587"/>
                    </a:cubicBezTo>
                    <a:cubicBezTo>
                      <a:pt x="2330" y="1221"/>
                      <a:pt x="4289" y="629"/>
                      <a:pt x="5953" y="629"/>
                    </a:cubicBezTo>
                    <a:cubicBezTo>
                      <a:pt x="6988" y="629"/>
                      <a:pt x="7912" y="851"/>
                      <a:pt x="8541" y="1110"/>
                    </a:cubicBezTo>
                    <a:cubicBezTo>
                      <a:pt x="8874" y="1221"/>
                      <a:pt x="9132" y="1332"/>
                      <a:pt x="9317" y="1443"/>
                    </a:cubicBezTo>
                    <a:cubicBezTo>
                      <a:pt x="9428" y="1479"/>
                      <a:pt x="9502" y="1516"/>
                      <a:pt x="9539" y="1553"/>
                    </a:cubicBezTo>
                    <a:lnTo>
                      <a:pt x="9576" y="1590"/>
                    </a:lnTo>
                    <a:lnTo>
                      <a:pt x="9613" y="1590"/>
                    </a:lnTo>
                    <a:cubicBezTo>
                      <a:pt x="9650" y="1615"/>
                      <a:pt x="9699" y="1627"/>
                      <a:pt x="9751" y="1627"/>
                    </a:cubicBezTo>
                    <a:cubicBezTo>
                      <a:pt x="9855" y="1627"/>
                      <a:pt x="9970" y="1578"/>
                      <a:pt x="10020" y="1479"/>
                    </a:cubicBezTo>
                    <a:cubicBezTo>
                      <a:pt x="10094" y="1332"/>
                      <a:pt x="10057" y="1147"/>
                      <a:pt x="9909" y="1073"/>
                    </a:cubicBezTo>
                    <a:cubicBezTo>
                      <a:pt x="9909" y="1036"/>
                      <a:pt x="8208" y="1"/>
                      <a:pt x="5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53"/>
              <p:cNvSpPr/>
              <p:nvPr/>
            </p:nvSpPr>
            <p:spPr>
              <a:xfrm>
                <a:off x="5847692" y="3055525"/>
                <a:ext cx="87300" cy="36464"/>
              </a:xfrm>
              <a:custGeom>
                <a:avLst/>
                <a:gdLst/>
                <a:ahLst/>
                <a:cxnLst/>
                <a:rect l="l" t="t" r="r" b="b"/>
                <a:pathLst>
                  <a:path w="5066" h="2116" extrusionOk="0">
                    <a:moveTo>
                      <a:pt x="2293" y="1"/>
                    </a:moveTo>
                    <a:cubicBezTo>
                      <a:pt x="1332" y="1"/>
                      <a:pt x="740" y="444"/>
                      <a:pt x="407" y="888"/>
                    </a:cubicBezTo>
                    <a:cubicBezTo>
                      <a:pt x="75" y="1332"/>
                      <a:pt x="38" y="1738"/>
                      <a:pt x="38" y="1775"/>
                    </a:cubicBezTo>
                    <a:cubicBezTo>
                      <a:pt x="1" y="1923"/>
                      <a:pt x="112" y="2108"/>
                      <a:pt x="260" y="2108"/>
                    </a:cubicBezTo>
                    <a:cubicBezTo>
                      <a:pt x="283" y="2113"/>
                      <a:pt x="307" y="2115"/>
                      <a:pt x="329" y="2115"/>
                    </a:cubicBezTo>
                    <a:cubicBezTo>
                      <a:pt x="481" y="2115"/>
                      <a:pt x="597" y="2010"/>
                      <a:pt x="629" y="1849"/>
                    </a:cubicBezTo>
                    <a:cubicBezTo>
                      <a:pt x="629" y="1849"/>
                      <a:pt x="703" y="1516"/>
                      <a:pt x="925" y="1221"/>
                    </a:cubicBezTo>
                    <a:cubicBezTo>
                      <a:pt x="1184" y="925"/>
                      <a:pt x="1554" y="629"/>
                      <a:pt x="2293" y="629"/>
                    </a:cubicBezTo>
                    <a:cubicBezTo>
                      <a:pt x="2847" y="629"/>
                      <a:pt x="3587" y="777"/>
                      <a:pt x="4585" y="1258"/>
                    </a:cubicBezTo>
                    <a:cubicBezTo>
                      <a:pt x="4625" y="1278"/>
                      <a:pt x="4667" y="1287"/>
                      <a:pt x="4709" y="1287"/>
                    </a:cubicBezTo>
                    <a:cubicBezTo>
                      <a:pt x="4824" y="1287"/>
                      <a:pt x="4938" y="1218"/>
                      <a:pt x="4992" y="1110"/>
                    </a:cubicBezTo>
                    <a:cubicBezTo>
                      <a:pt x="5066" y="962"/>
                      <a:pt x="4992" y="777"/>
                      <a:pt x="4844" y="703"/>
                    </a:cubicBezTo>
                    <a:cubicBezTo>
                      <a:pt x="3809" y="186"/>
                      <a:pt x="2958" y="1"/>
                      <a:pt x="22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53"/>
              <p:cNvSpPr/>
              <p:nvPr/>
            </p:nvSpPr>
            <p:spPr>
              <a:xfrm>
                <a:off x="5423927" y="2640825"/>
                <a:ext cx="683614" cy="556782"/>
              </a:xfrm>
              <a:custGeom>
                <a:avLst/>
                <a:gdLst>
                  <a:gd name="connsiteX0" fmla="*/ 21281 w 39670"/>
                  <a:gd name="connsiteY0" fmla="*/ 0 h 32310"/>
                  <a:gd name="connsiteX1" fmla="*/ 10469 w 39670"/>
                  <a:gd name="connsiteY1" fmla="*/ 2216 h 32310"/>
                  <a:gd name="connsiteX2" fmla="*/ 635 w 39670"/>
                  <a:gd name="connsiteY2" fmla="*/ 15193 h 32310"/>
                  <a:gd name="connsiteX3" fmla="*/ 2446 w 39670"/>
                  <a:gd name="connsiteY3" fmla="*/ 32310 h 32310"/>
                  <a:gd name="connsiteX4" fmla="*/ 14240 w 39670"/>
                  <a:gd name="connsiteY4" fmla="*/ 10202 h 32310"/>
                  <a:gd name="connsiteX5" fmla="*/ 39533 w 39670"/>
                  <a:gd name="connsiteY5" fmla="*/ 25323 h 32310"/>
                  <a:gd name="connsiteX6" fmla="*/ 38530 w 39670"/>
                  <a:gd name="connsiteY6" fmla="*/ 22957 h 32310"/>
                  <a:gd name="connsiteX7" fmla="*/ 25553 w 39670"/>
                  <a:gd name="connsiteY7" fmla="*/ 552 h 32310"/>
                  <a:gd name="connsiteX8" fmla="*/ 21281 w 39670"/>
                  <a:gd name="connsiteY8" fmla="*/ 0 h 32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670" h="32310" extrusionOk="0">
                    <a:moveTo>
                      <a:pt x="21281" y="0"/>
                    </a:moveTo>
                    <a:cubicBezTo>
                      <a:pt x="15824" y="0"/>
                      <a:pt x="10469" y="2216"/>
                      <a:pt x="10469" y="2216"/>
                    </a:cubicBezTo>
                    <a:cubicBezTo>
                      <a:pt x="10469" y="2216"/>
                      <a:pt x="3371" y="4545"/>
                      <a:pt x="635" y="15193"/>
                    </a:cubicBezTo>
                    <a:cubicBezTo>
                      <a:pt x="-770" y="20775"/>
                      <a:pt x="302" y="26912"/>
                      <a:pt x="2446" y="32310"/>
                    </a:cubicBezTo>
                    <a:cubicBezTo>
                      <a:pt x="5219" y="29094"/>
                      <a:pt x="8059" y="11366"/>
                      <a:pt x="14240" y="10202"/>
                    </a:cubicBezTo>
                    <a:cubicBezTo>
                      <a:pt x="20421" y="9038"/>
                      <a:pt x="30697" y="17411"/>
                      <a:pt x="39533" y="25323"/>
                    </a:cubicBezTo>
                    <a:cubicBezTo>
                      <a:pt x="40050" y="21515"/>
                      <a:pt x="38973" y="27504"/>
                      <a:pt x="38530" y="22957"/>
                    </a:cubicBezTo>
                    <a:cubicBezTo>
                      <a:pt x="36829" y="5987"/>
                      <a:pt x="32023" y="2438"/>
                      <a:pt x="25553" y="552"/>
                    </a:cubicBezTo>
                    <a:cubicBezTo>
                      <a:pt x="24187" y="157"/>
                      <a:pt x="22731" y="0"/>
                      <a:pt x="212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0" name="Google Shape;3110;p53"/>
              <p:cNvSpPr/>
              <p:nvPr/>
            </p:nvSpPr>
            <p:spPr>
              <a:xfrm rot="10285066">
                <a:off x="5403007" y="2761074"/>
                <a:ext cx="236378" cy="358040"/>
              </a:xfrm>
              <a:custGeom>
                <a:avLst/>
                <a:gdLst/>
                <a:ahLst/>
                <a:cxnLst/>
                <a:rect l="l" t="t" r="r" b="b"/>
                <a:pathLst>
                  <a:path w="13717" h="20777" extrusionOk="0">
                    <a:moveTo>
                      <a:pt x="13364" y="0"/>
                    </a:moveTo>
                    <a:cubicBezTo>
                      <a:pt x="13236" y="0"/>
                      <a:pt x="13120" y="105"/>
                      <a:pt x="13088" y="266"/>
                    </a:cubicBezTo>
                    <a:cubicBezTo>
                      <a:pt x="13088" y="266"/>
                      <a:pt x="13088" y="303"/>
                      <a:pt x="13051" y="451"/>
                    </a:cubicBezTo>
                    <a:cubicBezTo>
                      <a:pt x="12903" y="1301"/>
                      <a:pt x="12127" y="5294"/>
                      <a:pt x="10167" y="9546"/>
                    </a:cubicBezTo>
                    <a:cubicBezTo>
                      <a:pt x="8208" y="13834"/>
                      <a:pt x="5065" y="18308"/>
                      <a:pt x="222" y="20193"/>
                    </a:cubicBezTo>
                    <a:cubicBezTo>
                      <a:pt x="74" y="20230"/>
                      <a:pt x="0" y="20415"/>
                      <a:pt x="37" y="20563"/>
                    </a:cubicBezTo>
                    <a:cubicBezTo>
                      <a:pt x="92" y="20700"/>
                      <a:pt x="208" y="20776"/>
                      <a:pt x="324" y="20776"/>
                    </a:cubicBezTo>
                    <a:cubicBezTo>
                      <a:pt x="365" y="20776"/>
                      <a:pt x="406" y="20767"/>
                      <a:pt x="444" y="20748"/>
                    </a:cubicBezTo>
                    <a:cubicBezTo>
                      <a:pt x="5842" y="18640"/>
                      <a:pt x="9169" y="13502"/>
                      <a:pt x="11128" y="8954"/>
                    </a:cubicBezTo>
                    <a:cubicBezTo>
                      <a:pt x="13088" y="4407"/>
                      <a:pt x="13679" y="377"/>
                      <a:pt x="13679" y="340"/>
                    </a:cubicBezTo>
                    <a:cubicBezTo>
                      <a:pt x="13716" y="192"/>
                      <a:pt x="13605" y="44"/>
                      <a:pt x="13421" y="7"/>
                    </a:cubicBezTo>
                    <a:cubicBezTo>
                      <a:pt x="13402" y="2"/>
                      <a:pt x="13382" y="0"/>
                      <a:pt x="133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53"/>
              <p:cNvSpPr/>
              <p:nvPr/>
            </p:nvSpPr>
            <p:spPr>
              <a:xfrm>
                <a:off x="5682053" y="2727419"/>
                <a:ext cx="416044" cy="169585"/>
              </a:xfrm>
              <a:custGeom>
                <a:avLst/>
                <a:gdLst/>
                <a:ahLst/>
                <a:cxnLst/>
                <a:rect l="l" t="t" r="r" b="b"/>
                <a:pathLst>
                  <a:path w="24143" h="9841" extrusionOk="0">
                    <a:moveTo>
                      <a:pt x="2810" y="1"/>
                    </a:moveTo>
                    <a:cubicBezTo>
                      <a:pt x="1257" y="1"/>
                      <a:pt x="296" y="149"/>
                      <a:pt x="296" y="149"/>
                    </a:cubicBezTo>
                    <a:cubicBezTo>
                      <a:pt x="148" y="149"/>
                      <a:pt x="0" y="297"/>
                      <a:pt x="37" y="481"/>
                    </a:cubicBezTo>
                    <a:cubicBezTo>
                      <a:pt x="37" y="614"/>
                      <a:pt x="185" y="746"/>
                      <a:pt x="322" y="746"/>
                    </a:cubicBezTo>
                    <a:cubicBezTo>
                      <a:pt x="338" y="746"/>
                      <a:pt x="354" y="744"/>
                      <a:pt x="370" y="740"/>
                    </a:cubicBezTo>
                    <a:lnTo>
                      <a:pt x="555" y="740"/>
                    </a:lnTo>
                    <a:cubicBezTo>
                      <a:pt x="851" y="703"/>
                      <a:pt x="1664" y="629"/>
                      <a:pt x="2810" y="629"/>
                    </a:cubicBezTo>
                    <a:cubicBezTo>
                      <a:pt x="5102" y="629"/>
                      <a:pt x="8762" y="888"/>
                      <a:pt x="12570" y="2145"/>
                    </a:cubicBezTo>
                    <a:cubicBezTo>
                      <a:pt x="16415" y="3402"/>
                      <a:pt x="20445" y="5694"/>
                      <a:pt x="23551" y="9724"/>
                    </a:cubicBezTo>
                    <a:cubicBezTo>
                      <a:pt x="23610" y="9803"/>
                      <a:pt x="23691" y="9840"/>
                      <a:pt x="23776" y="9840"/>
                    </a:cubicBezTo>
                    <a:cubicBezTo>
                      <a:pt x="23849" y="9840"/>
                      <a:pt x="23926" y="9813"/>
                      <a:pt x="23994" y="9761"/>
                    </a:cubicBezTo>
                    <a:cubicBezTo>
                      <a:pt x="24142" y="9687"/>
                      <a:pt x="24142" y="9465"/>
                      <a:pt x="24031" y="9354"/>
                    </a:cubicBezTo>
                    <a:cubicBezTo>
                      <a:pt x="20852" y="5177"/>
                      <a:pt x="16674" y="2848"/>
                      <a:pt x="12755" y="1554"/>
                    </a:cubicBezTo>
                    <a:cubicBezTo>
                      <a:pt x="8836" y="260"/>
                      <a:pt x="5139" y="38"/>
                      <a:pt x="28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53"/>
              <p:cNvSpPr/>
              <p:nvPr/>
            </p:nvSpPr>
            <p:spPr>
              <a:xfrm>
                <a:off x="6666356" y="1672152"/>
                <a:ext cx="720577" cy="1145754"/>
              </a:xfrm>
              <a:custGeom>
                <a:avLst/>
                <a:gdLst/>
                <a:ahLst/>
                <a:cxnLst/>
                <a:rect l="l" t="t" r="r" b="b"/>
                <a:pathLst>
                  <a:path w="41815" h="66488" extrusionOk="0">
                    <a:moveTo>
                      <a:pt x="20208" y="0"/>
                    </a:moveTo>
                    <a:cubicBezTo>
                      <a:pt x="17407" y="0"/>
                      <a:pt x="14564" y="635"/>
                      <a:pt x="11795" y="2122"/>
                    </a:cubicBezTo>
                    <a:cubicBezTo>
                      <a:pt x="3735" y="6484"/>
                      <a:pt x="2071" y="17464"/>
                      <a:pt x="2071" y="17464"/>
                    </a:cubicBezTo>
                    <a:lnTo>
                      <a:pt x="1" y="66081"/>
                    </a:lnTo>
                    <a:lnTo>
                      <a:pt x="32091" y="66488"/>
                    </a:lnTo>
                    <a:cubicBezTo>
                      <a:pt x="32091" y="66488"/>
                      <a:pt x="39301" y="32955"/>
                      <a:pt x="40558" y="26744"/>
                    </a:cubicBezTo>
                    <a:cubicBezTo>
                      <a:pt x="41815" y="20533"/>
                      <a:pt x="41371" y="10218"/>
                      <a:pt x="34975" y="5449"/>
                    </a:cubicBezTo>
                    <a:cubicBezTo>
                      <a:pt x="30753" y="2318"/>
                      <a:pt x="25558" y="0"/>
                      <a:pt x="202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53"/>
              <p:cNvSpPr/>
              <p:nvPr/>
            </p:nvSpPr>
            <p:spPr>
              <a:xfrm>
                <a:off x="6661273" y="1666655"/>
                <a:ext cx="718647" cy="1156352"/>
              </a:xfrm>
              <a:custGeom>
                <a:avLst/>
                <a:gdLst/>
                <a:ahLst/>
                <a:cxnLst/>
                <a:rect l="l" t="t" r="r" b="b"/>
                <a:pathLst>
                  <a:path w="41703" h="67103" extrusionOk="0">
                    <a:moveTo>
                      <a:pt x="20519" y="629"/>
                    </a:moveTo>
                    <a:cubicBezTo>
                      <a:pt x="25769" y="629"/>
                      <a:pt x="30908" y="2921"/>
                      <a:pt x="35085" y="6027"/>
                    </a:cubicBezTo>
                    <a:cubicBezTo>
                      <a:pt x="37340" y="7690"/>
                      <a:pt x="38856" y="10094"/>
                      <a:pt x="39781" y="12792"/>
                    </a:cubicBezTo>
                    <a:cubicBezTo>
                      <a:pt x="40742" y="15454"/>
                      <a:pt x="41111" y="18412"/>
                      <a:pt x="41111" y="21222"/>
                    </a:cubicBezTo>
                    <a:cubicBezTo>
                      <a:pt x="41111" y="23329"/>
                      <a:pt x="40890" y="25325"/>
                      <a:pt x="40557" y="27026"/>
                    </a:cubicBezTo>
                    <a:cubicBezTo>
                      <a:pt x="39928" y="30095"/>
                      <a:pt x="37821" y="40040"/>
                      <a:pt x="35825" y="49209"/>
                    </a:cubicBezTo>
                    <a:cubicBezTo>
                      <a:pt x="34863" y="53793"/>
                      <a:pt x="33902" y="58155"/>
                      <a:pt x="33200" y="61409"/>
                    </a:cubicBezTo>
                    <a:cubicBezTo>
                      <a:pt x="32867" y="63036"/>
                      <a:pt x="32571" y="64367"/>
                      <a:pt x="32386" y="65291"/>
                    </a:cubicBezTo>
                    <a:cubicBezTo>
                      <a:pt x="32257" y="65829"/>
                      <a:pt x="32166" y="66230"/>
                      <a:pt x="32112" y="66470"/>
                    </a:cubicBezTo>
                    <a:lnTo>
                      <a:pt x="32112" y="66470"/>
                    </a:lnTo>
                    <a:lnTo>
                      <a:pt x="629" y="66067"/>
                    </a:lnTo>
                    <a:lnTo>
                      <a:pt x="2661" y="17820"/>
                    </a:lnTo>
                    <a:lnTo>
                      <a:pt x="2661" y="17820"/>
                    </a:lnTo>
                    <a:lnTo>
                      <a:pt x="2662" y="17820"/>
                    </a:lnTo>
                    <a:cubicBezTo>
                      <a:pt x="2662" y="17820"/>
                      <a:pt x="2662" y="17783"/>
                      <a:pt x="2699" y="17710"/>
                    </a:cubicBezTo>
                    <a:cubicBezTo>
                      <a:pt x="2810" y="17118"/>
                      <a:pt x="3328" y="14345"/>
                      <a:pt x="4769" y="11240"/>
                    </a:cubicBezTo>
                    <a:cubicBezTo>
                      <a:pt x="6211" y="8134"/>
                      <a:pt x="8540" y="4733"/>
                      <a:pt x="12237" y="2736"/>
                    </a:cubicBezTo>
                    <a:cubicBezTo>
                      <a:pt x="14973" y="1258"/>
                      <a:pt x="17746" y="629"/>
                      <a:pt x="20519" y="629"/>
                    </a:cubicBezTo>
                    <a:close/>
                    <a:moveTo>
                      <a:pt x="20519" y="1"/>
                    </a:moveTo>
                    <a:cubicBezTo>
                      <a:pt x="17672" y="1"/>
                      <a:pt x="14751" y="666"/>
                      <a:pt x="11942" y="2182"/>
                    </a:cubicBezTo>
                    <a:cubicBezTo>
                      <a:pt x="7838" y="4400"/>
                      <a:pt x="5361" y="8282"/>
                      <a:pt x="3919" y="11609"/>
                    </a:cubicBezTo>
                    <a:cubicBezTo>
                      <a:pt x="2477" y="14937"/>
                      <a:pt x="2071" y="17710"/>
                      <a:pt x="2071" y="17710"/>
                    </a:cubicBezTo>
                    <a:lnTo>
                      <a:pt x="2071" y="17746"/>
                    </a:lnTo>
                    <a:lnTo>
                      <a:pt x="0" y="66363"/>
                    </a:lnTo>
                    <a:cubicBezTo>
                      <a:pt x="0" y="66474"/>
                      <a:pt x="0" y="66548"/>
                      <a:pt x="74" y="66585"/>
                    </a:cubicBezTo>
                    <a:cubicBezTo>
                      <a:pt x="148" y="66659"/>
                      <a:pt x="222" y="66696"/>
                      <a:pt x="296" y="66696"/>
                    </a:cubicBezTo>
                    <a:lnTo>
                      <a:pt x="32349" y="67102"/>
                    </a:lnTo>
                    <a:cubicBezTo>
                      <a:pt x="32497" y="67102"/>
                      <a:pt x="32645" y="66991"/>
                      <a:pt x="32682" y="66881"/>
                    </a:cubicBezTo>
                    <a:cubicBezTo>
                      <a:pt x="32682" y="66881"/>
                      <a:pt x="39891" y="33348"/>
                      <a:pt x="41148" y="27137"/>
                    </a:cubicBezTo>
                    <a:cubicBezTo>
                      <a:pt x="41481" y="25399"/>
                      <a:pt x="41703" y="23366"/>
                      <a:pt x="41703" y="21222"/>
                    </a:cubicBezTo>
                    <a:cubicBezTo>
                      <a:pt x="41703" y="18375"/>
                      <a:pt x="41333" y="15343"/>
                      <a:pt x="40372" y="12571"/>
                    </a:cubicBezTo>
                    <a:cubicBezTo>
                      <a:pt x="39411" y="9798"/>
                      <a:pt x="37821" y="7284"/>
                      <a:pt x="35455" y="5509"/>
                    </a:cubicBezTo>
                    <a:cubicBezTo>
                      <a:pt x="31203" y="2367"/>
                      <a:pt x="25954" y="1"/>
                      <a:pt x="205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53"/>
              <p:cNvSpPr/>
              <p:nvPr/>
            </p:nvSpPr>
            <p:spPr>
              <a:xfrm>
                <a:off x="6845385" y="1738015"/>
                <a:ext cx="126159" cy="181699"/>
              </a:xfrm>
              <a:custGeom>
                <a:avLst/>
                <a:gdLst/>
                <a:ahLst/>
                <a:cxnLst/>
                <a:rect l="l" t="t" r="r" b="b"/>
                <a:pathLst>
                  <a:path w="7321" h="10544" extrusionOk="0">
                    <a:moveTo>
                      <a:pt x="6959" y="0"/>
                    </a:moveTo>
                    <a:cubicBezTo>
                      <a:pt x="6906" y="0"/>
                      <a:pt x="6853" y="13"/>
                      <a:pt x="6803" y="37"/>
                    </a:cubicBezTo>
                    <a:cubicBezTo>
                      <a:pt x="6803" y="37"/>
                      <a:pt x="5472" y="777"/>
                      <a:pt x="3994" y="2403"/>
                    </a:cubicBezTo>
                    <a:cubicBezTo>
                      <a:pt x="2478" y="4030"/>
                      <a:pt x="814" y="6544"/>
                      <a:pt x="38" y="10167"/>
                    </a:cubicBezTo>
                    <a:cubicBezTo>
                      <a:pt x="1" y="10315"/>
                      <a:pt x="112" y="10500"/>
                      <a:pt x="296" y="10537"/>
                    </a:cubicBezTo>
                    <a:cubicBezTo>
                      <a:pt x="316" y="10542"/>
                      <a:pt x="335" y="10544"/>
                      <a:pt x="355" y="10544"/>
                    </a:cubicBezTo>
                    <a:cubicBezTo>
                      <a:pt x="490" y="10544"/>
                      <a:pt x="634" y="10439"/>
                      <a:pt x="666" y="10278"/>
                    </a:cubicBezTo>
                    <a:cubicBezTo>
                      <a:pt x="1369" y="6803"/>
                      <a:pt x="2995" y="4363"/>
                      <a:pt x="4437" y="2810"/>
                    </a:cubicBezTo>
                    <a:cubicBezTo>
                      <a:pt x="5140" y="2034"/>
                      <a:pt x="5842" y="1479"/>
                      <a:pt x="6323" y="1109"/>
                    </a:cubicBezTo>
                    <a:cubicBezTo>
                      <a:pt x="6581" y="925"/>
                      <a:pt x="6766" y="777"/>
                      <a:pt x="6914" y="703"/>
                    </a:cubicBezTo>
                    <a:cubicBezTo>
                      <a:pt x="6988" y="666"/>
                      <a:pt x="7025" y="629"/>
                      <a:pt x="7062" y="629"/>
                    </a:cubicBezTo>
                    <a:lnTo>
                      <a:pt x="7099" y="592"/>
                    </a:lnTo>
                    <a:cubicBezTo>
                      <a:pt x="7247" y="518"/>
                      <a:pt x="7321" y="296"/>
                      <a:pt x="7247" y="148"/>
                    </a:cubicBezTo>
                    <a:cubicBezTo>
                      <a:pt x="7173" y="50"/>
                      <a:pt x="7066" y="0"/>
                      <a:pt x="69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53"/>
              <p:cNvSpPr/>
              <p:nvPr/>
            </p:nvSpPr>
            <p:spPr>
              <a:xfrm>
                <a:off x="6956879" y="1956540"/>
                <a:ext cx="14027" cy="48423"/>
              </a:xfrm>
              <a:custGeom>
                <a:avLst/>
                <a:gdLst/>
                <a:ahLst/>
                <a:cxnLst/>
                <a:rect l="l" t="t" r="r" b="b"/>
                <a:pathLst>
                  <a:path w="814" h="2810" extrusionOk="0">
                    <a:moveTo>
                      <a:pt x="555" y="0"/>
                    </a:moveTo>
                    <a:cubicBezTo>
                      <a:pt x="370" y="0"/>
                      <a:pt x="222" y="111"/>
                      <a:pt x="185" y="259"/>
                    </a:cubicBezTo>
                    <a:cubicBezTo>
                      <a:pt x="74" y="1072"/>
                      <a:pt x="1" y="1812"/>
                      <a:pt x="1" y="2514"/>
                    </a:cubicBezTo>
                    <a:cubicBezTo>
                      <a:pt x="1" y="2662"/>
                      <a:pt x="148" y="2810"/>
                      <a:pt x="333" y="2810"/>
                    </a:cubicBezTo>
                    <a:cubicBezTo>
                      <a:pt x="481" y="2810"/>
                      <a:pt x="629" y="2662"/>
                      <a:pt x="629" y="2514"/>
                    </a:cubicBezTo>
                    <a:cubicBezTo>
                      <a:pt x="629" y="1849"/>
                      <a:pt x="703" y="1109"/>
                      <a:pt x="814" y="370"/>
                    </a:cubicBezTo>
                    <a:cubicBezTo>
                      <a:pt x="814" y="185"/>
                      <a:pt x="703" y="37"/>
                      <a:pt x="5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53"/>
              <p:cNvSpPr/>
              <p:nvPr/>
            </p:nvSpPr>
            <p:spPr>
              <a:xfrm>
                <a:off x="6967080" y="1746424"/>
                <a:ext cx="72635" cy="184129"/>
              </a:xfrm>
              <a:custGeom>
                <a:avLst/>
                <a:gdLst/>
                <a:ahLst/>
                <a:cxnLst/>
                <a:rect l="l" t="t" r="r" b="b"/>
                <a:pathLst>
                  <a:path w="4215" h="10685" extrusionOk="0">
                    <a:moveTo>
                      <a:pt x="3869" y="1"/>
                    </a:moveTo>
                    <a:cubicBezTo>
                      <a:pt x="3754" y="1"/>
                      <a:pt x="3640" y="69"/>
                      <a:pt x="3586" y="178"/>
                    </a:cubicBezTo>
                    <a:cubicBezTo>
                      <a:pt x="3586" y="215"/>
                      <a:pt x="1183" y="5391"/>
                      <a:pt x="37" y="10308"/>
                    </a:cubicBezTo>
                    <a:cubicBezTo>
                      <a:pt x="0" y="10493"/>
                      <a:pt x="74" y="10640"/>
                      <a:pt x="259" y="10677"/>
                    </a:cubicBezTo>
                    <a:cubicBezTo>
                      <a:pt x="278" y="10682"/>
                      <a:pt x="298" y="10685"/>
                      <a:pt x="319" y="10685"/>
                    </a:cubicBezTo>
                    <a:cubicBezTo>
                      <a:pt x="453" y="10685"/>
                      <a:pt x="596" y="10584"/>
                      <a:pt x="629" y="10456"/>
                    </a:cubicBezTo>
                    <a:cubicBezTo>
                      <a:pt x="1183" y="8052"/>
                      <a:pt x="2070" y="5538"/>
                      <a:pt x="2810" y="3616"/>
                    </a:cubicBezTo>
                    <a:cubicBezTo>
                      <a:pt x="3180" y="2692"/>
                      <a:pt x="3512" y="1878"/>
                      <a:pt x="3771" y="1324"/>
                    </a:cubicBezTo>
                    <a:cubicBezTo>
                      <a:pt x="3882" y="1065"/>
                      <a:pt x="3956" y="843"/>
                      <a:pt x="4030" y="695"/>
                    </a:cubicBezTo>
                    <a:cubicBezTo>
                      <a:pt x="4104" y="510"/>
                      <a:pt x="4141" y="437"/>
                      <a:pt x="4141" y="437"/>
                    </a:cubicBezTo>
                    <a:cubicBezTo>
                      <a:pt x="4215" y="289"/>
                      <a:pt x="4141" y="104"/>
                      <a:pt x="3993" y="30"/>
                    </a:cubicBezTo>
                    <a:cubicBezTo>
                      <a:pt x="3953" y="10"/>
                      <a:pt x="3911" y="1"/>
                      <a:pt x="38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53"/>
              <p:cNvSpPr/>
              <p:nvPr/>
            </p:nvSpPr>
            <p:spPr>
              <a:xfrm>
                <a:off x="7113608" y="1746838"/>
                <a:ext cx="24866" cy="297795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17281" extrusionOk="0">
                    <a:moveTo>
                      <a:pt x="1019" y="0"/>
                    </a:moveTo>
                    <a:cubicBezTo>
                      <a:pt x="1000" y="0"/>
                      <a:pt x="981" y="2"/>
                      <a:pt x="962" y="6"/>
                    </a:cubicBezTo>
                    <a:cubicBezTo>
                      <a:pt x="777" y="6"/>
                      <a:pt x="666" y="154"/>
                      <a:pt x="666" y="302"/>
                    </a:cubicBezTo>
                    <a:cubicBezTo>
                      <a:pt x="666" y="302"/>
                      <a:pt x="666" y="486"/>
                      <a:pt x="703" y="782"/>
                    </a:cubicBezTo>
                    <a:cubicBezTo>
                      <a:pt x="740" y="1670"/>
                      <a:pt x="851" y="3814"/>
                      <a:pt x="851" y="6365"/>
                    </a:cubicBezTo>
                    <a:cubicBezTo>
                      <a:pt x="851" y="9766"/>
                      <a:pt x="666" y="13907"/>
                      <a:pt x="37" y="16938"/>
                    </a:cubicBezTo>
                    <a:cubicBezTo>
                      <a:pt x="0" y="17086"/>
                      <a:pt x="74" y="17271"/>
                      <a:pt x="259" y="17271"/>
                    </a:cubicBezTo>
                    <a:cubicBezTo>
                      <a:pt x="284" y="17277"/>
                      <a:pt x="309" y="17280"/>
                      <a:pt x="335" y="17280"/>
                    </a:cubicBezTo>
                    <a:cubicBezTo>
                      <a:pt x="464" y="17280"/>
                      <a:pt x="598" y="17203"/>
                      <a:pt x="629" y="17049"/>
                    </a:cubicBezTo>
                    <a:cubicBezTo>
                      <a:pt x="1294" y="13944"/>
                      <a:pt x="1442" y="9766"/>
                      <a:pt x="1442" y="6365"/>
                    </a:cubicBezTo>
                    <a:cubicBezTo>
                      <a:pt x="1442" y="2927"/>
                      <a:pt x="1294" y="265"/>
                      <a:pt x="1294" y="265"/>
                    </a:cubicBezTo>
                    <a:cubicBezTo>
                      <a:pt x="1294" y="132"/>
                      <a:pt x="1176" y="0"/>
                      <a:pt x="1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53"/>
              <p:cNvSpPr/>
              <p:nvPr/>
            </p:nvSpPr>
            <p:spPr>
              <a:xfrm>
                <a:off x="7235925" y="2001775"/>
                <a:ext cx="18490" cy="46011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2670" extrusionOk="0">
                    <a:moveTo>
                      <a:pt x="777" y="0"/>
                    </a:moveTo>
                    <a:cubicBezTo>
                      <a:pt x="629" y="0"/>
                      <a:pt x="444" y="111"/>
                      <a:pt x="444" y="259"/>
                    </a:cubicBezTo>
                    <a:cubicBezTo>
                      <a:pt x="333" y="924"/>
                      <a:pt x="222" y="1590"/>
                      <a:pt x="38" y="2292"/>
                    </a:cubicBezTo>
                    <a:cubicBezTo>
                      <a:pt x="1" y="2440"/>
                      <a:pt x="75" y="2625"/>
                      <a:pt x="259" y="2662"/>
                    </a:cubicBezTo>
                    <a:cubicBezTo>
                      <a:pt x="279" y="2667"/>
                      <a:pt x="299" y="2669"/>
                      <a:pt x="319" y="2669"/>
                    </a:cubicBezTo>
                    <a:cubicBezTo>
                      <a:pt x="453" y="2669"/>
                      <a:pt x="597" y="2569"/>
                      <a:pt x="629" y="2440"/>
                    </a:cubicBezTo>
                    <a:cubicBezTo>
                      <a:pt x="814" y="1738"/>
                      <a:pt x="962" y="1035"/>
                      <a:pt x="1036" y="370"/>
                    </a:cubicBezTo>
                    <a:cubicBezTo>
                      <a:pt x="1073" y="185"/>
                      <a:pt x="962" y="37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53"/>
              <p:cNvSpPr/>
              <p:nvPr/>
            </p:nvSpPr>
            <p:spPr>
              <a:xfrm>
                <a:off x="7204079" y="1760951"/>
                <a:ext cx="53524" cy="204515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11868" extrusionOk="0">
                    <a:moveTo>
                      <a:pt x="377" y="0"/>
                    </a:moveTo>
                    <a:cubicBezTo>
                      <a:pt x="325" y="0"/>
                      <a:pt x="271" y="13"/>
                      <a:pt x="222" y="37"/>
                    </a:cubicBezTo>
                    <a:cubicBezTo>
                      <a:pt x="74" y="111"/>
                      <a:pt x="0" y="296"/>
                      <a:pt x="74" y="444"/>
                    </a:cubicBezTo>
                    <a:lnTo>
                      <a:pt x="111" y="481"/>
                    </a:lnTo>
                    <a:cubicBezTo>
                      <a:pt x="370" y="1035"/>
                      <a:pt x="2514" y="5583"/>
                      <a:pt x="2514" y="11202"/>
                    </a:cubicBezTo>
                    <a:cubicBezTo>
                      <a:pt x="2514" y="11313"/>
                      <a:pt x="2514" y="11424"/>
                      <a:pt x="2514" y="11535"/>
                    </a:cubicBezTo>
                    <a:cubicBezTo>
                      <a:pt x="2514" y="11720"/>
                      <a:pt x="2625" y="11868"/>
                      <a:pt x="2810" y="11868"/>
                    </a:cubicBezTo>
                    <a:cubicBezTo>
                      <a:pt x="2995" y="11868"/>
                      <a:pt x="3106" y="11720"/>
                      <a:pt x="3106" y="11535"/>
                    </a:cubicBezTo>
                    <a:cubicBezTo>
                      <a:pt x="3106" y="11424"/>
                      <a:pt x="3106" y="11313"/>
                      <a:pt x="3106" y="11202"/>
                    </a:cubicBezTo>
                    <a:cubicBezTo>
                      <a:pt x="3106" y="5028"/>
                      <a:pt x="629" y="185"/>
                      <a:pt x="629" y="148"/>
                    </a:cubicBezTo>
                    <a:cubicBezTo>
                      <a:pt x="579" y="50"/>
                      <a:pt x="481" y="0"/>
                      <a:pt x="3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53"/>
              <p:cNvSpPr/>
              <p:nvPr/>
            </p:nvSpPr>
            <p:spPr>
              <a:xfrm>
                <a:off x="6420448" y="2594470"/>
                <a:ext cx="1062694" cy="810841"/>
              </a:xfrm>
              <a:custGeom>
                <a:avLst/>
                <a:gdLst/>
                <a:ahLst/>
                <a:cxnLst/>
                <a:rect l="l" t="t" r="r" b="b"/>
                <a:pathLst>
                  <a:path w="61668" h="47053" extrusionOk="0">
                    <a:moveTo>
                      <a:pt x="29743" y="0"/>
                    </a:moveTo>
                    <a:cubicBezTo>
                      <a:pt x="28951" y="0"/>
                      <a:pt x="28542" y="137"/>
                      <a:pt x="28542" y="137"/>
                    </a:cubicBezTo>
                    <a:cubicBezTo>
                      <a:pt x="28542" y="137"/>
                      <a:pt x="5990" y="9010"/>
                      <a:pt x="4326" y="11524"/>
                    </a:cubicBezTo>
                    <a:cubicBezTo>
                      <a:pt x="2699" y="14001"/>
                      <a:pt x="0" y="23243"/>
                      <a:pt x="0" y="23243"/>
                    </a:cubicBezTo>
                    <a:lnTo>
                      <a:pt x="58451" y="47053"/>
                    </a:lnTo>
                    <a:lnTo>
                      <a:pt x="61667" y="37292"/>
                    </a:lnTo>
                    <a:cubicBezTo>
                      <a:pt x="61667" y="37292"/>
                      <a:pt x="58340" y="18142"/>
                      <a:pt x="56270" y="14814"/>
                    </a:cubicBezTo>
                    <a:cubicBezTo>
                      <a:pt x="54199" y="11524"/>
                      <a:pt x="37452" y="2392"/>
                      <a:pt x="33939" y="950"/>
                    </a:cubicBezTo>
                    <a:cubicBezTo>
                      <a:pt x="32063" y="180"/>
                      <a:pt x="30651" y="0"/>
                      <a:pt x="297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53"/>
              <p:cNvSpPr/>
              <p:nvPr/>
            </p:nvSpPr>
            <p:spPr>
              <a:xfrm>
                <a:off x="6414072" y="2589180"/>
                <a:ext cx="1074153" cy="821714"/>
              </a:xfrm>
              <a:custGeom>
                <a:avLst/>
                <a:gdLst/>
                <a:ahLst/>
                <a:cxnLst/>
                <a:rect l="l" t="t" r="r" b="b"/>
                <a:pathLst>
                  <a:path w="62333" h="47684" extrusionOk="0">
                    <a:moveTo>
                      <a:pt x="30095" y="629"/>
                    </a:moveTo>
                    <a:cubicBezTo>
                      <a:pt x="30945" y="629"/>
                      <a:pt x="32313" y="777"/>
                      <a:pt x="34198" y="1553"/>
                    </a:cubicBezTo>
                    <a:cubicBezTo>
                      <a:pt x="35049" y="1886"/>
                      <a:pt x="36749" y="2736"/>
                      <a:pt x="38857" y="3845"/>
                    </a:cubicBezTo>
                    <a:cubicBezTo>
                      <a:pt x="41962" y="5509"/>
                      <a:pt x="45992" y="7764"/>
                      <a:pt x="49430" y="9945"/>
                    </a:cubicBezTo>
                    <a:cubicBezTo>
                      <a:pt x="51131" y="11017"/>
                      <a:pt x="52721" y="12053"/>
                      <a:pt x="53941" y="12977"/>
                    </a:cubicBezTo>
                    <a:cubicBezTo>
                      <a:pt x="55161" y="13901"/>
                      <a:pt x="56048" y="14751"/>
                      <a:pt x="56381" y="15306"/>
                    </a:cubicBezTo>
                    <a:cubicBezTo>
                      <a:pt x="56603" y="15676"/>
                      <a:pt x="56898" y="16304"/>
                      <a:pt x="57194" y="17155"/>
                    </a:cubicBezTo>
                    <a:cubicBezTo>
                      <a:pt x="58192" y="20038"/>
                      <a:pt x="59301" y="25177"/>
                      <a:pt x="60189" y="29577"/>
                    </a:cubicBezTo>
                    <a:cubicBezTo>
                      <a:pt x="60632" y="31795"/>
                      <a:pt x="61039" y="33791"/>
                      <a:pt x="61298" y="35270"/>
                    </a:cubicBezTo>
                    <a:cubicBezTo>
                      <a:pt x="61532" y="36610"/>
                      <a:pt x="61676" y="37464"/>
                      <a:pt x="61701" y="37613"/>
                    </a:cubicBezTo>
                    <a:lnTo>
                      <a:pt x="61701" y="37613"/>
                    </a:lnTo>
                    <a:lnTo>
                      <a:pt x="58636" y="46953"/>
                    </a:lnTo>
                    <a:lnTo>
                      <a:pt x="740" y="23360"/>
                    </a:lnTo>
                    <a:lnTo>
                      <a:pt x="740" y="23360"/>
                    </a:lnTo>
                    <a:cubicBezTo>
                      <a:pt x="811" y="23110"/>
                      <a:pt x="935" y="22693"/>
                      <a:pt x="1110" y="22146"/>
                    </a:cubicBezTo>
                    <a:cubicBezTo>
                      <a:pt x="1516" y="20815"/>
                      <a:pt x="2182" y="18707"/>
                      <a:pt x="2884" y="16711"/>
                    </a:cubicBezTo>
                    <a:cubicBezTo>
                      <a:pt x="3624" y="14751"/>
                      <a:pt x="4400" y="12866"/>
                      <a:pt x="4955" y="11979"/>
                    </a:cubicBezTo>
                    <a:cubicBezTo>
                      <a:pt x="5029" y="11868"/>
                      <a:pt x="5213" y="11720"/>
                      <a:pt x="5435" y="11535"/>
                    </a:cubicBezTo>
                    <a:cubicBezTo>
                      <a:pt x="6360" y="10796"/>
                      <a:pt x="8319" y="9723"/>
                      <a:pt x="10722" y="8577"/>
                    </a:cubicBezTo>
                    <a:cubicBezTo>
                      <a:pt x="14308" y="6840"/>
                      <a:pt x="18893" y="4880"/>
                      <a:pt x="22553" y="3364"/>
                    </a:cubicBezTo>
                    <a:cubicBezTo>
                      <a:pt x="24401" y="2588"/>
                      <a:pt x="26028" y="1923"/>
                      <a:pt x="27174" y="1479"/>
                    </a:cubicBezTo>
                    <a:cubicBezTo>
                      <a:pt x="28320" y="998"/>
                      <a:pt x="29023" y="740"/>
                      <a:pt x="29023" y="740"/>
                    </a:cubicBezTo>
                    <a:cubicBezTo>
                      <a:pt x="29023" y="740"/>
                      <a:pt x="29392" y="629"/>
                      <a:pt x="30095" y="629"/>
                    </a:cubicBezTo>
                    <a:close/>
                    <a:moveTo>
                      <a:pt x="30095" y="0"/>
                    </a:moveTo>
                    <a:cubicBezTo>
                      <a:pt x="29281" y="0"/>
                      <a:pt x="28838" y="148"/>
                      <a:pt x="28838" y="148"/>
                    </a:cubicBezTo>
                    <a:lnTo>
                      <a:pt x="28801" y="148"/>
                    </a:lnTo>
                    <a:cubicBezTo>
                      <a:pt x="28801" y="148"/>
                      <a:pt x="23181" y="2366"/>
                      <a:pt x="17303" y="4917"/>
                    </a:cubicBezTo>
                    <a:cubicBezTo>
                      <a:pt x="14382" y="6174"/>
                      <a:pt x="11425" y="7542"/>
                      <a:pt x="9058" y="8725"/>
                    </a:cubicBezTo>
                    <a:cubicBezTo>
                      <a:pt x="7875" y="9317"/>
                      <a:pt x="6840" y="9871"/>
                      <a:pt x="6064" y="10352"/>
                    </a:cubicBezTo>
                    <a:cubicBezTo>
                      <a:pt x="5657" y="10611"/>
                      <a:pt x="5324" y="10833"/>
                      <a:pt x="5066" y="11054"/>
                    </a:cubicBezTo>
                    <a:cubicBezTo>
                      <a:pt x="4807" y="11239"/>
                      <a:pt x="4585" y="11461"/>
                      <a:pt x="4474" y="11646"/>
                    </a:cubicBezTo>
                    <a:cubicBezTo>
                      <a:pt x="4030" y="12311"/>
                      <a:pt x="3550" y="13347"/>
                      <a:pt x="3032" y="14567"/>
                    </a:cubicBezTo>
                    <a:cubicBezTo>
                      <a:pt x="1590" y="18264"/>
                      <a:pt x="75" y="23477"/>
                      <a:pt x="75" y="23477"/>
                    </a:cubicBezTo>
                    <a:cubicBezTo>
                      <a:pt x="1" y="23624"/>
                      <a:pt x="75" y="23772"/>
                      <a:pt x="222" y="23846"/>
                    </a:cubicBezTo>
                    <a:lnTo>
                      <a:pt x="58673" y="47655"/>
                    </a:lnTo>
                    <a:cubicBezTo>
                      <a:pt x="58728" y="47674"/>
                      <a:pt x="58775" y="47683"/>
                      <a:pt x="58816" y="47683"/>
                    </a:cubicBezTo>
                    <a:cubicBezTo>
                      <a:pt x="58858" y="47683"/>
                      <a:pt x="58895" y="47674"/>
                      <a:pt x="58932" y="47655"/>
                    </a:cubicBezTo>
                    <a:cubicBezTo>
                      <a:pt x="59006" y="47618"/>
                      <a:pt x="59080" y="47544"/>
                      <a:pt x="59117" y="47471"/>
                    </a:cubicBezTo>
                    <a:lnTo>
                      <a:pt x="62333" y="37710"/>
                    </a:lnTo>
                    <a:lnTo>
                      <a:pt x="62333" y="37562"/>
                    </a:lnTo>
                    <a:cubicBezTo>
                      <a:pt x="62333" y="37562"/>
                      <a:pt x="61483" y="32756"/>
                      <a:pt x="60411" y="27543"/>
                    </a:cubicBezTo>
                    <a:cubicBezTo>
                      <a:pt x="59856" y="24918"/>
                      <a:pt x="59264" y="22220"/>
                      <a:pt x="58673" y="19964"/>
                    </a:cubicBezTo>
                    <a:cubicBezTo>
                      <a:pt x="58340" y="18818"/>
                      <a:pt x="58044" y="17783"/>
                      <a:pt x="57749" y="16933"/>
                    </a:cubicBezTo>
                    <a:cubicBezTo>
                      <a:pt x="57453" y="16082"/>
                      <a:pt x="57194" y="15417"/>
                      <a:pt x="56898" y="14973"/>
                    </a:cubicBezTo>
                    <a:cubicBezTo>
                      <a:pt x="56603" y="14493"/>
                      <a:pt x="56122" y="13975"/>
                      <a:pt x="55420" y="13421"/>
                    </a:cubicBezTo>
                    <a:cubicBezTo>
                      <a:pt x="53090" y="11387"/>
                      <a:pt x="48617" y="8614"/>
                      <a:pt x="44328" y="6174"/>
                    </a:cubicBezTo>
                    <a:cubicBezTo>
                      <a:pt x="40040" y="3734"/>
                      <a:pt x="35973" y="1627"/>
                      <a:pt x="34420" y="998"/>
                    </a:cubicBezTo>
                    <a:cubicBezTo>
                      <a:pt x="32498" y="185"/>
                      <a:pt x="31019" y="0"/>
                      <a:pt x="300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53"/>
              <p:cNvSpPr/>
              <p:nvPr/>
            </p:nvSpPr>
            <p:spPr>
              <a:xfrm>
                <a:off x="7194515" y="2977049"/>
                <a:ext cx="68189" cy="337912"/>
              </a:xfrm>
              <a:custGeom>
                <a:avLst/>
                <a:gdLst/>
                <a:ahLst/>
                <a:cxnLst/>
                <a:rect l="l" t="t" r="r" b="b"/>
                <a:pathLst>
                  <a:path w="3957" h="19609" extrusionOk="0">
                    <a:moveTo>
                      <a:pt x="3628" y="0"/>
                    </a:moveTo>
                    <a:cubicBezTo>
                      <a:pt x="3476" y="0"/>
                      <a:pt x="3360" y="105"/>
                      <a:pt x="3328" y="266"/>
                    </a:cubicBezTo>
                    <a:lnTo>
                      <a:pt x="38" y="19269"/>
                    </a:lnTo>
                    <a:cubicBezTo>
                      <a:pt x="1" y="19417"/>
                      <a:pt x="111" y="19565"/>
                      <a:pt x="259" y="19602"/>
                    </a:cubicBezTo>
                    <a:cubicBezTo>
                      <a:pt x="283" y="19607"/>
                      <a:pt x="307" y="19609"/>
                      <a:pt x="329" y="19609"/>
                    </a:cubicBezTo>
                    <a:cubicBezTo>
                      <a:pt x="481" y="19609"/>
                      <a:pt x="597" y="19504"/>
                      <a:pt x="629" y="19343"/>
                    </a:cubicBezTo>
                    <a:lnTo>
                      <a:pt x="3919" y="377"/>
                    </a:lnTo>
                    <a:cubicBezTo>
                      <a:pt x="3956" y="192"/>
                      <a:pt x="3846" y="44"/>
                      <a:pt x="3698" y="7"/>
                    </a:cubicBezTo>
                    <a:cubicBezTo>
                      <a:pt x="3674" y="3"/>
                      <a:pt x="3650" y="0"/>
                      <a:pt x="36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53"/>
              <p:cNvSpPr/>
              <p:nvPr/>
            </p:nvSpPr>
            <p:spPr>
              <a:xfrm>
                <a:off x="6519828" y="2594470"/>
                <a:ext cx="700828" cy="720370"/>
              </a:xfrm>
              <a:custGeom>
                <a:avLst/>
                <a:gdLst/>
                <a:ahLst/>
                <a:cxnLst/>
                <a:rect l="l" t="t" r="r" b="b"/>
                <a:pathLst>
                  <a:path w="40669" h="41803" extrusionOk="0">
                    <a:moveTo>
                      <a:pt x="23976" y="0"/>
                    </a:moveTo>
                    <a:cubicBezTo>
                      <a:pt x="23184" y="0"/>
                      <a:pt x="22775" y="137"/>
                      <a:pt x="22775" y="137"/>
                    </a:cubicBezTo>
                    <a:cubicBezTo>
                      <a:pt x="22775" y="137"/>
                      <a:pt x="15307" y="3094"/>
                      <a:pt x="8652" y="6052"/>
                    </a:cubicBezTo>
                    <a:cubicBezTo>
                      <a:pt x="7617" y="9638"/>
                      <a:pt x="5435" y="16219"/>
                      <a:pt x="1886" y="22060"/>
                    </a:cubicBezTo>
                    <a:cubicBezTo>
                      <a:pt x="1147" y="23243"/>
                      <a:pt x="518" y="24427"/>
                      <a:pt x="1" y="25610"/>
                    </a:cubicBezTo>
                    <a:lnTo>
                      <a:pt x="39707" y="41803"/>
                    </a:lnTo>
                    <a:cubicBezTo>
                      <a:pt x="39929" y="36442"/>
                      <a:pt x="40188" y="26978"/>
                      <a:pt x="39744" y="20212"/>
                    </a:cubicBezTo>
                    <a:cubicBezTo>
                      <a:pt x="39411" y="14592"/>
                      <a:pt x="40040" y="10341"/>
                      <a:pt x="40668" y="7642"/>
                    </a:cubicBezTo>
                    <a:cubicBezTo>
                      <a:pt x="35529" y="4610"/>
                      <a:pt x="30021" y="1727"/>
                      <a:pt x="28172" y="950"/>
                    </a:cubicBezTo>
                    <a:cubicBezTo>
                      <a:pt x="26296" y="180"/>
                      <a:pt x="24884" y="0"/>
                      <a:pt x="239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53"/>
              <p:cNvSpPr/>
              <p:nvPr/>
            </p:nvSpPr>
            <p:spPr>
              <a:xfrm>
                <a:off x="6513469" y="2589180"/>
                <a:ext cx="712926" cy="730761"/>
              </a:xfrm>
              <a:custGeom>
                <a:avLst/>
                <a:gdLst/>
                <a:ahLst/>
                <a:cxnLst/>
                <a:rect l="l" t="t" r="r" b="b"/>
                <a:pathLst>
                  <a:path w="41371" h="42406" extrusionOk="0">
                    <a:moveTo>
                      <a:pt x="24327" y="0"/>
                    </a:moveTo>
                    <a:cubicBezTo>
                      <a:pt x="23513" y="0"/>
                      <a:pt x="23070" y="148"/>
                      <a:pt x="23070" y="148"/>
                    </a:cubicBezTo>
                    <a:lnTo>
                      <a:pt x="23033" y="148"/>
                    </a:lnTo>
                    <a:cubicBezTo>
                      <a:pt x="23033" y="148"/>
                      <a:pt x="15565" y="3106"/>
                      <a:pt x="8873" y="6100"/>
                    </a:cubicBezTo>
                    <a:cubicBezTo>
                      <a:pt x="8799" y="6137"/>
                      <a:pt x="8762" y="6174"/>
                      <a:pt x="8725" y="6285"/>
                    </a:cubicBezTo>
                    <a:cubicBezTo>
                      <a:pt x="7690" y="9834"/>
                      <a:pt x="5509" y="16415"/>
                      <a:pt x="1996" y="22220"/>
                    </a:cubicBezTo>
                    <a:cubicBezTo>
                      <a:pt x="1257" y="23403"/>
                      <a:pt x="629" y="24586"/>
                      <a:pt x="74" y="25769"/>
                    </a:cubicBezTo>
                    <a:cubicBezTo>
                      <a:pt x="0" y="25917"/>
                      <a:pt x="74" y="26101"/>
                      <a:pt x="222" y="26175"/>
                    </a:cubicBezTo>
                    <a:cubicBezTo>
                      <a:pt x="261" y="26195"/>
                      <a:pt x="304" y="26204"/>
                      <a:pt x="346" y="26204"/>
                    </a:cubicBezTo>
                    <a:cubicBezTo>
                      <a:pt x="461" y="26204"/>
                      <a:pt x="574" y="26136"/>
                      <a:pt x="629" y="26028"/>
                    </a:cubicBezTo>
                    <a:cubicBezTo>
                      <a:pt x="1183" y="24881"/>
                      <a:pt x="1812" y="23698"/>
                      <a:pt x="2514" y="22515"/>
                    </a:cubicBezTo>
                    <a:cubicBezTo>
                      <a:pt x="6047" y="16760"/>
                      <a:pt x="8217" y="10215"/>
                      <a:pt x="9270" y="6593"/>
                    </a:cubicBezTo>
                    <a:lnTo>
                      <a:pt x="9270" y="6593"/>
                    </a:lnTo>
                    <a:cubicBezTo>
                      <a:pt x="12557" y="5134"/>
                      <a:pt x="16046" y="3645"/>
                      <a:pt x="18707" y="2588"/>
                    </a:cubicBezTo>
                    <a:cubicBezTo>
                      <a:pt x="20038" y="2034"/>
                      <a:pt x="21184" y="1553"/>
                      <a:pt x="21998" y="1220"/>
                    </a:cubicBezTo>
                    <a:cubicBezTo>
                      <a:pt x="22811" y="924"/>
                      <a:pt x="23255" y="740"/>
                      <a:pt x="23255" y="740"/>
                    </a:cubicBezTo>
                    <a:cubicBezTo>
                      <a:pt x="23255" y="740"/>
                      <a:pt x="23624" y="629"/>
                      <a:pt x="24327" y="629"/>
                    </a:cubicBezTo>
                    <a:cubicBezTo>
                      <a:pt x="25177" y="629"/>
                      <a:pt x="26545" y="777"/>
                      <a:pt x="28430" y="1553"/>
                    </a:cubicBezTo>
                    <a:cubicBezTo>
                      <a:pt x="29318" y="1923"/>
                      <a:pt x="31166" y="2847"/>
                      <a:pt x="33421" y="4030"/>
                    </a:cubicBezTo>
                    <a:cubicBezTo>
                      <a:pt x="35592" y="5187"/>
                      <a:pt x="38187" y="6628"/>
                      <a:pt x="40687" y="8109"/>
                    </a:cubicBezTo>
                    <a:lnTo>
                      <a:pt x="40687" y="8109"/>
                    </a:lnTo>
                    <a:cubicBezTo>
                      <a:pt x="40188" y="10284"/>
                      <a:pt x="39706" y="13416"/>
                      <a:pt x="39706" y="17339"/>
                    </a:cubicBezTo>
                    <a:cubicBezTo>
                      <a:pt x="39706" y="18375"/>
                      <a:pt x="39743" y="19410"/>
                      <a:pt x="39817" y="20519"/>
                    </a:cubicBezTo>
                    <a:cubicBezTo>
                      <a:pt x="39965" y="23218"/>
                      <a:pt x="40039" y="26360"/>
                      <a:pt x="40039" y="29503"/>
                    </a:cubicBezTo>
                    <a:cubicBezTo>
                      <a:pt x="40039" y="34198"/>
                      <a:pt x="39891" y="38893"/>
                      <a:pt x="39780" y="42073"/>
                    </a:cubicBezTo>
                    <a:cubicBezTo>
                      <a:pt x="39780" y="42258"/>
                      <a:pt x="39891" y="42406"/>
                      <a:pt x="40076" y="42406"/>
                    </a:cubicBezTo>
                    <a:cubicBezTo>
                      <a:pt x="40261" y="42406"/>
                      <a:pt x="40372" y="42258"/>
                      <a:pt x="40409" y="42110"/>
                    </a:cubicBezTo>
                    <a:cubicBezTo>
                      <a:pt x="40520" y="38893"/>
                      <a:pt x="40668" y="34198"/>
                      <a:pt x="40668" y="29503"/>
                    </a:cubicBezTo>
                    <a:cubicBezTo>
                      <a:pt x="40668" y="26360"/>
                      <a:pt x="40594" y="23218"/>
                      <a:pt x="40409" y="20482"/>
                    </a:cubicBezTo>
                    <a:cubicBezTo>
                      <a:pt x="40372" y="19373"/>
                      <a:pt x="40335" y="18338"/>
                      <a:pt x="40335" y="17339"/>
                    </a:cubicBezTo>
                    <a:cubicBezTo>
                      <a:pt x="40335" y="13310"/>
                      <a:pt x="40816" y="10167"/>
                      <a:pt x="41333" y="8023"/>
                    </a:cubicBezTo>
                    <a:cubicBezTo>
                      <a:pt x="41370" y="7912"/>
                      <a:pt x="41296" y="7764"/>
                      <a:pt x="41185" y="7690"/>
                    </a:cubicBezTo>
                    <a:cubicBezTo>
                      <a:pt x="38634" y="6174"/>
                      <a:pt x="35972" y="4695"/>
                      <a:pt x="33680" y="3475"/>
                    </a:cubicBezTo>
                    <a:cubicBezTo>
                      <a:pt x="31425" y="2292"/>
                      <a:pt x="29613" y="1368"/>
                      <a:pt x="28652" y="998"/>
                    </a:cubicBezTo>
                    <a:cubicBezTo>
                      <a:pt x="26730" y="185"/>
                      <a:pt x="25251" y="0"/>
                      <a:pt x="243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53"/>
              <p:cNvSpPr/>
              <p:nvPr/>
            </p:nvSpPr>
            <p:spPr>
              <a:xfrm>
                <a:off x="6749193" y="2594470"/>
                <a:ext cx="398191" cy="555024"/>
              </a:xfrm>
              <a:custGeom>
                <a:avLst/>
                <a:gdLst/>
                <a:ahLst/>
                <a:cxnLst/>
                <a:rect l="l" t="t" r="r" b="b"/>
                <a:pathLst>
                  <a:path w="23107" h="32208" extrusionOk="0">
                    <a:moveTo>
                      <a:pt x="10666" y="0"/>
                    </a:moveTo>
                    <a:cubicBezTo>
                      <a:pt x="9874" y="0"/>
                      <a:pt x="9465" y="137"/>
                      <a:pt x="9465" y="137"/>
                    </a:cubicBezTo>
                    <a:cubicBezTo>
                      <a:pt x="9465" y="137"/>
                      <a:pt x="5435" y="1727"/>
                      <a:pt x="629" y="3760"/>
                    </a:cubicBezTo>
                    <a:cubicBezTo>
                      <a:pt x="259" y="7494"/>
                      <a:pt x="0" y="13040"/>
                      <a:pt x="998" y="17735"/>
                    </a:cubicBezTo>
                    <a:cubicBezTo>
                      <a:pt x="2616" y="25355"/>
                      <a:pt x="4793" y="32207"/>
                      <a:pt x="6815" y="32207"/>
                    </a:cubicBezTo>
                    <a:cubicBezTo>
                      <a:pt x="6873" y="32207"/>
                      <a:pt x="6930" y="32202"/>
                      <a:pt x="6988" y="32190"/>
                    </a:cubicBezTo>
                    <a:cubicBezTo>
                      <a:pt x="9021" y="31784"/>
                      <a:pt x="19742" y="13003"/>
                      <a:pt x="23107" y="5202"/>
                    </a:cubicBezTo>
                    <a:cubicBezTo>
                      <a:pt x="19447" y="3168"/>
                      <a:pt x="16193" y="1505"/>
                      <a:pt x="14862" y="950"/>
                    </a:cubicBezTo>
                    <a:cubicBezTo>
                      <a:pt x="12986" y="180"/>
                      <a:pt x="11574" y="0"/>
                      <a:pt x="10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53"/>
              <p:cNvSpPr/>
              <p:nvPr/>
            </p:nvSpPr>
            <p:spPr>
              <a:xfrm>
                <a:off x="6749193" y="2589180"/>
                <a:ext cx="403930" cy="565760"/>
              </a:xfrm>
              <a:custGeom>
                <a:avLst/>
                <a:gdLst/>
                <a:ahLst/>
                <a:cxnLst/>
                <a:rect l="l" t="t" r="r" b="b"/>
                <a:pathLst>
                  <a:path w="23440" h="32831" extrusionOk="0">
                    <a:moveTo>
                      <a:pt x="10648" y="629"/>
                    </a:moveTo>
                    <a:cubicBezTo>
                      <a:pt x="11498" y="629"/>
                      <a:pt x="12866" y="777"/>
                      <a:pt x="14751" y="1553"/>
                    </a:cubicBezTo>
                    <a:cubicBezTo>
                      <a:pt x="16014" y="2094"/>
                      <a:pt x="19179" y="3692"/>
                      <a:pt x="22698" y="5659"/>
                    </a:cubicBezTo>
                    <a:lnTo>
                      <a:pt x="22698" y="5659"/>
                    </a:lnTo>
                    <a:cubicBezTo>
                      <a:pt x="20993" y="9573"/>
                      <a:pt x="17561" y="16060"/>
                      <a:pt x="14271" y="21628"/>
                    </a:cubicBezTo>
                    <a:cubicBezTo>
                      <a:pt x="12607" y="24475"/>
                      <a:pt x="10980" y="27100"/>
                      <a:pt x="9649" y="29059"/>
                    </a:cubicBezTo>
                    <a:cubicBezTo>
                      <a:pt x="8984" y="30020"/>
                      <a:pt x="8355" y="30797"/>
                      <a:pt x="7875" y="31351"/>
                    </a:cubicBezTo>
                    <a:cubicBezTo>
                      <a:pt x="7653" y="31610"/>
                      <a:pt x="7431" y="31832"/>
                      <a:pt x="7283" y="31980"/>
                    </a:cubicBezTo>
                    <a:cubicBezTo>
                      <a:pt x="7098" y="32128"/>
                      <a:pt x="6951" y="32202"/>
                      <a:pt x="6914" y="32202"/>
                    </a:cubicBezTo>
                    <a:lnTo>
                      <a:pt x="6803" y="32202"/>
                    </a:lnTo>
                    <a:cubicBezTo>
                      <a:pt x="6655" y="32202"/>
                      <a:pt x="6470" y="32165"/>
                      <a:pt x="6248" y="31980"/>
                    </a:cubicBezTo>
                    <a:cubicBezTo>
                      <a:pt x="5841" y="31684"/>
                      <a:pt x="5398" y="31056"/>
                      <a:pt x="4991" y="30205"/>
                    </a:cubicBezTo>
                    <a:cubicBezTo>
                      <a:pt x="3660" y="27617"/>
                      <a:pt x="2329" y="22959"/>
                      <a:pt x="1294" y="17968"/>
                    </a:cubicBezTo>
                    <a:cubicBezTo>
                      <a:pt x="777" y="15565"/>
                      <a:pt x="629" y="12940"/>
                      <a:pt x="629" y="10426"/>
                    </a:cubicBezTo>
                    <a:cubicBezTo>
                      <a:pt x="629" y="8178"/>
                      <a:pt x="766" y="6033"/>
                      <a:pt x="942" y="4290"/>
                    </a:cubicBezTo>
                    <a:lnTo>
                      <a:pt x="942" y="4290"/>
                    </a:lnTo>
                    <a:cubicBezTo>
                      <a:pt x="3246" y="3286"/>
                      <a:pt x="5398" y="2425"/>
                      <a:pt x="6951" y="1775"/>
                    </a:cubicBezTo>
                    <a:cubicBezTo>
                      <a:pt x="7764" y="1442"/>
                      <a:pt x="8429" y="1183"/>
                      <a:pt x="8873" y="998"/>
                    </a:cubicBezTo>
                    <a:cubicBezTo>
                      <a:pt x="9317" y="813"/>
                      <a:pt x="9576" y="740"/>
                      <a:pt x="9576" y="740"/>
                    </a:cubicBezTo>
                    <a:cubicBezTo>
                      <a:pt x="9576" y="740"/>
                      <a:pt x="9945" y="629"/>
                      <a:pt x="10648" y="629"/>
                    </a:cubicBezTo>
                    <a:close/>
                    <a:moveTo>
                      <a:pt x="10648" y="0"/>
                    </a:moveTo>
                    <a:cubicBezTo>
                      <a:pt x="9834" y="0"/>
                      <a:pt x="9391" y="148"/>
                      <a:pt x="9391" y="148"/>
                    </a:cubicBezTo>
                    <a:lnTo>
                      <a:pt x="9354" y="148"/>
                    </a:lnTo>
                    <a:cubicBezTo>
                      <a:pt x="9354" y="148"/>
                      <a:pt x="5324" y="1738"/>
                      <a:pt x="518" y="3771"/>
                    </a:cubicBezTo>
                    <a:cubicBezTo>
                      <a:pt x="407" y="3808"/>
                      <a:pt x="333" y="3919"/>
                      <a:pt x="333" y="4030"/>
                    </a:cubicBezTo>
                    <a:cubicBezTo>
                      <a:pt x="148" y="5842"/>
                      <a:pt x="0" y="8060"/>
                      <a:pt x="0" y="10426"/>
                    </a:cubicBezTo>
                    <a:cubicBezTo>
                      <a:pt x="0" y="12977"/>
                      <a:pt x="185" y="15639"/>
                      <a:pt x="703" y="18079"/>
                    </a:cubicBezTo>
                    <a:cubicBezTo>
                      <a:pt x="1479" y="21924"/>
                      <a:pt x="2440" y="25547"/>
                      <a:pt x="3475" y="28246"/>
                    </a:cubicBezTo>
                    <a:cubicBezTo>
                      <a:pt x="3956" y="29614"/>
                      <a:pt x="4474" y="30723"/>
                      <a:pt x="5028" y="31499"/>
                    </a:cubicBezTo>
                    <a:cubicBezTo>
                      <a:pt x="5287" y="31906"/>
                      <a:pt x="5583" y="32239"/>
                      <a:pt x="5841" y="32460"/>
                    </a:cubicBezTo>
                    <a:cubicBezTo>
                      <a:pt x="6137" y="32682"/>
                      <a:pt x="6470" y="32830"/>
                      <a:pt x="6803" y="32830"/>
                    </a:cubicBezTo>
                    <a:cubicBezTo>
                      <a:pt x="6877" y="32830"/>
                      <a:pt x="6988" y="32830"/>
                      <a:pt x="7062" y="32793"/>
                    </a:cubicBezTo>
                    <a:cubicBezTo>
                      <a:pt x="7283" y="32756"/>
                      <a:pt x="7468" y="32645"/>
                      <a:pt x="7653" y="32460"/>
                    </a:cubicBezTo>
                    <a:cubicBezTo>
                      <a:pt x="8060" y="32128"/>
                      <a:pt x="8540" y="31573"/>
                      <a:pt x="9058" y="30871"/>
                    </a:cubicBezTo>
                    <a:cubicBezTo>
                      <a:pt x="12903" y="25843"/>
                      <a:pt x="20593" y="12090"/>
                      <a:pt x="23403" y="5657"/>
                    </a:cubicBezTo>
                    <a:cubicBezTo>
                      <a:pt x="23439" y="5509"/>
                      <a:pt x="23403" y="5324"/>
                      <a:pt x="23255" y="5250"/>
                    </a:cubicBezTo>
                    <a:cubicBezTo>
                      <a:pt x="19595" y="3217"/>
                      <a:pt x="16341" y="1553"/>
                      <a:pt x="14973" y="998"/>
                    </a:cubicBezTo>
                    <a:cubicBezTo>
                      <a:pt x="13051" y="185"/>
                      <a:pt x="11572" y="0"/>
                      <a:pt x="106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53"/>
              <p:cNvSpPr/>
              <p:nvPr/>
            </p:nvSpPr>
            <p:spPr>
              <a:xfrm>
                <a:off x="6766391" y="2851820"/>
                <a:ext cx="63726" cy="44925"/>
              </a:xfrm>
              <a:custGeom>
                <a:avLst/>
                <a:gdLst/>
                <a:ahLst/>
                <a:cxnLst/>
                <a:rect l="l" t="t" r="r" b="b"/>
                <a:pathLst>
                  <a:path w="3698" h="2607" extrusionOk="0">
                    <a:moveTo>
                      <a:pt x="335" y="1"/>
                    </a:moveTo>
                    <a:cubicBezTo>
                      <a:pt x="241" y="1"/>
                      <a:pt x="156" y="49"/>
                      <a:pt x="111" y="139"/>
                    </a:cubicBezTo>
                    <a:cubicBezTo>
                      <a:pt x="0" y="287"/>
                      <a:pt x="37" y="472"/>
                      <a:pt x="185" y="546"/>
                    </a:cubicBezTo>
                    <a:lnTo>
                      <a:pt x="3180" y="2542"/>
                    </a:lnTo>
                    <a:cubicBezTo>
                      <a:pt x="3224" y="2586"/>
                      <a:pt x="3285" y="2607"/>
                      <a:pt x="3347" y="2607"/>
                    </a:cubicBezTo>
                    <a:cubicBezTo>
                      <a:pt x="3443" y="2607"/>
                      <a:pt x="3542" y="2558"/>
                      <a:pt x="3586" y="2468"/>
                    </a:cubicBezTo>
                    <a:cubicBezTo>
                      <a:pt x="3697" y="2320"/>
                      <a:pt x="3660" y="2135"/>
                      <a:pt x="3513" y="2024"/>
                    </a:cubicBezTo>
                    <a:lnTo>
                      <a:pt x="518" y="65"/>
                    </a:lnTo>
                    <a:cubicBezTo>
                      <a:pt x="460" y="21"/>
                      <a:pt x="396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53"/>
              <p:cNvSpPr/>
              <p:nvPr/>
            </p:nvSpPr>
            <p:spPr>
              <a:xfrm>
                <a:off x="6920570" y="2908877"/>
                <a:ext cx="96847" cy="21920"/>
              </a:xfrm>
              <a:custGeom>
                <a:avLst/>
                <a:gdLst/>
                <a:ahLst/>
                <a:cxnLst/>
                <a:rect l="l" t="t" r="r" b="b"/>
                <a:pathLst>
                  <a:path w="5620" h="1272" extrusionOk="0">
                    <a:moveTo>
                      <a:pt x="313" y="0"/>
                    </a:moveTo>
                    <a:cubicBezTo>
                      <a:pt x="186" y="0"/>
                      <a:pt x="69" y="105"/>
                      <a:pt x="37" y="266"/>
                    </a:cubicBezTo>
                    <a:cubicBezTo>
                      <a:pt x="0" y="414"/>
                      <a:pt x="148" y="599"/>
                      <a:pt x="296" y="599"/>
                    </a:cubicBezTo>
                    <a:lnTo>
                      <a:pt x="5250" y="1264"/>
                    </a:lnTo>
                    <a:cubicBezTo>
                      <a:pt x="5274" y="1269"/>
                      <a:pt x="5297" y="1272"/>
                      <a:pt x="5320" y="1272"/>
                    </a:cubicBezTo>
                    <a:cubicBezTo>
                      <a:pt x="5471" y="1272"/>
                      <a:pt x="5588" y="1167"/>
                      <a:pt x="5620" y="1006"/>
                    </a:cubicBezTo>
                    <a:cubicBezTo>
                      <a:pt x="5620" y="821"/>
                      <a:pt x="5509" y="673"/>
                      <a:pt x="5361" y="673"/>
                    </a:cubicBezTo>
                    <a:lnTo>
                      <a:pt x="370" y="7"/>
                    </a:lnTo>
                    <a:cubicBezTo>
                      <a:pt x="351" y="3"/>
                      <a:pt x="332" y="0"/>
                      <a:pt x="3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53"/>
              <p:cNvSpPr/>
              <p:nvPr/>
            </p:nvSpPr>
            <p:spPr>
              <a:xfrm>
                <a:off x="6796324" y="2464933"/>
                <a:ext cx="280338" cy="288627"/>
              </a:xfrm>
              <a:custGeom>
                <a:avLst/>
                <a:gdLst/>
                <a:ahLst/>
                <a:cxnLst/>
                <a:rect l="l" t="t" r="r" b="b"/>
                <a:pathLst>
                  <a:path w="16268" h="16749" extrusionOk="0">
                    <a:moveTo>
                      <a:pt x="519" y="1"/>
                    </a:moveTo>
                    <a:lnTo>
                      <a:pt x="519" y="1"/>
                    </a:lnTo>
                    <a:cubicBezTo>
                      <a:pt x="519" y="1"/>
                      <a:pt x="556" y="7062"/>
                      <a:pt x="334" y="9502"/>
                    </a:cubicBezTo>
                    <a:cubicBezTo>
                      <a:pt x="112" y="11573"/>
                      <a:pt x="1" y="16749"/>
                      <a:pt x="1" y="16749"/>
                    </a:cubicBezTo>
                    <a:lnTo>
                      <a:pt x="14789" y="15492"/>
                    </a:lnTo>
                    <a:lnTo>
                      <a:pt x="16268" y="1849"/>
                    </a:lnTo>
                    <a:lnTo>
                      <a:pt x="51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53"/>
              <p:cNvSpPr/>
              <p:nvPr/>
            </p:nvSpPr>
            <p:spPr>
              <a:xfrm>
                <a:off x="6801424" y="2464933"/>
                <a:ext cx="275237" cy="248493"/>
              </a:xfrm>
              <a:custGeom>
                <a:avLst/>
                <a:gdLst/>
                <a:ahLst/>
                <a:cxnLst/>
                <a:rect l="l" t="t" r="r" b="b"/>
                <a:pathLst>
                  <a:path w="15972" h="14420" extrusionOk="0">
                    <a:moveTo>
                      <a:pt x="223" y="1"/>
                    </a:moveTo>
                    <a:lnTo>
                      <a:pt x="223" y="1"/>
                    </a:lnTo>
                    <a:cubicBezTo>
                      <a:pt x="223" y="1"/>
                      <a:pt x="260" y="7062"/>
                      <a:pt x="38" y="9502"/>
                    </a:cubicBezTo>
                    <a:cubicBezTo>
                      <a:pt x="38" y="9576"/>
                      <a:pt x="1" y="9650"/>
                      <a:pt x="1" y="9761"/>
                    </a:cubicBezTo>
                    <a:cubicBezTo>
                      <a:pt x="1590" y="11905"/>
                      <a:pt x="3920" y="14419"/>
                      <a:pt x="5990" y="14419"/>
                    </a:cubicBezTo>
                    <a:cubicBezTo>
                      <a:pt x="8023" y="14419"/>
                      <a:pt x="11868" y="12497"/>
                      <a:pt x="15011" y="10685"/>
                    </a:cubicBezTo>
                    <a:lnTo>
                      <a:pt x="15972" y="1849"/>
                    </a:lnTo>
                    <a:lnTo>
                      <a:pt x="2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53"/>
              <p:cNvSpPr/>
              <p:nvPr/>
            </p:nvSpPr>
            <p:spPr>
              <a:xfrm>
                <a:off x="6801424" y="2518457"/>
                <a:ext cx="266328" cy="194968"/>
              </a:xfrm>
              <a:custGeom>
                <a:avLst/>
                <a:gdLst/>
                <a:ahLst/>
                <a:cxnLst/>
                <a:rect l="l" t="t" r="r" b="b"/>
                <a:pathLst>
                  <a:path w="15455" h="11314" extrusionOk="0">
                    <a:moveTo>
                      <a:pt x="223" y="0"/>
                    </a:moveTo>
                    <a:cubicBezTo>
                      <a:pt x="223" y="2219"/>
                      <a:pt x="149" y="5028"/>
                      <a:pt x="38" y="6396"/>
                    </a:cubicBezTo>
                    <a:cubicBezTo>
                      <a:pt x="38" y="6433"/>
                      <a:pt x="38" y="6433"/>
                      <a:pt x="38" y="6470"/>
                    </a:cubicBezTo>
                    <a:cubicBezTo>
                      <a:pt x="1" y="6507"/>
                      <a:pt x="1" y="6581"/>
                      <a:pt x="1" y="6655"/>
                    </a:cubicBezTo>
                    <a:cubicBezTo>
                      <a:pt x="1590" y="8799"/>
                      <a:pt x="3920" y="11313"/>
                      <a:pt x="5990" y="11313"/>
                    </a:cubicBezTo>
                    <a:cubicBezTo>
                      <a:pt x="8023" y="11313"/>
                      <a:pt x="11868" y="9391"/>
                      <a:pt x="15011" y="7579"/>
                    </a:cubicBezTo>
                    <a:lnTo>
                      <a:pt x="15454" y="3402"/>
                    </a:lnTo>
                    <a:lnTo>
                      <a:pt x="15454" y="3402"/>
                    </a:lnTo>
                    <a:cubicBezTo>
                      <a:pt x="12164" y="5805"/>
                      <a:pt x="8282" y="7986"/>
                      <a:pt x="6286" y="7986"/>
                    </a:cubicBezTo>
                    <a:cubicBezTo>
                      <a:pt x="6027" y="7986"/>
                      <a:pt x="5805" y="7949"/>
                      <a:pt x="5620" y="7838"/>
                    </a:cubicBezTo>
                    <a:cubicBezTo>
                      <a:pt x="4215" y="7284"/>
                      <a:pt x="2071" y="3808"/>
                      <a:pt x="2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53"/>
              <p:cNvSpPr/>
              <p:nvPr/>
            </p:nvSpPr>
            <p:spPr>
              <a:xfrm>
                <a:off x="6791240" y="2459591"/>
                <a:ext cx="290523" cy="299070"/>
              </a:xfrm>
              <a:custGeom>
                <a:avLst/>
                <a:gdLst/>
                <a:ahLst/>
                <a:cxnLst/>
                <a:rect l="l" t="t" r="r" b="b"/>
                <a:pathLst>
                  <a:path w="16859" h="17355" extrusionOk="0">
                    <a:moveTo>
                      <a:pt x="791" y="1"/>
                    </a:moveTo>
                    <a:cubicBezTo>
                      <a:pt x="737" y="1"/>
                      <a:pt x="683" y="35"/>
                      <a:pt x="629" y="89"/>
                    </a:cubicBezTo>
                    <a:cubicBezTo>
                      <a:pt x="555" y="126"/>
                      <a:pt x="518" y="200"/>
                      <a:pt x="518" y="311"/>
                    </a:cubicBezTo>
                    <a:cubicBezTo>
                      <a:pt x="518" y="311"/>
                      <a:pt x="518" y="496"/>
                      <a:pt x="518" y="865"/>
                    </a:cubicBezTo>
                    <a:cubicBezTo>
                      <a:pt x="518" y="2603"/>
                      <a:pt x="518" y="7816"/>
                      <a:pt x="296" y="9775"/>
                    </a:cubicBezTo>
                    <a:cubicBezTo>
                      <a:pt x="111" y="11883"/>
                      <a:pt x="0" y="17059"/>
                      <a:pt x="0" y="17059"/>
                    </a:cubicBezTo>
                    <a:cubicBezTo>
                      <a:pt x="0" y="17206"/>
                      <a:pt x="148" y="17354"/>
                      <a:pt x="296" y="17354"/>
                    </a:cubicBezTo>
                    <a:cubicBezTo>
                      <a:pt x="481" y="17354"/>
                      <a:pt x="629" y="17243"/>
                      <a:pt x="629" y="17059"/>
                    </a:cubicBezTo>
                    <a:cubicBezTo>
                      <a:pt x="629" y="17059"/>
                      <a:pt x="666" y="15765"/>
                      <a:pt x="703" y="14212"/>
                    </a:cubicBezTo>
                    <a:cubicBezTo>
                      <a:pt x="740" y="12659"/>
                      <a:pt x="814" y="10884"/>
                      <a:pt x="924" y="9849"/>
                    </a:cubicBezTo>
                    <a:cubicBezTo>
                      <a:pt x="1109" y="7816"/>
                      <a:pt x="1146" y="2603"/>
                      <a:pt x="1146" y="865"/>
                    </a:cubicBezTo>
                    <a:lnTo>
                      <a:pt x="1146" y="650"/>
                    </a:lnTo>
                    <a:lnTo>
                      <a:pt x="1146" y="650"/>
                    </a:lnTo>
                    <a:lnTo>
                      <a:pt x="16193" y="2418"/>
                    </a:lnTo>
                    <a:lnTo>
                      <a:pt x="14788" y="15802"/>
                    </a:lnTo>
                    <a:cubicBezTo>
                      <a:pt x="14788" y="15949"/>
                      <a:pt x="14899" y="16097"/>
                      <a:pt x="15084" y="16134"/>
                    </a:cubicBezTo>
                    <a:cubicBezTo>
                      <a:pt x="15232" y="16134"/>
                      <a:pt x="15380" y="16023"/>
                      <a:pt x="15417" y="15839"/>
                    </a:cubicBezTo>
                    <a:lnTo>
                      <a:pt x="16859" y="2196"/>
                    </a:lnTo>
                    <a:cubicBezTo>
                      <a:pt x="16859" y="2048"/>
                      <a:pt x="16748" y="1864"/>
                      <a:pt x="16600" y="1864"/>
                    </a:cubicBezTo>
                    <a:lnTo>
                      <a:pt x="851" y="15"/>
                    </a:lnTo>
                    <a:cubicBezTo>
                      <a:pt x="831" y="5"/>
                      <a:pt x="811" y="1"/>
                      <a:pt x="7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53"/>
              <p:cNvSpPr/>
              <p:nvPr/>
            </p:nvSpPr>
            <p:spPr>
              <a:xfrm>
                <a:off x="6733890" y="2025987"/>
                <a:ext cx="520525" cy="629589"/>
              </a:xfrm>
              <a:custGeom>
                <a:avLst/>
                <a:gdLst/>
                <a:ahLst/>
                <a:cxnLst/>
                <a:rect l="l" t="t" r="r" b="b"/>
                <a:pathLst>
                  <a:path w="30206" h="36535" extrusionOk="0">
                    <a:moveTo>
                      <a:pt x="2293" y="0"/>
                    </a:moveTo>
                    <a:cubicBezTo>
                      <a:pt x="2293" y="0"/>
                      <a:pt x="2034" y="1553"/>
                      <a:pt x="1701" y="3845"/>
                    </a:cubicBezTo>
                    <a:cubicBezTo>
                      <a:pt x="962" y="8651"/>
                      <a:pt x="1" y="16711"/>
                      <a:pt x="851" y="20075"/>
                    </a:cubicBezTo>
                    <a:cubicBezTo>
                      <a:pt x="2071" y="25066"/>
                      <a:pt x="7062" y="35381"/>
                      <a:pt x="9539" y="36416"/>
                    </a:cubicBezTo>
                    <a:cubicBezTo>
                      <a:pt x="9732" y="36497"/>
                      <a:pt x="9963" y="36535"/>
                      <a:pt x="10228" y="36535"/>
                    </a:cubicBezTo>
                    <a:cubicBezTo>
                      <a:pt x="13367" y="36535"/>
                      <a:pt x="21168" y="31189"/>
                      <a:pt x="24032" y="27950"/>
                    </a:cubicBezTo>
                    <a:cubicBezTo>
                      <a:pt x="27137" y="24438"/>
                      <a:pt x="30206" y="7875"/>
                      <a:pt x="30206" y="7875"/>
                    </a:cubicBezTo>
                    <a:lnTo>
                      <a:pt x="30206" y="7875"/>
                    </a:lnTo>
                    <a:lnTo>
                      <a:pt x="23810" y="8097"/>
                    </a:lnTo>
                    <a:lnTo>
                      <a:pt x="24032" y="4363"/>
                    </a:lnTo>
                    <a:lnTo>
                      <a:pt x="22775" y="7875"/>
                    </a:lnTo>
                    <a:lnTo>
                      <a:pt x="12645" y="6211"/>
                    </a:lnTo>
                    <a:lnTo>
                      <a:pt x="13051" y="2292"/>
                    </a:lnTo>
                    <a:lnTo>
                      <a:pt x="10759" y="6026"/>
                    </a:lnTo>
                    <a:lnTo>
                      <a:pt x="3957" y="4141"/>
                    </a:lnTo>
                    <a:lnTo>
                      <a:pt x="3957" y="850"/>
                    </a:lnTo>
                    <a:lnTo>
                      <a:pt x="2515" y="4141"/>
                    </a:lnTo>
                    <a:lnTo>
                      <a:pt x="229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53"/>
              <p:cNvSpPr/>
              <p:nvPr/>
            </p:nvSpPr>
            <p:spPr>
              <a:xfrm>
                <a:off x="6758740" y="2025987"/>
                <a:ext cx="495676" cy="192073"/>
              </a:xfrm>
              <a:custGeom>
                <a:avLst/>
                <a:gdLst/>
                <a:ahLst/>
                <a:cxnLst/>
                <a:rect l="l" t="t" r="r" b="b"/>
                <a:pathLst>
                  <a:path w="28764" h="11146" extrusionOk="0">
                    <a:moveTo>
                      <a:pt x="851" y="0"/>
                    </a:moveTo>
                    <a:cubicBezTo>
                      <a:pt x="851" y="0"/>
                      <a:pt x="592" y="1553"/>
                      <a:pt x="259" y="3845"/>
                    </a:cubicBezTo>
                    <a:cubicBezTo>
                      <a:pt x="149" y="4400"/>
                      <a:pt x="75" y="4991"/>
                      <a:pt x="1" y="5620"/>
                    </a:cubicBezTo>
                    <a:cubicBezTo>
                      <a:pt x="2289" y="6883"/>
                      <a:pt x="11236" y="11145"/>
                      <a:pt x="24713" y="11145"/>
                    </a:cubicBezTo>
                    <a:cubicBezTo>
                      <a:pt x="25824" y="11145"/>
                      <a:pt x="26965" y="11116"/>
                      <a:pt x="28135" y="11054"/>
                    </a:cubicBezTo>
                    <a:cubicBezTo>
                      <a:pt x="28542" y="9132"/>
                      <a:pt x="28764" y="7875"/>
                      <a:pt x="28764" y="7875"/>
                    </a:cubicBezTo>
                    <a:lnTo>
                      <a:pt x="28764" y="7875"/>
                    </a:lnTo>
                    <a:lnTo>
                      <a:pt x="22368" y="8097"/>
                    </a:lnTo>
                    <a:lnTo>
                      <a:pt x="22590" y="4363"/>
                    </a:lnTo>
                    <a:lnTo>
                      <a:pt x="21333" y="7875"/>
                    </a:lnTo>
                    <a:lnTo>
                      <a:pt x="11203" y="6211"/>
                    </a:lnTo>
                    <a:lnTo>
                      <a:pt x="11609" y="2292"/>
                    </a:lnTo>
                    <a:lnTo>
                      <a:pt x="9317" y="6026"/>
                    </a:lnTo>
                    <a:lnTo>
                      <a:pt x="2515" y="4141"/>
                    </a:lnTo>
                    <a:lnTo>
                      <a:pt x="2515" y="850"/>
                    </a:lnTo>
                    <a:lnTo>
                      <a:pt x="1073" y="4141"/>
                    </a:lnTo>
                    <a:lnTo>
                      <a:pt x="8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53"/>
              <p:cNvSpPr/>
              <p:nvPr/>
            </p:nvSpPr>
            <p:spPr>
              <a:xfrm>
                <a:off x="6765753" y="2040635"/>
                <a:ext cx="486112" cy="177133"/>
              </a:xfrm>
              <a:custGeom>
                <a:avLst/>
                <a:gdLst/>
                <a:ahLst/>
                <a:cxnLst/>
                <a:rect l="l" t="t" r="r" b="b"/>
                <a:pathLst>
                  <a:path w="28209" h="10279" extrusionOk="0">
                    <a:moveTo>
                      <a:pt x="2108" y="0"/>
                    </a:moveTo>
                    <a:lnTo>
                      <a:pt x="666" y="3291"/>
                    </a:lnTo>
                    <a:lnTo>
                      <a:pt x="518" y="851"/>
                    </a:lnTo>
                    <a:cubicBezTo>
                      <a:pt x="370" y="2219"/>
                      <a:pt x="185" y="3623"/>
                      <a:pt x="0" y="4991"/>
                    </a:cubicBezTo>
                    <a:cubicBezTo>
                      <a:pt x="2847" y="6470"/>
                      <a:pt x="11535" y="10278"/>
                      <a:pt x="24253" y="10278"/>
                    </a:cubicBezTo>
                    <a:cubicBezTo>
                      <a:pt x="25214" y="10278"/>
                      <a:pt x="26213" y="10278"/>
                      <a:pt x="27211" y="10204"/>
                    </a:cubicBezTo>
                    <a:cubicBezTo>
                      <a:pt x="27580" y="9021"/>
                      <a:pt x="27913" y="7949"/>
                      <a:pt x="28209" y="7025"/>
                    </a:cubicBezTo>
                    <a:lnTo>
                      <a:pt x="28209" y="7025"/>
                    </a:lnTo>
                    <a:lnTo>
                      <a:pt x="21961" y="7247"/>
                    </a:lnTo>
                    <a:lnTo>
                      <a:pt x="22183" y="3513"/>
                    </a:lnTo>
                    <a:lnTo>
                      <a:pt x="20926" y="7025"/>
                    </a:lnTo>
                    <a:lnTo>
                      <a:pt x="10796" y="5361"/>
                    </a:lnTo>
                    <a:lnTo>
                      <a:pt x="11202" y="1442"/>
                    </a:lnTo>
                    <a:lnTo>
                      <a:pt x="8910" y="5176"/>
                    </a:lnTo>
                    <a:lnTo>
                      <a:pt x="2108" y="3291"/>
                    </a:lnTo>
                    <a:lnTo>
                      <a:pt x="21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53"/>
              <p:cNvSpPr/>
              <p:nvPr/>
            </p:nvSpPr>
            <p:spPr>
              <a:xfrm>
                <a:off x="6737716" y="2020886"/>
                <a:ext cx="522438" cy="640291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7156" extrusionOk="0">
                    <a:moveTo>
                      <a:pt x="3402" y="2625"/>
                    </a:moveTo>
                    <a:lnTo>
                      <a:pt x="3402" y="4437"/>
                    </a:lnTo>
                    <a:cubicBezTo>
                      <a:pt x="3402" y="4585"/>
                      <a:pt x="3513" y="4696"/>
                      <a:pt x="3661" y="4733"/>
                    </a:cubicBezTo>
                    <a:lnTo>
                      <a:pt x="10463" y="6618"/>
                    </a:lnTo>
                    <a:cubicBezTo>
                      <a:pt x="10490" y="6625"/>
                      <a:pt x="10516" y="6628"/>
                      <a:pt x="10542" y="6628"/>
                    </a:cubicBezTo>
                    <a:cubicBezTo>
                      <a:pt x="10661" y="6628"/>
                      <a:pt x="10772" y="6561"/>
                      <a:pt x="10833" y="6470"/>
                    </a:cubicBezTo>
                    <a:lnTo>
                      <a:pt x="12386" y="3919"/>
                    </a:lnTo>
                    <a:lnTo>
                      <a:pt x="12090" y="6470"/>
                    </a:lnTo>
                    <a:cubicBezTo>
                      <a:pt x="12090" y="6655"/>
                      <a:pt x="12201" y="6803"/>
                      <a:pt x="12349" y="6840"/>
                    </a:cubicBezTo>
                    <a:lnTo>
                      <a:pt x="22516" y="8467"/>
                    </a:lnTo>
                    <a:cubicBezTo>
                      <a:pt x="22541" y="8473"/>
                      <a:pt x="22566" y="8476"/>
                      <a:pt x="22591" y="8476"/>
                    </a:cubicBezTo>
                    <a:cubicBezTo>
                      <a:pt x="22711" y="8476"/>
                      <a:pt x="22818" y="8404"/>
                      <a:pt x="22848" y="8282"/>
                    </a:cubicBezTo>
                    <a:lnTo>
                      <a:pt x="23366" y="6803"/>
                    </a:lnTo>
                    <a:lnTo>
                      <a:pt x="23292" y="8356"/>
                    </a:lnTo>
                    <a:cubicBezTo>
                      <a:pt x="23292" y="8467"/>
                      <a:pt x="23292" y="8540"/>
                      <a:pt x="23366" y="8614"/>
                    </a:cubicBezTo>
                    <a:cubicBezTo>
                      <a:pt x="23440" y="8651"/>
                      <a:pt x="23514" y="8688"/>
                      <a:pt x="23588" y="8688"/>
                    </a:cubicBezTo>
                    <a:lnTo>
                      <a:pt x="29635" y="8480"/>
                    </a:lnTo>
                    <a:lnTo>
                      <a:pt x="29635" y="8480"/>
                    </a:lnTo>
                    <a:cubicBezTo>
                      <a:pt x="29619" y="8580"/>
                      <a:pt x="29600" y="8699"/>
                      <a:pt x="29577" y="8836"/>
                    </a:cubicBezTo>
                    <a:cubicBezTo>
                      <a:pt x="29244" y="10426"/>
                      <a:pt x="28394" y="14493"/>
                      <a:pt x="27322" y="18523"/>
                    </a:cubicBezTo>
                    <a:cubicBezTo>
                      <a:pt x="26767" y="20556"/>
                      <a:pt x="26139" y="22589"/>
                      <a:pt x="25510" y="24253"/>
                    </a:cubicBezTo>
                    <a:cubicBezTo>
                      <a:pt x="24882" y="25954"/>
                      <a:pt x="24179" y="27322"/>
                      <a:pt x="23551" y="28024"/>
                    </a:cubicBezTo>
                    <a:cubicBezTo>
                      <a:pt x="22183" y="29614"/>
                      <a:pt x="19521" y="31758"/>
                      <a:pt x="16822" y="33496"/>
                    </a:cubicBezTo>
                    <a:cubicBezTo>
                      <a:pt x="15491" y="34383"/>
                      <a:pt x="14160" y="35122"/>
                      <a:pt x="12940" y="35677"/>
                    </a:cubicBezTo>
                    <a:cubicBezTo>
                      <a:pt x="11757" y="36232"/>
                      <a:pt x="10685" y="36527"/>
                      <a:pt x="9983" y="36527"/>
                    </a:cubicBezTo>
                    <a:cubicBezTo>
                      <a:pt x="9761" y="36527"/>
                      <a:pt x="9576" y="36490"/>
                      <a:pt x="9428" y="36453"/>
                    </a:cubicBezTo>
                    <a:cubicBezTo>
                      <a:pt x="9169" y="36342"/>
                      <a:pt x="8874" y="36084"/>
                      <a:pt x="8504" y="35714"/>
                    </a:cubicBezTo>
                    <a:cubicBezTo>
                      <a:pt x="7247" y="34383"/>
                      <a:pt x="5583" y="31610"/>
                      <a:pt x="4141" y="28616"/>
                    </a:cubicBezTo>
                    <a:cubicBezTo>
                      <a:pt x="2700" y="25621"/>
                      <a:pt x="1443" y="22441"/>
                      <a:pt x="925" y="20297"/>
                    </a:cubicBezTo>
                    <a:cubicBezTo>
                      <a:pt x="703" y="19410"/>
                      <a:pt x="592" y="18153"/>
                      <a:pt x="592" y="16674"/>
                    </a:cubicBezTo>
                    <a:cubicBezTo>
                      <a:pt x="592" y="12829"/>
                      <a:pt x="1258" y="7653"/>
                      <a:pt x="1775" y="4178"/>
                    </a:cubicBezTo>
                    <a:cubicBezTo>
                      <a:pt x="1819" y="3842"/>
                      <a:pt x="1862" y="3523"/>
                      <a:pt x="1904" y="3222"/>
                    </a:cubicBezTo>
                    <a:lnTo>
                      <a:pt x="1904" y="3222"/>
                    </a:lnTo>
                    <a:lnTo>
                      <a:pt x="1960" y="4474"/>
                    </a:lnTo>
                    <a:cubicBezTo>
                      <a:pt x="1960" y="4622"/>
                      <a:pt x="2071" y="4733"/>
                      <a:pt x="2219" y="4769"/>
                    </a:cubicBezTo>
                    <a:cubicBezTo>
                      <a:pt x="2367" y="4769"/>
                      <a:pt x="2515" y="4696"/>
                      <a:pt x="2552" y="4585"/>
                    </a:cubicBezTo>
                    <a:lnTo>
                      <a:pt x="3402" y="2625"/>
                    </a:lnTo>
                    <a:close/>
                    <a:moveTo>
                      <a:pt x="2071" y="0"/>
                    </a:moveTo>
                    <a:cubicBezTo>
                      <a:pt x="1923" y="0"/>
                      <a:pt x="1812" y="111"/>
                      <a:pt x="1775" y="259"/>
                    </a:cubicBezTo>
                    <a:cubicBezTo>
                      <a:pt x="1775" y="259"/>
                      <a:pt x="1479" y="1812"/>
                      <a:pt x="1147" y="4067"/>
                    </a:cubicBezTo>
                    <a:cubicBezTo>
                      <a:pt x="629" y="7579"/>
                      <a:pt x="1" y="12755"/>
                      <a:pt x="1" y="16674"/>
                    </a:cubicBezTo>
                    <a:cubicBezTo>
                      <a:pt x="1" y="18190"/>
                      <a:pt x="75" y="19484"/>
                      <a:pt x="333" y="20445"/>
                    </a:cubicBezTo>
                    <a:cubicBezTo>
                      <a:pt x="962" y="22996"/>
                      <a:pt x="2515" y="26804"/>
                      <a:pt x="4215" y="30168"/>
                    </a:cubicBezTo>
                    <a:cubicBezTo>
                      <a:pt x="5103" y="31832"/>
                      <a:pt x="5990" y="33385"/>
                      <a:pt x="6840" y="34605"/>
                    </a:cubicBezTo>
                    <a:cubicBezTo>
                      <a:pt x="7247" y="35233"/>
                      <a:pt x="7654" y="35751"/>
                      <a:pt x="8060" y="36158"/>
                    </a:cubicBezTo>
                    <a:cubicBezTo>
                      <a:pt x="8430" y="36564"/>
                      <a:pt x="8800" y="36860"/>
                      <a:pt x="9206" y="37008"/>
                    </a:cubicBezTo>
                    <a:cubicBezTo>
                      <a:pt x="9428" y="37119"/>
                      <a:pt x="9724" y="37156"/>
                      <a:pt x="9983" y="37156"/>
                    </a:cubicBezTo>
                    <a:cubicBezTo>
                      <a:pt x="10870" y="37156"/>
                      <a:pt x="11979" y="36786"/>
                      <a:pt x="13199" y="36232"/>
                    </a:cubicBezTo>
                    <a:cubicBezTo>
                      <a:pt x="16896" y="34531"/>
                      <a:pt x="21813" y="30945"/>
                      <a:pt x="24032" y="28431"/>
                    </a:cubicBezTo>
                    <a:cubicBezTo>
                      <a:pt x="24845" y="27506"/>
                      <a:pt x="25621" y="25806"/>
                      <a:pt x="26361" y="23735"/>
                    </a:cubicBezTo>
                    <a:cubicBezTo>
                      <a:pt x="28542" y="17561"/>
                      <a:pt x="30317" y="8245"/>
                      <a:pt x="30317" y="8245"/>
                    </a:cubicBezTo>
                    <a:cubicBezTo>
                      <a:pt x="30317" y="8134"/>
                      <a:pt x="30280" y="8060"/>
                      <a:pt x="30243" y="7986"/>
                    </a:cubicBezTo>
                    <a:cubicBezTo>
                      <a:pt x="30169" y="7912"/>
                      <a:pt x="30095" y="7875"/>
                      <a:pt x="29984" y="7875"/>
                    </a:cubicBezTo>
                    <a:lnTo>
                      <a:pt x="23921" y="8060"/>
                    </a:lnTo>
                    <a:lnTo>
                      <a:pt x="24105" y="4659"/>
                    </a:lnTo>
                    <a:cubicBezTo>
                      <a:pt x="24105" y="4511"/>
                      <a:pt x="23995" y="4400"/>
                      <a:pt x="23847" y="4363"/>
                    </a:cubicBezTo>
                    <a:cubicBezTo>
                      <a:pt x="23821" y="4356"/>
                      <a:pt x="23796" y="4353"/>
                      <a:pt x="23771" y="4353"/>
                    </a:cubicBezTo>
                    <a:cubicBezTo>
                      <a:pt x="23651" y="4353"/>
                      <a:pt x="23545" y="4425"/>
                      <a:pt x="23514" y="4548"/>
                    </a:cubicBezTo>
                    <a:lnTo>
                      <a:pt x="22331" y="7838"/>
                    </a:lnTo>
                    <a:lnTo>
                      <a:pt x="12756" y="6248"/>
                    </a:lnTo>
                    <a:lnTo>
                      <a:pt x="13125" y="2625"/>
                    </a:lnTo>
                    <a:cubicBezTo>
                      <a:pt x="13162" y="2477"/>
                      <a:pt x="13051" y="2329"/>
                      <a:pt x="12940" y="2292"/>
                    </a:cubicBezTo>
                    <a:cubicBezTo>
                      <a:pt x="12905" y="2284"/>
                      <a:pt x="12871" y="2279"/>
                      <a:pt x="12837" y="2279"/>
                    </a:cubicBezTo>
                    <a:cubicBezTo>
                      <a:pt x="12727" y="2279"/>
                      <a:pt x="12627" y="2327"/>
                      <a:pt x="12571" y="2440"/>
                    </a:cubicBezTo>
                    <a:lnTo>
                      <a:pt x="10426" y="5953"/>
                    </a:lnTo>
                    <a:lnTo>
                      <a:pt x="4030" y="4215"/>
                    </a:lnTo>
                    <a:lnTo>
                      <a:pt x="4030" y="1146"/>
                    </a:lnTo>
                    <a:cubicBezTo>
                      <a:pt x="4030" y="998"/>
                      <a:pt x="3920" y="851"/>
                      <a:pt x="3772" y="851"/>
                    </a:cubicBezTo>
                    <a:cubicBezTo>
                      <a:pt x="3752" y="844"/>
                      <a:pt x="3731" y="841"/>
                      <a:pt x="3710" y="841"/>
                    </a:cubicBezTo>
                    <a:cubicBezTo>
                      <a:pt x="3611" y="841"/>
                      <a:pt x="3500" y="907"/>
                      <a:pt x="3439" y="998"/>
                    </a:cubicBezTo>
                    <a:lnTo>
                      <a:pt x="2515" y="3143"/>
                    </a:lnTo>
                    <a:lnTo>
                      <a:pt x="2367" y="296"/>
                    </a:lnTo>
                    <a:cubicBezTo>
                      <a:pt x="2367" y="148"/>
                      <a:pt x="2256" y="0"/>
                      <a:pt x="20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53"/>
              <p:cNvSpPr/>
              <p:nvPr/>
            </p:nvSpPr>
            <p:spPr>
              <a:xfrm>
                <a:off x="6853036" y="2185818"/>
                <a:ext cx="40152" cy="68344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3966" extrusionOk="0">
                    <a:moveTo>
                      <a:pt x="1335" y="0"/>
                    </a:moveTo>
                    <a:cubicBezTo>
                      <a:pt x="801" y="0"/>
                      <a:pt x="253" y="791"/>
                      <a:pt x="111" y="1853"/>
                    </a:cubicBezTo>
                    <a:cubicBezTo>
                      <a:pt x="0" y="2962"/>
                      <a:pt x="333" y="3887"/>
                      <a:pt x="888" y="3961"/>
                    </a:cubicBezTo>
                    <a:cubicBezTo>
                      <a:pt x="913" y="3964"/>
                      <a:pt x="938" y="3965"/>
                      <a:pt x="962" y="3965"/>
                    </a:cubicBezTo>
                    <a:cubicBezTo>
                      <a:pt x="1525" y="3965"/>
                      <a:pt x="2040" y="3174"/>
                      <a:pt x="2182" y="2112"/>
                    </a:cubicBezTo>
                    <a:cubicBezTo>
                      <a:pt x="2329" y="1040"/>
                      <a:pt x="1960" y="79"/>
                      <a:pt x="1405" y="5"/>
                    </a:cubicBezTo>
                    <a:cubicBezTo>
                      <a:pt x="1382" y="2"/>
                      <a:pt x="1358" y="0"/>
                      <a:pt x="1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53"/>
              <p:cNvSpPr/>
              <p:nvPr/>
            </p:nvSpPr>
            <p:spPr>
              <a:xfrm>
                <a:off x="7054363" y="2236775"/>
                <a:ext cx="40152" cy="68344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3966" extrusionOk="0">
                    <a:moveTo>
                      <a:pt x="1337" y="1"/>
                    </a:moveTo>
                    <a:cubicBezTo>
                      <a:pt x="803" y="1"/>
                      <a:pt x="253" y="825"/>
                      <a:pt x="111" y="1854"/>
                    </a:cubicBezTo>
                    <a:cubicBezTo>
                      <a:pt x="0" y="2963"/>
                      <a:pt x="333" y="3887"/>
                      <a:pt x="887" y="3961"/>
                    </a:cubicBezTo>
                    <a:cubicBezTo>
                      <a:pt x="912" y="3964"/>
                      <a:pt x="937" y="3966"/>
                      <a:pt x="962" y="3966"/>
                    </a:cubicBezTo>
                    <a:cubicBezTo>
                      <a:pt x="1525" y="3966"/>
                      <a:pt x="2040" y="3175"/>
                      <a:pt x="2181" y="2113"/>
                    </a:cubicBezTo>
                    <a:cubicBezTo>
                      <a:pt x="2329" y="1041"/>
                      <a:pt x="1959" y="79"/>
                      <a:pt x="1405" y="5"/>
                    </a:cubicBezTo>
                    <a:cubicBezTo>
                      <a:pt x="1382" y="2"/>
                      <a:pt x="1360" y="1"/>
                      <a:pt x="13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53"/>
              <p:cNvSpPr/>
              <p:nvPr/>
            </p:nvSpPr>
            <p:spPr>
              <a:xfrm>
                <a:off x="6898271" y="2200552"/>
                <a:ext cx="79649" cy="156092"/>
              </a:xfrm>
              <a:custGeom>
                <a:avLst/>
                <a:gdLst/>
                <a:ahLst/>
                <a:cxnLst/>
                <a:rect l="l" t="t" r="r" b="b"/>
                <a:pathLst>
                  <a:path w="4622" h="9058" extrusionOk="0">
                    <a:moveTo>
                      <a:pt x="4326" y="0"/>
                    </a:moveTo>
                    <a:cubicBezTo>
                      <a:pt x="4141" y="0"/>
                      <a:pt x="3993" y="111"/>
                      <a:pt x="3993" y="296"/>
                    </a:cubicBezTo>
                    <a:cubicBezTo>
                      <a:pt x="3993" y="296"/>
                      <a:pt x="3993" y="333"/>
                      <a:pt x="3993" y="444"/>
                    </a:cubicBezTo>
                    <a:cubicBezTo>
                      <a:pt x="3956" y="739"/>
                      <a:pt x="3845" y="1516"/>
                      <a:pt x="3660" y="2292"/>
                    </a:cubicBezTo>
                    <a:cubicBezTo>
                      <a:pt x="3586" y="2699"/>
                      <a:pt x="3475" y="3106"/>
                      <a:pt x="3328" y="3401"/>
                    </a:cubicBezTo>
                    <a:cubicBezTo>
                      <a:pt x="3217" y="3734"/>
                      <a:pt x="3032" y="3956"/>
                      <a:pt x="2921" y="4067"/>
                    </a:cubicBezTo>
                    <a:cubicBezTo>
                      <a:pt x="2477" y="4436"/>
                      <a:pt x="1775" y="4917"/>
                      <a:pt x="1183" y="5398"/>
                    </a:cubicBezTo>
                    <a:cubicBezTo>
                      <a:pt x="888" y="5657"/>
                      <a:pt x="592" y="5915"/>
                      <a:pt x="370" y="6137"/>
                    </a:cubicBezTo>
                    <a:cubicBezTo>
                      <a:pt x="185" y="6396"/>
                      <a:pt x="0" y="6655"/>
                      <a:pt x="0" y="6987"/>
                    </a:cubicBezTo>
                    <a:cubicBezTo>
                      <a:pt x="0" y="7468"/>
                      <a:pt x="296" y="7949"/>
                      <a:pt x="814" y="8355"/>
                    </a:cubicBezTo>
                    <a:cubicBezTo>
                      <a:pt x="1331" y="8762"/>
                      <a:pt x="2071" y="9058"/>
                      <a:pt x="3069" y="9058"/>
                    </a:cubicBezTo>
                    <a:lnTo>
                      <a:pt x="3439" y="9058"/>
                    </a:lnTo>
                    <a:cubicBezTo>
                      <a:pt x="3586" y="9058"/>
                      <a:pt x="3734" y="8910"/>
                      <a:pt x="3734" y="8725"/>
                    </a:cubicBezTo>
                    <a:cubicBezTo>
                      <a:pt x="3697" y="8540"/>
                      <a:pt x="3549" y="8429"/>
                      <a:pt x="3402" y="8429"/>
                    </a:cubicBezTo>
                    <a:cubicBezTo>
                      <a:pt x="3291" y="8466"/>
                      <a:pt x="3180" y="8466"/>
                      <a:pt x="3069" y="8466"/>
                    </a:cubicBezTo>
                    <a:cubicBezTo>
                      <a:pt x="2218" y="8466"/>
                      <a:pt x="1590" y="8208"/>
                      <a:pt x="1183" y="7875"/>
                    </a:cubicBezTo>
                    <a:cubicBezTo>
                      <a:pt x="777" y="7579"/>
                      <a:pt x="592" y="7172"/>
                      <a:pt x="629" y="6987"/>
                    </a:cubicBezTo>
                    <a:cubicBezTo>
                      <a:pt x="592" y="6914"/>
                      <a:pt x="666" y="6766"/>
                      <a:pt x="851" y="6544"/>
                    </a:cubicBezTo>
                    <a:cubicBezTo>
                      <a:pt x="1109" y="6248"/>
                      <a:pt x="1553" y="5878"/>
                      <a:pt x="2034" y="5546"/>
                    </a:cubicBezTo>
                    <a:cubicBezTo>
                      <a:pt x="2477" y="5176"/>
                      <a:pt x="2958" y="4843"/>
                      <a:pt x="3328" y="4547"/>
                    </a:cubicBezTo>
                    <a:cubicBezTo>
                      <a:pt x="3623" y="4289"/>
                      <a:pt x="3808" y="3919"/>
                      <a:pt x="3956" y="3475"/>
                    </a:cubicBezTo>
                    <a:cubicBezTo>
                      <a:pt x="4437" y="2181"/>
                      <a:pt x="4585" y="370"/>
                      <a:pt x="4622" y="333"/>
                    </a:cubicBezTo>
                    <a:cubicBezTo>
                      <a:pt x="4622" y="185"/>
                      <a:pt x="4511" y="37"/>
                      <a:pt x="4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53"/>
              <p:cNvSpPr/>
              <p:nvPr/>
            </p:nvSpPr>
            <p:spPr>
              <a:xfrm>
                <a:off x="6877247" y="2402104"/>
                <a:ext cx="129347" cy="36740"/>
              </a:xfrm>
              <a:custGeom>
                <a:avLst/>
                <a:gdLst/>
                <a:ahLst/>
                <a:cxnLst/>
                <a:rect l="l" t="t" r="r" b="b"/>
                <a:pathLst>
                  <a:path w="7506" h="2132" extrusionOk="0">
                    <a:moveTo>
                      <a:pt x="330" y="0"/>
                    </a:moveTo>
                    <a:cubicBezTo>
                      <a:pt x="257" y="0"/>
                      <a:pt x="180" y="29"/>
                      <a:pt x="111" y="98"/>
                    </a:cubicBezTo>
                    <a:cubicBezTo>
                      <a:pt x="0" y="209"/>
                      <a:pt x="0" y="393"/>
                      <a:pt x="111" y="504"/>
                    </a:cubicBezTo>
                    <a:cubicBezTo>
                      <a:pt x="148" y="541"/>
                      <a:pt x="518" y="911"/>
                      <a:pt x="1183" y="1318"/>
                    </a:cubicBezTo>
                    <a:cubicBezTo>
                      <a:pt x="1886" y="1724"/>
                      <a:pt x="2884" y="2131"/>
                      <a:pt x="4141" y="2131"/>
                    </a:cubicBezTo>
                    <a:cubicBezTo>
                      <a:pt x="5065" y="2131"/>
                      <a:pt x="6137" y="1909"/>
                      <a:pt x="7283" y="1318"/>
                    </a:cubicBezTo>
                    <a:cubicBezTo>
                      <a:pt x="7431" y="1244"/>
                      <a:pt x="7505" y="1059"/>
                      <a:pt x="7431" y="911"/>
                    </a:cubicBezTo>
                    <a:cubicBezTo>
                      <a:pt x="7377" y="803"/>
                      <a:pt x="7264" y="734"/>
                      <a:pt x="7149" y="734"/>
                    </a:cubicBezTo>
                    <a:cubicBezTo>
                      <a:pt x="7107" y="734"/>
                      <a:pt x="7064" y="743"/>
                      <a:pt x="7025" y="763"/>
                    </a:cubicBezTo>
                    <a:cubicBezTo>
                      <a:pt x="5916" y="1318"/>
                      <a:pt x="4954" y="1503"/>
                      <a:pt x="4141" y="1503"/>
                    </a:cubicBezTo>
                    <a:cubicBezTo>
                      <a:pt x="3032" y="1503"/>
                      <a:pt x="2108" y="1133"/>
                      <a:pt x="1516" y="800"/>
                    </a:cubicBezTo>
                    <a:cubicBezTo>
                      <a:pt x="1183" y="615"/>
                      <a:pt x="961" y="430"/>
                      <a:pt x="814" y="319"/>
                    </a:cubicBezTo>
                    <a:cubicBezTo>
                      <a:pt x="703" y="246"/>
                      <a:pt x="666" y="172"/>
                      <a:pt x="629" y="135"/>
                    </a:cubicBezTo>
                    <a:lnTo>
                      <a:pt x="592" y="98"/>
                    </a:lnTo>
                    <a:lnTo>
                      <a:pt x="555" y="98"/>
                    </a:lnTo>
                    <a:cubicBezTo>
                      <a:pt x="495" y="38"/>
                      <a:pt x="415" y="0"/>
                      <a:pt x="3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53"/>
              <p:cNvSpPr/>
              <p:nvPr/>
            </p:nvSpPr>
            <p:spPr>
              <a:xfrm>
                <a:off x="6821173" y="2113270"/>
                <a:ext cx="126797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7358" h="1914" extrusionOk="0">
                    <a:moveTo>
                      <a:pt x="3180" y="0"/>
                    </a:moveTo>
                    <a:cubicBezTo>
                      <a:pt x="1369" y="0"/>
                      <a:pt x="186" y="850"/>
                      <a:pt x="149" y="850"/>
                    </a:cubicBezTo>
                    <a:cubicBezTo>
                      <a:pt x="38" y="961"/>
                      <a:pt x="1" y="1146"/>
                      <a:pt x="75" y="1294"/>
                    </a:cubicBezTo>
                    <a:cubicBezTo>
                      <a:pt x="140" y="1381"/>
                      <a:pt x="230" y="1416"/>
                      <a:pt x="323" y="1416"/>
                    </a:cubicBezTo>
                    <a:cubicBezTo>
                      <a:pt x="390" y="1416"/>
                      <a:pt x="457" y="1399"/>
                      <a:pt x="518" y="1368"/>
                    </a:cubicBezTo>
                    <a:cubicBezTo>
                      <a:pt x="629" y="1294"/>
                      <a:pt x="1664" y="592"/>
                      <a:pt x="3180" y="592"/>
                    </a:cubicBezTo>
                    <a:cubicBezTo>
                      <a:pt x="4215" y="592"/>
                      <a:pt x="5435" y="887"/>
                      <a:pt x="6803" y="1849"/>
                    </a:cubicBezTo>
                    <a:cubicBezTo>
                      <a:pt x="6862" y="1892"/>
                      <a:pt x="6926" y="1913"/>
                      <a:pt x="6989" y="1913"/>
                    </a:cubicBezTo>
                    <a:cubicBezTo>
                      <a:pt x="7086" y="1913"/>
                      <a:pt x="7180" y="1864"/>
                      <a:pt x="7247" y="1775"/>
                    </a:cubicBezTo>
                    <a:cubicBezTo>
                      <a:pt x="7358" y="1627"/>
                      <a:pt x="7321" y="1442"/>
                      <a:pt x="7173" y="1331"/>
                    </a:cubicBezTo>
                    <a:cubicBezTo>
                      <a:pt x="5694" y="333"/>
                      <a:pt x="4326" y="0"/>
                      <a:pt x="3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53"/>
              <p:cNvSpPr/>
              <p:nvPr/>
            </p:nvSpPr>
            <p:spPr>
              <a:xfrm>
                <a:off x="7032702" y="2157850"/>
                <a:ext cx="146545" cy="48441"/>
              </a:xfrm>
              <a:custGeom>
                <a:avLst/>
                <a:gdLst/>
                <a:ahLst/>
                <a:cxnLst/>
                <a:rect l="l" t="t" r="r" b="b"/>
                <a:pathLst>
                  <a:path w="8504" h="2811" extrusionOk="0">
                    <a:moveTo>
                      <a:pt x="3290" y="1"/>
                    </a:moveTo>
                    <a:cubicBezTo>
                      <a:pt x="1479" y="1"/>
                      <a:pt x="222" y="740"/>
                      <a:pt x="185" y="740"/>
                    </a:cubicBezTo>
                    <a:cubicBezTo>
                      <a:pt x="37" y="851"/>
                      <a:pt x="0" y="1036"/>
                      <a:pt x="74" y="1184"/>
                    </a:cubicBezTo>
                    <a:cubicBezTo>
                      <a:pt x="123" y="1283"/>
                      <a:pt x="238" y="1332"/>
                      <a:pt x="342" y="1332"/>
                    </a:cubicBezTo>
                    <a:cubicBezTo>
                      <a:pt x="394" y="1332"/>
                      <a:pt x="444" y="1320"/>
                      <a:pt x="481" y="1295"/>
                    </a:cubicBezTo>
                    <a:lnTo>
                      <a:pt x="518" y="1295"/>
                    </a:lnTo>
                    <a:cubicBezTo>
                      <a:pt x="629" y="1221"/>
                      <a:pt x="1738" y="592"/>
                      <a:pt x="3290" y="592"/>
                    </a:cubicBezTo>
                    <a:cubicBezTo>
                      <a:pt x="4621" y="629"/>
                      <a:pt x="6285" y="1036"/>
                      <a:pt x="7949" y="2700"/>
                    </a:cubicBezTo>
                    <a:cubicBezTo>
                      <a:pt x="8023" y="2774"/>
                      <a:pt x="8106" y="2811"/>
                      <a:pt x="8184" y="2811"/>
                    </a:cubicBezTo>
                    <a:cubicBezTo>
                      <a:pt x="8263" y="2811"/>
                      <a:pt x="8337" y="2774"/>
                      <a:pt x="8392" y="2700"/>
                    </a:cubicBezTo>
                    <a:cubicBezTo>
                      <a:pt x="8503" y="2589"/>
                      <a:pt x="8503" y="2404"/>
                      <a:pt x="8392" y="2293"/>
                    </a:cubicBezTo>
                    <a:cubicBezTo>
                      <a:pt x="6618" y="519"/>
                      <a:pt x="4769" y="1"/>
                      <a:pt x="32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53"/>
              <p:cNvSpPr/>
              <p:nvPr/>
            </p:nvSpPr>
            <p:spPr>
              <a:xfrm>
                <a:off x="7015487" y="2065484"/>
                <a:ext cx="356799" cy="1197124"/>
              </a:xfrm>
              <a:custGeom>
                <a:avLst/>
                <a:gdLst/>
                <a:ahLst/>
                <a:cxnLst/>
                <a:rect l="l" t="t" r="r" b="b"/>
                <a:pathLst>
                  <a:path w="20705" h="69469" extrusionOk="0">
                    <a:moveTo>
                      <a:pt x="20704" y="0"/>
                    </a:moveTo>
                    <a:lnTo>
                      <a:pt x="14900" y="1849"/>
                    </a:lnTo>
                    <a:cubicBezTo>
                      <a:pt x="14900" y="1849"/>
                      <a:pt x="7247" y="25251"/>
                      <a:pt x="4363" y="37858"/>
                    </a:cubicBezTo>
                    <a:cubicBezTo>
                      <a:pt x="1480" y="50465"/>
                      <a:pt x="1" y="64181"/>
                      <a:pt x="223" y="68100"/>
                    </a:cubicBezTo>
                    <a:lnTo>
                      <a:pt x="3587" y="69468"/>
                    </a:lnTo>
                    <a:cubicBezTo>
                      <a:pt x="6508" y="64144"/>
                      <a:pt x="14345" y="44550"/>
                      <a:pt x="16157" y="33718"/>
                    </a:cubicBezTo>
                    <a:cubicBezTo>
                      <a:pt x="18006" y="22552"/>
                      <a:pt x="20704" y="4363"/>
                      <a:pt x="207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53"/>
              <p:cNvSpPr/>
              <p:nvPr/>
            </p:nvSpPr>
            <p:spPr>
              <a:xfrm>
                <a:off x="7077282" y="3014116"/>
                <a:ext cx="107066" cy="248493"/>
              </a:xfrm>
              <a:custGeom>
                <a:avLst/>
                <a:gdLst/>
                <a:ahLst/>
                <a:cxnLst/>
                <a:rect l="l" t="t" r="r" b="b"/>
                <a:pathLst>
                  <a:path w="6213" h="14420" extrusionOk="0">
                    <a:moveTo>
                      <a:pt x="1" y="14419"/>
                    </a:moveTo>
                    <a:lnTo>
                      <a:pt x="1" y="14419"/>
                    </a:lnTo>
                    <a:cubicBezTo>
                      <a:pt x="1369" y="11942"/>
                      <a:pt x="3809" y="6360"/>
                      <a:pt x="6212" y="1"/>
                    </a:cubicBezTo>
                    <a:lnTo>
                      <a:pt x="6212" y="1"/>
                    </a:lnTo>
                    <a:cubicBezTo>
                      <a:pt x="3809" y="6360"/>
                      <a:pt x="1369" y="11942"/>
                      <a:pt x="1" y="144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53"/>
              <p:cNvSpPr/>
              <p:nvPr/>
            </p:nvSpPr>
            <p:spPr>
              <a:xfrm>
                <a:off x="7023138" y="2566243"/>
                <a:ext cx="194331" cy="696365"/>
              </a:xfrm>
              <a:custGeom>
                <a:avLst/>
                <a:gdLst/>
                <a:ahLst/>
                <a:cxnLst/>
                <a:rect l="l" t="t" r="r" b="b"/>
                <a:pathLst>
                  <a:path w="11277" h="40410" extrusionOk="0">
                    <a:moveTo>
                      <a:pt x="11277" y="0"/>
                    </a:moveTo>
                    <a:lnTo>
                      <a:pt x="2995" y="33422"/>
                    </a:lnTo>
                    <a:lnTo>
                      <a:pt x="7210" y="6840"/>
                    </a:lnTo>
                    <a:lnTo>
                      <a:pt x="185" y="33200"/>
                    </a:lnTo>
                    <a:cubicBezTo>
                      <a:pt x="0" y="35603"/>
                      <a:pt x="37" y="37562"/>
                      <a:pt x="0" y="39152"/>
                    </a:cubicBezTo>
                    <a:lnTo>
                      <a:pt x="3143" y="40409"/>
                    </a:lnTo>
                    <a:cubicBezTo>
                      <a:pt x="4511" y="37932"/>
                      <a:pt x="6951" y="32350"/>
                      <a:pt x="9354" y="25991"/>
                    </a:cubicBezTo>
                    <a:cubicBezTo>
                      <a:pt x="9428" y="25732"/>
                      <a:pt x="9539" y="25473"/>
                      <a:pt x="9613" y="25177"/>
                    </a:cubicBezTo>
                    <a:lnTo>
                      <a:pt x="9613" y="25177"/>
                    </a:lnTo>
                    <a:lnTo>
                      <a:pt x="6951" y="29133"/>
                    </a:lnTo>
                    <a:lnTo>
                      <a:pt x="1127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53"/>
              <p:cNvSpPr/>
              <p:nvPr/>
            </p:nvSpPr>
            <p:spPr>
              <a:xfrm>
                <a:off x="7013574" y="2060383"/>
                <a:ext cx="363813" cy="1207809"/>
              </a:xfrm>
              <a:custGeom>
                <a:avLst/>
                <a:gdLst/>
                <a:ahLst/>
                <a:cxnLst/>
                <a:rect l="l" t="t" r="r" b="b"/>
                <a:pathLst>
                  <a:path w="21112" h="70089" extrusionOk="0">
                    <a:moveTo>
                      <a:pt x="20815" y="0"/>
                    </a:moveTo>
                    <a:cubicBezTo>
                      <a:pt x="20667" y="0"/>
                      <a:pt x="20520" y="111"/>
                      <a:pt x="20520" y="296"/>
                    </a:cubicBezTo>
                    <a:cubicBezTo>
                      <a:pt x="20520" y="2441"/>
                      <a:pt x="19854" y="8060"/>
                      <a:pt x="18930" y="14567"/>
                    </a:cubicBezTo>
                    <a:cubicBezTo>
                      <a:pt x="18043" y="21037"/>
                      <a:pt x="16896" y="28394"/>
                      <a:pt x="15972" y="33977"/>
                    </a:cubicBezTo>
                    <a:cubicBezTo>
                      <a:pt x="15085" y="39337"/>
                      <a:pt x="12645" y="46953"/>
                      <a:pt x="10131" y="53867"/>
                    </a:cubicBezTo>
                    <a:cubicBezTo>
                      <a:pt x="7648" y="60597"/>
                      <a:pt x="5024" y="66662"/>
                      <a:pt x="3557" y="69400"/>
                    </a:cubicBezTo>
                    <a:lnTo>
                      <a:pt x="3557" y="69400"/>
                    </a:lnTo>
                    <a:lnTo>
                      <a:pt x="622" y="68175"/>
                    </a:lnTo>
                    <a:lnTo>
                      <a:pt x="622" y="68175"/>
                    </a:lnTo>
                    <a:cubicBezTo>
                      <a:pt x="611" y="67985"/>
                      <a:pt x="592" y="67784"/>
                      <a:pt x="592" y="67546"/>
                    </a:cubicBezTo>
                    <a:cubicBezTo>
                      <a:pt x="592" y="62814"/>
                      <a:pt x="2071" y="50022"/>
                      <a:pt x="4770" y="38228"/>
                    </a:cubicBezTo>
                    <a:cubicBezTo>
                      <a:pt x="6212" y="31943"/>
                      <a:pt x="8874" y="22922"/>
                      <a:pt x="11129" y="15528"/>
                    </a:cubicBezTo>
                    <a:cubicBezTo>
                      <a:pt x="12275" y="11794"/>
                      <a:pt x="13310" y="8504"/>
                      <a:pt x="14087" y="6101"/>
                    </a:cubicBezTo>
                    <a:cubicBezTo>
                      <a:pt x="14456" y="4918"/>
                      <a:pt x="14789" y="3956"/>
                      <a:pt x="14974" y="3291"/>
                    </a:cubicBezTo>
                    <a:cubicBezTo>
                      <a:pt x="15196" y="2625"/>
                      <a:pt x="15307" y="2256"/>
                      <a:pt x="15307" y="2256"/>
                    </a:cubicBezTo>
                    <a:cubicBezTo>
                      <a:pt x="15381" y="2108"/>
                      <a:pt x="15270" y="1923"/>
                      <a:pt x="15122" y="1849"/>
                    </a:cubicBezTo>
                    <a:cubicBezTo>
                      <a:pt x="15097" y="1843"/>
                      <a:pt x="15072" y="1840"/>
                      <a:pt x="15046" y="1840"/>
                    </a:cubicBezTo>
                    <a:cubicBezTo>
                      <a:pt x="14917" y="1840"/>
                      <a:pt x="14783" y="1917"/>
                      <a:pt x="14752" y="2071"/>
                    </a:cubicBezTo>
                    <a:cubicBezTo>
                      <a:pt x="14715" y="2071"/>
                      <a:pt x="7062" y="25436"/>
                      <a:pt x="4179" y="38080"/>
                    </a:cubicBezTo>
                    <a:cubicBezTo>
                      <a:pt x="1443" y="49948"/>
                      <a:pt x="1" y="62740"/>
                      <a:pt x="1" y="67546"/>
                    </a:cubicBezTo>
                    <a:cubicBezTo>
                      <a:pt x="1" y="67879"/>
                      <a:pt x="1" y="68174"/>
                      <a:pt x="1" y="68433"/>
                    </a:cubicBezTo>
                    <a:cubicBezTo>
                      <a:pt x="1" y="68544"/>
                      <a:pt x="75" y="68655"/>
                      <a:pt x="186" y="68692"/>
                    </a:cubicBezTo>
                    <a:lnTo>
                      <a:pt x="3587" y="70060"/>
                    </a:lnTo>
                    <a:cubicBezTo>
                      <a:pt x="3627" y="70080"/>
                      <a:pt x="3666" y="70089"/>
                      <a:pt x="3705" y="70089"/>
                    </a:cubicBezTo>
                    <a:cubicBezTo>
                      <a:pt x="3809" y="70089"/>
                      <a:pt x="3903" y="70020"/>
                      <a:pt x="3957" y="69912"/>
                    </a:cubicBezTo>
                    <a:cubicBezTo>
                      <a:pt x="5436" y="67250"/>
                      <a:pt x="8134" y="61002"/>
                      <a:pt x="10685" y="54089"/>
                    </a:cubicBezTo>
                    <a:cubicBezTo>
                      <a:pt x="13236" y="47138"/>
                      <a:pt x="15676" y="39522"/>
                      <a:pt x="16564" y="34087"/>
                    </a:cubicBezTo>
                    <a:cubicBezTo>
                      <a:pt x="17488" y="28468"/>
                      <a:pt x="18634" y="21148"/>
                      <a:pt x="19558" y="14641"/>
                    </a:cubicBezTo>
                    <a:cubicBezTo>
                      <a:pt x="20446" y="8134"/>
                      <a:pt x="21111" y="2514"/>
                      <a:pt x="21111" y="296"/>
                    </a:cubicBezTo>
                    <a:cubicBezTo>
                      <a:pt x="21111" y="111"/>
                      <a:pt x="21000" y="0"/>
                      <a:pt x="208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53"/>
              <p:cNvSpPr/>
              <p:nvPr/>
            </p:nvSpPr>
            <p:spPr>
              <a:xfrm>
                <a:off x="6532580" y="1869257"/>
                <a:ext cx="258677" cy="1248719"/>
              </a:xfrm>
              <a:custGeom>
                <a:avLst/>
                <a:gdLst/>
                <a:ahLst/>
                <a:cxnLst/>
                <a:rect l="l" t="t" r="r" b="b"/>
                <a:pathLst>
                  <a:path w="15011" h="72463" extrusionOk="0">
                    <a:moveTo>
                      <a:pt x="11498" y="0"/>
                    </a:moveTo>
                    <a:cubicBezTo>
                      <a:pt x="11498" y="0"/>
                      <a:pt x="6322" y="17192"/>
                      <a:pt x="2403" y="32276"/>
                    </a:cubicBezTo>
                    <a:cubicBezTo>
                      <a:pt x="0" y="41481"/>
                      <a:pt x="2625" y="58784"/>
                      <a:pt x="5546" y="70208"/>
                    </a:cubicBezTo>
                    <a:lnTo>
                      <a:pt x="11202" y="72463"/>
                    </a:lnTo>
                    <a:cubicBezTo>
                      <a:pt x="11720" y="56935"/>
                      <a:pt x="11202" y="27137"/>
                      <a:pt x="12126" y="23588"/>
                    </a:cubicBezTo>
                    <a:cubicBezTo>
                      <a:pt x="13347" y="18818"/>
                      <a:pt x="15010" y="2071"/>
                      <a:pt x="15010" y="2071"/>
                    </a:cubicBezTo>
                    <a:lnTo>
                      <a:pt x="1149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53"/>
              <p:cNvSpPr/>
              <p:nvPr/>
            </p:nvSpPr>
            <p:spPr>
              <a:xfrm>
                <a:off x="6565701" y="2498071"/>
                <a:ext cx="164398" cy="619905"/>
              </a:xfrm>
              <a:custGeom>
                <a:avLst/>
                <a:gdLst/>
                <a:ahLst/>
                <a:cxnLst/>
                <a:rect l="l" t="t" r="r" b="b"/>
                <a:pathLst>
                  <a:path w="9540" h="35973" extrusionOk="0">
                    <a:moveTo>
                      <a:pt x="8023" y="0"/>
                    </a:moveTo>
                    <a:lnTo>
                      <a:pt x="6692" y="26804"/>
                    </a:lnTo>
                    <a:lnTo>
                      <a:pt x="3735" y="2958"/>
                    </a:lnTo>
                    <a:lnTo>
                      <a:pt x="3735" y="26471"/>
                    </a:lnTo>
                    <a:lnTo>
                      <a:pt x="1" y="13014"/>
                    </a:lnTo>
                    <a:lnTo>
                      <a:pt x="1" y="13014"/>
                    </a:lnTo>
                    <a:cubicBezTo>
                      <a:pt x="666" y="19595"/>
                      <a:pt x="1997" y="26508"/>
                      <a:pt x="3402" y="32830"/>
                    </a:cubicBezTo>
                    <a:cubicBezTo>
                      <a:pt x="3476" y="33126"/>
                      <a:pt x="3513" y="33385"/>
                      <a:pt x="3587" y="33644"/>
                    </a:cubicBezTo>
                    <a:lnTo>
                      <a:pt x="7654" y="35344"/>
                    </a:lnTo>
                    <a:lnTo>
                      <a:pt x="9280" y="35973"/>
                    </a:lnTo>
                    <a:cubicBezTo>
                      <a:pt x="9428" y="31758"/>
                      <a:pt x="9502" y="26434"/>
                      <a:pt x="9539" y="20889"/>
                    </a:cubicBezTo>
                    <a:lnTo>
                      <a:pt x="802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53"/>
              <p:cNvSpPr/>
              <p:nvPr/>
            </p:nvSpPr>
            <p:spPr>
              <a:xfrm>
                <a:off x="6552329" y="1864002"/>
                <a:ext cx="244650" cy="1259489"/>
              </a:xfrm>
              <a:custGeom>
                <a:avLst/>
                <a:gdLst/>
                <a:ahLst/>
                <a:cxnLst/>
                <a:rect l="l" t="t" r="r" b="b"/>
                <a:pathLst>
                  <a:path w="14197" h="73088" extrusionOk="0">
                    <a:moveTo>
                      <a:pt x="10350" y="0"/>
                    </a:moveTo>
                    <a:cubicBezTo>
                      <a:pt x="10221" y="0"/>
                      <a:pt x="10087" y="77"/>
                      <a:pt x="10056" y="231"/>
                    </a:cubicBezTo>
                    <a:cubicBezTo>
                      <a:pt x="10056" y="231"/>
                      <a:pt x="4880" y="17386"/>
                      <a:pt x="961" y="32507"/>
                    </a:cubicBezTo>
                    <a:cubicBezTo>
                      <a:pt x="296" y="35058"/>
                      <a:pt x="0" y="38200"/>
                      <a:pt x="0" y="41675"/>
                    </a:cubicBezTo>
                    <a:cubicBezTo>
                      <a:pt x="0" y="50844"/>
                      <a:pt x="1960" y="62268"/>
                      <a:pt x="4104" y="70587"/>
                    </a:cubicBezTo>
                    <a:cubicBezTo>
                      <a:pt x="4104" y="70660"/>
                      <a:pt x="4178" y="70734"/>
                      <a:pt x="4289" y="70771"/>
                    </a:cubicBezTo>
                    <a:lnTo>
                      <a:pt x="9945" y="73064"/>
                    </a:lnTo>
                    <a:cubicBezTo>
                      <a:pt x="9991" y="73079"/>
                      <a:pt x="10037" y="73088"/>
                      <a:pt x="10081" y="73088"/>
                    </a:cubicBezTo>
                    <a:cubicBezTo>
                      <a:pt x="10142" y="73088"/>
                      <a:pt x="10198" y="73070"/>
                      <a:pt x="10241" y="73027"/>
                    </a:cubicBezTo>
                    <a:cubicBezTo>
                      <a:pt x="10315" y="72990"/>
                      <a:pt x="10389" y="72879"/>
                      <a:pt x="10389" y="72805"/>
                    </a:cubicBezTo>
                    <a:cubicBezTo>
                      <a:pt x="10648" y="65004"/>
                      <a:pt x="10611" y="53691"/>
                      <a:pt x="10685" y="43857"/>
                    </a:cubicBezTo>
                    <a:cubicBezTo>
                      <a:pt x="10685" y="38940"/>
                      <a:pt x="10722" y="34392"/>
                      <a:pt x="10833" y="30843"/>
                    </a:cubicBezTo>
                    <a:cubicBezTo>
                      <a:pt x="10870" y="29105"/>
                      <a:pt x="10907" y="27590"/>
                      <a:pt x="10980" y="26407"/>
                    </a:cubicBezTo>
                    <a:cubicBezTo>
                      <a:pt x="11054" y="25223"/>
                      <a:pt x="11165" y="24373"/>
                      <a:pt x="11276" y="23966"/>
                    </a:cubicBezTo>
                    <a:cubicBezTo>
                      <a:pt x="11905" y="21563"/>
                      <a:pt x="12607" y="16203"/>
                      <a:pt x="13199" y="11396"/>
                    </a:cubicBezTo>
                    <a:cubicBezTo>
                      <a:pt x="13753" y="6590"/>
                      <a:pt x="14160" y="2413"/>
                      <a:pt x="14160" y="2413"/>
                    </a:cubicBezTo>
                    <a:cubicBezTo>
                      <a:pt x="14197" y="2228"/>
                      <a:pt x="14049" y="2080"/>
                      <a:pt x="13901" y="2080"/>
                    </a:cubicBezTo>
                    <a:cubicBezTo>
                      <a:pt x="13882" y="2076"/>
                      <a:pt x="13863" y="2074"/>
                      <a:pt x="13844" y="2074"/>
                    </a:cubicBezTo>
                    <a:cubicBezTo>
                      <a:pt x="13687" y="2074"/>
                      <a:pt x="13568" y="2206"/>
                      <a:pt x="13568" y="2339"/>
                    </a:cubicBezTo>
                    <a:cubicBezTo>
                      <a:pt x="13568" y="2339"/>
                      <a:pt x="13458" y="3411"/>
                      <a:pt x="13273" y="5037"/>
                    </a:cubicBezTo>
                    <a:cubicBezTo>
                      <a:pt x="13014" y="7515"/>
                      <a:pt x="12607" y="11323"/>
                      <a:pt x="12127" y="14946"/>
                    </a:cubicBezTo>
                    <a:cubicBezTo>
                      <a:pt x="11646" y="18606"/>
                      <a:pt x="11128" y="22081"/>
                      <a:pt x="10685" y="23819"/>
                    </a:cubicBezTo>
                    <a:cubicBezTo>
                      <a:pt x="10537" y="24299"/>
                      <a:pt x="10463" y="25150"/>
                      <a:pt x="10389" y="26370"/>
                    </a:cubicBezTo>
                    <a:cubicBezTo>
                      <a:pt x="9840" y="34600"/>
                      <a:pt x="10196" y="58686"/>
                      <a:pt x="9774" y="72336"/>
                    </a:cubicBezTo>
                    <a:lnTo>
                      <a:pt x="9774" y="72336"/>
                    </a:lnTo>
                    <a:lnTo>
                      <a:pt x="4654" y="70275"/>
                    </a:lnTo>
                    <a:lnTo>
                      <a:pt x="4654" y="70275"/>
                    </a:lnTo>
                    <a:cubicBezTo>
                      <a:pt x="2562" y="62007"/>
                      <a:pt x="629" y="50710"/>
                      <a:pt x="629" y="41675"/>
                    </a:cubicBezTo>
                    <a:cubicBezTo>
                      <a:pt x="629" y="38237"/>
                      <a:pt x="888" y="35132"/>
                      <a:pt x="1553" y="32655"/>
                    </a:cubicBezTo>
                    <a:cubicBezTo>
                      <a:pt x="3512" y="25113"/>
                      <a:pt x="5768" y="17053"/>
                      <a:pt x="7579" y="10879"/>
                    </a:cubicBezTo>
                    <a:cubicBezTo>
                      <a:pt x="8466" y="7773"/>
                      <a:pt x="9243" y="5148"/>
                      <a:pt x="9760" y="3337"/>
                    </a:cubicBezTo>
                    <a:cubicBezTo>
                      <a:pt x="10056" y="2413"/>
                      <a:pt x="10278" y="1673"/>
                      <a:pt x="10426" y="1156"/>
                    </a:cubicBezTo>
                    <a:cubicBezTo>
                      <a:pt x="10574" y="675"/>
                      <a:pt x="10648" y="416"/>
                      <a:pt x="10648" y="416"/>
                    </a:cubicBezTo>
                    <a:cubicBezTo>
                      <a:pt x="10685" y="231"/>
                      <a:pt x="10611" y="83"/>
                      <a:pt x="10426" y="9"/>
                    </a:cubicBezTo>
                    <a:cubicBezTo>
                      <a:pt x="10401" y="3"/>
                      <a:pt x="10376" y="0"/>
                      <a:pt x="103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50" name="Google Shape;3150;p53"/>
          <p:cNvSpPr txBox="1">
            <a:spLocks noGrp="1"/>
          </p:cNvSpPr>
          <p:nvPr>
            <p:ph type="subTitle" idx="1"/>
          </p:nvPr>
        </p:nvSpPr>
        <p:spPr>
          <a:xfrm>
            <a:off x="1183091" y="1035279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 Mohamed Elnajjar</a:t>
            </a:r>
            <a:endParaRPr dirty="0"/>
          </a:p>
        </p:txBody>
      </p:sp>
      <p:sp>
        <p:nvSpPr>
          <p:cNvPr id="3151" name="Google Shape;3151;p53"/>
          <p:cNvSpPr txBox="1">
            <a:spLocks noGrp="1"/>
          </p:cNvSpPr>
          <p:nvPr>
            <p:ph type="subTitle" idx="2"/>
          </p:nvPr>
        </p:nvSpPr>
        <p:spPr>
          <a:xfrm>
            <a:off x="1190122" y="1336956"/>
            <a:ext cx="21840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</a:t>
            </a: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ata </a:t>
            </a:r>
            <a:r>
              <a:rPr lang="en-US" dirty="0"/>
              <a:t>A</a:t>
            </a: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nalysis </a:t>
            </a:r>
            <a:r>
              <a:rPr lang="en-US" dirty="0"/>
              <a:t>I</a:t>
            </a: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nstructor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152" name="Google Shape;3152;p53"/>
          <p:cNvSpPr txBox="1">
            <a:spLocks noGrp="1"/>
          </p:cNvSpPr>
          <p:nvPr>
            <p:ph type="subTitle" idx="3"/>
          </p:nvPr>
        </p:nvSpPr>
        <p:spPr>
          <a:xfrm>
            <a:off x="1164832" y="2281765"/>
            <a:ext cx="2595092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Eng </a:t>
            </a:r>
            <a:r>
              <a:rPr lang="en-US" dirty="0"/>
              <a:t>Ahmed Abd-</a:t>
            </a:r>
            <a:r>
              <a:rPr lang="en-US" dirty="0" err="1"/>
              <a:t>Elreheem</a:t>
            </a:r>
            <a:endParaRPr dirty="0"/>
          </a:p>
        </p:txBody>
      </p:sp>
      <p:sp>
        <p:nvSpPr>
          <p:cNvPr id="3153" name="Google Shape;3153;p53"/>
          <p:cNvSpPr txBox="1">
            <a:spLocks noGrp="1"/>
          </p:cNvSpPr>
          <p:nvPr>
            <p:ph type="subTitle" idx="4"/>
          </p:nvPr>
        </p:nvSpPr>
        <p:spPr>
          <a:xfrm>
            <a:off x="1187494" y="2609979"/>
            <a:ext cx="21840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Electrical </a:t>
            </a:r>
            <a:r>
              <a:rPr lang="en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Engineer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154" name="Google Shape;3154;p53"/>
          <p:cNvSpPr txBox="1">
            <a:spLocks noGrp="1"/>
          </p:cNvSpPr>
          <p:nvPr>
            <p:ph type="subTitle" idx="5"/>
          </p:nvPr>
        </p:nvSpPr>
        <p:spPr>
          <a:xfrm>
            <a:off x="1197155" y="3587645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Dr Amira </a:t>
            </a:r>
            <a:r>
              <a:rPr lang="en-US" dirty="0" err="1"/>
              <a:t>Abdeltwab</a:t>
            </a:r>
            <a:endParaRPr dirty="0"/>
          </a:p>
        </p:txBody>
      </p:sp>
      <p:sp>
        <p:nvSpPr>
          <p:cNvPr id="3155" name="Google Shape;3155;p53"/>
          <p:cNvSpPr txBox="1">
            <a:spLocks noGrp="1"/>
          </p:cNvSpPr>
          <p:nvPr>
            <p:ph type="subTitle" idx="6"/>
          </p:nvPr>
        </p:nvSpPr>
        <p:spPr>
          <a:xfrm>
            <a:off x="1232734" y="3889317"/>
            <a:ext cx="2359441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soft skills/freelance trainer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9" grpId="0" animBg="1"/>
      <p:bldP spid="3010" grpId="0" animBg="1"/>
      <p:bldP spid="3011" grpId="0" animBg="1"/>
      <p:bldP spid="3150" grpId="0" build="p"/>
      <p:bldP spid="3151" grpId="0" build="p"/>
      <p:bldP spid="3152" grpId="0" build="p"/>
      <p:bldP spid="3153" grpId="0" build="p"/>
      <p:bldP spid="3154" grpId="0" build="p"/>
      <p:bldP spid="315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p57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Conclusion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14" name="Google Shape;3214;p57"/>
          <p:cNvSpPr txBox="1">
            <a:spLocks noGrp="1"/>
          </p:cNvSpPr>
          <p:nvPr>
            <p:ph type="subTitle" idx="1"/>
          </p:nvPr>
        </p:nvSpPr>
        <p:spPr>
          <a:xfrm>
            <a:off x="4690874" y="1491351"/>
            <a:ext cx="3780026" cy="25091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  <a:tabLst>
                <a:tab pos="228600" algn="l"/>
              </a:tabLst>
            </a:pPr>
            <a:r>
              <a:rPr lang="en-US" sz="1400" u="sng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Problem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  <a:tabLst>
                <a:tab pos="228600" algn="l"/>
              </a:tabLst>
            </a:pPr>
            <a:r>
              <a:rPr lang="en-US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Information &amp; Transparency Failure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  <a:tabLst>
                <a:tab pos="228600" algn="l"/>
              </a:tabLst>
            </a:pPr>
            <a:r>
              <a:rPr lang="en-US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Process &amp; Bureaucracy Failure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  <a:tabLst>
                <a:tab pos="228600" algn="l"/>
              </a:tabLst>
            </a:pPr>
            <a:r>
              <a:rPr lang="en-US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Quality &amp; Standards Failure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tabLst>
                <a:tab pos="228600" algn="l"/>
              </a:tabLst>
            </a:pPr>
            <a:endParaRPr lang="en-US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  <a:tabLst>
                <a:tab pos="228600" algn="l"/>
              </a:tabLst>
            </a:pPr>
            <a:r>
              <a:rPr lang="en-US" sz="1400" u="sng" dirty="0"/>
              <a:t>Solutions</a:t>
            </a:r>
            <a:endParaRPr lang="en-US" u="sng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  <a:tabLst>
                <a:tab pos="342900" algn="l"/>
              </a:tabLst>
            </a:pPr>
            <a:r>
              <a:rPr lang="en-US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Digital Transformation &amp; Process Automation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  <a:tabLst>
                <a:tab pos="342900" algn="l"/>
              </a:tabLst>
            </a:pPr>
            <a:r>
              <a:rPr lang="en-US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Process Standardization &amp; Transparency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  <a:tabLst>
                <a:tab pos="342900" algn="l"/>
              </a:tabLst>
            </a:pPr>
            <a:r>
              <a:rPr lang="en-US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Improved Communication &amp; Customer Service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  <a:tabLst>
                <a:tab pos="342900" algn="l"/>
              </a:tabLst>
            </a:pPr>
            <a:r>
              <a:rPr lang="en-US" sz="14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Quality Assurance &amp; Safety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  <a:tabLst>
                <a:tab pos="228600" algn="l"/>
              </a:tabLst>
            </a:pPr>
            <a:endParaRPr lang="en-US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3215" name="Google Shape;3215;p57"/>
          <p:cNvGrpSpPr/>
          <p:nvPr/>
        </p:nvGrpSpPr>
        <p:grpSpPr>
          <a:xfrm>
            <a:off x="899732" y="1213281"/>
            <a:ext cx="3584753" cy="2934361"/>
            <a:chOff x="845850" y="467825"/>
            <a:chExt cx="5996575" cy="4908600"/>
          </a:xfrm>
        </p:grpSpPr>
        <p:sp>
          <p:nvSpPr>
            <p:cNvPr id="3216" name="Google Shape;3216;p57"/>
            <p:cNvSpPr/>
            <p:nvPr/>
          </p:nvSpPr>
          <p:spPr>
            <a:xfrm>
              <a:off x="845850" y="467825"/>
              <a:ext cx="5996575" cy="4814800"/>
            </a:xfrm>
            <a:custGeom>
              <a:avLst/>
              <a:gdLst/>
              <a:ahLst/>
              <a:cxnLst/>
              <a:rect l="l" t="t" r="r" b="b"/>
              <a:pathLst>
                <a:path w="239863" h="192592" extrusionOk="0">
                  <a:moveTo>
                    <a:pt x="147813" y="1"/>
                  </a:moveTo>
                  <a:cubicBezTo>
                    <a:pt x="142156" y="1"/>
                    <a:pt x="136078" y="789"/>
                    <a:pt x="129736" y="2770"/>
                  </a:cubicBezTo>
                  <a:cubicBezTo>
                    <a:pt x="98620" y="12477"/>
                    <a:pt x="86341" y="39929"/>
                    <a:pt x="68918" y="59055"/>
                  </a:cubicBezTo>
                  <a:cubicBezTo>
                    <a:pt x="59821" y="69084"/>
                    <a:pt x="45999" y="73102"/>
                    <a:pt x="35038" y="80945"/>
                  </a:cubicBezTo>
                  <a:cubicBezTo>
                    <a:pt x="1" y="106018"/>
                    <a:pt x="6976" y="159667"/>
                    <a:pt x="35231" y="179114"/>
                  </a:cubicBezTo>
                  <a:cubicBezTo>
                    <a:pt x="48326" y="188144"/>
                    <a:pt x="62992" y="192591"/>
                    <a:pt x="79703" y="192591"/>
                  </a:cubicBezTo>
                  <a:cubicBezTo>
                    <a:pt x="94167" y="192591"/>
                    <a:pt x="110163" y="189259"/>
                    <a:pt x="128000" y="182683"/>
                  </a:cubicBezTo>
                  <a:cubicBezTo>
                    <a:pt x="166445" y="168507"/>
                    <a:pt x="194025" y="159828"/>
                    <a:pt x="216944" y="121962"/>
                  </a:cubicBezTo>
                  <a:cubicBezTo>
                    <a:pt x="239863" y="84063"/>
                    <a:pt x="216108" y="37807"/>
                    <a:pt x="185539" y="11995"/>
                  </a:cubicBezTo>
                  <a:cubicBezTo>
                    <a:pt x="185539" y="11995"/>
                    <a:pt x="169878" y="1"/>
                    <a:pt x="1478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57"/>
            <p:cNvSpPr/>
            <p:nvPr/>
          </p:nvSpPr>
          <p:spPr>
            <a:xfrm>
              <a:off x="1128725" y="467950"/>
              <a:ext cx="5369750" cy="4814475"/>
            </a:xfrm>
            <a:custGeom>
              <a:avLst/>
              <a:gdLst/>
              <a:ahLst/>
              <a:cxnLst/>
              <a:rect l="l" t="t" r="r" b="b"/>
              <a:pathLst>
                <a:path w="214790" h="192579" extrusionOk="0">
                  <a:moveTo>
                    <a:pt x="136486" y="0"/>
                  </a:moveTo>
                  <a:cubicBezTo>
                    <a:pt x="130828" y="0"/>
                    <a:pt x="124753" y="772"/>
                    <a:pt x="118421" y="2765"/>
                  </a:cubicBezTo>
                  <a:cubicBezTo>
                    <a:pt x="98363" y="9033"/>
                    <a:pt x="86148" y="22630"/>
                    <a:pt x="75347" y="36645"/>
                  </a:cubicBezTo>
                  <a:lnTo>
                    <a:pt x="188978" y="36645"/>
                  </a:lnTo>
                  <a:lnTo>
                    <a:pt x="188978" y="143911"/>
                  </a:lnTo>
                  <a:cubicBezTo>
                    <a:pt x="194828" y="137836"/>
                    <a:pt x="200357" y="130668"/>
                    <a:pt x="205629" y="121957"/>
                  </a:cubicBezTo>
                  <a:cubicBezTo>
                    <a:pt x="212025" y="111381"/>
                    <a:pt x="214790" y="100195"/>
                    <a:pt x="214790" y="88944"/>
                  </a:cubicBezTo>
                  <a:cubicBezTo>
                    <a:pt x="214790" y="59886"/>
                    <a:pt x="196275" y="30602"/>
                    <a:pt x="174224" y="11990"/>
                  </a:cubicBezTo>
                  <a:cubicBezTo>
                    <a:pt x="174224" y="11990"/>
                    <a:pt x="158569" y="0"/>
                    <a:pt x="136486" y="0"/>
                  </a:cubicBezTo>
                  <a:close/>
                  <a:moveTo>
                    <a:pt x="26745" y="78915"/>
                  </a:moveTo>
                  <a:cubicBezTo>
                    <a:pt x="25716" y="79558"/>
                    <a:pt x="24720" y="80233"/>
                    <a:pt x="23723" y="80940"/>
                  </a:cubicBezTo>
                  <a:cubicBezTo>
                    <a:pt x="7201" y="92769"/>
                    <a:pt x="33" y="110963"/>
                    <a:pt x="33" y="128932"/>
                  </a:cubicBezTo>
                  <a:cubicBezTo>
                    <a:pt x="0" y="149022"/>
                    <a:pt x="9001" y="168855"/>
                    <a:pt x="23916" y="179109"/>
                  </a:cubicBezTo>
                  <a:cubicBezTo>
                    <a:pt x="36999" y="188142"/>
                    <a:pt x="51689" y="192578"/>
                    <a:pt x="68404" y="192578"/>
                  </a:cubicBezTo>
                  <a:cubicBezTo>
                    <a:pt x="82869" y="192578"/>
                    <a:pt x="98877" y="189267"/>
                    <a:pt x="116685" y="182678"/>
                  </a:cubicBezTo>
                  <a:cubicBezTo>
                    <a:pt x="127678" y="178627"/>
                    <a:pt x="137804" y="175027"/>
                    <a:pt x="147158" y="171041"/>
                  </a:cubicBezTo>
                  <a:lnTo>
                    <a:pt x="26745" y="171041"/>
                  </a:lnTo>
                  <a:lnTo>
                    <a:pt x="26745" y="789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57"/>
            <p:cNvSpPr/>
            <p:nvPr/>
          </p:nvSpPr>
          <p:spPr>
            <a:xfrm>
              <a:off x="1797325" y="1384075"/>
              <a:ext cx="4055850" cy="3359925"/>
            </a:xfrm>
            <a:custGeom>
              <a:avLst/>
              <a:gdLst/>
              <a:ahLst/>
              <a:cxnLst/>
              <a:rect l="l" t="t" r="r" b="b"/>
              <a:pathLst>
                <a:path w="162234" h="134397" extrusionOk="0">
                  <a:moveTo>
                    <a:pt x="1" y="0"/>
                  </a:moveTo>
                  <a:lnTo>
                    <a:pt x="1" y="134396"/>
                  </a:lnTo>
                  <a:lnTo>
                    <a:pt x="162234" y="134396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57"/>
            <p:cNvSpPr/>
            <p:nvPr/>
          </p:nvSpPr>
          <p:spPr>
            <a:xfrm>
              <a:off x="1797325" y="1384075"/>
              <a:ext cx="4055850" cy="3359925"/>
            </a:xfrm>
            <a:custGeom>
              <a:avLst/>
              <a:gdLst/>
              <a:ahLst/>
              <a:cxnLst/>
              <a:rect l="l" t="t" r="r" b="b"/>
              <a:pathLst>
                <a:path w="162234" h="134397" extrusionOk="0">
                  <a:moveTo>
                    <a:pt x="1" y="0"/>
                  </a:moveTo>
                  <a:lnTo>
                    <a:pt x="1" y="134396"/>
                  </a:lnTo>
                  <a:lnTo>
                    <a:pt x="162234" y="134396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57"/>
            <p:cNvSpPr/>
            <p:nvPr/>
          </p:nvSpPr>
          <p:spPr>
            <a:xfrm>
              <a:off x="1895375" y="1994800"/>
              <a:ext cx="3780200" cy="1720575"/>
            </a:xfrm>
            <a:custGeom>
              <a:avLst/>
              <a:gdLst/>
              <a:ahLst/>
              <a:cxnLst/>
              <a:rect l="l" t="t" r="r" b="b"/>
              <a:pathLst>
                <a:path w="151208" h="68823" extrusionOk="0">
                  <a:moveTo>
                    <a:pt x="0" y="1"/>
                  </a:moveTo>
                  <a:lnTo>
                    <a:pt x="0" y="68822"/>
                  </a:lnTo>
                  <a:lnTo>
                    <a:pt x="151208" y="68822"/>
                  </a:lnTo>
                  <a:lnTo>
                    <a:pt x="1512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57"/>
            <p:cNvSpPr/>
            <p:nvPr/>
          </p:nvSpPr>
          <p:spPr>
            <a:xfrm>
              <a:off x="2015100" y="3464625"/>
              <a:ext cx="3521450" cy="6450"/>
            </a:xfrm>
            <a:custGeom>
              <a:avLst/>
              <a:gdLst/>
              <a:ahLst/>
              <a:cxnLst/>
              <a:rect l="l" t="t" r="r" b="b"/>
              <a:pathLst>
                <a:path w="140858" h="258" extrusionOk="0">
                  <a:moveTo>
                    <a:pt x="1" y="0"/>
                  </a:moveTo>
                  <a:lnTo>
                    <a:pt x="1" y="257"/>
                  </a:lnTo>
                  <a:lnTo>
                    <a:pt x="140858" y="257"/>
                  </a:lnTo>
                  <a:lnTo>
                    <a:pt x="140858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57"/>
            <p:cNvSpPr/>
            <p:nvPr/>
          </p:nvSpPr>
          <p:spPr>
            <a:xfrm>
              <a:off x="201190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57"/>
            <p:cNvSpPr/>
            <p:nvPr/>
          </p:nvSpPr>
          <p:spPr>
            <a:xfrm>
              <a:off x="2196725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57"/>
            <p:cNvSpPr/>
            <p:nvPr/>
          </p:nvSpPr>
          <p:spPr>
            <a:xfrm>
              <a:off x="2382350" y="3433275"/>
              <a:ext cx="6475" cy="34575"/>
            </a:xfrm>
            <a:custGeom>
              <a:avLst/>
              <a:gdLst/>
              <a:ahLst/>
              <a:cxnLst/>
              <a:rect l="l" t="t" r="r" b="b"/>
              <a:pathLst>
                <a:path w="259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57"/>
            <p:cNvSpPr/>
            <p:nvPr/>
          </p:nvSpPr>
          <p:spPr>
            <a:xfrm>
              <a:off x="256800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57"/>
            <p:cNvSpPr/>
            <p:nvPr/>
          </p:nvSpPr>
          <p:spPr>
            <a:xfrm>
              <a:off x="27528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57"/>
            <p:cNvSpPr/>
            <p:nvPr/>
          </p:nvSpPr>
          <p:spPr>
            <a:xfrm>
              <a:off x="293845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57"/>
            <p:cNvSpPr/>
            <p:nvPr/>
          </p:nvSpPr>
          <p:spPr>
            <a:xfrm>
              <a:off x="312330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57"/>
            <p:cNvSpPr/>
            <p:nvPr/>
          </p:nvSpPr>
          <p:spPr>
            <a:xfrm>
              <a:off x="33089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57"/>
            <p:cNvSpPr/>
            <p:nvPr/>
          </p:nvSpPr>
          <p:spPr>
            <a:xfrm>
              <a:off x="349455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57"/>
            <p:cNvSpPr/>
            <p:nvPr/>
          </p:nvSpPr>
          <p:spPr>
            <a:xfrm>
              <a:off x="367940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57"/>
            <p:cNvSpPr/>
            <p:nvPr/>
          </p:nvSpPr>
          <p:spPr>
            <a:xfrm>
              <a:off x="38650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57"/>
            <p:cNvSpPr/>
            <p:nvPr/>
          </p:nvSpPr>
          <p:spPr>
            <a:xfrm>
              <a:off x="404985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57"/>
            <p:cNvSpPr/>
            <p:nvPr/>
          </p:nvSpPr>
          <p:spPr>
            <a:xfrm>
              <a:off x="423550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57"/>
            <p:cNvSpPr/>
            <p:nvPr/>
          </p:nvSpPr>
          <p:spPr>
            <a:xfrm>
              <a:off x="44211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57"/>
            <p:cNvSpPr/>
            <p:nvPr/>
          </p:nvSpPr>
          <p:spPr>
            <a:xfrm>
              <a:off x="460595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57"/>
            <p:cNvSpPr/>
            <p:nvPr/>
          </p:nvSpPr>
          <p:spPr>
            <a:xfrm>
              <a:off x="4791575" y="3433275"/>
              <a:ext cx="6475" cy="34575"/>
            </a:xfrm>
            <a:custGeom>
              <a:avLst/>
              <a:gdLst/>
              <a:ahLst/>
              <a:cxnLst/>
              <a:rect l="l" t="t" r="r" b="b"/>
              <a:pathLst>
                <a:path w="259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57"/>
            <p:cNvSpPr/>
            <p:nvPr/>
          </p:nvSpPr>
          <p:spPr>
            <a:xfrm>
              <a:off x="49772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57"/>
            <p:cNvSpPr/>
            <p:nvPr/>
          </p:nvSpPr>
          <p:spPr>
            <a:xfrm>
              <a:off x="516205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57"/>
            <p:cNvSpPr/>
            <p:nvPr/>
          </p:nvSpPr>
          <p:spPr>
            <a:xfrm>
              <a:off x="5347675" y="3433275"/>
              <a:ext cx="6475" cy="34575"/>
            </a:xfrm>
            <a:custGeom>
              <a:avLst/>
              <a:gdLst/>
              <a:ahLst/>
              <a:cxnLst/>
              <a:rect l="l" t="t" r="r" b="b"/>
              <a:pathLst>
                <a:path w="259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57"/>
            <p:cNvSpPr/>
            <p:nvPr/>
          </p:nvSpPr>
          <p:spPr>
            <a:xfrm>
              <a:off x="5532525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57"/>
            <p:cNvSpPr/>
            <p:nvPr/>
          </p:nvSpPr>
          <p:spPr>
            <a:xfrm>
              <a:off x="2011900" y="2086425"/>
              <a:ext cx="6450" cy="1381425"/>
            </a:xfrm>
            <a:custGeom>
              <a:avLst/>
              <a:gdLst/>
              <a:ahLst/>
              <a:cxnLst/>
              <a:rect l="l" t="t" r="r" b="b"/>
              <a:pathLst>
                <a:path w="258" h="55257" extrusionOk="0">
                  <a:moveTo>
                    <a:pt x="0" y="0"/>
                  </a:moveTo>
                  <a:lnTo>
                    <a:pt x="0" y="55257"/>
                  </a:lnTo>
                  <a:lnTo>
                    <a:pt x="257" y="55257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57"/>
            <p:cNvSpPr/>
            <p:nvPr/>
          </p:nvSpPr>
          <p:spPr>
            <a:xfrm>
              <a:off x="2015100" y="3464625"/>
              <a:ext cx="87625" cy="6450"/>
            </a:xfrm>
            <a:custGeom>
              <a:avLst/>
              <a:gdLst/>
              <a:ahLst/>
              <a:cxnLst/>
              <a:rect l="l" t="t" r="r" b="b"/>
              <a:pathLst>
                <a:path w="3505" h="258" extrusionOk="0">
                  <a:moveTo>
                    <a:pt x="1" y="0"/>
                  </a:moveTo>
                  <a:lnTo>
                    <a:pt x="1" y="257"/>
                  </a:lnTo>
                  <a:lnTo>
                    <a:pt x="3505" y="257"/>
                  </a:lnTo>
                  <a:lnTo>
                    <a:pt x="3505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57"/>
            <p:cNvSpPr/>
            <p:nvPr/>
          </p:nvSpPr>
          <p:spPr>
            <a:xfrm>
              <a:off x="1917875" y="3188175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0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57"/>
            <p:cNvSpPr/>
            <p:nvPr/>
          </p:nvSpPr>
          <p:spPr>
            <a:xfrm>
              <a:off x="1917875" y="2911725"/>
              <a:ext cx="97250" cy="7275"/>
            </a:xfrm>
            <a:custGeom>
              <a:avLst/>
              <a:gdLst/>
              <a:ahLst/>
              <a:cxnLst/>
              <a:rect l="l" t="t" r="r" b="b"/>
              <a:pathLst>
                <a:path w="3890" h="291" extrusionOk="0">
                  <a:moveTo>
                    <a:pt x="0" y="1"/>
                  </a:moveTo>
                  <a:lnTo>
                    <a:pt x="0" y="290"/>
                  </a:lnTo>
                  <a:lnTo>
                    <a:pt x="3890" y="290"/>
                  </a:lnTo>
                  <a:lnTo>
                    <a:pt x="38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57"/>
            <p:cNvSpPr/>
            <p:nvPr/>
          </p:nvSpPr>
          <p:spPr>
            <a:xfrm>
              <a:off x="1917875" y="2636100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0"/>
                  </a:moveTo>
                  <a:lnTo>
                    <a:pt x="0" y="257"/>
                  </a:lnTo>
                  <a:lnTo>
                    <a:pt x="3890" y="257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57"/>
            <p:cNvSpPr/>
            <p:nvPr/>
          </p:nvSpPr>
          <p:spPr>
            <a:xfrm>
              <a:off x="1917875" y="2359650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0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57"/>
            <p:cNvSpPr/>
            <p:nvPr/>
          </p:nvSpPr>
          <p:spPr>
            <a:xfrm>
              <a:off x="1917875" y="2083200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1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57"/>
            <p:cNvSpPr/>
            <p:nvPr/>
          </p:nvSpPr>
          <p:spPr>
            <a:xfrm>
              <a:off x="2093050" y="2349650"/>
              <a:ext cx="214600" cy="855725"/>
            </a:xfrm>
            <a:custGeom>
              <a:avLst/>
              <a:gdLst/>
              <a:ahLst/>
              <a:cxnLst/>
              <a:rect l="l" t="t" r="r" b="b"/>
              <a:pathLst>
                <a:path w="8584" h="34229" extrusionOk="0">
                  <a:moveTo>
                    <a:pt x="7976" y="1"/>
                  </a:moveTo>
                  <a:cubicBezTo>
                    <a:pt x="7740" y="1"/>
                    <a:pt x="7541" y="154"/>
                    <a:pt x="7458" y="400"/>
                  </a:cubicBezTo>
                  <a:lnTo>
                    <a:pt x="65" y="33574"/>
                  </a:lnTo>
                  <a:cubicBezTo>
                    <a:pt x="1" y="33863"/>
                    <a:pt x="194" y="34152"/>
                    <a:pt x="483" y="34217"/>
                  </a:cubicBezTo>
                  <a:cubicBezTo>
                    <a:pt x="517" y="34225"/>
                    <a:pt x="551" y="34229"/>
                    <a:pt x="585" y="34229"/>
                  </a:cubicBezTo>
                  <a:cubicBezTo>
                    <a:pt x="812" y="34229"/>
                    <a:pt x="1038" y="34050"/>
                    <a:pt x="1094" y="33799"/>
                  </a:cubicBezTo>
                  <a:lnTo>
                    <a:pt x="8519" y="658"/>
                  </a:lnTo>
                  <a:cubicBezTo>
                    <a:pt x="8583" y="368"/>
                    <a:pt x="8391" y="79"/>
                    <a:pt x="8101" y="15"/>
                  </a:cubicBezTo>
                  <a:cubicBezTo>
                    <a:pt x="8059" y="5"/>
                    <a:pt x="8017" y="1"/>
                    <a:pt x="79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57"/>
            <p:cNvSpPr/>
            <p:nvPr/>
          </p:nvSpPr>
          <p:spPr>
            <a:xfrm>
              <a:off x="2277900" y="2349575"/>
              <a:ext cx="215375" cy="496275"/>
            </a:xfrm>
            <a:custGeom>
              <a:avLst/>
              <a:gdLst/>
              <a:ahLst/>
              <a:cxnLst/>
              <a:rect l="l" t="t" r="r" b="b"/>
              <a:pathLst>
                <a:path w="8615" h="19851" extrusionOk="0">
                  <a:moveTo>
                    <a:pt x="629" y="0"/>
                  </a:moveTo>
                  <a:cubicBezTo>
                    <a:pt x="558" y="0"/>
                    <a:pt x="486" y="16"/>
                    <a:pt x="418" y="50"/>
                  </a:cubicBezTo>
                  <a:cubicBezTo>
                    <a:pt x="129" y="146"/>
                    <a:pt x="0" y="468"/>
                    <a:pt x="97" y="725"/>
                  </a:cubicBezTo>
                  <a:lnTo>
                    <a:pt x="7522" y="19529"/>
                  </a:lnTo>
                  <a:cubicBezTo>
                    <a:pt x="7597" y="19729"/>
                    <a:pt x="7806" y="19851"/>
                    <a:pt x="8017" y="19851"/>
                  </a:cubicBezTo>
                  <a:cubicBezTo>
                    <a:pt x="8078" y="19851"/>
                    <a:pt x="8139" y="19840"/>
                    <a:pt x="8197" y="19819"/>
                  </a:cubicBezTo>
                  <a:cubicBezTo>
                    <a:pt x="8486" y="19722"/>
                    <a:pt x="8615" y="19401"/>
                    <a:pt x="8518" y="19112"/>
                  </a:cubicBezTo>
                  <a:lnTo>
                    <a:pt x="1093" y="339"/>
                  </a:lnTo>
                  <a:cubicBezTo>
                    <a:pt x="1022" y="126"/>
                    <a:pt x="829" y="0"/>
                    <a:pt x="6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57"/>
            <p:cNvSpPr/>
            <p:nvPr/>
          </p:nvSpPr>
          <p:spPr>
            <a:xfrm>
              <a:off x="2463525" y="2625750"/>
              <a:ext cx="214600" cy="220300"/>
            </a:xfrm>
            <a:custGeom>
              <a:avLst/>
              <a:gdLst/>
              <a:ahLst/>
              <a:cxnLst/>
              <a:rect l="l" t="t" r="r" b="b"/>
              <a:pathLst>
                <a:path w="8584" h="8812" extrusionOk="0">
                  <a:moveTo>
                    <a:pt x="8009" y="0"/>
                  </a:moveTo>
                  <a:cubicBezTo>
                    <a:pt x="7862" y="0"/>
                    <a:pt x="7719" y="57"/>
                    <a:pt x="7619" y="157"/>
                  </a:cubicBezTo>
                  <a:lnTo>
                    <a:pt x="193" y="7904"/>
                  </a:lnTo>
                  <a:cubicBezTo>
                    <a:pt x="0" y="8129"/>
                    <a:pt x="0" y="8450"/>
                    <a:pt x="225" y="8643"/>
                  </a:cubicBezTo>
                  <a:cubicBezTo>
                    <a:pt x="322" y="8756"/>
                    <a:pt x="459" y="8812"/>
                    <a:pt x="595" y="8812"/>
                  </a:cubicBezTo>
                  <a:cubicBezTo>
                    <a:pt x="732" y="8812"/>
                    <a:pt x="868" y="8756"/>
                    <a:pt x="965" y="8643"/>
                  </a:cubicBezTo>
                  <a:lnTo>
                    <a:pt x="8390" y="896"/>
                  </a:lnTo>
                  <a:cubicBezTo>
                    <a:pt x="8583" y="703"/>
                    <a:pt x="8583" y="350"/>
                    <a:pt x="8390" y="157"/>
                  </a:cubicBezTo>
                  <a:cubicBezTo>
                    <a:pt x="8282" y="49"/>
                    <a:pt x="8144" y="0"/>
                    <a:pt x="8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57"/>
            <p:cNvSpPr/>
            <p:nvPr/>
          </p:nvSpPr>
          <p:spPr>
            <a:xfrm>
              <a:off x="2648350" y="2625650"/>
              <a:ext cx="215400" cy="523975"/>
            </a:xfrm>
            <a:custGeom>
              <a:avLst/>
              <a:gdLst/>
              <a:ahLst/>
              <a:cxnLst/>
              <a:rect l="l" t="t" r="r" b="b"/>
              <a:pathLst>
                <a:path w="8616" h="20959" extrusionOk="0">
                  <a:moveTo>
                    <a:pt x="609" y="1"/>
                  </a:moveTo>
                  <a:cubicBezTo>
                    <a:pt x="547" y="1"/>
                    <a:pt x="483" y="11"/>
                    <a:pt x="419" y="32"/>
                  </a:cubicBezTo>
                  <a:cubicBezTo>
                    <a:pt x="161" y="129"/>
                    <a:pt x="1" y="450"/>
                    <a:pt x="97" y="740"/>
                  </a:cubicBezTo>
                  <a:lnTo>
                    <a:pt x="7522" y="20605"/>
                  </a:lnTo>
                  <a:cubicBezTo>
                    <a:pt x="7598" y="20830"/>
                    <a:pt x="7809" y="20958"/>
                    <a:pt x="8020" y="20958"/>
                  </a:cubicBezTo>
                  <a:cubicBezTo>
                    <a:pt x="8081" y="20958"/>
                    <a:pt x="8141" y="20948"/>
                    <a:pt x="8198" y="20926"/>
                  </a:cubicBezTo>
                  <a:cubicBezTo>
                    <a:pt x="8487" y="20830"/>
                    <a:pt x="8615" y="20509"/>
                    <a:pt x="8519" y="20251"/>
                  </a:cubicBezTo>
                  <a:lnTo>
                    <a:pt x="1126" y="354"/>
                  </a:lnTo>
                  <a:cubicBezTo>
                    <a:pt x="1026" y="129"/>
                    <a:pt x="828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57"/>
            <p:cNvSpPr/>
            <p:nvPr/>
          </p:nvSpPr>
          <p:spPr>
            <a:xfrm>
              <a:off x="2834000" y="2349650"/>
              <a:ext cx="215375" cy="800275"/>
            </a:xfrm>
            <a:custGeom>
              <a:avLst/>
              <a:gdLst/>
              <a:ahLst/>
              <a:cxnLst/>
              <a:rect l="l" t="t" r="r" b="b"/>
              <a:pathLst>
                <a:path w="8615" h="32011" extrusionOk="0">
                  <a:moveTo>
                    <a:pt x="8005" y="1"/>
                  </a:moveTo>
                  <a:cubicBezTo>
                    <a:pt x="7763" y="1"/>
                    <a:pt x="7545" y="154"/>
                    <a:pt x="7490" y="400"/>
                  </a:cubicBezTo>
                  <a:lnTo>
                    <a:pt x="64" y="31356"/>
                  </a:lnTo>
                  <a:cubicBezTo>
                    <a:pt x="0" y="31645"/>
                    <a:pt x="193" y="31934"/>
                    <a:pt x="482" y="31999"/>
                  </a:cubicBezTo>
                  <a:cubicBezTo>
                    <a:pt x="520" y="32007"/>
                    <a:pt x="558" y="32011"/>
                    <a:pt x="595" y="32011"/>
                  </a:cubicBezTo>
                  <a:cubicBezTo>
                    <a:pt x="843" y="32011"/>
                    <a:pt x="1069" y="31832"/>
                    <a:pt x="1125" y="31581"/>
                  </a:cubicBezTo>
                  <a:lnTo>
                    <a:pt x="8518" y="658"/>
                  </a:lnTo>
                  <a:cubicBezTo>
                    <a:pt x="8615" y="368"/>
                    <a:pt x="8422" y="79"/>
                    <a:pt x="8133" y="15"/>
                  </a:cubicBezTo>
                  <a:cubicBezTo>
                    <a:pt x="8090" y="5"/>
                    <a:pt x="8047" y="1"/>
                    <a:pt x="8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57"/>
            <p:cNvSpPr/>
            <p:nvPr/>
          </p:nvSpPr>
          <p:spPr>
            <a:xfrm>
              <a:off x="3018825" y="2072975"/>
              <a:ext cx="216200" cy="303350"/>
            </a:xfrm>
            <a:custGeom>
              <a:avLst/>
              <a:gdLst/>
              <a:ahLst/>
              <a:cxnLst/>
              <a:rect l="l" t="t" r="r" b="b"/>
              <a:pathLst>
                <a:path w="8648" h="12134" extrusionOk="0">
                  <a:moveTo>
                    <a:pt x="8042" y="1"/>
                  </a:moveTo>
                  <a:cubicBezTo>
                    <a:pt x="7867" y="1"/>
                    <a:pt x="7688" y="86"/>
                    <a:pt x="7586" y="249"/>
                  </a:cubicBezTo>
                  <a:lnTo>
                    <a:pt x="161" y="11307"/>
                  </a:lnTo>
                  <a:cubicBezTo>
                    <a:pt x="0" y="11532"/>
                    <a:pt x="65" y="11885"/>
                    <a:pt x="322" y="12046"/>
                  </a:cubicBezTo>
                  <a:cubicBezTo>
                    <a:pt x="416" y="12105"/>
                    <a:pt x="519" y="12134"/>
                    <a:pt x="619" y="12134"/>
                  </a:cubicBezTo>
                  <a:cubicBezTo>
                    <a:pt x="793" y="12134"/>
                    <a:pt x="959" y="12048"/>
                    <a:pt x="1061" y="11885"/>
                  </a:cubicBezTo>
                  <a:lnTo>
                    <a:pt x="8486" y="860"/>
                  </a:lnTo>
                  <a:cubicBezTo>
                    <a:pt x="8647" y="603"/>
                    <a:pt x="8583" y="281"/>
                    <a:pt x="8326" y="88"/>
                  </a:cubicBezTo>
                  <a:cubicBezTo>
                    <a:pt x="8243" y="29"/>
                    <a:pt x="8143" y="1"/>
                    <a:pt x="80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57"/>
            <p:cNvSpPr/>
            <p:nvPr/>
          </p:nvSpPr>
          <p:spPr>
            <a:xfrm>
              <a:off x="3205250" y="2073275"/>
              <a:ext cx="213800" cy="1270100"/>
            </a:xfrm>
            <a:custGeom>
              <a:avLst/>
              <a:gdLst/>
              <a:ahLst/>
              <a:cxnLst/>
              <a:rect l="l" t="t" r="r" b="b"/>
              <a:pathLst>
                <a:path w="8552" h="50804" extrusionOk="0">
                  <a:moveTo>
                    <a:pt x="592" y="1"/>
                  </a:moveTo>
                  <a:cubicBezTo>
                    <a:pt x="557" y="1"/>
                    <a:pt x="520" y="5"/>
                    <a:pt x="483" y="12"/>
                  </a:cubicBezTo>
                  <a:cubicBezTo>
                    <a:pt x="194" y="44"/>
                    <a:pt x="1" y="333"/>
                    <a:pt x="33" y="623"/>
                  </a:cubicBezTo>
                  <a:lnTo>
                    <a:pt x="7458" y="50350"/>
                  </a:lnTo>
                  <a:cubicBezTo>
                    <a:pt x="7488" y="50619"/>
                    <a:pt x="7739" y="50804"/>
                    <a:pt x="8006" y="50804"/>
                  </a:cubicBezTo>
                  <a:cubicBezTo>
                    <a:pt x="8027" y="50804"/>
                    <a:pt x="8048" y="50803"/>
                    <a:pt x="8069" y="50800"/>
                  </a:cubicBezTo>
                  <a:cubicBezTo>
                    <a:pt x="8358" y="50736"/>
                    <a:pt x="8551" y="50479"/>
                    <a:pt x="8519" y="50190"/>
                  </a:cubicBezTo>
                  <a:lnTo>
                    <a:pt x="1094" y="462"/>
                  </a:lnTo>
                  <a:cubicBezTo>
                    <a:pt x="1065" y="206"/>
                    <a:pt x="861" y="1"/>
                    <a:pt x="5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57"/>
            <p:cNvSpPr/>
            <p:nvPr/>
          </p:nvSpPr>
          <p:spPr>
            <a:xfrm>
              <a:off x="3390100" y="3233525"/>
              <a:ext cx="215375" cy="109425"/>
            </a:xfrm>
            <a:custGeom>
              <a:avLst/>
              <a:gdLst/>
              <a:ahLst/>
              <a:cxnLst/>
              <a:rect l="l" t="t" r="r" b="b"/>
              <a:pathLst>
                <a:path w="8615" h="4377" extrusionOk="0">
                  <a:moveTo>
                    <a:pt x="8014" y="0"/>
                  </a:moveTo>
                  <a:cubicBezTo>
                    <a:pt x="7936" y="0"/>
                    <a:pt x="7857" y="16"/>
                    <a:pt x="7779" y="51"/>
                  </a:cubicBezTo>
                  <a:lnTo>
                    <a:pt x="386" y="3362"/>
                  </a:lnTo>
                  <a:cubicBezTo>
                    <a:pt x="96" y="3490"/>
                    <a:pt x="0" y="3812"/>
                    <a:pt x="96" y="4069"/>
                  </a:cubicBezTo>
                  <a:cubicBezTo>
                    <a:pt x="191" y="4257"/>
                    <a:pt x="388" y="4377"/>
                    <a:pt x="588" y="4377"/>
                  </a:cubicBezTo>
                  <a:cubicBezTo>
                    <a:pt x="661" y="4377"/>
                    <a:pt x="735" y="4361"/>
                    <a:pt x="804" y="4326"/>
                  </a:cubicBezTo>
                  <a:lnTo>
                    <a:pt x="8229" y="1015"/>
                  </a:lnTo>
                  <a:cubicBezTo>
                    <a:pt x="8486" y="887"/>
                    <a:pt x="8615" y="597"/>
                    <a:pt x="8486" y="308"/>
                  </a:cubicBezTo>
                  <a:cubicBezTo>
                    <a:pt x="8416" y="120"/>
                    <a:pt x="8224" y="0"/>
                    <a:pt x="8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57"/>
            <p:cNvSpPr/>
            <p:nvPr/>
          </p:nvSpPr>
          <p:spPr>
            <a:xfrm>
              <a:off x="3575725" y="3205775"/>
              <a:ext cx="214575" cy="54250"/>
            </a:xfrm>
            <a:custGeom>
              <a:avLst/>
              <a:gdLst/>
              <a:ahLst/>
              <a:cxnLst/>
              <a:rect l="l" t="t" r="r" b="b"/>
              <a:pathLst>
                <a:path w="8583" h="2170" extrusionOk="0">
                  <a:moveTo>
                    <a:pt x="7971" y="0"/>
                  </a:moveTo>
                  <a:cubicBezTo>
                    <a:pt x="7950" y="0"/>
                    <a:pt x="7929" y="1"/>
                    <a:pt x="7908" y="4"/>
                  </a:cubicBezTo>
                  <a:lnTo>
                    <a:pt x="515" y="1129"/>
                  </a:lnTo>
                  <a:cubicBezTo>
                    <a:pt x="225" y="1161"/>
                    <a:pt x="0" y="1418"/>
                    <a:pt x="65" y="1707"/>
                  </a:cubicBezTo>
                  <a:cubicBezTo>
                    <a:pt x="93" y="1987"/>
                    <a:pt x="291" y="2170"/>
                    <a:pt x="554" y="2170"/>
                  </a:cubicBezTo>
                  <a:cubicBezTo>
                    <a:pt x="593" y="2170"/>
                    <a:pt x="634" y="2166"/>
                    <a:pt x="675" y="2157"/>
                  </a:cubicBezTo>
                  <a:lnTo>
                    <a:pt x="8069" y="1064"/>
                  </a:lnTo>
                  <a:cubicBezTo>
                    <a:pt x="8358" y="1032"/>
                    <a:pt x="8583" y="743"/>
                    <a:pt x="8519" y="454"/>
                  </a:cubicBezTo>
                  <a:cubicBezTo>
                    <a:pt x="8489" y="185"/>
                    <a:pt x="8238" y="0"/>
                    <a:pt x="79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57"/>
            <p:cNvSpPr/>
            <p:nvPr/>
          </p:nvSpPr>
          <p:spPr>
            <a:xfrm>
              <a:off x="3760550" y="3122975"/>
              <a:ext cx="215400" cy="109875"/>
            </a:xfrm>
            <a:custGeom>
              <a:avLst/>
              <a:gdLst/>
              <a:ahLst/>
              <a:cxnLst/>
              <a:rect l="l" t="t" r="r" b="b"/>
              <a:pathLst>
                <a:path w="8616" h="4395" extrusionOk="0">
                  <a:moveTo>
                    <a:pt x="8013" y="1"/>
                  </a:moveTo>
                  <a:cubicBezTo>
                    <a:pt x="7944" y="1"/>
                    <a:pt x="7876" y="13"/>
                    <a:pt x="7812" y="37"/>
                  </a:cubicBezTo>
                  <a:lnTo>
                    <a:pt x="386" y="3348"/>
                  </a:lnTo>
                  <a:cubicBezTo>
                    <a:pt x="129" y="3476"/>
                    <a:pt x="1" y="3798"/>
                    <a:pt x="129" y="4055"/>
                  </a:cubicBezTo>
                  <a:cubicBezTo>
                    <a:pt x="200" y="4268"/>
                    <a:pt x="394" y="4394"/>
                    <a:pt x="606" y="4394"/>
                  </a:cubicBezTo>
                  <a:cubicBezTo>
                    <a:pt x="682" y="4394"/>
                    <a:pt x="760" y="4378"/>
                    <a:pt x="836" y="4344"/>
                  </a:cubicBezTo>
                  <a:lnTo>
                    <a:pt x="8230" y="1033"/>
                  </a:lnTo>
                  <a:cubicBezTo>
                    <a:pt x="8519" y="905"/>
                    <a:pt x="8615" y="583"/>
                    <a:pt x="8519" y="326"/>
                  </a:cubicBezTo>
                  <a:cubicBezTo>
                    <a:pt x="8422" y="109"/>
                    <a:pt x="8218" y="1"/>
                    <a:pt x="8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57"/>
            <p:cNvSpPr/>
            <p:nvPr/>
          </p:nvSpPr>
          <p:spPr>
            <a:xfrm>
              <a:off x="3945375" y="3012600"/>
              <a:ext cx="216200" cy="137375"/>
            </a:xfrm>
            <a:custGeom>
              <a:avLst/>
              <a:gdLst/>
              <a:ahLst/>
              <a:cxnLst/>
              <a:rect l="l" t="t" r="r" b="b"/>
              <a:pathLst>
                <a:path w="8648" h="5495" extrusionOk="0">
                  <a:moveTo>
                    <a:pt x="8032" y="0"/>
                  </a:moveTo>
                  <a:cubicBezTo>
                    <a:pt x="7935" y="0"/>
                    <a:pt x="7836" y="25"/>
                    <a:pt x="7748" y="80"/>
                  </a:cubicBezTo>
                  <a:lnTo>
                    <a:pt x="354" y="4484"/>
                  </a:lnTo>
                  <a:cubicBezTo>
                    <a:pt x="97" y="4645"/>
                    <a:pt x="1" y="4966"/>
                    <a:pt x="162" y="5223"/>
                  </a:cubicBezTo>
                  <a:cubicBezTo>
                    <a:pt x="269" y="5395"/>
                    <a:pt x="447" y="5495"/>
                    <a:pt x="631" y="5495"/>
                  </a:cubicBezTo>
                  <a:cubicBezTo>
                    <a:pt x="722" y="5495"/>
                    <a:pt x="815" y="5470"/>
                    <a:pt x="901" y="5416"/>
                  </a:cubicBezTo>
                  <a:lnTo>
                    <a:pt x="8326" y="980"/>
                  </a:lnTo>
                  <a:cubicBezTo>
                    <a:pt x="8551" y="852"/>
                    <a:pt x="8648" y="498"/>
                    <a:pt x="8487" y="241"/>
                  </a:cubicBezTo>
                  <a:cubicBezTo>
                    <a:pt x="8402" y="93"/>
                    <a:pt x="8220" y="0"/>
                    <a:pt x="80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57"/>
            <p:cNvSpPr/>
            <p:nvPr/>
          </p:nvSpPr>
          <p:spPr>
            <a:xfrm>
              <a:off x="4131025" y="3012275"/>
              <a:ext cx="215375" cy="82250"/>
            </a:xfrm>
            <a:custGeom>
              <a:avLst/>
              <a:gdLst/>
              <a:ahLst/>
              <a:cxnLst/>
              <a:rect l="l" t="t" r="r" b="b"/>
              <a:pathLst>
                <a:path w="8615" h="3290" extrusionOk="0">
                  <a:moveTo>
                    <a:pt x="602" y="1"/>
                  </a:moveTo>
                  <a:cubicBezTo>
                    <a:pt x="376" y="1"/>
                    <a:pt x="174" y="150"/>
                    <a:pt x="97" y="383"/>
                  </a:cubicBezTo>
                  <a:cubicBezTo>
                    <a:pt x="0" y="672"/>
                    <a:pt x="161" y="961"/>
                    <a:pt x="450" y="1058"/>
                  </a:cubicBezTo>
                  <a:lnTo>
                    <a:pt x="7876" y="3276"/>
                  </a:lnTo>
                  <a:cubicBezTo>
                    <a:pt x="7919" y="3285"/>
                    <a:pt x="7962" y="3290"/>
                    <a:pt x="8004" y="3290"/>
                  </a:cubicBezTo>
                  <a:cubicBezTo>
                    <a:pt x="8247" y="3290"/>
                    <a:pt x="8469" y="3141"/>
                    <a:pt x="8551" y="2922"/>
                  </a:cubicBezTo>
                  <a:cubicBezTo>
                    <a:pt x="8615" y="2633"/>
                    <a:pt x="8454" y="2311"/>
                    <a:pt x="8165" y="2247"/>
                  </a:cubicBezTo>
                  <a:lnTo>
                    <a:pt x="772" y="29"/>
                  </a:lnTo>
                  <a:cubicBezTo>
                    <a:pt x="715" y="10"/>
                    <a:pt x="658" y="1"/>
                    <a:pt x="6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57"/>
            <p:cNvSpPr/>
            <p:nvPr/>
          </p:nvSpPr>
          <p:spPr>
            <a:xfrm>
              <a:off x="4316650" y="3067625"/>
              <a:ext cx="215400" cy="137450"/>
            </a:xfrm>
            <a:custGeom>
              <a:avLst/>
              <a:gdLst/>
              <a:ahLst/>
              <a:cxnLst/>
              <a:rect l="l" t="t" r="r" b="b"/>
              <a:pathLst>
                <a:path w="8616" h="5498" extrusionOk="0">
                  <a:moveTo>
                    <a:pt x="598" y="1"/>
                  </a:moveTo>
                  <a:cubicBezTo>
                    <a:pt x="415" y="1"/>
                    <a:pt x="236" y="87"/>
                    <a:pt x="129" y="258"/>
                  </a:cubicBezTo>
                  <a:cubicBezTo>
                    <a:pt x="1" y="515"/>
                    <a:pt x="65" y="837"/>
                    <a:pt x="322" y="997"/>
                  </a:cubicBezTo>
                  <a:lnTo>
                    <a:pt x="7747" y="5433"/>
                  </a:lnTo>
                  <a:cubicBezTo>
                    <a:pt x="7833" y="5476"/>
                    <a:pt x="7926" y="5498"/>
                    <a:pt x="8018" y="5498"/>
                  </a:cubicBezTo>
                  <a:cubicBezTo>
                    <a:pt x="8201" y="5498"/>
                    <a:pt x="8380" y="5412"/>
                    <a:pt x="8487" y="5240"/>
                  </a:cubicBezTo>
                  <a:cubicBezTo>
                    <a:pt x="8615" y="4983"/>
                    <a:pt x="8551" y="4662"/>
                    <a:pt x="8294" y="4501"/>
                  </a:cubicBezTo>
                  <a:lnTo>
                    <a:pt x="868" y="65"/>
                  </a:lnTo>
                  <a:cubicBezTo>
                    <a:pt x="783" y="22"/>
                    <a:pt x="690" y="1"/>
                    <a:pt x="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57"/>
            <p:cNvSpPr/>
            <p:nvPr/>
          </p:nvSpPr>
          <p:spPr>
            <a:xfrm>
              <a:off x="4502275" y="2598425"/>
              <a:ext cx="215400" cy="606550"/>
            </a:xfrm>
            <a:custGeom>
              <a:avLst/>
              <a:gdLst/>
              <a:ahLst/>
              <a:cxnLst/>
              <a:rect l="l" t="t" r="r" b="b"/>
              <a:pathLst>
                <a:path w="8616" h="24262" extrusionOk="0">
                  <a:moveTo>
                    <a:pt x="7994" y="0"/>
                  </a:moveTo>
                  <a:cubicBezTo>
                    <a:pt x="7768" y="0"/>
                    <a:pt x="7568" y="144"/>
                    <a:pt x="7491" y="350"/>
                  </a:cubicBezTo>
                  <a:lnTo>
                    <a:pt x="65" y="23558"/>
                  </a:lnTo>
                  <a:cubicBezTo>
                    <a:pt x="1" y="23848"/>
                    <a:pt x="130" y="24137"/>
                    <a:pt x="419" y="24233"/>
                  </a:cubicBezTo>
                  <a:cubicBezTo>
                    <a:pt x="476" y="24252"/>
                    <a:pt x="533" y="24261"/>
                    <a:pt x="589" y="24261"/>
                  </a:cubicBezTo>
                  <a:cubicBezTo>
                    <a:pt x="815" y="24261"/>
                    <a:pt x="1016" y="24112"/>
                    <a:pt x="1094" y="23880"/>
                  </a:cubicBezTo>
                  <a:lnTo>
                    <a:pt x="8519" y="671"/>
                  </a:lnTo>
                  <a:cubicBezTo>
                    <a:pt x="8616" y="414"/>
                    <a:pt x="8455" y="93"/>
                    <a:pt x="8166" y="29"/>
                  </a:cubicBezTo>
                  <a:cubicBezTo>
                    <a:pt x="8108" y="9"/>
                    <a:pt x="8050" y="0"/>
                    <a:pt x="79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57"/>
            <p:cNvSpPr/>
            <p:nvPr/>
          </p:nvSpPr>
          <p:spPr>
            <a:xfrm>
              <a:off x="4687125" y="2515100"/>
              <a:ext cx="215375" cy="109875"/>
            </a:xfrm>
            <a:custGeom>
              <a:avLst/>
              <a:gdLst/>
              <a:ahLst/>
              <a:cxnLst/>
              <a:rect l="l" t="t" r="r" b="b"/>
              <a:pathLst>
                <a:path w="8615" h="4395" extrusionOk="0">
                  <a:moveTo>
                    <a:pt x="8027" y="0"/>
                  </a:moveTo>
                  <a:cubicBezTo>
                    <a:pt x="7954" y="0"/>
                    <a:pt x="7880" y="16"/>
                    <a:pt x="7811" y="51"/>
                  </a:cubicBezTo>
                  <a:lnTo>
                    <a:pt x="386" y="3362"/>
                  </a:lnTo>
                  <a:cubicBezTo>
                    <a:pt x="129" y="3490"/>
                    <a:pt x="0" y="3812"/>
                    <a:pt x="129" y="4069"/>
                  </a:cubicBezTo>
                  <a:cubicBezTo>
                    <a:pt x="201" y="4286"/>
                    <a:pt x="400" y="4394"/>
                    <a:pt x="617" y="4394"/>
                  </a:cubicBezTo>
                  <a:cubicBezTo>
                    <a:pt x="689" y="4394"/>
                    <a:pt x="764" y="4382"/>
                    <a:pt x="836" y="4358"/>
                  </a:cubicBezTo>
                  <a:lnTo>
                    <a:pt x="8229" y="1015"/>
                  </a:lnTo>
                  <a:cubicBezTo>
                    <a:pt x="8518" y="919"/>
                    <a:pt x="8615" y="597"/>
                    <a:pt x="8518" y="308"/>
                  </a:cubicBezTo>
                  <a:cubicBezTo>
                    <a:pt x="8424" y="120"/>
                    <a:pt x="8227" y="0"/>
                    <a:pt x="80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57"/>
            <p:cNvSpPr/>
            <p:nvPr/>
          </p:nvSpPr>
          <p:spPr>
            <a:xfrm>
              <a:off x="4871950" y="2404650"/>
              <a:ext cx="216200" cy="137450"/>
            </a:xfrm>
            <a:custGeom>
              <a:avLst/>
              <a:gdLst/>
              <a:ahLst/>
              <a:cxnLst/>
              <a:rect l="l" t="t" r="r" b="b"/>
              <a:pathLst>
                <a:path w="8648" h="5498" extrusionOk="0">
                  <a:moveTo>
                    <a:pt x="8034" y="1"/>
                  </a:moveTo>
                  <a:cubicBezTo>
                    <a:pt x="7944" y="1"/>
                    <a:pt x="7854" y="22"/>
                    <a:pt x="7779" y="65"/>
                  </a:cubicBezTo>
                  <a:lnTo>
                    <a:pt x="354" y="4501"/>
                  </a:lnTo>
                  <a:cubicBezTo>
                    <a:pt x="97" y="4662"/>
                    <a:pt x="0" y="4983"/>
                    <a:pt x="161" y="5240"/>
                  </a:cubicBezTo>
                  <a:cubicBezTo>
                    <a:pt x="268" y="5412"/>
                    <a:pt x="447" y="5497"/>
                    <a:pt x="630" y="5497"/>
                  </a:cubicBezTo>
                  <a:cubicBezTo>
                    <a:pt x="722" y="5497"/>
                    <a:pt x="815" y="5476"/>
                    <a:pt x="900" y="5433"/>
                  </a:cubicBezTo>
                  <a:lnTo>
                    <a:pt x="8326" y="997"/>
                  </a:lnTo>
                  <a:cubicBezTo>
                    <a:pt x="8583" y="836"/>
                    <a:pt x="8647" y="515"/>
                    <a:pt x="8487" y="258"/>
                  </a:cubicBezTo>
                  <a:cubicBezTo>
                    <a:pt x="8401" y="86"/>
                    <a:pt x="8215" y="1"/>
                    <a:pt x="8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57"/>
            <p:cNvSpPr/>
            <p:nvPr/>
          </p:nvSpPr>
          <p:spPr>
            <a:xfrm>
              <a:off x="5057575" y="2404650"/>
              <a:ext cx="216200" cy="137450"/>
            </a:xfrm>
            <a:custGeom>
              <a:avLst/>
              <a:gdLst/>
              <a:ahLst/>
              <a:cxnLst/>
              <a:rect l="l" t="t" r="r" b="b"/>
              <a:pathLst>
                <a:path w="8648" h="5498" extrusionOk="0">
                  <a:moveTo>
                    <a:pt x="623" y="1"/>
                  </a:moveTo>
                  <a:cubicBezTo>
                    <a:pt x="433" y="1"/>
                    <a:pt x="247" y="86"/>
                    <a:pt x="162" y="258"/>
                  </a:cubicBezTo>
                  <a:cubicBezTo>
                    <a:pt x="1" y="515"/>
                    <a:pt x="97" y="836"/>
                    <a:pt x="354" y="997"/>
                  </a:cubicBezTo>
                  <a:lnTo>
                    <a:pt x="7748" y="5433"/>
                  </a:lnTo>
                  <a:cubicBezTo>
                    <a:pt x="7833" y="5476"/>
                    <a:pt x="7926" y="5497"/>
                    <a:pt x="8018" y="5497"/>
                  </a:cubicBezTo>
                  <a:cubicBezTo>
                    <a:pt x="8201" y="5497"/>
                    <a:pt x="8380" y="5412"/>
                    <a:pt x="8487" y="5240"/>
                  </a:cubicBezTo>
                  <a:cubicBezTo>
                    <a:pt x="8648" y="4983"/>
                    <a:pt x="8551" y="4662"/>
                    <a:pt x="8294" y="4501"/>
                  </a:cubicBezTo>
                  <a:lnTo>
                    <a:pt x="901" y="65"/>
                  </a:lnTo>
                  <a:cubicBezTo>
                    <a:pt x="815" y="22"/>
                    <a:pt x="719" y="1"/>
                    <a:pt x="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57"/>
            <p:cNvSpPr/>
            <p:nvPr/>
          </p:nvSpPr>
          <p:spPr>
            <a:xfrm>
              <a:off x="5243225" y="2515200"/>
              <a:ext cx="215375" cy="137350"/>
            </a:xfrm>
            <a:custGeom>
              <a:avLst/>
              <a:gdLst/>
              <a:ahLst/>
              <a:cxnLst/>
              <a:rect l="l" t="t" r="r" b="b"/>
              <a:pathLst>
                <a:path w="8615" h="5494" extrusionOk="0">
                  <a:moveTo>
                    <a:pt x="598" y="0"/>
                  </a:moveTo>
                  <a:cubicBezTo>
                    <a:pt x="414" y="0"/>
                    <a:pt x="236" y="100"/>
                    <a:pt x="129" y="272"/>
                  </a:cubicBezTo>
                  <a:cubicBezTo>
                    <a:pt x="0" y="529"/>
                    <a:pt x="64" y="850"/>
                    <a:pt x="322" y="1011"/>
                  </a:cubicBezTo>
                  <a:lnTo>
                    <a:pt x="7747" y="5415"/>
                  </a:lnTo>
                  <a:cubicBezTo>
                    <a:pt x="7833" y="5468"/>
                    <a:pt x="7926" y="5493"/>
                    <a:pt x="8017" y="5493"/>
                  </a:cubicBezTo>
                  <a:cubicBezTo>
                    <a:pt x="8201" y="5493"/>
                    <a:pt x="8379" y="5393"/>
                    <a:pt x="8486" y="5222"/>
                  </a:cubicBezTo>
                  <a:cubicBezTo>
                    <a:pt x="8615" y="4965"/>
                    <a:pt x="8551" y="4643"/>
                    <a:pt x="8293" y="4483"/>
                  </a:cubicBezTo>
                  <a:lnTo>
                    <a:pt x="868" y="79"/>
                  </a:lnTo>
                  <a:cubicBezTo>
                    <a:pt x="782" y="25"/>
                    <a:pt x="689" y="0"/>
                    <a:pt x="5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57"/>
            <p:cNvSpPr/>
            <p:nvPr/>
          </p:nvSpPr>
          <p:spPr>
            <a:xfrm>
              <a:off x="2074575" y="3159250"/>
              <a:ext cx="65925" cy="65100"/>
            </a:xfrm>
            <a:custGeom>
              <a:avLst/>
              <a:gdLst/>
              <a:ahLst/>
              <a:cxnLst/>
              <a:rect l="l" t="t" r="r" b="b"/>
              <a:pathLst>
                <a:path w="2637" h="2604" extrusionOk="0">
                  <a:moveTo>
                    <a:pt x="1318" y="0"/>
                  </a:moveTo>
                  <a:cubicBezTo>
                    <a:pt x="611" y="0"/>
                    <a:pt x="1" y="579"/>
                    <a:pt x="1" y="1286"/>
                  </a:cubicBezTo>
                  <a:cubicBezTo>
                    <a:pt x="1" y="2025"/>
                    <a:pt x="611" y="2604"/>
                    <a:pt x="1318" y="2604"/>
                  </a:cubicBezTo>
                  <a:cubicBezTo>
                    <a:pt x="2058" y="2604"/>
                    <a:pt x="2636" y="2025"/>
                    <a:pt x="2636" y="1286"/>
                  </a:cubicBezTo>
                  <a:cubicBezTo>
                    <a:pt x="2636" y="579"/>
                    <a:pt x="2058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57"/>
            <p:cNvSpPr/>
            <p:nvPr/>
          </p:nvSpPr>
          <p:spPr>
            <a:xfrm>
              <a:off x="2068150" y="3152000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5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5" y="2637"/>
                  </a:cubicBezTo>
                  <a:cubicBezTo>
                    <a:pt x="997" y="2637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5" y="547"/>
                  </a:cubicBezTo>
                  <a:close/>
                  <a:moveTo>
                    <a:pt x="1575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5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57"/>
            <p:cNvSpPr/>
            <p:nvPr/>
          </p:nvSpPr>
          <p:spPr>
            <a:xfrm>
              <a:off x="2260200" y="2329925"/>
              <a:ext cx="65925" cy="65900"/>
            </a:xfrm>
            <a:custGeom>
              <a:avLst/>
              <a:gdLst/>
              <a:ahLst/>
              <a:cxnLst/>
              <a:rect l="l" t="t" r="r" b="b"/>
              <a:pathLst>
                <a:path w="2637" h="2636" extrusionOk="0">
                  <a:moveTo>
                    <a:pt x="1319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57"/>
                    <a:pt x="579" y="2636"/>
                    <a:pt x="1319" y="2636"/>
                  </a:cubicBezTo>
                  <a:cubicBezTo>
                    <a:pt x="2026" y="2636"/>
                    <a:pt x="2637" y="2057"/>
                    <a:pt x="2637" y="1318"/>
                  </a:cubicBezTo>
                  <a:cubicBezTo>
                    <a:pt x="2637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57"/>
            <p:cNvSpPr/>
            <p:nvPr/>
          </p:nvSpPr>
          <p:spPr>
            <a:xfrm>
              <a:off x="2253775" y="2323475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6" y="547"/>
                  </a:moveTo>
                  <a:cubicBezTo>
                    <a:pt x="2154" y="547"/>
                    <a:pt x="2604" y="997"/>
                    <a:pt x="2604" y="1576"/>
                  </a:cubicBezTo>
                  <a:cubicBezTo>
                    <a:pt x="2604" y="2155"/>
                    <a:pt x="2154" y="2605"/>
                    <a:pt x="1576" y="2605"/>
                  </a:cubicBezTo>
                  <a:cubicBezTo>
                    <a:pt x="997" y="2605"/>
                    <a:pt x="515" y="2155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57"/>
            <p:cNvSpPr/>
            <p:nvPr/>
          </p:nvSpPr>
          <p:spPr>
            <a:xfrm>
              <a:off x="2445850" y="2800025"/>
              <a:ext cx="65100" cy="65125"/>
            </a:xfrm>
            <a:custGeom>
              <a:avLst/>
              <a:gdLst/>
              <a:ahLst/>
              <a:cxnLst/>
              <a:rect l="l" t="t" r="r" b="b"/>
              <a:pathLst>
                <a:path w="2604" h="2605" extrusionOk="0">
                  <a:moveTo>
                    <a:pt x="1286" y="1"/>
                  </a:moveTo>
                  <a:cubicBezTo>
                    <a:pt x="579" y="1"/>
                    <a:pt x="0" y="579"/>
                    <a:pt x="0" y="1286"/>
                  </a:cubicBezTo>
                  <a:cubicBezTo>
                    <a:pt x="0" y="2026"/>
                    <a:pt x="579" y="2604"/>
                    <a:pt x="1286" y="2604"/>
                  </a:cubicBezTo>
                  <a:cubicBezTo>
                    <a:pt x="2025" y="2604"/>
                    <a:pt x="2604" y="2026"/>
                    <a:pt x="2604" y="1286"/>
                  </a:cubicBezTo>
                  <a:cubicBezTo>
                    <a:pt x="2604" y="579"/>
                    <a:pt x="2025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57"/>
            <p:cNvSpPr/>
            <p:nvPr/>
          </p:nvSpPr>
          <p:spPr>
            <a:xfrm>
              <a:off x="2438600" y="2792800"/>
              <a:ext cx="78800" cy="78775"/>
            </a:xfrm>
            <a:custGeom>
              <a:avLst/>
              <a:gdLst/>
              <a:ahLst/>
              <a:cxnLst/>
              <a:rect l="l" t="t" r="r" b="b"/>
              <a:pathLst>
                <a:path w="3152" h="3151" extrusionOk="0">
                  <a:moveTo>
                    <a:pt x="1576" y="547"/>
                  </a:moveTo>
                  <a:cubicBezTo>
                    <a:pt x="2155" y="547"/>
                    <a:pt x="2637" y="997"/>
                    <a:pt x="2637" y="1575"/>
                  </a:cubicBezTo>
                  <a:cubicBezTo>
                    <a:pt x="2637" y="2154"/>
                    <a:pt x="2155" y="2636"/>
                    <a:pt x="1576" y="2636"/>
                  </a:cubicBezTo>
                  <a:cubicBezTo>
                    <a:pt x="997" y="2636"/>
                    <a:pt x="547" y="2154"/>
                    <a:pt x="547" y="1575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0"/>
                  </a:moveTo>
                  <a:cubicBezTo>
                    <a:pt x="708" y="0"/>
                    <a:pt x="1" y="708"/>
                    <a:pt x="1" y="1575"/>
                  </a:cubicBezTo>
                  <a:cubicBezTo>
                    <a:pt x="1" y="2475"/>
                    <a:pt x="708" y="3151"/>
                    <a:pt x="1576" y="3151"/>
                  </a:cubicBezTo>
                  <a:cubicBezTo>
                    <a:pt x="2476" y="3151"/>
                    <a:pt x="3151" y="2475"/>
                    <a:pt x="3151" y="1575"/>
                  </a:cubicBezTo>
                  <a:cubicBezTo>
                    <a:pt x="3151" y="708"/>
                    <a:pt x="2476" y="0"/>
                    <a:pt x="1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57"/>
            <p:cNvSpPr/>
            <p:nvPr/>
          </p:nvSpPr>
          <p:spPr>
            <a:xfrm>
              <a:off x="2630675" y="2606350"/>
              <a:ext cx="65925" cy="65925"/>
            </a:xfrm>
            <a:custGeom>
              <a:avLst/>
              <a:gdLst/>
              <a:ahLst/>
              <a:cxnLst/>
              <a:rect l="l" t="t" r="r" b="b"/>
              <a:pathLst>
                <a:path w="2637" h="2637" extrusionOk="0">
                  <a:moveTo>
                    <a:pt x="1318" y="1"/>
                  </a:moveTo>
                  <a:cubicBezTo>
                    <a:pt x="611" y="1"/>
                    <a:pt x="0" y="579"/>
                    <a:pt x="0" y="1319"/>
                  </a:cubicBezTo>
                  <a:cubicBezTo>
                    <a:pt x="0" y="2026"/>
                    <a:pt x="611" y="2637"/>
                    <a:pt x="1318" y="2637"/>
                  </a:cubicBezTo>
                  <a:cubicBezTo>
                    <a:pt x="2058" y="2637"/>
                    <a:pt x="2636" y="2026"/>
                    <a:pt x="2636" y="1319"/>
                  </a:cubicBezTo>
                  <a:cubicBezTo>
                    <a:pt x="2636" y="579"/>
                    <a:pt x="2058" y="1"/>
                    <a:pt x="1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57"/>
            <p:cNvSpPr/>
            <p:nvPr/>
          </p:nvSpPr>
          <p:spPr>
            <a:xfrm>
              <a:off x="2624250" y="25999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5"/>
                  </a:moveTo>
                  <a:cubicBezTo>
                    <a:pt x="2154" y="515"/>
                    <a:pt x="2604" y="997"/>
                    <a:pt x="2604" y="1576"/>
                  </a:cubicBezTo>
                  <a:cubicBezTo>
                    <a:pt x="2604" y="2154"/>
                    <a:pt x="2154" y="2604"/>
                    <a:pt x="1575" y="2604"/>
                  </a:cubicBezTo>
                  <a:cubicBezTo>
                    <a:pt x="997" y="2604"/>
                    <a:pt x="547" y="2154"/>
                    <a:pt x="547" y="1576"/>
                  </a:cubicBezTo>
                  <a:cubicBezTo>
                    <a:pt x="547" y="997"/>
                    <a:pt x="997" y="515"/>
                    <a:pt x="1575" y="515"/>
                  </a:cubicBezTo>
                  <a:close/>
                  <a:moveTo>
                    <a:pt x="1575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5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57"/>
            <p:cNvSpPr/>
            <p:nvPr/>
          </p:nvSpPr>
          <p:spPr>
            <a:xfrm>
              <a:off x="2816300" y="3103800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319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25"/>
                    <a:pt x="579" y="2604"/>
                    <a:pt x="1319" y="2604"/>
                  </a:cubicBezTo>
                  <a:cubicBezTo>
                    <a:pt x="2026" y="2604"/>
                    <a:pt x="2605" y="2025"/>
                    <a:pt x="2605" y="1318"/>
                  </a:cubicBezTo>
                  <a:cubicBezTo>
                    <a:pt x="2605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57"/>
            <p:cNvSpPr/>
            <p:nvPr/>
          </p:nvSpPr>
          <p:spPr>
            <a:xfrm>
              <a:off x="2809875" y="3096550"/>
              <a:ext cx="78775" cy="79600"/>
            </a:xfrm>
            <a:custGeom>
              <a:avLst/>
              <a:gdLst/>
              <a:ahLst/>
              <a:cxnLst/>
              <a:rect l="l" t="t" r="r" b="b"/>
              <a:pathLst>
                <a:path w="3151" h="3184" extrusionOk="0">
                  <a:moveTo>
                    <a:pt x="1576" y="547"/>
                  </a:moveTo>
                  <a:cubicBezTo>
                    <a:pt x="2154" y="547"/>
                    <a:pt x="2604" y="1030"/>
                    <a:pt x="2604" y="1608"/>
                  </a:cubicBezTo>
                  <a:cubicBezTo>
                    <a:pt x="2604" y="2155"/>
                    <a:pt x="2154" y="2637"/>
                    <a:pt x="1576" y="2637"/>
                  </a:cubicBezTo>
                  <a:cubicBezTo>
                    <a:pt x="997" y="2637"/>
                    <a:pt x="515" y="2155"/>
                    <a:pt x="515" y="1608"/>
                  </a:cubicBezTo>
                  <a:cubicBezTo>
                    <a:pt x="515" y="1030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608"/>
                  </a:cubicBezTo>
                  <a:cubicBezTo>
                    <a:pt x="1" y="2476"/>
                    <a:pt x="708" y="3183"/>
                    <a:pt x="1576" y="3183"/>
                  </a:cubicBezTo>
                  <a:cubicBezTo>
                    <a:pt x="2444" y="3183"/>
                    <a:pt x="3151" y="2476"/>
                    <a:pt x="3151" y="1608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57"/>
            <p:cNvSpPr/>
            <p:nvPr/>
          </p:nvSpPr>
          <p:spPr>
            <a:xfrm>
              <a:off x="3001150" y="2329925"/>
              <a:ext cx="65900" cy="65900"/>
            </a:xfrm>
            <a:custGeom>
              <a:avLst/>
              <a:gdLst/>
              <a:ahLst/>
              <a:cxnLst/>
              <a:rect l="l" t="t" r="r" b="b"/>
              <a:pathLst>
                <a:path w="2636" h="2636" extrusionOk="0">
                  <a:moveTo>
                    <a:pt x="1318" y="0"/>
                  </a:moveTo>
                  <a:cubicBezTo>
                    <a:pt x="611" y="0"/>
                    <a:pt x="0" y="579"/>
                    <a:pt x="0" y="1318"/>
                  </a:cubicBezTo>
                  <a:cubicBezTo>
                    <a:pt x="0" y="2057"/>
                    <a:pt x="611" y="2636"/>
                    <a:pt x="1318" y="2636"/>
                  </a:cubicBezTo>
                  <a:cubicBezTo>
                    <a:pt x="2057" y="2636"/>
                    <a:pt x="2636" y="2057"/>
                    <a:pt x="2636" y="1318"/>
                  </a:cubicBezTo>
                  <a:cubicBezTo>
                    <a:pt x="2636" y="579"/>
                    <a:pt x="2057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57"/>
            <p:cNvSpPr/>
            <p:nvPr/>
          </p:nvSpPr>
          <p:spPr>
            <a:xfrm>
              <a:off x="2994700" y="2323475"/>
              <a:ext cx="78800" cy="78800"/>
            </a:xfrm>
            <a:custGeom>
              <a:avLst/>
              <a:gdLst/>
              <a:ahLst/>
              <a:cxnLst/>
              <a:rect l="l" t="t" r="r" b="b"/>
              <a:pathLst>
                <a:path w="3152" h="3152" extrusionOk="0">
                  <a:moveTo>
                    <a:pt x="1576" y="547"/>
                  </a:moveTo>
                  <a:cubicBezTo>
                    <a:pt x="2155" y="547"/>
                    <a:pt x="2637" y="997"/>
                    <a:pt x="2637" y="1576"/>
                  </a:cubicBezTo>
                  <a:cubicBezTo>
                    <a:pt x="2637" y="2155"/>
                    <a:pt x="2155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57"/>
            <p:cNvSpPr/>
            <p:nvPr/>
          </p:nvSpPr>
          <p:spPr>
            <a:xfrm>
              <a:off x="3186775" y="2054275"/>
              <a:ext cx="65925" cy="65125"/>
            </a:xfrm>
            <a:custGeom>
              <a:avLst/>
              <a:gdLst/>
              <a:ahLst/>
              <a:cxnLst/>
              <a:rect l="l" t="t" r="r" b="b"/>
              <a:pathLst>
                <a:path w="2637" h="2605" extrusionOk="0">
                  <a:moveTo>
                    <a:pt x="1318" y="1"/>
                  </a:moveTo>
                  <a:cubicBezTo>
                    <a:pt x="579" y="1"/>
                    <a:pt x="0" y="579"/>
                    <a:pt x="0" y="1286"/>
                  </a:cubicBezTo>
                  <a:cubicBezTo>
                    <a:pt x="0" y="2026"/>
                    <a:pt x="579" y="2604"/>
                    <a:pt x="1318" y="2604"/>
                  </a:cubicBezTo>
                  <a:cubicBezTo>
                    <a:pt x="2026" y="2604"/>
                    <a:pt x="2636" y="2026"/>
                    <a:pt x="2636" y="1286"/>
                  </a:cubicBezTo>
                  <a:cubicBezTo>
                    <a:pt x="2636" y="579"/>
                    <a:pt x="2026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57"/>
            <p:cNvSpPr/>
            <p:nvPr/>
          </p:nvSpPr>
          <p:spPr>
            <a:xfrm>
              <a:off x="3180350" y="2047050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47"/>
                  </a:moveTo>
                  <a:cubicBezTo>
                    <a:pt x="2154" y="547"/>
                    <a:pt x="2604" y="997"/>
                    <a:pt x="2604" y="1575"/>
                  </a:cubicBezTo>
                  <a:cubicBezTo>
                    <a:pt x="2604" y="2154"/>
                    <a:pt x="2154" y="2636"/>
                    <a:pt x="1575" y="2636"/>
                  </a:cubicBezTo>
                  <a:cubicBezTo>
                    <a:pt x="997" y="2636"/>
                    <a:pt x="515" y="2154"/>
                    <a:pt x="515" y="1575"/>
                  </a:cubicBezTo>
                  <a:cubicBezTo>
                    <a:pt x="515" y="997"/>
                    <a:pt x="997" y="547"/>
                    <a:pt x="1575" y="547"/>
                  </a:cubicBezTo>
                  <a:close/>
                  <a:moveTo>
                    <a:pt x="1575" y="0"/>
                  </a:moveTo>
                  <a:cubicBezTo>
                    <a:pt x="707" y="0"/>
                    <a:pt x="0" y="707"/>
                    <a:pt x="0" y="1575"/>
                  </a:cubicBezTo>
                  <a:cubicBezTo>
                    <a:pt x="0" y="2443"/>
                    <a:pt x="707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57"/>
            <p:cNvSpPr/>
            <p:nvPr/>
          </p:nvSpPr>
          <p:spPr>
            <a:xfrm>
              <a:off x="3372400" y="3296650"/>
              <a:ext cx="65125" cy="65925"/>
            </a:xfrm>
            <a:custGeom>
              <a:avLst/>
              <a:gdLst/>
              <a:ahLst/>
              <a:cxnLst/>
              <a:rect l="l" t="t" r="r" b="b"/>
              <a:pathLst>
                <a:path w="2605" h="2637" extrusionOk="0">
                  <a:moveTo>
                    <a:pt x="1287" y="1"/>
                  </a:moveTo>
                  <a:cubicBezTo>
                    <a:pt x="579" y="1"/>
                    <a:pt x="1" y="612"/>
                    <a:pt x="1" y="1319"/>
                  </a:cubicBezTo>
                  <a:cubicBezTo>
                    <a:pt x="1" y="2058"/>
                    <a:pt x="579" y="2637"/>
                    <a:pt x="1287" y="2637"/>
                  </a:cubicBezTo>
                  <a:cubicBezTo>
                    <a:pt x="2026" y="2637"/>
                    <a:pt x="2605" y="2058"/>
                    <a:pt x="2605" y="1319"/>
                  </a:cubicBezTo>
                  <a:cubicBezTo>
                    <a:pt x="2605" y="612"/>
                    <a:pt x="2026" y="1"/>
                    <a:pt x="1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57"/>
            <p:cNvSpPr/>
            <p:nvPr/>
          </p:nvSpPr>
          <p:spPr>
            <a:xfrm>
              <a:off x="3365175" y="3290225"/>
              <a:ext cx="79575" cy="78775"/>
            </a:xfrm>
            <a:custGeom>
              <a:avLst/>
              <a:gdLst/>
              <a:ahLst/>
              <a:cxnLst/>
              <a:rect l="l" t="t" r="r" b="b"/>
              <a:pathLst>
                <a:path w="3183" h="3151" extrusionOk="0">
                  <a:moveTo>
                    <a:pt x="1576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1029" y="2637"/>
                    <a:pt x="547" y="2155"/>
                    <a:pt x="547" y="1576"/>
                  </a:cubicBezTo>
                  <a:cubicBezTo>
                    <a:pt x="547" y="997"/>
                    <a:pt x="1029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76" y="3151"/>
                    <a:pt x="3183" y="2444"/>
                    <a:pt x="3183" y="1576"/>
                  </a:cubicBezTo>
                  <a:cubicBezTo>
                    <a:pt x="3183" y="708"/>
                    <a:pt x="2476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57"/>
            <p:cNvSpPr/>
            <p:nvPr/>
          </p:nvSpPr>
          <p:spPr>
            <a:xfrm>
              <a:off x="3557250" y="3213900"/>
              <a:ext cx="65900" cy="65900"/>
            </a:xfrm>
            <a:custGeom>
              <a:avLst/>
              <a:gdLst/>
              <a:ahLst/>
              <a:cxnLst/>
              <a:rect l="l" t="t" r="r" b="b"/>
              <a:pathLst>
                <a:path w="2636" h="2636" extrusionOk="0">
                  <a:moveTo>
                    <a:pt x="1318" y="0"/>
                  </a:moveTo>
                  <a:cubicBezTo>
                    <a:pt x="611" y="0"/>
                    <a:pt x="0" y="579"/>
                    <a:pt x="0" y="1318"/>
                  </a:cubicBezTo>
                  <a:cubicBezTo>
                    <a:pt x="0" y="2057"/>
                    <a:pt x="611" y="2636"/>
                    <a:pt x="1318" y="2636"/>
                  </a:cubicBezTo>
                  <a:cubicBezTo>
                    <a:pt x="2057" y="2636"/>
                    <a:pt x="2636" y="2057"/>
                    <a:pt x="2636" y="1318"/>
                  </a:cubicBezTo>
                  <a:cubicBezTo>
                    <a:pt x="2636" y="579"/>
                    <a:pt x="2057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57"/>
            <p:cNvSpPr/>
            <p:nvPr/>
          </p:nvSpPr>
          <p:spPr>
            <a:xfrm>
              <a:off x="3550800" y="3207450"/>
              <a:ext cx="78800" cy="78800"/>
            </a:xfrm>
            <a:custGeom>
              <a:avLst/>
              <a:gdLst/>
              <a:ahLst/>
              <a:cxnLst/>
              <a:rect l="l" t="t" r="r" b="b"/>
              <a:pathLst>
                <a:path w="3152" h="3152" extrusionOk="0">
                  <a:moveTo>
                    <a:pt x="1576" y="547"/>
                  </a:moveTo>
                  <a:cubicBezTo>
                    <a:pt x="2155" y="547"/>
                    <a:pt x="2637" y="997"/>
                    <a:pt x="2637" y="1576"/>
                  </a:cubicBezTo>
                  <a:cubicBezTo>
                    <a:pt x="2637" y="2155"/>
                    <a:pt x="2155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57"/>
            <p:cNvSpPr/>
            <p:nvPr/>
          </p:nvSpPr>
          <p:spPr>
            <a:xfrm>
              <a:off x="3742875" y="3186575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25"/>
                    <a:pt x="579" y="2604"/>
                    <a:pt x="1318" y="2604"/>
                  </a:cubicBezTo>
                  <a:cubicBezTo>
                    <a:pt x="2026" y="2604"/>
                    <a:pt x="2604" y="2025"/>
                    <a:pt x="2604" y="1318"/>
                  </a:cubicBezTo>
                  <a:cubicBezTo>
                    <a:pt x="2604" y="579"/>
                    <a:pt x="2026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57"/>
            <p:cNvSpPr/>
            <p:nvPr/>
          </p:nvSpPr>
          <p:spPr>
            <a:xfrm>
              <a:off x="3736450" y="3180150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4"/>
                  </a:moveTo>
                  <a:cubicBezTo>
                    <a:pt x="2154" y="514"/>
                    <a:pt x="2604" y="997"/>
                    <a:pt x="2604" y="1575"/>
                  </a:cubicBezTo>
                  <a:cubicBezTo>
                    <a:pt x="2604" y="2154"/>
                    <a:pt x="2154" y="2604"/>
                    <a:pt x="1575" y="2604"/>
                  </a:cubicBezTo>
                  <a:cubicBezTo>
                    <a:pt x="997" y="2604"/>
                    <a:pt x="515" y="2154"/>
                    <a:pt x="515" y="1575"/>
                  </a:cubicBezTo>
                  <a:cubicBezTo>
                    <a:pt x="515" y="997"/>
                    <a:pt x="997" y="514"/>
                    <a:pt x="1575" y="514"/>
                  </a:cubicBezTo>
                  <a:close/>
                  <a:moveTo>
                    <a:pt x="1575" y="0"/>
                  </a:moveTo>
                  <a:cubicBezTo>
                    <a:pt x="707" y="0"/>
                    <a:pt x="0" y="707"/>
                    <a:pt x="0" y="1575"/>
                  </a:cubicBezTo>
                  <a:cubicBezTo>
                    <a:pt x="0" y="2443"/>
                    <a:pt x="707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57"/>
            <p:cNvSpPr/>
            <p:nvPr/>
          </p:nvSpPr>
          <p:spPr>
            <a:xfrm>
              <a:off x="3928500" y="3103800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287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25"/>
                    <a:pt x="579" y="2604"/>
                    <a:pt x="1287" y="2604"/>
                  </a:cubicBezTo>
                  <a:cubicBezTo>
                    <a:pt x="2026" y="2604"/>
                    <a:pt x="2605" y="2025"/>
                    <a:pt x="2605" y="1318"/>
                  </a:cubicBezTo>
                  <a:cubicBezTo>
                    <a:pt x="2605" y="579"/>
                    <a:pt x="2026" y="0"/>
                    <a:pt x="1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57"/>
            <p:cNvSpPr/>
            <p:nvPr/>
          </p:nvSpPr>
          <p:spPr>
            <a:xfrm>
              <a:off x="3921275" y="3096550"/>
              <a:ext cx="78775" cy="79600"/>
            </a:xfrm>
            <a:custGeom>
              <a:avLst/>
              <a:gdLst/>
              <a:ahLst/>
              <a:cxnLst/>
              <a:rect l="l" t="t" r="r" b="b"/>
              <a:pathLst>
                <a:path w="3151" h="3184" extrusionOk="0">
                  <a:moveTo>
                    <a:pt x="1576" y="547"/>
                  </a:moveTo>
                  <a:cubicBezTo>
                    <a:pt x="2154" y="547"/>
                    <a:pt x="2636" y="1030"/>
                    <a:pt x="2636" y="1608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997" y="2637"/>
                    <a:pt x="547" y="2155"/>
                    <a:pt x="547" y="1608"/>
                  </a:cubicBezTo>
                  <a:cubicBezTo>
                    <a:pt x="547" y="1030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608"/>
                  </a:cubicBezTo>
                  <a:cubicBezTo>
                    <a:pt x="1" y="2476"/>
                    <a:pt x="708" y="3183"/>
                    <a:pt x="1576" y="3183"/>
                  </a:cubicBezTo>
                  <a:cubicBezTo>
                    <a:pt x="2443" y="3183"/>
                    <a:pt x="3151" y="2476"/>
                    <a:pt x="3151" y="1608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57"/>
            <p:cNvSpPr/>
            <p:nvPr/>
          </p:nvSpPr>
          <p:spPr>
            <a:xfrm>
              <a:off x="4113350" y="2992900"/>
              <a:ext cx="65900" cy="65925"/>
            </a:xfrm>
            <a:custGeom>
              <a:avLst/>
              <a:gdLst/>
              <a:ahLst/>
              <a:cxnLst/>
              <a:rect l="l" t="t" r="r" b="b"/>
              <a:pathLst>
                <a:path w="2636" h="2637" extrusionOk="0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58"/>
                    <a:pt x="579" y="2636"/>
                    <a:pt x="1318" y="2636"/>
                  </a:cubicBezTo>
                  <a:cubicBezTo>
                    <a:pt x="2025" y="2636"/>
                    <a:pt x="2636" y="2058"/>
                    <a:pt x="2636" y="1318"/>
                  </a:cubicBezTo>
                  <a:cubicBezTo>
                    <a:pt x="2636" y="579"/>
                    <a:pt x="2025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57"/>
            <p:cNvSpPr/>
            <p:nvPr/>
          </p:nvSpPr>
          <p:spPr>
            <a:xfrm>
              <a:off x="4106900" y="2986475"/>
              <a:ext cx="78800" cy="78775"/>
            </a:xfrm>
            <a:custGeom>
              <a:avLst/>
              <a:gdLst/>
              <a:ahLst/>
              <a:cxnLst/>
              <a:rect l="l" t="t" r="r" b="b"/>
              <a:pathLst>
                <a:path w="3152" h="3151" extrusionOk="0">
                  <a:moveTo>
                    <a:pt x="1576" y="547"/>
                  </a:moveTo>
                  <a:cubicBezTo>
                    <a:pt x="2155" y="547"/>
                    <a:pt x="2605" y="997"/>
                    <a:pt x="2605" y="1575"/>
                  </a:cubicBezTo>
                  <a:cubicBezTo>
                    <a:pt x="2605" y="2154"/>
                    <a:pt x="2155" y="2604"/>
                    <a:pt x="1576" y="2604"/>
                  </a:cubicBezTo>
                  <a:cubicBezTo>
                    <a:pt x="997" y="2604"/>
                    <a:pt x="547" y="2154"/>
                    <a:pt x="547" y="1575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0"/>
                  </a:moveTo>
                  <a:cubicBezTo>
                    <a:pt x="708" y="0"/>
                    <a:pt x="1" y="707"/>
                    <a:pt x="1" y="1575"/>
                  </a:cubicBezTo>
                  <a:cubicBezTo>
                    <a:pt x="1" y="2443"/>
                    <a:pt x="708" y="3150"/>
                    <a:pt x="1576" y="3150"/>
                  </a:cubicBezTo>
                  <a:cubicBezTo>
                    <a:pt x="2444" y="3150"/>
                    <a:pt x="3151" y="2443"/>
                    <a:pt x="3151" y="1575"/>
                  </a:cubicBezTo>
                  <a:cubicBezTo>
                    <a:pt x="3151" y="707"/>
                    <a:pt x="2444" y="0"/>
                    <a:pt x="1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57"/>
            <p:cNvSpPr/>
            <p:nvPr/>
          </p:nvSpPr>
          <p:spPr>
            <a:xfrm>
              <a:off x="4298975" y="3048350"/>
              <a:ext cx="65125" cy="65925"/>
            </a:xfrm>
            <a:custGeom>
              <a:avLst/>
              <a:gdLst/>
              <a:ahLst/>
              <a:cxnLst/>
              <a:rect l="l" t="t" r="r" b="b"/>
              <a:pathLst>
                <a:path w="2605" h="2637" extrusionOk="0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25"/>
                    <a:pt x="579" y="2636"/>
                    <a:pt x="1318" y="2636"/>
                  </a:cubicBezTo>
                  <a:cubicBezTo>
                    <a:pt x="2026" y="2636"/>
                    <a:pt x="2604" y="2025"/>
                    <a:pt x="2604" y="1318"/>
                  </a:cubicBezTo>
                  <a:cubicBezTo>
                    <a:pt x="2604" y="579"/>
                    <a:pt x="2026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57"/>
            <p:cNvSpPr/>
            <p:nvPr/>
          </p:nvSpPr>
          <p:spPr>
            <a:xfrm>
              <a:off x="4292550" y="30419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4"/>
                  </a:moveTo>
                  <a:cubicBezTo>
                    <a:pt x="2122" y="514"/>
                    <a:pt x="2604" y="997"/>
                    <a:pt x="2604" y="1575"/>
                  </a:cubicBezTo>
                  <a:cubicBezTo>
                    <a:pt x="2604" y="2154"/>
                    <a:pt x="2122" y="2604"/>
                    <a:pt x="1575" y="2604"/>
                  </a:cubicBezTo>
                  <a:cubicBezTo>
                    <a:pt x="997" y="2604"/>
                    <a:pt x="515" y="2154"/>
                    <a:pt x="515" y="1575"/>
                  </a:cubicBezTo>
                  <a:cubicBezTo>
                    <a:pt x="515" y="997"/>
                    <a:pt x="997" y="514"/>
                    <a:pt x="1575" y="514"/>
                  </a:cubicBezTo>
                  <a:close/>
                  <a:moveTo>
                    <a:pt x="1575" y="0"/>
                  </a:moveTo>
                  <a:cubicBezTo>
                    <a:pt x="675" y="0"/>
                    <a:pt x="0" y="707"/>
                    <a:pt x="0" y="1575"/>
                  </a:cubicBezTo>
                  <a:cubicBezTo>
                    <a:pt x="0" y="2443"/>
                    <a:pt x="675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57"/>
            <p:cNvSpPr/>
            <p:nvPr/>
          </p:nvSpPr>
          <p:spPr>
            <a:xfrm>
              <a:off x="4483800" y="3159250"/>
              <a:ext cx="65925" cy="65100"/>
            </a:xfrm>
            <a:custGeom>
              <a:avLst/>
              <a:gdLst/>
              <a:ahLst/>
              <a:cxnLst/>
              <a:rect l="l" t="t" r="r" b="b"/>
              <a:pathLst>
                <a:path w="2637" h="2604" extrusionOk="0">
                  <a:moveTo>
                    <a:pt x="1319" y="0"/>
                  </a:moveTo>
                  <a:cubicBezTo>
                    <a:pt x="611" y="0"/>
                    <a:pt x="1" y="579"/>
                    <a:pt x="1" y="1286"/>
                  </a:cubicBezTo>
                  <a:cubicBezTo>
                    <a:pt x="1" y="2025"/>
                    <a:pt x="611" y="2604"/>
                    <a:pt x="1319" y="2604"/>
                  </a:cubicBezTo>
                  <a:cubicBezTo>
                    <a:pt x="2058" y="2604"/>
                    <a:pt x="2636" y="2025"/>
                    <a:pt x="2636" y="1286"/>
                  </a:cubicBezTo>
                  <a:cubicBezTo>
                    <a:pt x="2636" y="579"/>
                    <a:pt x="2058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57"/>
            <p:cNvSpPr/>
            <p:nvPr/>
          </p:nvSpPr>
          <p:spPr>
            <a:xfrm>
              <a:off x="4477375" y="3152000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6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997" y="2637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6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57"/>
            <p:cNvSpPr/>
            <p:nvPr/>
          </p:nvSpPr>
          <p:spPr>
            <a:xfrm>
              <a:off x="4669450" y="2579025"/>
              <a:ext cx="65900" cy="65125"/>
            </a:xfrm>
            <a:custGeom>
              <a:avLst/>
              <a:gdLst/>
              <a:ahLst/>
              <a:cxnLst/>
              <a:rect l="l" t="t" r="r" b="b"/>
              <a:pathLst>
                <a:path w="2636" h="2605" extrusionOk="0">
                  <a:moveTo>
                    <a:pt x="1318" y="1"/>
                  </a:moveTo>
                  <a:cubicBezTo>
                    <a:pt x="579" y="1"/>
                    <a:pt x="0" y="580"/>
                    <a:pt x="0" y="1287"/>
                  </a:cubicBezTo>
                  <a:cubicBezTo>
                    <a:pt x="0" y="2026"/>
                    <a:pt x="579" y="2605"/>
                    <a:pt x="1318" y="2605"/>
                  </a:cubicBezTo>
                  <a:cubicBezTo>
                    <a:pt x="2025" y="2605"/>
                    <a:pt x="2636" y="2026"/>
                    <a:pt x="2636" y="1287"/>
                  </a:cubicBezTo>
                  <a:cubicBezTo>
                    <a:pt x="2636" y="580"/>
                    <a:pt x="2025" y="1"/>
                    <a:pt x="1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57"/>
            <p:cNvSpPr/>
            <p:nvPr/>
          </p:nvSpPr>
          <p:spPr>
            <a:xfrm>
              <a:off x="4663000" y="2571800"/>
              <a:ext cx="78800" cy="78775"/>
            </a:xfrm>
            <a:custGeom>
              <a:avLst/>
              <a:gdLst/>
              <a:ahLst/>
              <a:cxnLst/>
              <a:rect l="l" t="t" r="r" b="b"/>
              <a:pathLst>
                <a:path w="3152" h="3151" extrusionOk="0">
                  <a:moveTo>
                    <a:pt x="1576" y="547"/>
                  </a:moveTo>
                  <a:cubicBezTo>
                    <a:pt x="2155" y="547"/>
                    <a:pt x="2605" y="997"/>
                    <a:pt x="2605" y="1576"/>
                  </a:cubicBezTo>
                  <a:cubicBezTo>
                    <a:pt x="2605" y="2154"/>
                    <a:pt x="2155" y="2636"/>
                    <a:pt x="1576" y="2636"/>
                  </a:cubicBezTo>
                  <a:cubicBezTo>
                    <a:pt x="997" y="2636"/>
                    <a:pt x="515" y="2154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76"/>
                    <a:pt x="708" y="3151"/>
                    <a:pt x="1576" y="3151"/>
                  </a:cubicBezTo>
                  <a:cubicBezTo>
                    <a:pt x="2444" y="3151"/>
                    <a:pt x="3151" y="2476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57"/>
            <p:cNvSpPr/>
            <p:nvPr/>
          </p:nvSpPr>
          <p:spPr>
            <a:xfrm>
              <a:off x="4855075" y="2496275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286" y="0"/>
                  </a:moveTo>
                  <a:cubicBezTo>
                    <a:pt x="579" y="0"/>
                    <a:pt x="0" y="579"/>
                    <a:pt x="0" y="1286"/>
                  </a:cubicBezTo>
                  <a:cubicBezTo>
                    <a:pt x="0" y="2025"/>
                    <a:pt x="579" y="2604"/>
                    <a:pt x="1286" y="2604"/>
                  </a:cubicBezTo>
                  <a:cubicBezTo>
                    <a:pt x="2025" y="2604"/>
                    <a:pt x="2604" y="2025"/>
                    <a:pt x="2604" y="1286"/>
                  </a:cubicBezTo>
                  <a:cubicBezTo>
                    <a:pt x="2604" y="579"/>
                    <a:pt x="2025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57"/>
            <p:cNvSpPr/>
            <p:nvPr/>
          </p:nvSpPr>
          <p:spPr>
            <a:xfrm>
              <a:off x="4847850" y="2489025"/>
              <a:ext cx="79575" cy="78775"/>
            </a:xfrm>
            <a:custGeom>
              <a:avLst/>
              <a:gdLst/>
              <a:ahLst/>
              <a:cxnLst/>
              <a:rect l="l" t="t" r="r" b="b"/>
              <a:pathLst>
                <a:path w="3183" h="3151" extrusionOk="0">
                  <a:moveTo>
                    <a:pt x="1575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4"/>
                    <a:pt x="2154" y="2637"/>
                    <a:pt x="1575" y="2637"/>
                  </a:cubicBezTo>
                  <a:cubicBezTo>
                    <a:pt x="1029" y="2637"/>
                    <a:pt x="547" y="2154"/>
                    <a:pt x="547" y="1576"/>
                  </a:cubicBezTo>
                  <a:cubicBezTo>
                    <a:pt x="547" y="997"/>
                    <a:pt x="1029" y="547"/>
                    <a:pt x="1575" y="547"/>
                  </a:cubicBezTo>
                  <a:close/>
                  <a:moveTo>
                    <a:pt x="1575" y="1"/>
                  </a:moveTo>
                  <a:cubicBezTo>
                    <a:pt x="707" y="1"/>
                    <a:pt x="0" y="708"/>
                    <a:pt x="0" y="1576"/>
                  </a:cubicBezTo>
                  <a:cubicBezTo>
                    <a:pt x="0" y="2444"/>
                    <a:pt x="707" y="3151"/>
                    <a:pt x="1575" y="3151"/>
                  </a:cubicBezTo>
                  <a:cubicBezTo>
                    <a:pt x="2475" y="3151"/>
                    <a:pt x="3182" y="2444"/>
                    <a:pt x="3182" y="1576"/>
                  </a:cubicBezTo>
                  <a:cubicBezTo>
                    <a:pt x="3182" y="708"/>
                    <a:pt x="2475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57"/>
            <p:cNvSpPr/>
            <p:nvPr/>
          </p:nvSpPr>
          <p:spPr>
            <a:xfrm>
              <a:off x="5039900" y="2385375"/>
              <a:ext cx="65925" cy="65900"/>
            </a:xfrm>
            <a:custGeom>
              <a:avLst/>
              <a:gdLst/>
              <a:ahLst/>
              <a:cxnLst/>
              <a:rect l="l" t="t" r="r" b="b"/>
              <a:pathLst>
                <a:path w="2637" h="2636" extrusionOk="0">
                  <a:moveTo>
                    <a:pt x="1319" y="0"/>
                  </a:moveTo>
                  <a:cubicBezTo>
                    <a:pt x="611" y="0"/>
                    <a:pt x="1" y="579"/>
                    <a:pt x="1" y="1318"/>
                  </a:cubicBezTo>
                  <a:cubicBezTo>
                    <a:pt x="1" y="2025"/>
                    <a:pt x="611" y="2636"/>
                    <a:pt x="1319" y="2636"/>
                  </a:cubicBezTo>
                  <a:cubicBezTo>
                    <a:pt x="2058" y="2636"/>
                    <a:pt x="2636" y="2025"/>
                    <a:pt x="2636" y="1318"/>
                  </a:cubicBezTo>
                  <a:cubicBezTo>
                    <a:pt x="2636" y="579"/>
                    <a:pt x="2058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57"/>
            <p:cNvSpPr/>
            <p:nvPr/>
          </p:nvSpPr>
          <p:spPr>
            <a:xfrm>
              <a:off x="5033475" y="2378925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6" y="515"/>
                  </a:moveTo>
                  <a:cubicBezTo>
                    <a:pt x="2154" y="515"/>
                    <a:pt x="2604" y="997"/>
                    <a:pt x="2636" y="1576"/>
                  </a:cubicBezTo>
                  <a:cubicBezTo>
                    <a:pt x="2604" y="2155"/>
                    <a:pt x="2154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15"/>
                    <a:pt x="1576" y="515"/>
                  </a:cubicBezTo>
                  <a:close/>
                  <a:moveTo>
                    <a:pt x="1576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6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57"/>
            <p:cNvSpPr/>
            <p:nvPr/>
          </p:nvSpPr>
          <p:spPr>
            <a:xfrm>
              <a:off x="5225525" y="2496275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319" y="0"/>
                  </a:moveTo>
                  <a:cubicBezTo>
                    <a:pt x="580" y="0"/>
                    <a:pt x="1" y="579"/>
                    <a:pt x="1" y="1286"/>
                  </a:cubicBezTo>
                  <a:cubicBezTo>
                    <a:pt x="1" y="2025"/>
                    <a:pt x="580" y="2604"/>
                    <a:pt x="1319" y="2604"/>
                  </a:cubicBezTo>
                  <a:cubicBezTo>
                    <a:pt x="2026" y="2604"/>
                    <a:pt x="2605" y="2025"/>
                    <a:pt x="2605" y="1286"/>
                  </a:cubicBezTo>
                  <a:cubicBezTo>
                    <a:pt x="2605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57"/>
            <p:cNvSpPr/>
            <p:nvPr/>
          </p:nvSpPr>
          <p:spPr>
            <a:xfrm>
              <a:off x="5219100" y="24890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6" y="547"/>
                  </a:moveTo>
                  <a:cubicBezTo>
                    <a:pt x="2155" y="547"/>
                    <a:pt x="2605" y="997"/>
                    <a:pt x="2605" y="1576"/>
                  </a:cubicBezTo>
                  <a:cubicBezTo>
                    <a:pt x="2605" y="2154"/>
                    <a:pt x="2155" y="2637"/>
                    <a:pt x="1576" y="2637"/>
                  </a:cubicBezTo>
                  <a:cubicBezTo>
                    <a:pt x="997" y="2637"/>
                    <a:pt x="515" y="2154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57"/>
            <p:cNvSpPr/>
            <p:nvPr/>
          </p:nvSpPr>
          <p:spPr>
            <a:xfrm>
              <a:off x="5411175" y="2606350"/>
              <a:ext cx="65125" cy="65925"/>
            </a:xfrm>
            <a:custGeom>
              <a:avLst/>
              <a:gdLst/>
              <a:ahLst/>
              <a:cxnLst/>
              <a:rect l="l" t="t" r="r" b="b"/>
              <a:pathLst>
                <a:path w="2605" h="2637" extrusionOk="0">
                  <a:moveTo>
                    <a:pt x="1286" y="1"/>
                  </a:moveTo>
                  <a:cubicBezTo>
                    <a:pt x="579" y="1"/>
                    <a:pt x="0" y="579"/>
                    <a:pt x="0" y="1319"/>
                  </a:cubicBezTo>
                  <a:cubicBezTo>
                    <a:pt x="0" y="2026"/>
                    <a:pt x="579" y="2637"/>
                    <a:pt x="1286" y="2637"/>
                  </a:cubicBezTo>
                  <a:cubicBezTo>
                    <a:pt x="2025" y="2637"/>
                    <a:pt x="2604" y="2026"/>
                    <a:pt x="2604" y="1319"/>
                  </a:cubicBezTo>
                  <a:cubicBezTo>
                    <a:pt x="2604" y="579"/>
                    <a:pt x="2025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57"/>
            <p:cNvSpPr/>
            <p:nvPr/>
          </p:nvSpPr>
          <p:spPr>
            <a:xfrm>
              <a:off x="5403950" y="25999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5"/>
                  </a:moveTo>
                  <a:cubicBezTo>
                    <a:pt x="2154" y="515"/>
                    <a:pt x="2636" y="997"/>
                    <a:pt x="2636" y="1576"/>
                  </a:cubicBezTo>
                  <a:cubicBezTo>
                    <a:pt x="2636" y="2154"/>
                    <a:pt x="2154" y="2604"/>
                    <a:pt x="1575" y="2604"/>
                  </a:cubicBezTo>
                  <a:cubicBezTo>
                    <a:pt x="997" y="2604"/>
                    <a:pt x="547" y="2154"/>
                    <a:pt x="547" y="1576"/>
                  </a:cubicBezTo>
                  <a:cubicBezTo>
                    <a:pt x="547" y="997"/>
                    <a:pt x="997" y="515"/>
                    <a:pt x="1575" y="515"/>
                  </a:cubicBezTo>
                  <a:close/>
                  <a:moveTo>
                    <a:pt x="1575" y="1"/>
                  </a:moveTo>
                  <a:cubicBezTo>
                    <a:pt x="707" y="1"/>
                    <a:pt x="0" y="708"/>
                    <a:pt x="0" y="1576"/>
                  </a:cubicBezTo>
                  <a:cubicBezTo>
                    <a:pt x="0" y="2444"/>
                    <a:pt x="707" y="3151"/>
                    <a:pt x="1575" y="3151"/>
                  </a:cubicBezTo>
                  <a:cubicBezTo>
                    <a:pt x="2443" y="3151"/>
                    <a:pt x="3150" y="2444"/>
                    <a:pt x="3150" y="1576"/>
                  </a:cubicBezTo>
                  <a:cubicBezTo>
                    <a:pt x="3150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57"/>
            <p:cNvSpPr/>
            <p:nvPr/>
          </p:nvSpPr>
          <p:spPr>
            <a:xfrm>
              <a:off x="5747875" y="1384075"/>
              <a:ext cx="105300" cy="3359925"/>
            </a:xfrm>
            <a:custGeom>
              <a:avLst/>
              <a:gdLst/>
              <a:ahLst/>
              <a:cxnLst/>
              <a:rect l="l" t="t" r="r" b="b"/>
              <a:pathLst>
                <a:path w="4212" h="134397" extrusionOk="0">
                  <a:moveTo>
                    <a:pt x="1" y="0"/>
                  </a:moveTo>
                  <a:lnTo>
                    <a:pt x="1" y="134396"/>
                  </a:lnTo>
                  <a:lnTo>
                    <a:pt x="4212" y="134396"/>
                  </a:lnTo>
                  <a:lnTo>
                    <a:pt x="4212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57"/>
            <p:cNvSpPr/>
            <p:nvPr/>
          </p:nvSpPr>
          <p:spPr>
            <a:xfrm>
              <a:off x="5747875" y="1797925"/>
              <a:ext cx="105300" cy="856675"/>
            </a:xfrm>
            <a:custGeom>
              <a:avLst/>
              <a:gdLst/>
              <a:ahLst/>
              <a:cxnLst/>
              <a:rect l="l" t="t" r="r" b="b"/>
              <a:pathLst>
                <a:path w="4212" h="34267" extrusionOk="0">
                  <a:moveTo>
                    <a:pt x="1" y="0"/>
                  </a:moveTo>
                  <a:lnTo>
                    <a:pt x="1" y="34267"/>
                  </a:lnTo>
                  <a:lnTo>
                    <a:pt x="4212" y="34267"/>
                  </a:lnTo>
                  <a:lnTo>
                    <a:pt x="421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57"/>
            <p:cNvSpPr/>
            <p:nvPr/>
          </p:nvSpPr>
          <p:spPr>
            <a:xfrm>
              <a:off x="1797325" y="1384075"/>
              <a:ext cx="4055850" cy="205750"/>
            </a:xfrm>
            <a:custGeom>
              <a:avLst/>
              <a:gdLst/>
              <a:ahLst/>
              <a:cxnLst/>
              <a:rect l="l" t="t" r="r" b="b"/>
              <a:pathLst>
                <a:path w="162234" h="8230" extrusionOk="0">
                  <a:moveTo>
                    <a:pt x="1" y="0"/>
                  </a:moveTo>
                  <a:lnTo>
                    <a:pt x="1" y="8229"/>
                  </a:lnTo>
                  <a:lnTo>
                    <a:pt x="162234" y="8229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57"/>
            <p:cNvSpPr/>
            <p:nvPr/>
          </p:nvSpPr>
          <p:spPr>
            <a:xfrm>
              <a:off x="1797325" y="1652475"/>
              <a:ext cx="1042325" cy="164750"/>
            </a:xfrm>
            <a:custGeom>
              <a:avLst/>
              <a:gdLst/>
              <a:ahLst/>
              <a:cxnLst/>
              <a:rect l="l" t="t" r="r" b="b"/>
              <a:pathLst>
                <a:path w="41693" h="6590" extrusionOk="0">
                  <a:moveTo>
                    <a:pt x="1" y="0"/>
                  </a:moveTo>
                  <a:lnTo>
                    <a:pt x="1" y="6590"/>
                  </a:lnTo>
                  <a:lnTo>
                    <a:pt x="40599" y="6590"/>
                  </a:lnTo>
                  <a:cubicBezTo>
                    <a:pt x="41178" y="6590"/>
                    <a:pt x="41692" y="6108"/>
                    <a:pt x="41692" y="5497"/>
                  </a:cubicBezTo>
                  <a:lnTo>
                    <a:pt x="41692" y="1061"/>
                  </a:lnTo>
                  <a:cubicBezTo>
                    <a:pt x="41692" y="482"/>
                    <a:pt x="41178" y="0"/>
                    <a:pt x="40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57"/>
            <p:cNvSpPr/>
            <p:nvPr/>
          </p:nvSpPr>
          <p:spPr>
            <a:xfrm>
              <a:off x="1927525" y="1675775"/>
              <a:ext cx="65900" cy="100475"/>
            </a:xfrm>
            <a:custGeom>
              <a:avLst/>
              <a:gdLst/>
              <a:ahLst/>
              <a:cxnLst/>
              <a:rect l="l" t="t" r="r" b="b"/>
              <a:pathLst>
                <a:path w="2636" h="4019" extrusionOk="0">
                  <a:moveTo>
                    <a:pt x="0" y="1"/>
                  </a:moveTo>
                  <a:lnTo>
                    <a:pt x="0" y="4019"/>
                  </a:lnTo>
                  <a:lnTo>
                    <a:pt x="547" y="4019"/>
                  </a:lnTo>
                  <a:lnTo>
                    <a:pt x="547" y="1190"/>
                  </a:lnTo>
                  <a:lnTo>
                    <a:pt x="997" y="4019"/>
                  </a:lnTo>
                  <a:lnTo>
                    <a:pt x="1607" y="4019"/>
                  </a:lnTo>
                  <a:lnTo>
                    <a:pt x="2025" y="1126"/>
                  </a:lnTo>
                  <a:lnTo>
                    <a:pt x="2025" y="4019"/>
                  </a:lnTo>
                  <a:lnTo>
                    <a:pt x="2636" y="4019"/>
                  </a:lnTo>
                  <a:lnTo>
                    <a:pt x="2636" y="1"/>
                  </a:lnTo>
                  <a:lnTo>
                    <a:pt x="1768" y="1"/>
                  </a:lnTo>
                  <a:lnTo>
                    <a:pt x="1318" y="2861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57"/>
            <p:cNvSpPr/>
            <p:nvPr/>
          </p:nvSpPr>
          <p:spPr>
            <a:xfrm>
              <a:off x="2000650" y="1675775"/>
              <a:ext cx="55475" cy="100475"/>
            </a:xfrm>
            <a:custGeom>
              <a:avLst/>
              <a:gdLst/>
              <a:ahLst/>
              <a:cxnLst/>
              <a:rect l="l" t="t" r="r" b="b"/>
              <a:pathLst>
                <a:path w="2219" h="4019" extrusionOk="0">
                  <a:moveTo>
                    <a:pt x="1093" y="708"/>
                  </a:moveTo>
                  <a:lnTo>
                    <a:pt x="1382" y="2733"/>
                  </a:lnTo>
                  <a:lnTo>
                    <a:pt x="772" y="2733"/>
                  </a:lnTo>
                  <a:lnTo>
                    <a:pt x="1093" y="708"/>
                  </a:lnTo>
                  <a:close/>
                  <a:moveTo>
                    <a:pt x="643" y="1"/>
                  </a:moveTo>
                  <a:lnTo>
                    <a:pt x="0" y="4019"/>
                  </a:lnTo>
                  <a:lnTo>
                    <a:pt x="579" y="4019"/>
                  </a:lnTo>
                  <a:lnTo>
                    <a:pt x="707" y="3279"/>
                  </a:lnTo>
                  <a:lnTo>
                    <a:pt x="1479" y="3279"/>
                  </a:lnTo>
                  <a:lnTo>
                    <a:pt x="1575" y="4019"/>
                  </a:lnTo>
                  <a:lnTo>
                    <a:pt x="2218" y="4019"/>
                  </a:lnTo>
                  <a:lnTo>
                    <a:pt x="15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57"/>
            <p:cNvSpPr/>
            <p:nvPr/>
          </p:nvSpPr>
          <p:spPr>
            <a:xfrm>
              <a:off x="2063325" y="1675775"/>
              <a:ext cx="49050" cy="100475"/>
            </a:xfrm>
            <a:custGeom>
              <a:avLst/>
              <a:gdLst/>
              <a:ahLst/>
              <a:cxnLst/>
              <a:rect l="l" t="t" r="r" b="b"/>
              <a:pathLst>
                <a:path w="1962" h="4019" extrusionOk="0">
                  <a:moveTo>
                    <a:pt x="933" y="579"/>
                  </a:moveTo>
                  <a:cubicBezTo>
                    <a:pt x="1158" y="579"/>
                    <a:pt x="1254" y="708"/>
                    <a:pt x="1254" y="997"/>
                  </a:cubicBezTo>
                  <a:lnTo>
                    <a:pt x="1254" y="1383"/>
                  </a:lnTo>
                  <a:cubicBezTo>
                    <a:pt x="1254" y="1704"/>
                    <a:pt x="1126" y="1801"/>
                    <a:pt x="868" y="1801"/>
                  </a:cubicBezTo>
                  <a:lnTo>
                    <a:pt x="643" y="1801"/>
                  </a:lnTo>
                  <a:lnTo>
                    <a:pt x="643" y="579"/>
                  </a:lnTo>
                  <a:close/>
                  <a:moveTo>
                    <a:pt x="1" y="1"/>
                  </a:moveTo>
                  <a:lnTo>
                    <a:pt x="1" y="4019"/>
                  </a:lnTo>
                  <a:lnTo>
                    <a:pt x="643" y="4019"/>
                  </a:lnTo>
                  <a:lnTo>
                    <a:pt x="643" y="2379"/>
                  </a:lnTo>
                  <a:lnTo>
                    <a:pt x="868" y="2379"/>
                  </a:lnTo>
                  <a:cubicBezTo>
                    <a:pt x="1126" y="2379"/>
                    <a:pt x="1254" y="2508"/>
                    <a:pt x="1254" y="2894"/>
                  </a:cubicBezTo>
                  <a:lnTo>
                    <a:pt x="1254" y="3536"/>
                  </a:lnTo>
                  <a:cubicBezTo>
                    <a:pt x="1254" y="3858"/>
                    <a:pt x="1286" y="3922"/>
                    <a:pt x="1318" y="4019"/>
                  </a:cubicBezTo>
                  <a:lnTo>
                    <a:pt x="1961" y="4019"/>
                  </a:lnTo>
                  <a:cubicBezTo>
                    <a:pt x="1897" y="3858"/>
                    <a:pt x="1897" y="3729"/>
                    <a:pt x="1897" y="3536"/>
                  </a:cubicBezTo>
                  <a:lnTo>
                    <a:pt x="1897" y="2926"/>
                  </a:lnTo>
                  <a:cubicBezTo>
                    <a:pt x="1897" y="2508"/>
                    <a:pt x="1801" y="2186"/>
                    <a:pt x="1479" y="2058"/>
                  </a:cubicBezTo>
                  <a:cubicBezTo>
                    <a:pt x="1768" y="1929"/>
                    <a:pt x="1897" y="1672"/>
                    <a:pt x="1897" y="1254"/>
                  </a:cubicBezTo>
                  <a:lnTo>
                    <a:pt x="1897" y="933"/>
                  </a:lnTo>
                  <a:cubicBezTo>
                    <a:pt x="1897" y="322"/>
                    <a:pt x="1608" y="1"/>
                    <a:pt x="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57"/>
            <p:cNvSpPr/>
            <p:nvPr/>
          </p:nvSpPr>
          <p:spPr>
            <a:xfrm>
              <a:off x="2119575" y="1674975"/>
              <a:ext cx="47450" cy="102075"/>
            </a:xfrm>
            <a:custGeom>
              <a:avLst/>
              <a:gdLst/>
              <a:ahLst/>
              <a:cxnLst/>
              <a:rect l="l" t="t" r="r" b="b"/>
              <a:pathLst>
                <a:path w="1898" h="4083" extrusionOk="0">
                  <a:moveTo>
                    <a:pt x="965" y="0"/>
                  </a:moveTo>
                  <a:cubicBezTo>
                    <a:pt x="322" y="0"/>
                    <a:pt x="1" y="354"/>
                    <a:pt x="1" y="997"/>
                  </a:cubicBezTo>
                  <a:lnTo>
                    <a:pt x="1" y="3086"/>
                  </a:lnTo>
                  <a:cubicBezTo>
                    <a:pt x="1" y="3729"/>
                    <a:pt x="322" y="4083"/>
                    <a:pt x="965" y="4083"/>
                  </a:cubicBezTo>
                  <a:cubicBezTo>
                    <a:pt x="1576" y="4083"/>
                    <a:pt x="1897" y="3729"/>
                    <a:pt x="1897" y="3086"/>
                  </a:cubicBezTo>
                  <a:lnTo>
                    <a:pt x="1897" y="2540"/>
                  </a:lnTo>
                  <a:lnTo>
                    <a:pt x="1286" y="2540"/>
                  </a:lnTo>
                  <a:lnTo>
                    <a:pt x="1286" y="3118"/>
                  </a:lnTo>
                  <a:cubicBezTo>
                    <a:pt x="1286" y="3408"/>
                    <a:pt x="1158" y="3504"/>
                    <a:pt x="965" y="3504"/>
                  </a:cubicBezTo>
                  <a:cubicBezTo>
                    <a:pt x="772" y="3504"/>
                    <a:pt x="644" y="3408"/>
                    <a:pt x="644" y="3118"/>
                  </a:cubicBezTo>
                  <a:lnTo>
                    <a:pt x="644" y="965"/>
                  </a:lnTo>
                  <a:cubicBezTo>
                    <a:pt x="644" y="675"/>
                    <a:pt x="772" y="579"/>
                    <a:pt x="965" y="579"/>
                  </a:cubicBezTo>
                  <a:cubicBezTo>
                    <a:pt x="1158" y="579"/>
                    <a:pt x="1286" y="675"/>
                    <a:pt x="1286" y="965"/>
                  </a:cubicBezTo>
                  <a:lnTo>
                    <a:pt x="1286" y="1383"/>
                  </a:lnTo>
                  <a:lnTo>
                    <a:pt x="1897" y="1383"/>
                  </a:lnTo>
                  <a:lnTo>
                    <a:pt x="1897" y="997"/>
                  </a:lnTo>
                  <a:cubicBezTo>
                    <a:pt x="1897" y="354"/>
                    <a:pt x="1576" y="0"/>
                    <a:pt x="9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57"/>
            <p:cNvSpPr/>
            <p:nvPr/>
          </p:nvSpPr>
          <p:spPr>
            <a:xfrm>
              <a:off x="2176625" y="1675775"/>
              <a:ext cx="49850" cy="100475"/>
            </a:xfrm>
            <a:custGeom>
              <a:avLst/>
              <a:gdLst/>
              <a:ahLst/>
              <a:cxnLst/>
              <a:rect l="l" t="t" r="r" b="b"/>
              <a:pathLst>
                <a:path w="1994" h="4019" extrusionOk="0">
                  <a:moveTo>
                    <a:pt x="1" y="1"/>
                  </a:moveTo>
                  <a:lnTo>
                    <a:pt x="1" y="4019"/>
                  </a:lnTo>
                  <a:lnTo>
                    <a:pt x="612" y="4019"/>
                  </a:lnTo>
                  <a:lnTo>
                    <a:pt x="612" y="2315"/>
                  </a:lnTo>
                  <a:lnTo>
                    <a:pt x="1351" y="2315"/>
                  </a:lnTo>
                  <a:lnTo>
                    <a:pt x="1351" y="4019"/>
                  </a:lnTo>
                  <a:lnTo>
                    <a:pt x="1994" y="4019"/>
                  </a:lnTo>
                  <a:lnTo>
                    <a:pt x="1994" y="1"/>
                  </a:lnTo>
                  <a:lnTo>
                    <a:pt x="1351" y="1"/>
                  </a:lnTo>
                  <a:lnTo>
                    <a:pt x="1351" y="1736"/>
                  </a:lnTo>
                  <a:lnTo>
                    <a:pt x="612" y="1736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57"/>
            <p:cNvSpPr/>
            <p:nvPr/>
          </p:nvSpPr>
          <p:spPr>
            <a:xfrm>
              <a:off x="2064125" y="1418625"/>
              <a:ext cx="2607750" cy="116550"/>
            </a:xfrm>
            <a:custGeom>
              <a:avLst/>
              <a:gdLst/>
              <a:ahLst/>
              <a:cxnLst/>
              <a:rect l="l" t="t" r="r" b="b"/>
              <a:pathLst>
                <a:path w="104310" h="4662" extrusionOk="0">
                  <a:moveTo>
                    <a:pt x="1" y="0"/>
                  </a:moveTo>
                  <a:lnTo>
                    <a:pt x="1" y="4661"/>
                  </a:lnTo>
                  <a:lnTo>
                    <a:pt x="104309" y="4661"/>
                  </a:lnTo>
                  <a:lnTo>
                    <a:pt x="1043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57"/>
            <p:cNvSpPr/>
            <p:nvPr/>
          </p:nvSpPr>
          <p:spPr>
            <a:xfrm>
              <a:off x="2016725" y="3505600"/>
              <a:ext cx="176800" cy="81200"/>
            </a:xfrm>
            <a:custGeom>
              <a:avLst/>
              <a:gdLst/>
              <a:ahLst/>
              <a:cxnLst/>
              <a:rect l="l" t="t" r="r" b="b"/>
              <a:pathLst>
                <a:path w="7072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57"/>
            <p:cNvSpPr/>
            <p:nvPr/>
          </p:nvSpPr>
          <p:spPr>
            <a:xfrm>
              <a:off x="2202350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57"/>
            <p:cNvSpPr/>
            <p:nvPr/>
          </p:nvSpPr>
          <p:spPr>
            <a:xfrm>
              <a:off x="238797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73" y="3247"/>
                  </a:lnTo>
                  <a:lnTo>
                    <a:pt x="70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57"/>
            <p:cNvSpPr/>
            <p:nvPr/>
          </p:nvSpPr>
          <p:spPr>
            <a:xfrm>
              <a:off x="257362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57"/>
            <p:cNvSpPr/>
            <p:nvPr/>
          </p:nvSpPr>
          <p:spPr>
            <a:xfrm>
              <a:off x="2759250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57"/>
            <p:cNvSpPr/>
            <p:nvPr/>
          </p:nvSpPr>
          <p:spPr>
            <a:xfrm>
              <a:off x="2944875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1" y="3247"/>
                  </a:lnTo>
                  <a:lnTo>
                    <a:pt x="70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57"/>
            <p:cNvSpPr/>
            <p:nvPr/>
          </p:nvSpPr>
          <p:spPr>
            <a:xfrm>
              <a:off x="3130525" y="3505600"/>
              <a:ext cx="176000" cy="81200"/>
            </a:xfrm>
            <a:custGeom>
              <a:avLst/>
              <a:gdLst/>
              <a:ahLst/>
              <a:cxnLst/>
              <a:rect l="l" t="t" r="r" b="b"/>
              <a:pathLst>
                <a:path w="7040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57"/>
            <p:cNvSpPr/>
            <p:nvPr/>
          </p:nvSpPr>
          <p:spPr>
            <a:xfrm>
              <a:off x="3316150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57"/>
            <p:cNvSpPr/>
            <p:nvPr/>
          </p:nvSpPr>
          <p:spPr>
            <a:xfrm>
              <a:off x="3501800" y="3505600"/>
              <a:ext cx="176000" cy="81200"/>
            </a:xfrm>
            <a:custGeom>
              <a:avLst/>
              <a:gdLst/>
              <a:ahLst/>
              <a:cxnLst/>
              <a:rect l="l" t="t" r="r" b="b"/>
              <a:pathLst>
                <a:path w="7040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57"/>
            <p:cNvSpPr/>
            <p:nvPr/>
          </p:nvSpPr>
          <p:spPr>
            <a:xfrm>
              <a:off x="368662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57"/>
            <p:cNvSpPr/>
            <p:nvPr/>
          </p:nvSpPr>
          <p:spPr>
            <a:xfrm>
              <a:off x="3872250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57"/>
            <p:cNvSpPr/>
            <p:nvPr/>
          </p:nvSpPr>
          <p:spPr>
            <a:xfrm>
              <a:off x="4057900" y="3505600"/>
              <a:ext cx="176800" cy="81200"/>
            </a:xfrm>
            <a:custGeom>
              <a:avLst/>
              <a:gdLst/>
              <a:ahLst/>
              <a:cxnLst/>
              <a:rect l="l" t="t" r="r" b="b"/>
              <a:pathLst>
                <a:path w="7072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57"/>
            <p:cNvSpPr/>
            <p:nvPr/>
          </p:nvSpPr>
          <p:spPr>
            <a:xfrm>
              <a:off x="424352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57"/>
            <p:cNvSpPr/>
            <p:nvPr/>
          </p:nvSpPr>
          <p:spPr>
            <a:xfrm>
              <a:off x="4429150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73" y="3247"/>
                  </a:lnTo>
                  <a:lnTo>
                    <a:pt x="7073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57"/>
            <p:cNvSpPr/>
            <p:nvPr/>
          </p:nvSpPr>
          <p:spPr>
            <a:xfrm>
              <a:off x="4614800" y="3505600"/>
              <a:ext cx="176800" cy="81200"/>
            </a:xfrm>
            <a:custGeom>
              <a:avLst/>
              <a:gdLst/>
              <a:ahLst/>
              <a:cxnLst/>
              <a:rect l="l" t="t" r="r" b="b"/>
              <a:pathLst>
                <a:path w="7072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57"/>
            <p:cNvSpPr/>
            <p:nvPr/>
          </p:nvSpPr>
          <p:spPr>
            <a:xfrm>
              <a:off x="4800425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57"/>
            <p:cNvSpPr/>
            <p:nvPr/>
          </p:nvSpPr>
          <p:spPr>
            <a:xfrm>
              <a:off x="4986050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1" y="3247"/>
                  </a:lnTo>
                  <a:lnTo>
                    <a:pt x="70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57"/>
            <p:cNvSpPr/>
            <p:nvPr/>
          </p:nvSpPr>
          <p:spPr>
            <a:xfrm>
              <a:off x="5171700" y="3505600"/>
              <a:ext cx="176000" cy="81200"/>
            </a:xfrm>
            <a:custGeom>
              <a:avLst/>
              <a:gdLst/>
              <a:ahLst/>
              <a:cxnLst/>
              <a:rect l="l" t="t" r="r" b="b"/>
              <a:pathLst>
                <a:path w="7040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57"/>
            <p:cNvSpPr/>
            <p:nvPr/>
          </p:nvSpPr>
          <p:spPr>
            <a:xfrm>
              <a:off x="5357325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57"/>
            <p:cNvSpPr/>
            <p:nvPr/>
          </p:nvSpPr>
          <p:spPr>
            <a:xfrm>
              <a:off x="1902600" y="1883100"/>
              <a:ext cx="299775" cy="81200"/>
            </a:xfrm>
            <a:custGeom>
              <a:avLst/>
              <a:gdLst/>
              <a:ahLst/>
              <a:cxnLst/>
              <a:rect l="l" t="t" r="r" b="b"/>
              <a:pathLst>
                <a:path w="1199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1990" y="3247"/>
                  </a:lnTo>
                  <a:lnTo>
                    <a:pt x="119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57"/>
            <p:cNvSpPr/>
            <p:nvPr/>
          </p:nvSpPr>
          <p:spPr>
            <a:xfrm>
              <a:off x="221842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57"/>
            <p:cNvSpPr/>
            <p:nvPr/>
          </p:nvSpPr>
          <p:spPr>
            <a:xfrm>
              <a:off x="253425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57"/>
            <p:cNvSpPr/>
            <p:nvPr/>
          </p:nvSpPr>
          <p:spPr>
            <a:xfrm>
              <a:off x="285005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57"/>
            <p:cNvSpPr/>
            <p:nvPr/>
          </p:nvSpPr>
          <p:spPr>
            <a:xfrm>
              <a:off x="316667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57"/>
            <p:cNvSpPr/>
            <p:nvPr/>
          </p:nvSpPr>
          <p:spPr>
            <a:xfrm>
              <a:off x="348250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57"/>
            <p:cNvSpPr/>
            <p:nvPr/>
          </p:nvSpPr>
          <p:spPr>
            <a:xfrm>
              <a:off x="379832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57"/>
            <p:cNvSpPr/>
            <p:nvPr/>
          </p:nvSpPr>
          <p:spPr>
            <a:xfrm>
              <a:off x="411495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57"/>
            <p:cNvSpPr/>
            <p:nvPr/>
          </p:nvSpPr>
          <p:spPr>
            <a:xfrm>
              <a:off x="443077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57"/>
            <p:cNvSpPr/>
            <p:nvPr/>
          </p:nvSpPr>
          <p:spPr>
            <a:xfrm>
              <a:off x="474657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57"/>
            <p:cNvSpPr/>
            <p:nvPr/>
          </p:nvSpPr>
          <p:spPr>
            <a:xfrm>
              <a:off x="5063200" y="1883100"/>
              <a:ext cx="299775" cy="81200"/>
            </a:xfrm>
            <a:custGeom>
              <a:avLst/>
              <a:gdLst/>
              <a:ahLst/>
              <a:cxnLst/>
              <a:rect l="l" t="t" r="r" b="b"/>
              <a:pathLst>
                <a:path w="1199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1991" y="3247"/>
                  </a:lnTo>
                  <a:lnTo>
                    <a:pt x="119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57"/>
            <p:cNvSpPr/>
            <p:nvPr/>
          </p:nvSpPr>
          <p:spPr>
            <a:xfrm>
              <a:off x="537902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57"/>
            <p:cNvSpPr/>
            <p:nvPr/>
          </p:nvSpPr>
          <p:spPr>
            <a:xfrm>
              <a:off x="3290450" y="2074375"/>
              <a:ext cx="512725" cy="198500"/>
            </a:xfrm>
            <a:custGeom>
              <a:avLst/>
              <a:gdLst/>
              <a:ahLst/>
              <a:cxnLst/>
              <a:rect l="l" t="t" r="r" b="b"/>
              <a:pathLst>
                <a:path w="20509" h="7940" extrusionOk="0">
                  <a:moveTo>
                    <a:pt x="0" y="0"/>
                  </a:moveTo>
                  <a:lnTo>
                    <a:pt x="4436" y="2218"/>
                  </a:lnTo>
                  <a:lnTo>
                    <a:pt x="4436" y="6751"/>
                  </a:lnTo>
                  <a:cubicBezTo>
                    <a:pt x="4436" y="7426"/>
                    <a:pt x="4950" y="7940"/>
                    <a:pt x="5625" y="7940"/>
                  </a:cubicBezTo>
                  <a:lnTo>
                    <a:pt x="19319" y="7940"/>
                  </a:lnTo>
                  <a:cubicBezTo>
                    <a:pt x="19962" y="7940"/>
                    <a:pt x="20508" y="7426"/>
                    <a:pt x="20508" y="6751"/>
                  </a:cubicBezTo>
                  <a:lnTo>
                    <a:pt x="20508" y="1190"/>
                  </a:lnTo>
                  <a:cubicBezTo>
                    <a:pt x="20508" y="547"/>
                    <a:pt x="19962" y="0"/>
                    <a:pt x="19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57"/>
            <p:cNvSpPr/>
            <p:nvPr/>
          </p:nvSpPr>
          <p:spPr>
            <a:xfrm>
              <a:off x="3503400" y="2106500"/>
              <a:ext cx="60300" cy="131025"/>
            </a:xfrm>
            <a:custGeom>
              <a:avLst/>
              <a:gdLst/>
              <a:ahLst/>
              <a:cxnLst/>
              <a:rect l="l" t="t" r="r" b="b"/>
              <a:pathLst>
                <a:path w="2412" h="5241" extrusionOk="0">
                  <a:moveTo>
                    <a:pt x="1190" y="1"/>
                  </a:moveTo>
                  <a:cubicBezTo>
                    <a:pt x="418" y="1"/>
                    <a:pt x="0" y="483"/>
                    <a:pt x="0" y="1287"/>
                  </a:cubicBezTo>
                  <a:lnTo>
                    <a:pt x="0" y="1576"/>
                  </a:lnTo>
                  <a:lnTo>
                    <a:pt x="772" y="1576"/>
                  </a:lnTo>
                  <a:lnTo>
                    <a:pt x="772" y="1255"/>
                  </a:lnTo>
                  <a:cubicBezTo>
                    <a:pt x="772" y="869"/>
                    <a:pt x="933" y="740"/>
                    <a:pt x="1190" y="740"/>
                  </a:cubicBezTo>
                  <a:cubicBezTo>
                    <a:pt x="1447" y="740"/>
                    <a:pt x="1608" y="869"/>
                    <a:pt x="1608" y="1319"/>
                  </a:cubicBezTo>
                  <a:lnTo>
                    <a:pt x="1608" y="1608"/>
                  </a:lnTo>
                  <a:cubicBezTo>
                    <a:pt x="1608" y="2026"/>
                    <a:pt x="1415" y="2155"/>
                    <a:pt x="1125" y="2155"/>
                  </a:cubicBezTo>
                  <a:lnTo>
                    <a:pt x="804" y="2155"/>
                  </a:lnTo>
                  <a:lnTo>
                    <a:pt x="804" y="2894"/>
                  </a:lnTo>
                  <a:lnTo>
                    <a:pt x="1061" y="2894"/>
                  </a:lnTo>
                  <a:cubicBezTo>
                    <a:pt x="1447" y="2894"/>
                    <a:pt x="1608" y="3055"/>
                    <a:pt x="1608" y="3537"/>
                  </a:cubicBezTo>
                  <a:lnTo>
                    <a:pt x="1608" y="3955"/>
                  </a:lnTo>
                  <a:cubicBezTo>
                    <a:pt x="1608" y="4405"/>
                    <a:pt x="1447" y="4533"/>
                    <a:pt x="1190" y="4533"/>
                  </a:cubicBezTo>
                  <a:cubicBezTo>
                    <a:pt x="933" y="4533"/>
                    <a:pt x="772" y="4373"/>
                    <a:pt x="772" y="4019"/>
                  </a:cubicBezTo>
                  <a:lnTo>
                    <a:pt x="772" y="3537"/>
                  </a:lnTo>
                  <a:lnTo>
                    <a:pt x="0" y="3537"/>
                  </a:lnTo>
                  <a:lnTo>
                    <a:pt x="0" y="3955"/>
                  </a:lnTo>
                  <a:cubicBezTo>
                    <a:pt x="0" y="4790"/>
                    <a:pt x="418" y="5241"/>
                    <a:pt x="1190" y="5241"/>
                  </a:cubicBezTo>
                  <a:cubicBezTo>
                    <a:pt x="1993" y="5241"/>
                    <a:pt x="2411" y="4790"/>
                    <a:pt x="2411" y="3955"/>
                  </a:cubicBezTo>
                  <a:lnTo>
                    <a:pt x="2411" y="3569"/>
                  </a:lnTo>
                  <a:cubicBezTo>
                    <a:pt x="2411" y="3055"/>
                    <a:pt x="2251" y="2669"/>
                    <a:pt x="1833" y="2476"/>
                  </a:cubicBezTo>
                  <a:cubicBezTo>
                    <a:pt x="2218" y="2315"/>
                    <a:pt x="2411" y="1962"/>
                    <a:pt x="2411" y="1415"/>
                  </a:cubicBezTo>
                  <a:lnTo>
                    <a:pt x="2411" y="1287"/>
                  </a:lnTo>
                  <a:cubicBezTo>
                    <a:pt x="2411" y="483"/>
                    <a:pt x="1993" y="1"/>
                    <a:pt x="1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57"/>
            <p:cNvSpPr/>
            <p:nvPr/>
          </p:nvSpPr>
          <p:spPr>
            <a:xfrm>
              <a:off x="3575725" y="2106500"/>
              <a:ext cx="61100" cy="131025"/>
            </a:xfrm>
            <a:custGeom>
              <a:avLst/>
              <a:gdLst/>
              <a:ahLst/>
              <a:cxnLst/>
              <a:rect l="l" t="t" r="r" b="b"/>
              <a:pathLst>
                <a:path w="2444" h="5241" extrusionOk="0">
                  <a:moveTo>
                    <a:pt x="1222" y="740"/>
                  </a:moveTo>
                  <a:cubicBezTo>
                    <a:pt x="1479" y="740"/>
                    <a:pt x="1640" y="869"/>
                    <a:pt x="1640" y="1255"/>
                  </a:cubicBezTo>
                  <a:lnTo>
                    <a:pt x="1640" y="4019"/>
                  </a:lnTo>
                  <a:cubicBezTo>
                    <a:pt x="1640" y="4373"/>
                    <a:pt x="1479" y="4533"/>
                    <a:pt x="1222" y="4533"/>
                  </a:cubicBezTo>
                  <a:cubicBezTo>
                    <a:pt x="965" y="4533"/>
                    <a:pt x="804" y="4373"/>
                    <a:pt x="804" y="4019"/>
                  </a:cubicBezTo>
                  <a:lnTo>
                    <a:pt x="804" y="1255"/>
                  </a:lnTo>
                  <a:cubicBezTo>
                    <a:pt x="804" y="869"/>
                    <a:pt x="965" y="740"/>
                    <a:pt x="1222" y="740"/>
                  </a:cubicBezTo>
                  <a:close/>
                  <a:moveTo>
                    <a:pt x="1222" y="1"/>
                  </a:moveTo>
                  <a:cubicBezTo>
                    <a:pt x="418" y="1"/>
                    <a:pt x="0" y="483"/>
                    <a:pt x="0" y="1287"/>
                  </a:cubicBezTo>
                  <a:lnTo>
                    <a:pt x="0" y="3955"/>
                  </a:lnTo>
                  <a:cubicBezTo>
                    <a:pt x="0" y="4790"/>
                    <a:pt x="418" y="5241"/>
                    <a:pt x="1222" y="5241"/>
                  </a:cubicBezTo>
                  <a:cubicBezTo>
                    <a:pt x="1993" y="5241"/>
                    <a:pt x="2443" y="4790"/>
                    <a:pt x="2443" y="3955"/>
                  </a:cubicBezTo>
                  <a:lnTo>
                    <a:pt x="2443" y="1287"/>
                  </a:lnTo>
                  <a:cubicBezTo>
                    <a:pt x="2443" y="483"/>
                    <a:pt x="1993" y="1"/>
                    <a:pt x="12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57"/>
            <p:cNvSpPr/>
            <p:nvPr/>
          </p:nvSpPr>
          <p:spPr>
            <a:xfrm>
              <a:off x="3649650" y="2108125"/>
              <a:ext cx="66725" cy="128600"/>
            </a:xfrm>
            <a:custGeom>
              <a:avLst/>
              <a:gdLst/>
              <a:ahLst/>
              <a:cxnLst/>
              <a:rect l="l" t="t" r="r" b="b"/>
              <a:pathLst>
                <a:path w="2669" h="5144" extrusionOk="0">
                  <a:moveTo>
                    <a:pt x="1" y="0"/>
                  </a:moveTo>
                  <a:lnTo>
                    <a:pt x="1" y="5143"/>
                  </a:lnTo>
                  <a:lnTo>
                    <a:pt x="804" y="5143"/>
                  </a:lnTo>
                  <a:lnTo>
                    <a:pt x="804" y="3568"/>
                  </a:lnTo>
                  <a:lnTo>
                    <a:pt x="1061" y="3086"/>
                  </a:lnTo>
                  <a:lnTo>
                    <a:pt x="1833" y="5143"/>
                  </a:lnTo>
                  <a:lnTo>
                    <a:pt x="2669" y="5143"/>
                  </a:lnTo>
                  <a:lnTo>
                    <a:pt x="1544" y="2283"/>
                  </a:lnTo>
                  <a:lnTo>
                    <a:pt x="2669" y="0"/>
                  </a:lnTo>
                  <a:lnTo>
                    <a:pt x="1865" y="0"/>
                  </a:lnTo>
                  <a:lnTo>
                    <a:pt x="804" y="2250"/>
                  </a:lnTo>
                  <a:lnTo>
                    <a:pt x="8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57"/>
            <p:cNvSpPr/>
            <p:nvPr/>
          </p:nvSpPr>
          <p:spPr>
            <a:xfrm>
              <a:off x="2318075" y="3979725"/>
              <a:ext cx="69125" cy="148700"/>
            </a:xfrm>
            <a:custGeom>
              <a:avLst/>
              <a:gdLst/>
              <a:ahLst/>
              <a:cxnLst/>
              <a:rect l="l" t="t" r="r" b="b"/>
              <a:pathLst>
                <a:path w="2765" h="5948" extrusionOk="0">
                  <a:moveTo>
                    <a:pt x="161" y="1"/>
                  </a:moveTo>
                  <a:lnTo>
                    <a:pt x="0" y="3408"/>
                  </a:lnTo>
                  <a:lnTo>
                    <a:pt x="868" y="3408"/>
                  </a:lnTo>
                  <a:lnTo>
                    <a:pt x="868" y="3215"/>
                  </a:lnTo>
                  <a:cubicBezTo>
                    <a:pt x="868" y="2797"/>
                    <a:pt x="1061" y="2637"/>
                    <a:pt x="1350" y="2637"/>
                  </a:cubicBezTo>
                  <a:cubicBezTo>
                    <a:pt x="1640" y="2637"/>
                    <a:pt x="1833" y="2797"/>
                    <a:pt x="1833" y="3215"/>
                  </a:cubicBezTo>
                  <a:lnTo>
                    <a:pt x="1833" y="4533"/>
                  </a:lnTo>
                  <a:cubicBezTo>
                    <a:pt x="1833" y="4951"/>
                    <a:pt x="1640" y="5112"/>
                    <a:pt x="1350" y="5112"/>
                  </a:cubicBezTo>
                  <a:cubicBezTo>
                    <a:pt x="1061" y="5112"/>
                    <a:pt x="868" y="4951"/>
                    <a:pt x="868" y="4533"/>
                  </a:cubicBezTo>
                  <a:lnTo>
                    <a:pt x="868" y="3987"/>
                  </a:lnTo>
                  <a:lnTo>
                    <a:pt x="0" y="3987"/>
                  </a:lnTo>
                  <a:lnTo>
                    <a:pt x="0" y="4469"/>
                  </a:lnTo>
                  <a:cubicBezTo>
                    <a:pt x="0" y="5401"/>
                    <a:pt x="482" y="5948"/>
                    <a:pt x="1383" y="5948"/>
                  </a:cubicBezTo>
                  <a:cubicBezTo>
                    <a:pt x="2283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1" y="1801"/>
                    <a:pt x="1736" y="1801"/>
                  </a:cubicBezTo>
                  <a:cubicBezTo>
                    <a:pt x="1350" y="1801"/>
                    <a:pt x="1093" y="1962"/>
                    <a:pt x="932" y="2251"/>
                  </a:cubicBezTo>
                  <a:lnTo>
                    <a:pt x="997" y="837"/>
                  </a:lnTo>
                  <a:lnTo>
                    <a:pt x="2604" y="837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57"/>
            <p:cNvSpPr/>
            <p:nvPr/>
          </p:nvSpPr>
          <p:spPr>
            <a:xfrm>
              <a:off x="2400050" y="3978125"/>
              <a:ext cx="70725" cy="150300"/>
            </a:xfrm>
            <a:custGeom>
              <a:avLst/>
              <a:gdLst/>
              <a:ahLst/>
              <a:cxnLst/>
              <a:rect l="l" t="t" r="r" b="b"/>
              <a:pathLst>
                <a:path w="2829" h="6012" extrusionOk="0">
                  <a:moveTo>
                    <a:pt x="1414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4" y="5176"/>
                  </a:cubicBezTo>
                  <a:cubicBezTo>
                    <a:pt x="1125" y="5176"/>
                    <a:pt x="932" y="5015"/>
                    <a:pt x="932" y="4597"/>
                  </a:cubicBezTo>
                  <a:lnTo>
                    <a:pt x="932" y="1415"/>
                  </a:lnTo>
                  <a:cubicBezTo>
                    <a:pt x="932" y="997"/>
                    <a:pt x="1125" y="836"/>
                    <a:pt x="1414" y="836"/>
                  </a:cubicBezTo>
                  <a:close/>
                  <a:moveTo>
                    <a:pt x="1414" y="1"/>
                  </a:moveTo>
                  <a:cubicBezTo>
                    <a:pt x="514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514" y="6012"/>
                    <a:pt x="1414" y="6012"/>
                  </a:cubicBezTo>
                  <a:cubicBezTo>
                    <a:pt x="2314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4" y="1"/>
                    <a:pt x="1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57"/>
            <p:cNvSpPr/>
            <p:nvPr/>
          </p:nvSpPr>
          <p:spPr>
            <a:xfrm>
              <a:off x="2483625" y="3978125"/>
              <a:ext cx="70725" cy="150300"/>
            </a:xfrm>
            <a:custGeom>
              <a:avLst/>
              <a:gdLst/>
              <a:ahLst/>
              <a:cxnLst/>
              <a:rect l="l" t="t" r="r" b="b"/>
              <a:pathLst>
                <a:path w="2829" h="6012" extrusionOk="0">
                  <a:moveTo>
                    <a:pt x="1414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4" y="5176"/>
                  </a:cubicBezTo>
                  <a:cubicBezTo>
                    <a:pt x="1125" y="5176"/>
                    <a:pt x="932" y="5015"/>
                    <a:pt x="932" y="4597"/>
                  </a:cubicBezTo>
                  <a:lnTo>
                    <a:pt x="932" y="1415"/>
                  </a:lnTo>
                  <a:cubicBezTo>
                    <a:pt x="932" y="997"/>
                    <a:pt x="1125" y="836"/>
                    <a:pt x="1414" y="836"/>
                  </a:cubicBezTo>
                  <a:close/>
                  <a:moveTo>
                    <a:pt x="1414" y="1"/>
                  </a:moveTo>
                  <a:cubicBezTo>
                    <a:pt x="514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514" y="6012"/>
                    <a:pt x="1414" y="6012"/>
                  </a:cubicBezTo>
                  <a:cubicBezTo>
                    <a:pt x="2314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4" y="1"/>
                    <a:pt x="1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57"/>
            <p:cNvSpPr/>
            <p:nvPr/>
          </p:nvSpPr>
          <p:spPr>
            <a:xfrm>
              <a:off x="2568800" y="3979725"/>
              <a:ext cx="76375" cy="147100"/>
            </a:xfrm>
            <a:custGeom>
              <a:avLst/>
              <a:gdLst/>
              <a:ahLst/>
              <a:cxnLst/>
              <a:rect l="l" t="t" r="r" b="b"/>
              <a:pathLst>
                <a:path w="3055" h="5884" extrusionOk="0">
                  <a:moveTo>
                    <a:pt x="0" y="1"/>
                  </a:moveTo>
                  <a:lnTo>
                    <a:pt x="0" y="5883"/>
                  </a:lnTo>
                  <a:lnTo>
                    <a:pt x="933" y="5883"/>
                  </a:lnTo>
                  <a:lnTo>
                    <a:pt x="933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54" y="5883"/>
                  </a:lnTo>
                  <a:lnTo>
                    <a:pt x="1768" y="2605"/>
                  </a:lnTo>
                  <a:lnTo>
                    <a:pt x="3054" y="1"/>
                  </a:lnTo>
                  <a:lnTo>
                    <a:pt x="2154" y="1"/>
                  </a:lnTo>
                  <a:lnTo>
                    <a:pt x="933" y="2572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57"/>
            <p:cNvSpPr/>
            <p:nvPr/>
          </p:nvSpPr>
          <p:spPr>
            <a:xfrm>
              <a:off x="2310025" y="4223225"/>
              <a:ext cx="337550" cy="12875"/>
            </a:xfrm>
            <a:custGeom>
              <a:avLst/>
              <a:gdLst/>
              <a:ahLst/>
              <a:cxnLst/>
              <a:rect l="l" t="t" r="r" b="b"/>
              <a:pathLst>
                <a:path w="13502" h="515" extrusionOk="0">
                  <a:moveTo>
                    <a:pt x="1" y="1"/>
                  </a:moveTo>
                  <a:lnTo>
                    <a:pt x="1" y="515"/>
                  </a:lnTo>
                  <a:lnTo>
                    <a:pt x="13502" y="515"/>
                  </a:lnTo>
                  <a:lnTo>
                    <a:pt x="13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57"/>
            <p:cNvSpPr/>
            <p:nvPr/>
          </p:nvSpPr>
          <p:spPr>
            <a:xfrm>
              <a:off x="3584550" y="3979725"/>
              <a:ext cx="69150" cy="148700"/>
            </a:xfrm>
            <a:custGeom>
              <a:avLst/>
              <a:gdLst/>
              <a:ahLst/>
              <a:cxnLst/>
              <a:rect l="l" t="t" r="r" b="b"/>
              <a:pathLst>
                <a:path w="2766" h="5948" extrusionOk="0">
                  <a:moveTo>
                    <a:pt x="162" y="1"/>
                  </a:moveTo>
                  <a:lnTo>
                    <a:pt x="1" y="3408"/>
                  </a:lnTo>
                  <a:lnTo>
                    <a:pt x="869" y="3408"/>
                  </a:lnTo>
                  <a:lnTo>
                    <a:pt x="869" y="3215"/>
                  </a:lnTo>
                  <a:cubicBezTo>
                    <a:pt x="869" y="2797"/>
                    <a:pt x="1062" y="2637"/>
                    <a:pt x="1351" y="2637"/>
                  </a:cubicBezTo>
                  <a:cubicBezTo>
                    <a:pt x="1640" y="2637"/>
                    <a:pt x="1833" y="2797"/>
                    <a:pt x="1833" y="3215"/>
                  </a:cubicBezTo>
                  <a:lnTo>
                    <a:pt x="1833" y="4533"/>
                  </a:lnTo>
                  <a:cubicBezTo>
                    <a:pt x="1833" y="4951"/>
                    <a:pt x="1640" y="5112"/>
                    <a:pt x="1351" y="5112"/>
                  </a:cubicBezTo>
                  <a:cubicBezTo>
                    <a:pt x="1062" y="5112"/>
                    <a:pt x="869" y="4951"/>
                    <a:pt x="869" y="4533"/>
                  </a:cubicBezTo>
                  <a:lnTo>
                    <a:pt x="869" y="3987"/>
                  </a:lnTo>
                  <a:lnTo>
                    <a:pt x="1" y="3987"/>
                  </a:lnTo>
                  <a:lnTo>
                    <a:pt x="1" y="4469"/>
                  </a:lnTo>
                  <a:cubicBezTo>
                    <a:pt x="1" y="5401"/>
                    <a:pt x="451" y="5948"/>
                    <a:pt x="1383" y="5948"/>
                  </a:cubicBezTo>
                  <a:cubicBezTo>
                    <a:pt x="2283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2" y="1801"/>
                    <a:pt x="1737" y="1801"/>
                  </a:cubicBezTo>
                  <a:cubicBezTo>
                    <a:pt x="1351" y="1801"/>
                    <a:pt x="1094" y="1962"/>
                    <a:pt x="933" y="2251"/>
                  </a:cubicBezTo>
                  <a:lnTo>
                    <a:pt x="997" y="837"/>
                  </a:lnTo>
                  <a:lnTo>
                    <a:pt x="2605" y="837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57"/>
            <p:cNvSpPr/>
            <p:nvPr/>
          </p:nvSpPr>
          <p:spPr>
            <a:xfrm>
              <a:off x="3666525" y="3978125"/>
              <a:ext cx="70750" cy="150300"/>
            </a:xfrm>
            <a:custGeom>
              <a:avLst/>
              <a:gdLst/>
              <a:ahLst/>
              <a:cxnLst/>
              <a:rect l="l" t="t" r="r" b="b"/>
              <a:pathLst>
                <a:path w="2830" h="6012" extrusionOk="0">
                  <a:moveTo>
                    <a:pt x="1415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57"/>
            <p:cNvSpPr/>
            <p:nvPr/>
          </p:nvSpPr>
          <p:spPr>
            <a:xfrm>
              <a:off x="3750100" y="3978125"/>
              <a:ext cx="70750" cy="150300"/>
            </a:xfrm>
            <a:custGeom>
              <a:avLst/>
              <a:gdLst/>
              <a:ahLst/>
              <a:cxnLst/>
              <a:rect l="l" t="t" r="r" b="b"/>
              <a:pathLst>
                <a:path w="2830" h="6012" extrusionOk="0">
                  <a:moveTo>
                    <a:pt x="1415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57"/>
            <p:cNvSpPr/>
            <p:nvPr/>
          </p:nvSpPr>
          <p:spPr>
            <a:xfrm>
              <a:off x="3835300" y="3979725"/>
              <a:ext cx="76350" cy="147100"/>
            </a:xfrm>
            <a:custGeom>
              <a:avLst/>
              <a:gdLst/>
              <a:ahLst/>
              <a:cxnLst/>
              <a:rect l="l" t="t" r="r" b="b"/>
              <a:pathLst>
                <a:path w="3054" h="5884" extrusionOk="0">
                  <a:moveTo>
                    <a:pt x="0" y="1"/>
                  </a:moveTo>
                  <a:lnTo>
                    <a:pt x="0" y="5883"/>
                  </a:lnTo>
                  <a:lnTo>
                    <a:pt x="932" y="5883"/>
                  </a:lnTo>
                  <a:lnTo>
                    <a:pt x="932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54" y="5883"/>
                  </a:lnTo>
                  <a:lnTo>
                    <a:pt x="1768" y="2605"/>
                  </a:lnTo>
                  <a:lnTo>
                    <a:pt x="3054" y="1"/>
                  </a:lnTo>
                  <a:lnTo>
                    <a:pt x="2154" y="1"/>
                  </a:lnTo>
                  <a:lnTo>
                    <a:pt x="932" y="2572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57"/>
            <p:cNvSpPr/>
            <p:nvPr/>
          </p:nvSpPr>
          <p:spPr>
            <a:xfrm>
              <a:off x="3576525" y="4223225"/>
              <a:ext cx="337550" cy="12875"/>
            </a:xfrm>
            <a:custGeom>
              <a:avLst/>
              <a:gdLst/>
              <a:ahLst/>
              <a:cxnLst/>
              <a:rect l="l" t="t" r="r" b="b"/>
              <a:pathLst>
                <a:path w="13502" h="515" extrusionOk="0">
                  <a:moveTo>
                    <a:pt x="1" y="1"/>
                  </a:moveTo>
                  <a:lnTo>
                    <a:pt x="1" y="515"/>
                  </a:lnTo>
                  <a:lnTo>
                    <a:pt x="13501" y="515"/>
                  </a:lnTo>
                  <a:lnTo>
                    <a:pt x="135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57"/>
            <p:cNvSpPr/>
            <p:nvPr/>
          </p:nvSpPr>
          <p:spPr>
            <a:xfrm>
              <a:off x="4959550" y="3979725"/>
              <a:ext cx="69125" cy="148700"/>
            </a:xfrm>
            <a:custGeom>
              <a:avLst/>
              <a:gdLst/>
              <a:ahLst/>
              <a:cxnLst/>
              <a:rect l="l" t="t" r="r" b="b"/>
              <a:pathLst>
                <a:path w="2765" h="5948" extrusionOk="0">
                  <a:moveTo>
                    <a:pt x="161" y="1"/>
                  </a:moveTo>
                  <a:lnTo>
                    <a:pt x="0" y="3408"/>
                  </a:lnTo>
                  <a:lnTo>
                    <a:pt x="868" y="3408"/>
                  </a:lnTo>
                  <a:lnTo>
                    <a:pt x="868" y="3215"/>
                  </a:lnTo>
                  <a:cubicBezTo>
                    <a:pt x="868" y="2797"/>
                    <a:pt x="1061" y="2637"/>
                    <a:pt x="1350" y="2637"/>
                  </a:cubicBezTo>
                  <a:cubicBezTo>
                    <a:pt x="1640" y="2637"/>
                    <a:pt x="1832" y="2797"/>
                    <a:pt x="1832" y="3215"/>
                  </a:cubicBezTo>
                  <a:lnTo>
                    <a:pt x="1832" y="4533"/>
                  </a:lnTo>
                  <a:cubicBezTo>
                    <a:pt x="1832" y="4951"/>
                    <a:pt x="1640" y="5112"/>
                    <a:pt x="1350" y="5112"/>
                  </a:cubicBezTo>
                  <a:cubicBezTo>
                    <a:pt x="1061" y="5112"/>
                    <a:pt x="868" y="4951"/>
                    <a:pt x="868" y="4533"/>
                  </a:cubicBezTo>
                  <a:lnTo>
                    <a:pt x="868" y="3987"/>
                  </a:lnTo>
                  <a:lnTo>
                    <a:pt x="0" y="3987"/>
                  </a:lnTo>
                  <a:lnTo>
                    <a:pt x="0" y="4469"/>
                  </a:lnTo>
                  <a:cubicBezTo>
                    <a:pt x="0" y="5401"/>
                    <a:pt x="482" y="5948"/>
                    <a:pt x="1382" y="5948"/>
                  </a:cubicBezTo>
                  <a:cubicBezTo>
                    <a:pt x="2282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1" y="1801"/>
                    <a:pt x="1736" y="1801"/>
                  </a:cubicBezTo>
                  <a:cubicBezTo>
                    <a:pt x="1350" y="1801"/>
                    <a:pt x="1093" y="1962"/>
                    <a:pt x="932" y="2251"/>
                  </a:cubicBezTo>
                  <a:lnTo>
                    <a:pt x="997" y="837"/>
                  </a:lnTo>
                  <a:lnTo>
                    <a:pt x="2604" y="837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57"/>
            <p:cNvSpPr/>
            <p:nvPr/>
          </p:nvSpPr>
          <p:spPr>
            <a:xfrm>
              <a:off x="5042325" y="3978125"/>
              <a:ext cx="69925" cy="150300"/>
            </a:xfrm>
            <a:custGeom>
              <a:avLst/>
              <a:gdLst/>
              <a:ahLst/>
              <a:cxnLst/>
              <a:rect l="l" t="t" r="r" b="b"/>
              <a:pathLst>
                <a:path w="2797" h="6012" extrusionOk="0">
                  <a:moveTo>
                    <a:pt x="1382" y="836"/>
                  </a:moveTo>
                  <a:cubicBezTo>
                    <a:pt x="1672" y="836"/>
                    <a:pt x="1864" y="997"/>
                    <a:pt x="1864" y="1415"/>
                  </a:cubicBezTo>
                  <a:lnTo>
                    <a:pt x="1864" y="4597"/>
                  </a:lnTo>
                  <a:cubicBezTo>
                    <a:pt x="1864" y="5015"/>
                    <a:pt x="1672" y="5176"/>
                    <a:pt x="1382" y="5176"/>
                  </a:cubicBezTo>
                  <a:cubicBezTo>
                    <a:pt x="1093" y="5176"/>
                    <a:pt x="900" y="5015"/>
                    <a:pt x="900" y="4597"/>
                  </a:cubicBezTo>
                  <a:lnTo>
                    <a:pt x="900" y="1415"/>
                  </a:lnTo>
                  <a:cubicBezTo>
                    <a:pt x="900" y="997"/>
                    <a:pt x="1093" y="836"/>
                    <a:pt x="1382" y="836"/>
                  </a:cubicBezTo>
                  <a:close/>
                  <a:moveTo>
                    <a:pt x="1382" y="1"/>
                  </a:moveTo>
                  <a:cubicBezTo>
                    <a:pt x="482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482" y="6012"/>
                    <a:pt x="1382" y="6012"/>
                  </a:cubicBezTo>
                  <a:cubicBezTo>
                    <a:pt x="2314" y="6012"/>
                    <a:pt x="2797" y="5465"/>
                    <a:pt x="2797" y="4533"/>
                  </a:cubicBezTo>
                  <a:lnTo>
                    <a:pt x="2797" y="1479"/>
                  </a:lnTo>
                  <a:cubicBezTo>
                    <a:pt x="2797" y="515"/>
                    <a:pt x="2314" y="1"/>
                    <a:pt x="1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57"/>
            <p:cNvSpPr/>
            <p:nvPr/>
          </p:nvSpPr>
          <p:spPr>
            <a:xfrm>
              <a:off x="5125075" y="3978125"/>
              <a:ext cx="70750" cy="150300"/>
            </a:xfrm>
            <a:custGeom>
              <a:avLst/>
              <a:gdLst/>
              <a:ahLst/>
              <a:cxnLst/>
              <a:rect l="l" t="t" r="r" b="b"/>
              <a:pathLst>
                <a:path w="2830" h="6012" extrusionOk="0">
                  <a:moveTo>
                    <a:pt x="1415" y="836"/>
                  </a:moveTo>
                  <a:cubicBezTo>
                    <a:pt x="1705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5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30" y="5465"/>
                    <a:pt x="2830" y="4533"/>
                  </a:cubicBezTo>
                  <a:lnTo>
                    <a:pt x="2830" y="1479"/>
                  </a:lnTo>
                  <a:cubicBezTo>
                    <a:pt x="2830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57"/>
            <p:cNvSpPr/>
            <p:nvPr/>
          </p:nvSpPr>
          <p:spPr>
            <a:xfrm>
              <a:off x="5210275" y="3979725"/>
              <a:ext cx="77175" cy="147100"/>
            </a:xfrm>
            <a:custGeom>
              <a:avLst/>
              <a:gdLst/>
              <a:ahLst/>
              <a:cxnLst/>
              <a:rect l="l" t="t" r="r" b="b"/>
              <a:pathLst>
                <a:path w="3087" h="5884" extrusionOk="0">
                  <a:moveTo>
                    <a:pt x="0" y="1"/>
                  </a:moveTo>
                  <a:lnTo>
                    <a:pt x="0" y="5883"/>
                  </a:lnTo>
                  <a:lnTo>
                    <a:pt x="932" y="5883"/>
                  </a:lnTo>
                  <a:lnTo>
                    <a:pt x="932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86" y="5883"/>
                  </a:lnTo>
                  <a:lnTo>
                    <a:pt x="1768" y="2605"/>
                  </a:lnTo>
                  <a:lnTo>
                    <a:pt x="3086" y="1"/>
                  </a:lnTo>
                  <a:lnTo>
                    <a:pt x="2154" y="1"/>
                  </a:lnTo>
                  <a:lnTo>
                    <a:pt x="932" y="2572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57"/>
            <p:cNvSpPr/>
            <p:nvPr/>
          </p:nvSpPr>
          <p:spPr>
            <a:xfrm>
              <a:off x="4952300" y="4223225"/>
              <a:ext cx="336750" cy="12875"/>
            </a:xfrm>
            <a:custGeom>
              <a:avLst/>
              <a:gdLst/>
              <a:ahLst/>
              <a:cxnLst/>
              <a:rect l="l" t="t" r="r" b="b"/>
              <a:pathLst>
                <a:path w="13470" h="515" extrusionOk="0">
                  <a:moveTo>
                    <a:pt x="1" y="1"/>
                  </a:moveTo>
                  <a:lnTo>
                    <a:pt x="1" y="515"/>
                  </a:lnTo>
                  <a:lnTo>
                    <a:pt x="13469" y="515"/>
                  </a:lnTo>
                  <a:lnTo>
                    <a:pt x="134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57"/>
            <p:cNvSpPr/>
            <p:nvPr/>
          </p:nvSpPr>
          <p:spPr>
            <a:xfrm>
              <a:off x="3124100" y="3854375"/>
              <a:ext cx="13675" cy="703175"/>
            </a:xfrm>
            <a:custGeom>
              <a:avLst/>
              <a:gdLst/>
              <a:ahLst/>
              <a:cxnLst/>
              <a:rect l="l" t="t" r="r" b="b"/>
              <a:pathLst>
                <a:path w="547" h="28127" extrusionOk="0">
                  <a:moveTo>
                    <a:pt x="0" y="0"/>
                  </a:moveTo>
                  <a:lnTo>
                    <a:pt x="0" y="28127"/>
                  </a:lnTo>
                  <a:lnTo>
                    <a:pt x="547" y="2812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57"/>
            <p:cNvSpPr/>
            <p:nvPr/>
          </p:nvSpPr>
          <p:spPr>
            <a:xfrm>
              <a:off x="4502275" y="3854375"/>
              <a:ext cx="12900" cy="703175"/>
            </a:xfrm>
            <a:custGeom>
              <a:avLst/>
              <a:gdLst/>
              <a:ahLst/>
              <a:cxnLst/>
              <a:rect l="l" t="t" r="r" b="b"/>
              <a:pathLst>
                <a:path w="516" h="28127" extrusionOk="0">
                  <a:moveTo>
                    <a:pt x="1" y="0"/>
                  </a:moveTo>
                  <a:lnTo>
                    <a:pt x="1" y="28127"/>
                  </a:lnTo>
                  <a:lnTo>
                    <a:pt x="515" y="28127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57"/>
            <p:cNvSpPr/>
            <p:nvPr/>
          </p:nvSpPr>
          <p:spPr>
            <a:xfrm>
              <a:off x="2361475" y="3788475"/>
              <a:ext cx="41000" cy="84400"/>
            </a:xfrm>
            <a:custGeom>
              <a:avLst/>
              <a:gdLst/>
              <a:ahLst/>
              <a:cxnLst/>
              <a:rect l="l" t="t" r="r" b="b"/>
              <a:pathLst>
                <a:path w="1640" h="3376" extrusionOk="0">
                  <a:moveTo>
                    <a:pt x="0" y="0"/>
                  </a:moveTo>
                  <a:lnTo>
                    <a:pt x="0" y="483"/>
                  </a:lnTo>
                  <a:lnTo>
                    <a:pt x="547" y="483"/>
                  </a:lnTo>
                  <a:lnTo>
                    <a:pt x="547" y="3376"/>
                  </a:lnTo>
                  <a:lnTo>
                    <a:pt x="1093" y="3376"/>
                  </a:lnTo>
                  <a:lnTo>
                    <a:pt x="1093" y="483"/>
                  </a:lnTo>
                  <a:lnTo>
                    <a:pt x="1639" y="483"/>
                  </a:lnTo>
                  <a:lnTo>
                    <a:pt x="16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57"/>
            <p:cNvSpPr/>
            <p:nvPr/>
          </p:nvSpPr>
          <p:spPr>
            <a:xfrm>
              <a:off x="2407275" y="3786875"/>
              <a:ext cx="40200" cy="86800"/>
            </a:xfrm>
            <a:custGeom>
              <a:avLst/>
              <a:gdLst/>
              <a:ahLst/>
              <a:cxnLst/>
              <a:rect l="l" t="t" r="r" b="b"/>
              <a:pathLst>
                <a:path w="1608" h="3472" extrusionOk="0">
                  <a:moveTo>
                    <a:pt x="804" y="482"/>
                  </a:moveTo>
                  <a:cubicBezTo>
                    <a:pt x="965" y="482"/>
                    <a:pt x="1093" y="579"/>
                    <a:pt x="1093" y="836"/>
                  </a:cubicBezTo>
                  <a:lnTo>
                    <a:pt x="1093" y="2636"/>
                  </a:lnTo>
                  <a:cubicBezTo>
                    <a:pt x="1093" y="2893"/>
                    <a:pt x="965" y="2990"/>
                    <a:pt x="804" y="2990"/>
                  </a:cubicBezTo>
                  <a:cubicBezTo>
                    <a:pt x="643" y="2990"/>
                    <a:pt x="547" y="2893"/>
                    <a:pt x="547" y="2636"/>
                  </a:cubicBezTo>
                  <a:lnTo>
                    <a:pt x="547" y="836"/>
                  </a:lnTo>
                  <a:cubicBezTo>
                    <a:pt x="547" y="579"/>
                    <a:pt x="643" y="482"/>
                    <a:pt x="804" y="482"/>
                  </a:cubicBezTo>
                  <a:close/>
                  <a:moveTo>
                    <a:pt x="804" y="0"/>
                  </a:moveTo>
                  <a:cubicBezTo>
                    <a:pt x="290" y="0"/>
                    <a:pt x="0" y="322"/>
                    <a:pt x="0" y="868"/>
                  </a:cubicBezTo>
                  <a:lnTo>
                    <a:pt x="0" y="2604"/>
                  </a:lnTo>
                  <a:cubicBezTo>
                    <a:pt x="0" y="3150"/>
                    <a:pt x="290" y="3472"/>
                    <a:pt x="804" y="3472"/>
                  </a:cubicBezTo>
                  <a:cubicBezTo>
                    <a:pt x="1318" y="3472"/>
                    <a:pt x="1608" y="3150"/>
                    <a:pt x="1608" y="2604"/>
                  </a:cubicBezTo>
                  <a:lnTo>
                    <a:pt x="1608" y="868"/>
                  </a:lnTo>
                  <a:cubicBezTo>
                    <a:pt x="1608" y="322"/>
                    <a:pt x="1318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57"/>
            <p:cNvSpPr/>
            <p:nvPr/>
          </p:nvSpPr>
          <p:spPr>
            <a:xfrm>
              <a:off x="2456300" y="3788475"/>
              <a:ext cx="40200" cy="84400"/>
            </a:xfrm>
            <a:custGeom>
              <a:avLst/>
              <a:gdLst/>
              <a:ahLst/>
              <a:cxnLst/>
              <a:rect l="l" t="t" r="r" b="b"/>
              <a:pathLst>
                <a:path w="1608" h="3376" extrusionOk="0">
                  <a:moveTo>
                    <a:pt x="836" y="483"/>
                  </a:moveTo>
                  <a:cubicBezTo>
                    <a:pt x="997" y="483"/>
                    <a:pt x="1093" y="547"/>
                    <a:pt x="1093" y="804"/>
                  </a:cubicBezTo>
                  <a:lnTo>
                    <a:pt x="1093" y="2540"/>
                  </a:lnTo>
                  <a:cubicBezTo>
                    <a:pt x="1093" y="2797"/>
                    <a:pt x="997" y="2893"/>
                    <a:pt x="836" y="2893"/>
                  </a:cubicBezTo>
                  <a:lnTo>
                    <a:pt x="514" y="2893"/>
                  </a:lnTo>
                  <a:lnTo>
                    <a:pt x="514" y="483"/>
                  </a:lnTo>
                  <a:close/>
                  <a:moveTo>
                    <a:pt x="0" y="0"/>
                  </a:moveTo>
                  <a:lnTo>
                    <a:pt x="0" y="3376"/>
                  </a:lnTo>
                  <a:lnTo>
                    <a:pt x="836" y="3376"/>
                  </a:lnTo>
                  <a:cubicBezTo>
                    <a:pt x="1350" y="3376"/>
                    <a:pt x="1607" y="3054"/>
                    <a:pt x="1607" y="2540"/>
                  </a:cubicBezTo>
                  <a:lnTo>
                    <a:pt x="1607" y="804"/>
                  </a:lnTo>
                  <a:cubicBezTo>
                    <a:pt x="1607" y="290"/>
                    <a:pt x="1350" y="0"/>
                    <a:pt x="8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57"/>
            <p:cNvSpPr/>
            <p:nvPr/>
          </p:nvSpPr>
          <p:spPr>
            <a:xfrm>
              <a:off x="2501300" y="3788475"/>
              <a:ext cx="46625" cy="84400"/>
            </a:xfrm>
            <a:custGeom>
              <a:avLst/>
              <a:gdLst/>
              <a:ahLst/>
              <a:cxnLst/>
              <a:rect l="l" t="t" r="r" b="b"/>
              <a:pathLst>
                <a:path w="1865" h="3376" extrusionOk="0">
                  <a:moveTo>
                    <a:pt x="900" y="579"/>
                  </a:moveTo>
                  <a:lnTo>
                    <a:pt x="1157" y="2283"/>
                  </a:lnTo>
                  <a:lnTo>
                    <a:pt x="675" y="2283"/>
                  </a:lnTo>
                  <a:lnTo>
                    <a:pt x="900" y="579"/>
                  </a:lnTo>
                  <a:close/>
                  <a:moveTo>
                    <a:pt x="547" y="0"/>
                  </a:moveTo>
                  <a:lnTo>
                    <a:pt x="0" y="3376"/>
                  </a:lnTo>
                  <a:lnTo>
                    <a:pt x="515" y="3376"/>
                  </a:lnTo>
                  <a:lnTo>
                    <a:pt x="579" y="2765"/>
                  </a:lnTo>
                  <a:lnTo>
                    <a:pt x="1254" y="2765"/>
                  </a:lnTo>
                  <a:lnTo>
                    <a:pt x="1350" y="3376"/>
                  </a:lnTo>
                  <a:lnTo>
                    <a:pt x="1865" y="3376"/>
                  </a:lnTo>
                  <a:lnTo>
                    <a:pt x="13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57"/>
            <p:cNvSpPr/>
            <p:nvPr/>
          </p:nvSpPr>
          <p:spPr>
            <a:xfrm>
              <a:off x="2549500" y="3788475"/>
              <a:ext cx="47450" cy="84400"/>
            </a:xfrm>
            <a:custGeom>
              <a:avLst/>
              <a:gdLst/>
              <a:ahLst/>
              <a:cxnLst/>
              <a:rect l="l" t="t" r="r" b="b"/>
              <a:pathLst>
                <a:path w="1898" h="3376" extrusionOk="0">
                  <a:moveTo>
                    <a:pt x="1" y="0"/>
                  </a:moveTo>
                  <a:lnTo>
                    <a:pt x="676" y="2251"/>
                  </a:lnTo>
                  <a:lnTo>
                    <a:pt x="676" y="3376"/>
                  </a:lnTo>
                  <a:lnTo>
                    <a:pt x="1222" y="3376"/>
                  </a:lnTo>
                  <a:lnTo>
                    <a:pt x="1222" y="2251"/>
                  </a:lnTo>
                  <a:lnTo>
                    <a:pt x="1897" y="0"/>
                  </a:lnTo>
                  <a:lnTo>
                    <a:pt x="1383" y="0"/>
                  </a:lnTo>
                  <a:lnTo>
                    <a:pt x="965" y="1511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57"/>
            <p:cNvSpPr/>
            <p:nvPr/>
          </p:nvSpPr>
          <p:spPr>
            <a:xfrm>
              <a:off x="3644025" y="3788475"/>
              <a:ext cx="64325" cy="84400"/>
            </a:xfrm>
            <a:custGeom>
              <a:avLst/>
              <a:gdLst/>
              <a:ahLst/>
              <a:cxnLst/>
              <a:rect l="l" t="t" r="r" b="b"/>
              <a:pathLst>
                <a:path w="2573" h="3376" extrusionOk="0">
                  <a:moveTo>
                    <a:pt x="1" y="0"/>
                  </a:moveTo>
                  <a:lnTo>
                    <a:pt x="354" y="3376"/>
                  </a:lnTo>
                  <a:lnTo>
                    <a:pt x="1094" y="3376"/>
                  </a:lnTo>
                  <a:lnTo>
                    <a:pt x="1286" y="1575"/>
                  </a:lnTo>
                  <a:lnTo>
                    <a:pt x="1479" y="3376"/>
                  </a:lnTo>
                  <a:lnTo>
                    <a:pt x="2186" y="3376"/>
                  </a:lnTo>
                  <a:lnTo>
                    <a:pt x="2572" y="0"/>
                  </a:lnTo>
                  <a:lnTo>
                    <a:pt x="2090" y="0"/>
                  </a:lnTo>
                  <a:lnTo>
                    <a:pt x="1833" y="2668"/>
                  </a:lnTo>
                  <a:lnTo>
                    <a:pt x="1576" y="0"/>
                  </a:lnTo>
                  <a:lnTo>
                    <a:pt x="1061" y="0"/>
                  </a:lnTo>
                  <a:lnTo>
                    <a:pt x="804" y="2636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57"/>
            <p:cNvSpPr/>
            <p:nvPr/>
          </p:nvSpPr>
          <p:spPr>
            <a:xfrm>
              <a:off x="3714750" y="3788475"/>
              <a:ext cx="36175" cy="84400"/>
            </a:xfrm>
            <a:custGeom>
              <a:avLst/>
              <a:gdLst/>
              <a:ahLst/>
              <a:cxnLst/>
              <a:rect l="l" t="t" r="r" b="b"/>
              <a:pathLst>
                <a:path w="1447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1447" y="3376"/>
                  </a:lnTo>
                  <a:lnTo>
                    <a:pt x="1447" y="2893"/>
                  </a:lnTo>
                  <a:lnTo>
                    <a:pt x="515" y="2893"/>
                  </a:lnTo>
                  <a:lnTo>
                    <a:pt x="515" y="1897"/>
                  </a:lnTo>
                  <a:lnTo>
                    <a:pt x="1254" y="1897"/>
                  </a:lnTo>
                  <a:lnTo>
                    <a:pt x="1254" y="1415"/>
                  </a:lnTo>
                  <a:lnTo>
                    <a:pt x="515" y="1415"/>
                  </a:lnTo>
                  <a:lnTo>
                    <a:pt x="515" y="483"/>
                  </a:lnTo>
                  <a:lnTo>
                    <a:pt x="1447" y="48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57"/>
            <p:cNvSpPr/>
            <p:nvPr/>
          </p:nvSpPr>
          <p:spPr>
            <a:xfrm>
              <a:off x="3758950" y="3788475"/>
              <a:ext cx="36175" cy="84400"/>
            </a:xfrm>
            <a:custGeom>
              <a:avLst/>
              <a:gdLst/>
              <a:ahLst/>
              <a:cxnLst/>
              <a:rect l="l" t="t" r="r" b="b"/>
              <a:pathLst>
                <a:path w="1447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1447" y="3376"/>
                  </a:lnTo>
                  <a:lnTo>
                    <a:pt x="1447" y="2893"/>
                  </a:lnTo>
                  <a:lnTo>
                    <a:pt x="547" y="2893"/>
                  </a:lnTo>
                  <a:lnTo>
                    <a:pt x="547" y="1897"/>
                  </a:lnTo>
                  <a:lnTo>
                    <a:pt x="1254" y="1897"/>
                  </a:lnTo>
                  <a:lnTo>
                    <a:pt x="1254" y="1415"/>
                  </a:lnTo>
                  <a:lnTo>
                    <a:pt x="547" y="1415"/>
                  </a:lnTo>
                  <a:lnTo>
                    <a:pt x="547" y="483"/>
                  </a:lnTo>
                  <a:lnTo>
                    <a:pt x="1447" y="48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57"/>
            <p:cNvSpPr/>
            <p:nvPr/>
          </p:nvSpPr>
          <p:spPr>
            <a:xfrm>
              <a:off x="3803150" y="3788475"/>
              <a:ext cx="44225" cy="84400"/>
            </a:xfrm>
            <a:custGeom>
              <a:avLst/>
              <a:gdLst/>
              <a:ahLst/>
              <a:cxnLst/>
              <a:rect l="l" t="t" r="r" b="b"/>
              <a:pathLst>
                <a:path w="1769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547" y="3376"/>
                  </a:lnTo>
                  <a:lnTo>
                    <a:pt x="547" y="2315"/>
                  </a:lnTo>
                  <a:lnTo>
                    <a:pt x="707" y="2026"/>
                  </a:lnTo>
                  <a:lnTo>
                    <a:pt x="1222" y="3376"/>
                  </a:lnTo>
                  <a:lnTo>
                    <a:pt x="1768" y="3376"/>
                  </a:lnTo>
                  <a:lnTo>
                    <a:pt x="1029" y="1479"/>
                  </a:lnTo>
                  <a:lnTo>
                    <a:pt x="1768" y="0"/>
                  </a:lnTo>
                  <a:lnTo>
                    <a:pt x="1222" y="0"/>
                  </a:lnTo>
                  <a:lnTo>
                    <a:pt x="547" y="144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57"/>
            <p:cNvSpPr/>
            <p:nvPr/>
          </p:nvSpPr>
          <p:spPr>
            <a:xfrm>
              <a:off x="4995700" y="3788475"/>
              <a:ext cx="56275" cy="84400"/>
            </a:xfrm>
            <a:custGeom>
              <a:avLst/>
              <a:gdLst/>
              <a:ahLst/>
              <a:cxnLst/>
              <a:rect l="l" t="t" r="r" b="b"/>
              <a:pathLst>
                <a:path w="2251" h="3376" extrusionOk="0">
                  <a:moveTo>
                    <a:pt x="1" y="0"/>
                  </a:moveTo>
                  <a:lnTo>
                    <a:pt x="1" y="3376"/>
                  </a:lnTo>
                  <a:lnTo>
                    <a:pt x="483" y="3376"/>
                  </a:lnTo>
                  <a:lnTo>
                    <a:pt x="483" y="965"/>
                  </a:lnTo>
                  <a:lnTo>
                    <a:pt x="869" y="3376"/>
                  </a:lnTo>
                  <a:lnTo>
                    <a:pt x="1383" y="3376"/>
                  </a:lnTo>
                  <a:lnTo>
                    <a:pt x="1736" y="933"/>
                  </a:lnTo>
                  <a:lnTo>
                    <a:pt x="1736" y="3376"/>
                  </a:lnTo>
                  <a:lnTo>
                    <a:pt x="2251" y="3376"/>
                  </a:lnTo>
                  <a:lnTo>
                    <a:pt x="2251" y="0"/>
                  </a:lnTo>
                  <a:lnTo>
                    <a:pt x="1511" y="0"/>
                  </a:lnTo>
                  <a:lnTo>
                    <a:pt x="1126" y="2379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57"/>
            <p:cNvSpPr/>
            <p:nvPr/>
          </p:nvSpPr>
          <p:spPr>
            <a:xfrm>
              <a:off x="5060000" y="3786875"/>
              <a:ext cx="40200" cy="86800"/>
            </a:xfrm>
            <a:custGeom>
              <a:avLst/>
              <a:gdLst/>
              <a:ahLst/>
              <a:cxnLst/>
              <a:rect l="l" t="t" r="r" b="b"/>
              <a:pathLst>
                <a:path w="1608" h="3472" extrusionOk="0">
                  <a:moveTo>
                    <a:pt x="804" y="482"/>
                  </a:moveTo>
                  <a:cubicBezTo>
                    <a:pt x="997" y="482"/>
                    <a:pt x="1093" y="579"/>
                    <a:pt x="1093" y="836"/>
                  </a:cubicBezTo>
                  <a:lnTo>
                    <a:pt x="1093" y="2636"/>
                  </a:lnTo>
                  <a:cubicBezTo>
                    <a:pt x="1093" y="2893"/>
                    <a:pt x="997" y="2990"/>
                    <a:pt x="804" y="2990"/>
                  </a:cubicBezTo>
                  <a:cubicBezTo>
                    <a:pt x="643" y="2990"/>
                    <a:pt x="547" y="2893"/>
                    <a:pt x="547" y="2636"/>
                  </a:cubicBezTo>
                  <a:lnTo>
                    <a:pt x="547" y="836"/>
                  </a:lnTo>
                  <a:cubicBezTo>
                    <a:pt x="547" y="579"/>
                    <a:pt x="643" y="482"/>
                    <a:pt x="804" y="482"/>
                  </a:cubicBezTo>
                  <a:close/>
                  <a:moveTo>
                    <a:pt x="804" y="0"/>
                  </a:moveTo>
                  <a:cubicBezTo>
                    <a:pt x="290" y="0"/>
                    <a:pt x="0" y="322"/>
                    <a:pt x="0" y="868"/>
                  </a:cubicBezTo>
                  <a:lnTo>
                    <a:pt x="0" y="2604"/>
                  </a:lnTo>
                  <a:cubicBezTo>
                    <a:pt x="0" y="3150"/>
                    <a:pt x="290" y="3472"/>
                    <a:pt x="804" y="3472"/>
                  </a:cubicBezTo>
                  <a:cubicBezTo>
                    <a:pt x="1350" y="3472"/>
                    <a:pt x="1607" y="3150"/>
                    <a:pt x="1607" y="2604"/>
                  </a:cubicBezTo>
                  <a:lnTo>
                    <a:pt x="1607" y="868"/>
                  </a:lnTo>
                  <a:cubicBezTo>
                    <a:pt x="1607" y="322"/>
                    <a:pt x="1350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57"/>
            <p:cNvSpPr/>
            <p:nvPr/>
          </p:nvSpPr>
          <p:spPr>
            <a:xfrm>
              <a:off x="5109025" y="3788475"/>
              <a:ext cx="41800" cy="84400"/>
            </a:xfrm>
            <a:custGeom>
              <a:avLst/>
              <a:gdLst/>
              <a:ahLst/>
              <a:cxnLst/>
              <a:rect l="l" t="t" r="r" b="b"/>
              <a:pathLst>
                <a:path w="1672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482" y="3376"/>
                  </a:lnTo>
                  <a:lnTo>
                    <a:pt x="482" y="933"/>
                  </a:lnTo>
                  <a:lnTo>
                    <a:pt x="1125" y="3376"/>
                  </a:lnTo>
                  <a:lnTo>
                    <a:pt x="1672" y="3376"/>
                  </a:lnTo>
                  <a:lnTo>
                    <a:pt x="1672" y="0"/>
                  </a:lnTo>
                  <a:lnTo>
                    <a:pt x="1222" y="0"/>
                  </a:lnTo>
                  <a:lnTo>
                    <a:pt x="1222" y="1993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57"/>
            <p:cNvSpPr/>
            <p:nvPr/>
          </p:nvSpPr>
          <p:spPr>
            <a:xfrm>
              <a:off x="5156425" y="3788475"/>
              <a:ext cx="41000" cy="84400"/>
            </a:xfrm>
            <a:custGeom>
              <a:avLst/>
              <a:gdLst/>
              <a:ahLst/>
              <a:cxnLst/>
              <a:rect l="l" t="t" r="r" b="b"/>
              <a:pathLst>
                <a:path w="1640" h="3376" extrusionOk="0">
                  <a:moveTo>
                    <a:pt x="1" y="0"/>
                  </a:moveTo>
                  <a:lnTo>
                    <a:pt x="1" y="483"/>
                  </a:lnTo>
                  <a:lnTo>
                    <a:pt x="579" y="483"/>
                  </a:lnTo>
                  <a:lnTo>
                    <a:pt x="579" y="3376"/>
                  </a:lnTo>
                  <a:lnTo>
                    <a:pt x="1093" y="3376"/>
                  </a:lnTo>
                  <a:lnTo>
                    <a:pt x="1093" y="483"/>
                  </a:lnTo>
                  <a:lnTo>
                    <a:pt x="1640" y="483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57"/>
            <p:cNvSpPr/>
            <p:nvPr/>
          </p:nvSpPr>
          <p:spPr>
            <a:xfrm>
              <a:off x="5203850" y="3788475"/>
              <a:ext cx="41800" cy="84400"/>
            </a:xfrm>
            <a:custGeom>
              <a:avLst/>
              <a:gdLst/>
              <a:ahLst/>
              <a:cxnLst/>
              <a:rect l="l" t="t" r="r" b="b"/>
              <a:pathLst>
                <a:path w="1672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514" y="3376"/>
                  </a:lnTo>
                  <a:lnTo>
                    <a:pt x="514" y="1929"/>
                  </a:lnTo>
                  <a:lnTo>
                    <a:pt x="1125" y="1929"/>
                  </a:lnTo>
                  <a:lnTo>
                    <a:pt x="1125" y="3376"/>
                  </a:lnTo>
                  <a:lnTo>
                    <a:pt x="1672" y="3376"/>
                  </a:lnTo>
                  <a:lnTo>
                    <a:pt x="1672" y="0"/>
                  </a:lnTo>
                  <a:lnTo>
                    <a:pt x="1125" y="0"/>
                  </a:lnTo>
                  <a:lnTo>
                    <a:pt x="1125" y="1447"/>
                  </a:lnTo>
                  <a:lnTo>
                    <a:pt x="514" y="1447"/>
                  </a:lnTo>
                  <a:lnTo>
                    <a:pt x="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57"/>
            <p:cNvSpPr/>
            <p:nvPr/>
          </p:nvSpPr>
          <p:spPr>
            <a:xfrm>
              <a:off x="5501975" y="4781525"/>
              <a:ext cx="384950" cy="152150"/>
            </a:xfrm>
            <a:custGeom>
              <a:avLst/>
              <a:gdLst/>
              <a:ahLst/>
              <a:cxnLst/>
              <a:rect l="l" t="t" r="r" b="b"/>
              <a:pathLst>
                <a:path w="15398" h="6086" extrusionOk="0">
                  <a:moveTo>
                    <a:pt x="10219" y="1"/>
                  </a:moveTo>
                  <a:cubicBezTo>
                    <a:pt x="9435" y="1"/>
                    <a:pt x="8648" y="105"/>
                    <a:pt x="7908" y="234"/>
                  </a:cubicBezTo>
                  <a:cubicBezTo>
                    <a:pt x="5112" y="716"/>
                    <a:pt x="2669" y="1841"/>
                    <a:pt x="1" y="2773"/>
                  </a:cubicBezTo>
                  <a:cubicBezTo>
                    <a:pt x="1" y="2773"/>
                    <a:pt x="76" y="2748"/>
                    <a:pt x="266" y="2748"/>
                  </a:cubicBezTo>
                  <a:cubicBezTo>
                    <a:pt x="818" y="2748"/>
                    <a:pt x="2340" y="2962"/>
                    <a:pt x="5787" y="4638"/>
                  </a:cubicBezTo>
                  <a:cubicBezTo>
                    <a:pt x="7449" y="5454"/>
                    <a:pt x="9357" y="6085"/>
                    <a:pt x="11271" y="6085"/>
                  </a:cubicBezTo>
                  <a:cubicBezTo>
                    <a:pt x="11318" y="6085"/>
                    <a:pt x="11365" y="6085"/>
                    <a:pt x="11412" y="6084"/>
                  </a:cubicBezTo>
                  <a:cubicBezTo>
                    <a:pt x="12987" y="6020"/>
                    <a:pt x="15398" y="5602"/>
                    <a:pt x="15301" y="3577"/>
                  </a:cubicBezTo>
                  <a:cubicBezTo>
                    <a:pt x="15301" y="3577"/>
                    <a:pt x="14594" y="1231"/>
                    <a:pt x="12505" y="395"/>
                  </a:cubicBezTo>
                  <a:cubicBezTo>
                    <a:pt x="11782" y="105"/>
                    <a:pt x="11002" y="1"/>
                    <a:pt x="10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57"/>
            <p:cNvSpPr/>
            <p:nvPr/>
          </p:nvSpPr>
          <p:spPr>
            <a:xfrm>
              <a:off x="5530100" y="4563375"/>
              <a:ext cx="360850" cy="175900"/>
            </a:xfrm>
            <a:custGeom>
              <a:avLst/>
              <a:gdLst/>
              <a:ahLst/>
              <a:cxnLst/>
              <a:rect l="l" t="t" r="r" b="b"/>
              <a:pathLst>
                <a:path w="14434" h="7036" extrusionOk="0">
                  <a:moveTo>
                    <a:pt x="5706" y="1"/>
                  </a:moveTo>
                  <a:cubicBezTo>
                    <a:pt x="3817" y="1"/>
                    <a:pt x="1947" y="203"/>
                    <a:pt x="1" y="313"/>
                  </a:cubicBezTo>
                  <a:cubicBezTo>
                    <a:pt x="1" y="313"/>
                    <a:pt x="2" y="313"/>
                    <a:pt x="5" y="313"/>
                  </a:cubicBezTo>
                  <a:cubicBezTo>
                    <a:pt x="90" y="313"/>
                    <a:pt x="1356" y="373"/>
                    <a:pt x="5015" y="3753"/>
                  </a:cubicBezTo>
                  <a:cubicBezTo>
                    <a:pt x="6397" y="5038"/>
                    <a:pt x="8101" y="6228"/>
                    <a:pt x="9966" y="6742"/>
                  </a:cubicBezTo>
                  <a:cubicBezTo>
                    <a:pt x="10551" y="6901"/>
                    <a:pt x="11261" y="7036"/>
                    <a:pt x="11945" y="7036"/>
                  </a:cubicBezTo>
                  <a:cubicBezTo>
                    <a:pt x="13064" y="7036"/>
                    <a:pt x="14114" y="6673"/>
                    <a:pt x="14434" y="5456"/>
                  </a:cubicBezTo>
                  <a:cubicBezTo>
                    <a:pt x="14434" y="5456"/>
                    <a:pt x="14434" y="3045"/>
                    <a:pt x="12666" y="1631"/>
                  </a:cubicBezTo>
                  <a:cubicBezTo>
                    <a:pt x="11444" y="667"/>
                    <a:pt x="9805" y="313"/>
                    <a:pt x="8294" y="152"/>
                  </a:cubicBezTo>
                  <a:cubicBezTo>
                    <a:pt x="7422" y="42"/>
                    <a:pt x="6562" y="1"/>
                    <a:pt x="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57"/>
            <p:cNvSpPr/>
            <p:nvPr/>
          </p:nvSpPr>
          <p:spPr>
            <a:xfrm>
              <a:off x="5963250" y="4563150"/>
              <a:ext cx="171200" cy="366975"/>
            </a:xfrm>
            <a:custGeom>
              <a:avLst/>
              <a:gdLst/>
              <a:ahLst/>
              <a:cxnLst/>
              <a:rect l="l" t="t" r="r" b="b"/>
              <a:pathLst>
                <a:path w="6848" h="14679" extrusionOk="0">
                  <a:moveTo>
                    <a:pt x="6847" y="1"/>
                  </a:moveTo>
                  <a:cubicBezTo>
                    <a:pt x="4983" y="2090"/>
                    <a:pt x="3054" y="3954"/>
                    <a:pt x="1576" y="6365"/>
                  </a:cubicBezTo>
                  <a:cubicBezTo>
                    <a:pt x="772" y="7683"/>
                    <a:pt x="1" y="9162"/>
                    <a:pt x="1" y="10737"/>
                  </a:cubicBezTo>
                  <a:cubicBezTo>
                    <a:pt x="33" y="12987"/>
                    <a:pt x="1929" y="14498"/>
                    <a:pt x="1929" y="14498"/>
                  </a:cubicBezTo>
                  <a:cubicBezTo>
                    <a:pt x="2213" y="14622"/>
                    <a:pt x="2485" y="14678"/>
                    <a:pt x="2744" y="14678"/>
                  </a:cubicBezTo>
                  <a:cubicBezTo>
                    <a:pt x="4153" y="14678"/>
                    <a:pt x="5174" y="13020"/>
                    <a:pt x="5690" y="11798"/>
                  </a:cubicBezTo>
                  <a:cubicBezTo>
                    <a:pt x="6462" y="9998"/>
                    <a:pt x="6558" y="7940"/>
                    <a:pt x="6430" y="6044"/>
                  </a:cubicBezTo>
                  <a:cubicBezTo>
                    <a:pt x="6044" y="910"/>
                    <a:pt x="6844" y="4"/>
                    <a:pt x="6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57"/>
            <p:cNvSpPr/>
            <p:nvPr/>
          </p:nvSpPr>
          <p:spPr>
            <a:xfrm>
              <a:off x="6172200" y="4849250"/>
              <a:ext cx="349575" cy="202350"/>
            </a:xfrm>
            <a:custGeom>
              <a:avLst/>
              <a:gdLst/>
              <a:ahLst/>
              <a:cxnLst/>
              <a:rect l="l" t="t" r="r" b="b"/>
              <a:pathLst>
                <a:path w="13983" h="8094" extrusionOk="0">
                  <a:moveTo>
                    <a:pt x="13983" y="0"/>
                  </a:moveTo>
                  <a:cubicBezTo>
                    <a:pt x="13983" y="0"/>
                    <a:pt x="13983" y="0"/>
                    <a:pt x="13983" y="0"/>
                  </a:cubicBezTo>
                  <a:lnTo>
                    <a:pt x="13983" y="0"/>
                  </a:lnTo>
                  <a:cubicBezTo>
                    <a:pt x="13983" y="0"/>
                    <a:pt x="13983" y="0"/>
                    <a:pt x="13983" y="0"/>
                  </a:cubicBezTo>
                  <a:close/>
                  <a:moveTo>
                    <a:pt x="13983" y="0"/>
                  </a:moveTo>
                  <a:cubicBezTo>
                    <a:pt x="11186" y="161"/>
                    <a:pt x="8518" y="129"/>
                    <a:pt x="5754" y="772"/>
                  </a:cubicBezTo>
                  <a:cubicBezTo>
                    <a:pt x="4275" y="1157"/>
                    <a:pt x="2668" y="1672"/>
                    <a:pt x="1575" y="2765"/>
                  </a:cubicBezTo>
                  <a:cubicBezTo>
                    <a:pt x="0" y="4372"/>
                    <a:pt x="257" y="6783"/>
                    <a:pt x="257" y="6783"/>
                  </a:cubicBezTo>
                  <a:cubicBezTo>
                    <a:pt x="641" y="7768"/>
                    <a:pt x="1468" y="8094"/>
                    <a:pt x="2381" y="8094"/>
                  </a:cubicBezTo>
                  <a:cubicBezTo>
                    <a:pt x="3226" y="8094"/>
                    <a:pt x="4144" y="7815"/>
                    <a:pt x="4854" y="7522"/>
                  </a:cubicBezTo>
                  <a:cubicBezTo>
                    <a:pt x="6654" y="6783"/>
                    <a:pt x="8197" y="5433"/>
                    <a:pt x="9418" y="3986"/>
                  </a:cubicBezTo>
                  <a:cubicBezTo>
                    <a:pt x="12783" y="77"/>
                    <a:pt x="13975" y="1"/>
                    <a:pt x="13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57"/>
            <p:cNvSpPr/>
            <p:nvPr/>
          </p:nvSpPr>
          <p:spPr>
            <a:xfrm>
              <a:off x="6055675" y="4428950"/>
              <a:ext cx="163950" cy="374500"/>
            </a:xfrm>
            <a:custGeom>
              <a:avLst/>
              <a:gdLst/>
              <a:ahLst/>
              <a:cxnLst/>
              <a:rect l="l" t="t" r="r" b="b"/>
              <a:pathLst>
                <a:path w="6558" h="14980" extrusionOk="0">
                  <a:moveTo>
                    <a:pt x="1254" y="1"/>
                  </a:moveTo>
                  <a:cubicBezTo>
                    <a:pt x="1254" y="1"/>
                    <a:pt x="1254" y="1"/>
                    <a:pt x="1254" y="1"/>
                  </a:cubicBezTo>
                  <a:lnTo>
                    <a:pt x="1254" y="1"/>
                  </a:lnTo>
                  <a:cubicBezTo>
                    <a:pt x="1254" y="1"/>
                    <a:pt x="1254" y="1"/>
                    <a:pt x="1254" y="1"/>
                  </a:cubicBezTo>
                  <a:close/>
                  <a:moveTo>
                    <a:pt x="1254" y="1"/>
                  </a:moveTo>
                  <a:lnTo>
                    <a:pt x="1254" y="1"/>
                  </a:lnTo>
                  <a:cubicBezTo>
                    <a:pt x="740" y="2797"/>
                    <a:pt x="32" y="5369"/>
                    <a:pt x="0" y="8197"/>
                  </a:cubicBezTo>
                  <a:cubicBezTo>
                    <a:pt x="0" y="9740"/>
                    <a:pt x="129" y="11412"/>
                    <a:pt x="932" y="12730"/>
                  </a:cubicBezTo>
                  <a:cubicBezTo>
                    <a:pt x="2090" y="14658"/>
                    <a:pt x="4500" y="14980"/>
                    <a:pt x="4500" y="14980"/>
                  </a:cubicBezTo>
                  <a:cubicBezTo>
                    <a:pt x="6493" y="14723"/>
                    <a:pt x="6558" y="12280"/>
                    <a:pt x="6333" y="10737"/>
                  </a:cubicBezTo>
                  <a:cubicBezTo>
                    <a:pt x="6076" y="8808"/>
                    <a:pt x="5111" y="6976"/>
                    <a:pt x="4018" y="5401"/>
                  </a:cubicBezTo>
                  <a:cubicBezTo>
                    <a:pt x="1044" y="1212"/>
                    <a:pt x="1252" y="13"/>
                    <a:pt x="1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57"/>
            <p:cNvSpPr/>
            <p:nvPr/>
          </p:nvSpPr>
          <p:spPr>
            <a:xfrm>
              <a:off x="6315225" y="4531000"/>
              <a:ext cx="371300" cy="201600"/>
            </a:xfrm>
            <a:custGeom>
              <a:avLst/>
              <a:gdLst/>
              <a:ahLst/>
              <a:cxnLst/>
              <a:rect l="l" t="t" r="r" b="b"/>
              <a:pathLst>
                <a:path w="14852" h="8064" extrusionOk="0">
                  <a:moveTo>
                    <a:pt x="14852" y="1"/>
                  </a:moveTo>
                  <a:cubicBezTo>
                    <a:pt x="14851" y="1"/>
                    <a:pt x="14851" y="2"/>
                    <a:pt x="14851" y="2"/>
                  </a:cubicBezTo>
                  <a:lnTo>
                    <a:pt x="14851" y="2"/>
                  </a:lnTo>
                  <a:cubicBezTo>
                    <a:pt x="14851" y="1"/>
                    <a:pt x="14852" y="1"/>
                    <a:pt x="14852" y="1"/>
                  </a:cubicBezTo>
                  <a:close/>
                  <a:moveTo>
                    <a:pt x="14851" y="2"/>
                  </a:moveTo>
                  <a:lnTo>
                    <a:pt x="14851" y="2"/>
                  </a:lnTo>
                  <a:cubicBezTo>
                    <a:pt x="14821" y="35"/>
                    <a:pt x="13983" y="905"/>
                    <a:pt x="8905" y="1126"/>
                  </a:cubicBezTo>
                  <a:cubicBezTo>
                    <a:pt x="7008" y="1190"/>
                    <a:pt x="4983" y="1544"/>
                    <a:pt x="3280" y="2540"/>
                  </a:cubicBezTo>
                  <a:cubicBezTo>
                    <a:pt x="1897" y="3312"/>
                    <a:pt x="1" y="4823"/>
                    <a:pt x="1030" y="6591"/>
                  </a:cubicBezTo>
                  <a:cubicBezTo>
                    <a:pt x="1030" y="6591"/>
                    <a:pt x="2530" y="8063"/>
                    <a:pt x="4524" y="8063"/>
                  </a:cubicBezTo>
                  <a:cubicBezTo>
                    <a:pt x="4674" y="8063"/>
                    <a:pt x="4828" y="8055"/>
                    <a:pt x="4983" y="8037"/>
                  </a:cubicBezTo>
                  <a:cubicBezTo>
                    <a:pt x="6558" y="7844"/>
                    <a:pt x="7941" y="6944"/>
                    <a:pt x="9130" y="5980"/>
                  </a:cubicBezTo>
                  <a:cubicBezTo>
                    <a:pt x="11380" y="4244"/>
                    <a:pt x="12987" y="2091"/>
                    <a:pt x="1485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57"/>
            <p:cNvSpPr/>
            <p:nvPr/>
          </p:nvSpPr>
          <p:spPr>
            <a:xfrm>
              <a:off x="6243725" y="4308400"/>
              <a:ext cx="213775" cy="345150"/>
            </a:xfrm>
            <a:custGeom>
              <a:avLst/>
              <a:gdLst/>
              <a:ahLst/>
              <a:cxnLst/>
              <a:rect l="l" t="t" r="r" b="b"/>
              <a:pathLst>
                <a:path w="8551" h="13806" extrusionOk="0">
                  <a:moveTo>
                    <a:pt x="8550" y="1"/>
                  </a:moveTo>
                  <a:cubicBezTo>
                    <a:pt x="8550" y="1"/>
                    <a:pt x="8550" y="1"/>
                    <a:pt x="8550" y="1"/>
                  </a:cubicBezTo>
                  <a:lnTo>
                    <a:pt x="8550" y="1"/>
                  </a:lnTo>
                  <a:cubicBezTo>
                    <a:pt x="8550" y="1"/>
                    <a:pt x="8550" y="1"/>
                    <a:pt x="8550" y="1"/>
                  </a:cubicBezTo>
                  <a:close/>
                  <a:moveTo>
                    <a:pt x="8550" y="1"/>
                  </a:moveTo>
                  <a:cubicBezTo>
                    <a:pt x="8550" y="12"/>
                    <a:pt x="8469" y="1238"/>
                    <a:pt x="4597" y="4598"/>
                  </a:cubicBezTo>
                  <a:cubicBezTo>
                    <a:pt x="3182" y="5851"/>
                    <a:pt x="1800" y="7426"/>
                    <a:pt x="1093" y="9226"/>
                  </a:cubicBezTo>
                  <a:cubicBezTo>
                    <a:pt x="514" y="10705"/>
                    <a:pt x="0" y="13084"/>
                    <a:pt x="1897" y="13791"/>
                  </a:cubicBezTo>
                  <a:cubicBezTo>
                    <a:pt x="1897" y="13791"/>
                    <a:pt x="2038" y="13806"/>
                    <a:pt x="2275" y="13806"/>
                  </a:cubicBezTo>
                  <a:cubicBezTo>
                    <a:pt x="3016" y="13806"/>
                    <a:pt x="4689" y="13658"/>
                    <a:pt x="5882" y="12441"/>
                  </a:cubicBezTo>
                  <a:cubicBezTo>
                    <a:pt x="6975" y="11348"/>
                    <a:pt x="7490" y="9741"/>
                    <a:pt x="7843" y="8262"/>
                  </a:cubicBezTo>
                  <a:cubicBezTo>
                    <a:pt x="8454" y="5498"/>
                    <a:pt x="8390" y="2830"/>
                    <a:pt x="85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57"/>
            <p:cNvSpPr/>
            <p:nvPr/>
          </p:nvSpPr>
          <p:spPr>
            <a:xfrm>
              <a:off x="5842700" y="4681450"/>
              <a:ext cx="240325" cy="567025"/>
            </a:xfrm>
            <a:custGeom>
              <a:avLst/>
              <a:gdLst/>
              <a:ahLst/>
              <a:cxnLst/>
              <a:rect l="l" t="t" r="r" b="b"/>
              <a:pathLst>
                <a:path w="9613" h="22681" extrusionOk="0">
                  <a:moveTo>
                    <a:pt x="333" y="1"/>
                  </a:moveTo>
                  <a:cubicBezTo>
                    <a:pt x="297" y="1"/>
                    <a:pt x="260" y="9"/>
                    <a:pt x="226" y="26"/>
                  </a:cubicBezTo>
                  <a:cubicBezTo>
                    <a:pt x="65" y="58"/>
                    <a:pt x="1" y="219"/>
                    <a:pt x="65" y="380"/>
                  </a:cubicBezTo>
                  <a:lnTo>
                    <a:pt x="4887" y="12241"/>
                  </a:lnTo>
                  <a:lnTo>
                    <a:pt x="9066" y="22495"/>
                  </a:lnTo>
                  <a:cubicBezTo>
                    <a:pt x="9090" y="22614"/>
                    <a:pt x="9184" y="22680"/>
                    <a:pt x="9284" y="22680"/>
                  </a:cubicBezTo>
                  <a:cubicBezTo>
                    <a:pt x="9319" y="22680"/>
                    <a:pt x="9354" y="22672"/>
                    <a:pt x="9387" y="22656"/>
                  </a:cubicBezTo>
                  <a:cubicBezTo>
                    <a:pt x="9548" y="22592"/>
                    <a:pt x="9612" y="22431"/>
                    <a:pt x="9548" y="22302"/>
                  </a:cubicBezTo>
                  <a:lnTo>
                    <a:pt x="5369" y="12048"/>
                  </a:lnTo>
                  <a:lnTo>
                    <a:pt x="547" y="155"/>
                  </a:lnTo>
                  <a:cubicBezTo>
                    <a:pt x="524" y="61"/>
                    <a:pt x="43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57"/>
            <p:cNvSpPr/>
            <p:nvPr/>
          </p:nvSpPr>
          <p:spPr>
            <a:xfrm>
              <a:off x="6091825" y="4613150"/>
              <a:ext cx="231475" cy="591025"/>
            </a:xfrm>
            <a:custGeom>
              <a:avLst/>
              <a:gdLst/>
              <a:ahLst/>
              <a:cxnLst/>
              <a:rect l="l" t="t" r="r" b="b"/>
              <a:pathLst>
                <a:path w="9259" h="23641" extrusionOk="0">
                  <a:moveTo>
                    <a:pt x="8970" y="1"/>
                  </a:moveTo>
                  <a:cubicBezTo>
                    <a:pt x="8858" y="1"/>
                    <a:pt x="8759" y="60"/>
                    <a:pt x="8712" y="154"/>
                  </a:cubicBezTo>
                  <a:lnTo>
                    <a:pt x="4244" y="8962"/>
                  </a:lnTo>
                  <a:lnTo>
                    <a:pt x="4212" y="9026"/>
                  </a:lnTo>
                  <a:lnTo>
                    <a:pt x="33" y="23298"/>
                  </a:lnTo>
                  <a:cubicBezTo>
                    <a:pt x="1" y="23427"/>
                    <a:pt x="65" y="23588"/>
                    <a:pt x="226" y="23620"/>
                  </a:cubicBezTo>
                  <a:cubicBezTo>
                    <a:pt x="254" y="23634"/>
                    <a:pt x="284" y="23640"/>
                    <a:pt x="313" y="23640"/>
                  </a:cubicBezTo>
                  <a:cubicBezTo>
                    <a:pt x="419" y="23640"/>
                    <a:pt x="522" y="23560"/>
                    <a:pt x="547" y="23459"/>
                  </a:cubicBezTo>
                  <a:lnTo>
                    <a:pt x="4726" y="9187"/>
                  </a:lnTo>
                  <a:lnTo>
                    <a:pt x="9194" y="379"/>
                  </a:lnTo>
                  <a:cubicBezTo>
                    <a:pt x="9258" y="251"/>
                    <a:pt x="9226" y="90"/>
                    <a:pt x="9098" y="26"/>
                  </a:cubicBezTo>
                  <a:cubicBezTo>
                    <a:pt x="9055" y="9"/>
                    <a:pt x="9011" y="1"/>
                    <a:pt x="8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57"/>
            <p:cNvSpPr/>
            <p:nvPr/>
          </p:nvSpPr>
          <p:spPr>
            <a:xfrm>
              <a:off x="6132000" y="4990325"/>
              <a:ext cx="118975" cy="73500"/>
            </a:xfrm>
            <a:custGeom>
              <a:avLst/>
              <a:gdLst/>
              <a:ahLst/>
              <a:cxnLst/>
              <a:rect l="l" t="t" r="r" b="b"/>
              <a:pathLst>
                <a:path w="4759" h="2940" extrusionOk="0">
                  <a:moveTo>
                    <a:pt x="4475" y="0"/>
                  </a:moveTo>
                  <a:cubicBezTo>
                    <a:pt x="4430" y="0"/>
                    <a:pt x="4383" y="15"/>
                    <a:pt x="4340" y="47"/>
                  </a:cubicBezTo>
                  <a:lnTo>
                    <a:pt x="162" y="2425"/>
                  </a:lnTo>
                  <a:cubicBezTo>
                    <a:pt x="33" y="2522"/>
                    <a:pt x="1" y="2683"/>
                    <a:pt x="65" y="2811"/>
                  </a:cubicBezTo>
                  <a:cubicBezTo>
                    <a:pt x="108" y="2897"/>
                    <a:pt x="194" y="2940"/>
                    <a:pt x="284" y="2940"/>
                  </a:cubicBezTo>
                  <a:cubicBezTo>
                    <a:pt x="330" y="2940"/>
                    <a:pt x="376" y="2929"/>
                    <a:pt x="419" y="2908"/>
                  </a:cubicBezTo>
                  <a:lnTo>
                    <a:pt x="4598" y="497"/>
                  </a:lnTo>
                  <a:cubicBezTo>
                    <a:pt x="4726" y="432"/>
                    <a:pt x="4758" y="272"/>
                    <a:pt x="4694" y="143"/>
                  </a:cubicBezTo>
                  <a:cubicBezTo>
                    <a:pt x="4651" y="57"/>
                    <a:pt x="4565" y="0"/>
                    <a:pt x="4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57"/>
            <p:cNvSpPr/>
            <p:nvPr/>
          </p:nvSpPr>
          <p:spPr>
            <a:xfrm>
              <a:off x="6144075" y="4717625"/>
              <a:ext cx="67525" cy="129850"/>
            </a:xfrm>
            <a:custGeom>
              <a:avLst/>
              <a:gdLst/>
              <a:ahLst/>
              <a:cxnLst/>
              <a:rect l="l" t="t" r="r" b="b"/>
              <a:pathLst>
                <a:path w="2701" h="5194" extrusionOk="0">
                  <a:moveTo>
                    <a:pt x="301" y="0"/>
                  </a:moveTo>
                  <a:cubicBezTo>
                    <a:pt x="264" y="0"/>
                    <a:pt x="227" y="8"/>
                    <a:pt x="193" y="26"/>
                  </a:cubicBezTo>
                  <a:cubicBezTo>
                    <a:pt x="64" y="90"/>
                    <a:pt x="0" y="251"/>
                    <a:pt x="64" y="379"/>
                  </a:cubicBezTo>
                  <a:lnTo>
                    <a:pt x="2122" y="5008"/>
                  </a:lnTo>
                  <a:cubicBezTo>
                    <a:pt x="2169" y="5127"/>
                    <a:pt x="2270" y="5193"/>
                    <a:pt x="2371" y="5193"/>
                  </a:cubicBezTo>
                  <a:cubicBezTo>
                    <a:pt x="2407" y="5193"/>
                    <a:pt x="2442" y="5185"/>
                    <a:pt x="2475" y="5169"/>
                  </a:cubicBezTo>
                  <a:cubicBezTo>
                    <a:pt x="2636" y="5104"/>
                    <a:pt x="2700" y="4944"/>
                    <a:pt x="2636" y="4815"/>
                  </a:cubicBezTo>
                  <a:lnTo>
                    <a:pt x="547" y="154"/>
                  </a:lnTo>
                  <a:cubicBezTo>
                    <a:pt x="500" y="60"/>
                    <a:pt x="40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57"/>
            <p:cNvSpPr/>
            <p:nvPr/>
          </p:nvSpPr>
          <p:spPr>
            <a:xfrm>
              <a:off x="6261400" y="4661375"/>
              <a:ext cx="142250" cy="70375"/>
            </a:xfrm>
            <a:custGeom>
              <a:avLst/>
              <a:gdLst/>
              <a:ahLst/>
              <a:cxnLst/>
              <a:rect l="l" t="t" r="r" b="b"/>
              <a:pathLst>
                <a:path w="5690" h="2815" extrusionOk="0">
                  <a:moveTo>
                    <a:pt x="5380" y="0"/>
                  </a:moveTo>
                  <a:cubicBezTo>
                    <a:pt x="5343" y="0"/>
                    <a:pt x="5306" y="8"/>
                    <a:pt x="5272" y="25"/>
                  </a:cubicBezTo>
                  <a:lnTo>
                    <a:pt x="193" y="2276"/>
                  </a:lnTo>
                  <a:cubicBezTo>
                    <a:pt x="64" y="2340"/>
                    <a:pt x="0" y="2501"/>
                    <a:pt x="64" y="2629"/>
                  </a:cubicBezTo>
                  <a:cubicBezTo>
                    <a:pt x="88" y="2748"/>
                    <a:pt x="183" y="2815"/>
                    <a:pt x="296" y="2815"/>
                  </a:cubicBezTo>
                  <a:cubicBezTo>
                    <a:pt x="335" y="2815"/>
                    <a:pt x="377" y="2807"/>
                    <a:pt x="418" y="2790"/>
                  </a:cubicBezTo>
                  <a:lnTo>
                    <a:pt x="5497" y="508"/>
                  </a:lnTo>
                  <a:cubicBezTo>
                    <a:pt x="5625" y="443"/>
                    <a:pt x="5690" y="283"/>
                    <a:pt x="5625" y="154"/>
                  </a:cubicBezTo>
                  <a:cubicBezTo>
                    <a:pt x="5578" y="60"/>
                    <a:pt x="5480" y="0"/>
                    <a:pt x="53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57"/>
            <p:cNvSpPr/>
            <p:nvPr/>
          </p:nvSpPr>
          <p:spPr>
            <a:xfrm>
              <a:off x="5983350" y="4849900"/>
              <a:ext cx="59475" cy="189975"/>
            </a:xfrm>
            <a:custGeom>
              <a:avLst/>
              <a:gdLst/>
              <a:ahLst/>
              <a:cxnLst/>
              <a:rect l="l" t="t" r="r" b="b"/>
              <a:pathLst>
                <a:path w="2379" h="7599" extrusionOk="0">
                  <a:moveTo>
                    <a:pt x="2070" y="0"/>
                  </a:moveTo>
                  <a:cubicBezTo>
                    <a:pt x="1953" y="0"/>
                    <a:pt x="1828" y="87"/>
                    <a:pt x="1800" y="199"/>
                  </a:cubicBezTo>
                  <a:lnTo>
                    <a:pt x="32" y="7271"/>
                  </a:lnTo>
                  <a:cubicBezTo>
                    <a:pt x="0" y="7400"/>
                    <a:pt x="97" y="7560"/>
                    <a:pt x="225" y="7592"/>
                  </a:cubicBezTo>
                  <a:cubicBezTo>
                    <a:pt x="246" y="7597"/>
                    <a:pt x="267" y="7599"/>
                    <a:pt x="287" y="7599"/>
                  </a:cubicBezTo>
                  <a:cubicBezTo>
                    <a:pt x="419" y="7599"/>
                    <a:pt x="523" y="7511"/>
                    <a:pt x="579" y="7400"/>
                  </a:cubicBezTo>
                  <a:lnTo>
                    <a:pt x="2315" y="328"/>
                  </a:lnTo>
                  <a:cubicBezTo>
                    <a:pt x="2379" y="199"/>
                    <a:pt x="2282" y="38"/>
                    <a:pt x="2122" y="6"/>
                  </a:cubicBezTo>
                  <a:cubicBezTo>
                    <a:pt x="2105" y="2"/>
                    <a:pt x="2087" y="0"/>
                    <a:pt x="2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57"/>
            <p:cNvSpPr/>
            <p:nvPr/>
          </p:nvSpPr>
          <p:spPr>
            <a:xfrm>
              <a:off x="5822625" y="4838000"/>
              <a:ext cx="117350" cy="67525"/>
            </a:xfrm>
            <a:custGeom>
              <a:avLst/>
              <a:gdLst/>
              <a:ahLst/>
              <a:cxnLst/>
              <a:rect l="l" t="t" r="r" b="b"/>
              <a:pathLst>
                <a:path w="4694" h="2701" extrusionOk="0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482"/>
                  </a:cubicBezTo>
                  <a:lnTo>
                    <a:pt x="4276" y="2668"/>
                  </a:lnTo>
                  <a:cubicBezTo>
                    <a:pt x="4318" y="2690"/>
                    <a:pt x="4365" y="2700"/>
                    <a:pt x="4410" y="2700"/>
                  </a:cubicBezTo>
                  <a:cubicBezTo>
                    <a:pt x="4501" y="2700"/>
                    <a:pt x="4586" y="2657"/>
                    <a:pt x="4629" y="2572"/>
                  </a:cubicBezTo>
                  <a:cubicBezTo>
                    <a:pt x="4693" y="2443"/>
                    <a:pt x="4661" y="2282"/>
                    <a:pt x="4533" y="2186"/>
                  </a:cubicBezTo>
                  <a:lnTo>
                    <a:pt x="450" y="32"/>
                  </a:lnTo>
                  <a:cubicBezTo>
                    <a:pt x="407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57"/>
            <p:cNvSpPr/>
            <p:nvPr/>
          </p:nvSpPr>
          <p:spPr>
            <a:xfrm>
              <a:off x="5951200" y="5157025"/>
              <a:ext cx="268425" cy="212975"/>
            </a:xfrm>
            <a:custGeom>
              <a:avLst/>
              <a:gdLst/>
              <a:ahLst/>
              <a:cxnLst/>
              <a:rect l="l" t="t" r="r" b="b"/>
              <a:pathLst>
                <a:path w="10737" h="8519" extrusionOk="0">
                  <a:moveTo>
                    <a:pt x="0" y="0"/>
                  </a:moveTo>
                  <a:lnTo>
                    <a:pt x="1608" y="8519"/>
                  </a:lnTo>
                  <a:lnTo>
                    <a:pt x="9129" y="8519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57"/>
            <p:cNvSpPr/>
            <p:nvPr/>
          </p:nvSpPr>
          <p:spPr>
            <a:xfrm>
              <a:off x="5943975" y="5150600"/>
              <a:ext cx="282875" cy="225825"/>
            </a:xfrm>
            <a:custGeom>
              <a:avLst/>
              <a:gdLst/>
              <a:ahLst/>
              <a:cxnLst/>
              <a:rect l="l" t="t" r="r" b="b"/>
              <a:pathLst>
                <a:path w="11315" h="9033" extrusionOk="0">
                  <a:moveTo>
                    <a:pt x="10704" y="547"/>
                  </a:moveTo>
                  <a:lnTo>
                    <a:pt x="9198" y="8519"/>
                  </a:lnTo>
                  <a:lnTo>
                    <a:pt x="2122" y="8519"/>
                  </a:lnTo>
                  <a:lnTo>
                    <a:pt x="611" y="547"/>
                  </a:lnTo>
                  <a:close/>
                  <a:moveTo>
                    <a:pt x="289" y="0"/>
                  </a:moveTo>
                  <a:cubicBezTo>
                    <a:pt x="193" y="0"/>
                    <a:pt x="129" y="32"/>
                    <a:pt x="64" y="97"/>
                  </a:cubicBezTo>
                  <a:cubicBezTo>
                    <a:pt x="32" y="161"/>
                    <a:pt x="0" y="257"/>
                    <a:pt x="0" y="322"/>
                  </a:cubicBezTo>
                  <a:lnTo>
                    <a:pt x="1640" y="8840"/>
                  </a:lnTo>
                  <a:cubicBezTo>
                    <a:pt x="1640" y="8937"/>
                    <a:pt x="1768" y="9033"/>
                    <a:pt x="1897" y="9033"/>
                  </a:cubicBezTo>
                  <a:lnTo>
                    <a:pt x="9418" y="9033"/>
                  </a:lnTo>
                  <a:cubicBezTo>
                    <a:pt x="9547" y="9033"/>
                    <a:pt x="9643" y="8937"/>
                    <a:pt x="9676" y="8840"/>
                  </a:cubicBezTo>
                  <a:lnTo>
                    <a:pt x="11283" y="322"/>
                  </a:lnTo>
                  <a:cubicBezTo>
                    <a:pt x="11315" y="257"/>
                    <a:pt x="11283" y="161"/>
                    <a:pt x="11219" y="97"/>
                  </a:cubicBezTo>
                  <a:cubicBezTo>
                    <a:pt x="11186" y="32"/>
                    <a:pt x="11090" y="0"/>
                    <a:pt x="11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57"/>
            <p:cNvSpPr/>
            <p:nvPr/>
          </p:nvSpPr>
          <p:spPr>
            <a:xfrm>
              <a:off x="3847350" y="4310825"/>
              <a:ext cx="341550" cy="994100"/>
            </a:xfrm>
            <a:custGeom>
              <a:avLst/>
              <a:gdLst/>
              <a:ahLst/>
              <a:cxnLst/>
              <a:rect l="l" t="t" r="r" b="b"/>
              <a:pathLst>
                <a:path w="13662" h="39764" extrusionOk="0">
                  <a:moveTo>
                    <a:pt x="10897" y="0"/>
                  </a:moveTo>
                  <a:lnTo>
                    <a:pt x="0" y="30441"/>
                  </a:lnTo>
                  <a:lnTo>
                    <a:pt x="2315" y="39763"/>
                  </a:lnTo>
                  <a:lnTo>
                    <a:pt x="9740" y="35102"/>
                  </a:lnTo>
                  <a:lnTo>
                    <a:pt x="13662" y="3215"/>
                  </a:lnTo>
                  <a:lnTo>
                    <a:pt x="108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57"/>
            <p:cNvSpPr/>
            <p:nvPr/>
          </p:nvSpPr>
          <p:spPr>
            <a:xfrm>
              <a:off x="3840100" y="4304400"/>
              <a:ext cx="356025" cy="1007475"/>
            </a:xfrm>
            <a:custGeom>
              <a:avLst/>
              <a:gdLst/>
              <a:ahLst/>
              <a:cxnLst/>
              <a:rect l="l" t="t" r="r" b="b"/>
              <a:pathLst>
                <a:path w="14241" h="40299" extrusionOk="0">
                  <a:moveTo>
                    <a:pt x="11288" y="789"/>
                  </a:moveTo>
                  <a:lnTo>
                    <a:pt x="13694" y="3568"/>
                  </a:lnTo>
                  <a:lnTo>
                    <a:pt x="9773" y="35198"/>
                  </a:lnTo>
                  <a:lnTo>
                    <a:pt x="2765" y="39602"/>
                  </a:lnTo>
                  <a:lnTo>
                    <a:pt x="547" y="30730"/>
                  </a:lnTo>
                  <a:lnTo>
                    <a:pt x="11288" y="789"/>
                  </a:lnTo>
                  <a:close/>
                  <a:moveTo>
                    <a:pt x="11155" y="0"/>
                  </a:moveTo>
                  <a:cubicBezTo>
                    <a:pt x="11059" y="32"/>
                    <a:pt x="10994" y="97"/>
                    <a:pt x="10962" y="193"/>
                  </a:cubicBezTo>
                  <a:lnTo>
                    <a:pt x="33" y="30634"/>
                  </a:lnTo>
                  <a:cubicBezTo>
                    <a:pt x="1" y="30666"/>
                    <a:pt x="1" y="30730"/>
                    <a:pt x="33" y="30762"/>
                  </a:cubicBezTo>
                  <a:lnTo>
                    <a:pt x="2347" y="40084"/>
                  </a:lnTo>
                  <a:cubicBezTo>
                    <a:pt x="2380" y="40181"/>
                    <a:pt x="2412" y="40245"/>
                    <a:pt x="2508" y="40277"/>
                  </a:cubicBezTo>
                  <a:cubicBezTo>
                    <a:pt x="2535" y="40291"/>
                    <a:pt x="2567" y="40298"/>
                    <a:pt x="2602" y="40298"/>
                  </a:cubicBezTo>
                  <a:cubicBezTo>
                    <a:pt x="2652" y="40298"/>
                    <a:pt x="2709" y="40283"/>
                    <a:pt x="2765" y="40245"/>
                  </a:cubicBezTo>
                  <a:lnTo>
                    <a:pt x="10191" y="35584"/>
                  </a:lnTo>
                  <a:cubicBezTo>
                    <a:pt x="10255" y="35552"/>
                    <a:pt x="10287" y="35488"/>
                    <a:pt x="10287" y="35391"/>
                  </a:cubicBezTo>
                  <a:lnTo>
                    <a:pt x="14241" y="3504"/>
                  </a:lnTo>
                  <a:cubicBezTo>
                    <a:pt x="14241" y="3440"/>
                    <a:pt x="14209" y="3343"/>
                    <a:pt x="14177" y="3311"/>
                  </a:cubicBezTo>
                  <a:lnTo>
                    <a:pt x="11412" y="97"/>
                  </a:lnTo>
                  <a:cubicBezTo>
                    <a:pt x="11348" y="32"/>
                    <a:pt x="11251" y="0"/>
                    <a:pt x="11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57"/>
            <p:cNvSpPr/>
            <p:nvPr/>
          </p:nvSpPr>
          <p:spPr>
            <a:xfrm>
              <a:off x="3691825" y="5009525"/>
              <a:ext cx="308225" cy="332350"/>
            </a:xfrm>
            <a:custGeom>
              <a:avLst/>
              <a:gdLst/>
              <a:ahLst/>
              <a:cxnLst/>
              <a:rect l="l" t="t" r="r" b="b"/>
              <a:pathLst>
                <a:path w="12329" h="13294" extrusionOk="0">
                  <a:moveTo>
                    <a:pt x="5783" y="0"/>
                  </a:moveTo>
                  <a:cubicBezTo>
                    <a:pt x="3319" y="0"/>
                    <a:pt x="0" y="1543"/>
                    <a:pt x="242" y="4100"/>
                  </a:cubicBezTo>
                  <a:cubicBezTo>
                    <a:pt x="532" y="7154"/>
                    <a:pt x="3457" y="13294"/>
                    <a:pt x="5610" y="13294"/>
                  </a:cubicBezTo>
                  <a:cubicBezTo>
                    <a:pt x="7796" y="13294"/>
                    <a:pt x="9564" y="13294"/>
                    <a:pt x="10721" y="12104"/>
                  </a:cubicBezTo>
                  <a:cubicBezTo>
                    <a:pt x="11879" y="10947"/>
                    <a:pt x="12329" y="8761"/>
                    <a:pt x="11171" y="5868"/>
                  </a:cubicBezTo>
                  <a:cubicBezTo>
                    <a:pt x="9982" y="2943"/>
                    <a:pt x="7089" y="179"/>
                    <a:pt x="7089" y="179"/>
                  </a:cubicBezTo>
                  <a:cubicBezTo>
                    <a:pt x="6708" y="59"/>
                    <a:pt x="6261" y="0"/>
                    <a:pt x="57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57"/>
            <p:cNvSpPr/>
            <p:nvPr/>
          </p:nvSpPr>
          <p:spPr>
            <a:xfrm>
              <a:off x="3690650" y="5002725"/>
              <a:ext cx="303775" cy="345575"/>
            </a:xfrm>
            <a:custGeom>
              <a:avLst/>
              <a:gdLst/>
              <a:ahLst/>
              <a:cxnLst/>
              <a:rect l="l" t="t" r="r" b="b"/>
              <a:pathLst>
                <a:path w="12151" h="13823" extrusionOk="0">
                  <a:moveTo>
                    <a:pt x="5850" y="547"/>
                  </a:moveTo>
                  <a:cubicBezTo>
                    <a:pt x="6277" y="547"/>
                    <a:pt x="6674" y="576"/>
                    <a:pt x="6988" y="688"/>
                  </a:cubicBezTo>
                  <a:lnTo>
                    <a:pt x="6988" y="688"/>
                  </a:lnTo>
                  <a:cubicBezTo>
                    <a:pt x="7008" y="708"/>
                    <a:pt x="7035" y="736"/>
                    <a:pt x="7072" y="772"/>
                  </a:cubicBezTo>
                  <a:cubicBezTo>
                    <a:pt x="7618" y="1319"/>
                    <a:pt x="9965" y="3762"/>
                    <a:pt x="10961" y="6237"/>
                  </a:cubicBezTo>
                  <a:cubicBezTo>
                    <a:pt x="11411" y="7394"/>
                    <a:pt x="11636" y="8423"/>
                    <a:pt x="11636" y="9323"/>
                  </a:cubicBezTo>
                  <a:cubicBezTo>
                    <a:pt x="11636" y="10608"/>
                    <a:pt x="11218" y="11573"/>
                    <a:pt x="10576" y="12184"/>
                  </a:cubicBezTo>
                  <a:cubicBezTo>
                    <a:pt x="10061" y="12730"/>
                    <a:pt x="9386" y="12987"/>
                    <a:pt x="8550" y="13148"/>
                  </a:cubicBezTo>
                  <a:cubicBezTo>
                    <a:pt x="7747" y="13276"/>
                    <a:pt x="6750" y="13276"/>
                    <a:pt x="5657" y="13276"/>
                  </a:cubicBezTo>
                  <a:cubicBezTo>
                    <a:pt x="5465" y="13276"/>
                    <a:pt x="5240" y="13212"/>
                    <a:pt x="4950" y="13051"/>
                  </a:cubicBezTo>
                  <a:cubicBezTo>
                    <a:pt x="4500" y="12794"/>
                    <a:pt x="3986" y="12280"/>
                    <a:pt x="3504" y="11605"/>
                  </a:cubicBezTo>
                  <a:cubicBezTo>
                    <a:pt x="2797" y="10608"/>
                    <a:pt x="2089" y="9258"/>
                    <a:pt x="1543" y="7940"/>
                  </a:cubicBezTo>
                  <a:cubicBezTo>
                    <a:pt x="1029" y="6623"/>
                    <a:pt x="643" y="5305"/>
                    <a:pt x="547" y="4340"/>
                  </a:cubicBezTo>
                  <a:cubicBezTo>
                    <a:pt x="547" y="4276"/>
                    <a:pt x="547" y="4180"/>
                    <a:pt x="547" y="4115"/>
                  </a:cubicBezTo>
                  <a:cubicBezTo>
                    <a:pt x="547" y="3569"/>
                    <a:pt x="707" y="3087"/>
                    <a:pt x="1029" y="2669"/>
                  </a:cubicBezTo>
                  <a:cubicBezTo>
                    <a:pt x="1479" y="1994"/>
                    <a:pt x="2250" y="1479"/>
                    <a:pt x="3150" y="1094"/>
                  </a:cubicBezTo>
                  <a:cubicBezTo>
                    <a:pt x="4018" y="740"/>
                    <a:pt x="4982" y="547"/>
                    <a:pt x="5850" y="547"/>
                  </a:cubicBezTo>
                  <a:close/>
                  <a:moveTo>
                    <a:pt x="5850" y="1"/>
                  </a:moveTo>
                  <a:cubicBezTo>
                    <a:pt x="4597" y="1"/>
                    <a:pt x="3182" y="386"/>
                    <a:pt x="2025" y="1062"/>
                  </a:cubicBezTo>
                  <a:cubicBezTo>
                    <a:pt x="1447" y="1415"/>
                    <a:pt x="964" y="1833"/>
                    <a:pt x="579" y="2347"/>
                  </a:cubicBezTo>
                  <a:cubicBezTo>
                    <a:pt x="225" y="2862"/>
                    <a:pt x="0" y="3440"/>
                    <a:pt x="0" y="4115"/>
                  </a:cubicBezTo>
                  <a:cubicBezTo>
                    <a:pt x="0" y="4212"/>
                    <a:pt x="0" y="4308"/>
                    <a:pt x="32" y="4405"/>
                  </a:cubicBezTo>
                  <a:cubicBezTo>
                    <a:pt x="161" y="5980"/>
                    <a:pt x="997" y="8294"/>
                    <a:pt x="2025" y="10255"/>
                  </a:cubicBezTo>
                  <a:cubicBezTo>
                    <a:pt x="2572" y="11219"/>
                    <a:pt x="3150" y="12087"/>
                    <a:pt x="3761" y="12730"/>
                  </a:cubicBezTo>
                  <a:cubicBezTo>
                    <a:pt x="4050" y="13051"/>
                    <a:pt x="4372" y="13309"/>
                    <a:pt x="4693" y="13501"/>
                  </a:cubicBezTo>
                  <a:cubicBezTo>
                    <a:pt x="5015" y="13694"/>
                    <a:pt x="5336" y="13823"/>
                    <a:pt x="5657" y="13823"/>
                  </a:cubicBezTo>
                  <a:cubicBezTo>
                    <a:pt x="6750" y="13823"/>
                    <a:pt x="7747" y="13823"/>
                    <a:pt x="8647" y="13662"/>
                  </a:cubicBezTo>
                  <a:cubicBezTo>
                    <a:pt x="9547" y="13534"/>
                    <a:pt x="10318" y="13212"/>
                    <a:pt x="10961" y="12569"/>
                  </a:cubicBezTo>
                  <a:cubicBezTo>
                    <a:pt x="11701" y="11830"/>
                    <a:pt x="12151" y="10705"/>
                    <a:pt x="12151" y="9323"/>
                  </a:cubicBezTo>
                  <a:cubicBezTo>
                    <a:pt x="12151" y="8358"/>
                    <a:pt x="11958" y="7233"/>
                    <a:pt x="11443" y="6012"/>
                  </a:cubicBezTo>
                  <a:cubicBezTo>
                    <a:pt x="10254" y="3022"/>
                    <a:pt x="7329" y="258"/>
                    <a:pt x="7329" y="258"/>
                  </a:cubicBezTo>
                  <a:lnTo>
                    <a:pt x="7200" y="194"/>
                  </a:lnTo>
                  <a:cubicBezTo>
                    <a:pt x="6815" y="65"/>
                    <a:pt x="6333" y="1"/>
                    <a:pt x="5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57"/>
            <p:cNvSpPr/>
            <p:nvPr/>
          </p:nvSpPr>
          <p:spPr>
            <a:xfrm>
              <a:off x="2765675" y="5136875"/>
              <a:ext cx="160425" cy="71975"/>
            </a:xfrm>
            <a:custGeom>
              <a:avLst/>
              <a:gdLst/>
              <a:ahLst/>
              <a:cxnLst/>
              <a:rect l="l" t="t" r="r" b="b"/>
              <a:pathLst>
                <a:path w="6417" h="2879" extrusionOk="0">
                  <a:moveTo>
                    <a:pt x="5299" y="0"/>
                  </a:moveTo>
                  <a:cubicBezTo>
                    <a:pt x="5199" y="0"/>
                    <a:pt x="5083" y="11"/>
                    <a:pt x="4951" y="35"/>
                  </a:cubicBezTo>
                  <a:cubicBezTo>
                    <a:pt x="4951" y="35"/>
                    <a:pt x="1" y="2349"/>
                    <a:pt x="451" y="2799"/>
                  </a:cubicBezTo>
                  <a:cubicBezTo>
                    <a:pt x="502" y="2854"/>
                    <a:pt x="596" y="2879"/>
                    <a:pt x="725" y="2879"/>
                  </a:cubicBezTo>
                  <a:cubicBezTo>
                    <a:pt x="1646" y="2879"/>
                    <a:pt x="4302" y="1623"/>
                    <a:pt x="4951" y="1482"/>
                  </a:cubicBezTo>
                  <a:cubicBezTo>
                    <a:pt x="5629" y="1364"/>
                    <a:pt x="6416" y="0"/>
                    <a:pt x="52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57"/>
            <p:cNvSpPr/>
            <p:nvPr/>
          </p:nvSpPr>
          <p:spPr>
            <a:xfrm>
              <a:off x="2768900" y="5129700"/>
              <a:ext cx="150300" cy="86025"/>
            </a:xfrm>
            <a:custGeom>
              <a:avLst/>
              <a:gdLst/>
              <a:ahLst/>
              <a:cxnLst/>
              <a:rect l="l" t="t" r="r" b="b"/>
              <a:pathLst>
                <a:path w="6012" h="3441" extrusionOk="0">
                  <a:moveTo>
                    <a:pt x="5176" y="547"/>
                  </a:moveTo>
                  <a:cubicBezTo>
                    <a:pt x="5336" y="547"/>
                    <a:pt x="5401" y="579"/>
                    <a:pt x="5433" y="611"/>
                  </a:cubicBezTo>
                  <a:cubicBezTo>
                    <a:pt x="5433" y="611"/>
                    <a:pt x="5465" y="643"/>
                    <a:pt x="5465" y="708"/>
                  </a:cubicBezTo>
                  <a:cubicBezTo>
                    <a:pt x="5465" y="804"/>
                    <a:pt x="5368" y="1029"/>
                    <a:pt x="5240" y="1190"/>
                  </a:cubicBezTo>
                  <a:cubicBezTo>
                    <a:pt x="5079" y="1351"/>
                    <a:pt x="4886" y="1479"/>
                    <a:pt x="4758" y="1511"/>
                  </a:cubicBezTo>
                  <a:cubicBezTo>
                    <a:pt x="4565" y="1544"/>
                    <a:pt x="4276" y="1672"/>
                    <a:pt x="3922" y="1801"/>
                  </a:cubicBezTo>
                  <a:cubicBezTo>
                    <a:pt x="3376" y="1994"/>
                    <a:pt x="2700" y="2283"/>
                    <a:pt x="2058" y="2508"/>
                  </a:cubicBezTo>
                  <a:cubicBezTo>
                    <a:pt x="1768" y="2604"/>
                    <a:pt x="1447" y="2701"/>
                    <a:pt x="1190" y="2797"/>
                  </a:cubicBezTo>
                  <a:cubicBezTo>
                    <a:pt x="1018" y="2840"/>
                    <a:pt x="861" y="2869"/>
                    <a:pt x="738" y="2883"/>
                  </a:cubicBezTo>
                  <a:lnTo>
                    <a:pt x="738" y="2883"/>
                  </a:lnTo>
                  <a:cubicBezTo>
                    <a:pt x="749" y="2876"/>
                    <a:pt x="760" y="2869"/>
                    <a:pt x="772" y="2861"/>
                  </a:cubicBezTo>
                  <a:cubicBezTo>
                    <a:pt x="1222" y="2476"/>
                    <a:pt x="2283" y="1897"/>
                    <a:pt x="3215" y="1415"/>
                  </a:cubicBezTo>
                  <a:cubicBezTo>
                    <a:pt x="3665" y="1190"/>
                    <a:pt x="4115" y="965"/>
                    <a:pt x="4436" y="804"/>
                  </a:cubicBezTo>
                  <a:cubicBezTo>
                    <a:pt x="4632" y="695"/>
                    <a:pt x="4798" y="616"/>
                    <a:pt x="4886" y="576"/>
                  </a:cubicBezTo>
                  <a:lnTo>
                    <a:pt x="4886" y="576"/>
                  </a:lnTo>
                  <a:lnTo>
                    <a:pt x="4886" y="579"/>
                  </a:lnTo>
                  <a:cubicBezTo>
                    <a:pt x="4983" y="547"/>
                    <a:pt x="5079" y="547"/>
                    <a:pt x="5176" y="547"/>
                  </a:cubicBezTo>
                  <a:close/>
                  <a:moveTo>
                    <a:pt x="5176" y="1"/>
                  </a:moveTo>
                  <a:cubicBezTo>
                    <a:pt x="5047" y="1"/>
                    <a:pt x="4918" y="33"/>
                    <a:pt x="4790" y="65"/>
                  </a:cubicBezTo>
                  <a:lnTo>
                    <a:pt x="4726" y="65"/>
                  </a:lnTo>
                  <a:cubicBezTo>
                    <a:pt x="4693" y="65"/>
                    <a:pt x="3568" y="611"/>
                    <a:pt x="2411" y="1222"/>
                  </a:cubicBezTo>
                  <a:cubicBezTo>
                    <a:pt x="1865" y="1511"/>
                    <a:pt x="1286" y="1833"/>
                    <a:pt x="836" y="2122"/>
                  </a:cubicBezTo>
                  <a:cubicBezTo>
                    <a:pt x="611" y="2283"/>
                    <a:pt x="450" y="2411"/>
                    <a:pt x="290" y="2540"/>
                  </a:cubicBezTo>
                  <a:cubicBezTo>
                    <a:pt x="225" y="2604"/>
                    <a:pt x="161" y="2669"/>
                    <a:pt x="129" y="2733"/>
                  </a:cubicBezTo>
                  <a:cubicBezTo>
                    <a:pt x="65" y="2797"/>
                    <a:pt x="32" y="2894"/>
                    <a:pt x="0" y="3022"/>
                  </a:cubicBezTo>
                  <a:cubicBezTo>
                    <a:pt x="0" y="3119"/>
                    <a:pt x="65" y="3215"/>
                    <a:pt x="129" y="3279"/>
                  </a:cubicBezTo>
                  <a:cubicBezTo>
                    <a:pt x="258" y="3408"/>
                    <a:pt x="418" y="3440"/>
                    <a:pt x="579" y="3440"/>
                  </a:cubicBezTo>
                  <a:cubicBezTo>
                    <a:pt x="868" y="3440"/>
                    <a:pt x="1222" y="3344"/>
                    <a:pt x="1608" y="3215"/>
                  </a:cubicBezTo>
                  <a:cubicBezTo>
                    <a:pt x="2218" y="3022"/>
                    <a:pt x="2925" y="2765"/>
                    <a:pt x="3536" y="2508"/>
                  </a:cubicBezTo>
                  <a:cubicBezTo>
                    <a:pt x="3858" y="2411"/>
                    <a:pt x="4147" y="2283"/>
                    <a:pt x="4372" y="2219"/>
                  </a:cubicBezTo>
                  <a:cubicBezTo>
                    <a:pt x="4597" y="2122"/>
                    <a:pt x="4790" y="2058"/>
                    <a:pt x="4886" y="2026"/>
                  </a:cubicBezTo>
                  <a:cubicBezTo>
                    <a:pt x="5176" y="1961"/>
                    <a:pt x="5433" y="1769"/>
                    <a:pt x="5626" y="1544"/>
                  </a:cubicBezTo>
                  <a:cubicBezTo>
                    <a:pt x="5851" y="1286"/>
                    <a:pt x="5979" y="997"/>
                    <a:pt x="5979" y="708"/>
                  </a:cubicBezTo>
                  <a:cubicBezTo>
                    <a:pt x="6011" y="515"/>
                    <a:pt x="5915" y="322"/>
                    <a:pt x="5786" y="193"/>
                  </a:cubicBezTo>
                  <a:cubicBezTo>
                    <a:pt x="5626" y="65"/>
                    <a:pt x="5401" y="1"/>
                    <a:pt x="5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57"/>
            <p:cNvSpPr/>
            <p:nvPr/>
          </p:nvSpPr>
          <p:spPr>
            <a:xfrm>
              <a:off x="2849250" y="5096175"/>
              <a:ext cx="87625" cy="156775"/>
            </a:xfrm>
            <a:custGeom>
              <a:avLst/>
              <a:gdLst/>
              <a:ahLst/>
              <a:cxnLst/>
              <a:rect l="l" t="t" r="r" b="b"/>
              <a:pathLst>
                <a:path w="3505" h="6271" extrusionOk="0">
                  <a:moveTo>
                    <a:pt x="2823" y="0"/>
                  </a:moveTo>
                  <a:cubicBezTo>
                    <a:pt x="2347" y="0"/>
                    <a:pt x="1770" y="91"/>
                    <a:pt x="1608" y="506"/>
                  </a:cubicBezTo>
                  <a:cubicBezTo>
                    <a:pt x="1319" y="1213"/>
                    <a:pt x="1" y="5167"/>
                    <a:pt x="162" y="6035"/>
                  </a:cubicBezTo>
                  <a:cubicBezTo>
                    <a:pt x="186" y="6200"/>
                    <a:pt x="254" y="6271"/>
                    <a:pt x="351" y="6271"/>
                  </a:cubicBezTo>
                  <a:cubicBezTo>
                    <a:pt x="766" y="6271"/>
                    <a:pt x="1718" y="4995"/>
                    <a:pt x="2187" y="4267"/>
                  </a:cubicBezTo>
                  <a:cubicBezTo>
                    <a:pt x="2765" y="3399"/>
                    <a:pt x="3505" y="56"/>
                    <a:pt x="3505" y="56"/>
                  </a:cubicBezTo>
                  <a:cubicBezTo>
                    <a:pt x="3505" y="56"/>
                    <a:pt x="3195" y="0"/>
                    <a:pt x="28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57"/>
            <p:cNvSpPr/>
            <p:nvPr/>
          </p:nvSpPr>
          <p:spPr>
            <a:xfrm>
              <a:off x="2846050" y="5089525"/>
              <a:ext cx="98050" cy="170375"/>
            </a:xfrm>
            <a:custGeom>
              <a:avLst/>
              <a:gdLst/>
              <a:ahLst/>
              <a:cxnLst/>
              <a:rect l="l" t="t" r="r" b="b"/>
              <a:pathLst>
                <a:path w="3922" h="6815" extrusionOk="0">
                  <a:moveTo>
                    <a:pt x="2795" y="541"/>
                  </a:moveTo>
                  <a:cubicBezTo>
                    <a:pt x="2839" y="541"/>
                    <a:pt x="2882" y="543"/>
                    <a:pt x="2925" y="547"/>
                  </a:cubicBezTo>
                  <a:lnTo>
                    <a:pt x="3302" y="547"/>
                  </a:lnTo>
                  <a:cubicBezTo>
                    <a:pt x="3285" y="622"/>
                    <a:pt x="3266" y="709"/>
                    <a:pt x="3247" y="804"/>
                  </a:cubicBezTo>
                  <a:cubicBezTo>
                    <a:pt x="3118" y="1286"/>
                    <a:pt x="2958" y="2058"/>
                    <a:pt x="2732" y="2765"/>
                  </a:cubicBezTo>
                  <a:cubicBezTo>
                    <a:pt x="2636" y="3118"/>
                    <a:pt x="2507" y="3440"/>
                    <a:pt x="2411" y="3729"/>
                  </a:cubicBezTo>
                  <a:cubicBezTo>
                    <a:pt x="2282" y="4018"/>
                    <a:pt x="2186" y="4276"/>
                    <a:pt x="2090" y="4404"/>
                  </a:cubicBezTo>
                  <a:cubicBezTo>
                    <a:pt x="1865" y="4758"/>
                    <a:pt x="1511" y="5240"/>
                    <a:pt x="1190" y="5626"/>
                  </a:cubicBezTo>
                  <a:cubicBezTo>
                    <a:pt x="997" y="5819"/>
                    <a:pt x="836" y="6011"/>
                    <a:pt x="707" y="6108"/>
                  </a:cubicBezTo>
                  <a:cubicBezTo>
                    <a:pt x="643" y="6172"/>
                    <a:pt x="579" y="6204"/>
                    <a:pt x="547" y="6236"/>
                  </a:cubicBezTo>
                  <a:cubicBezTo>
                    <a:pt x="547" y="6236"/>
                    <a:pt x="547" y="6172"/>
                    <a:pt x="547" y="6140"/>
                  </a:cubicBezTo>
                  <a:cubicBezTo>
                    <a:pt x="547" y="5883"/>
                    <a:pt x="611" y="5465"/>
                    <a:pt x="707" y="4983"/>
                  </a:cubicBezTo>
                  <a:cubicBezTo>
                    <a:pt x="1061" y="3504"/>
                    <a:pt x="1800" y="1350"/>
                    <a:pt x="1993" y="868"/>
                  </a:cubicBezTo>
                  <a:cubicBezTo>
                    <a:pt x="1993" y="804"/>
                    <a:pt x="2025" y="772"/>
                    <a:pt x="2090" y="708"/>
                  </a:cubicBezTo>
                  <a:cubicBezTo>
                    <a:pt x="2229" y="624"/>
                    <a:pt x="2513" y="541"/>
                    <a:pt x="2795" y="541"/>
                  </a:cubicBezTo>
                  <a:close/>
                  <a:moveTo>
                    <a:pt x="2925" y="0"/>
                  </a:moveTo>
                  <a:cubicBezTo>
                    <a:pt x="2700" y="0"/>
                    <a:pt x="2411" y="33"/>
                    <a:pt x="2122" y="97"/>
                  </a:cubicBezTo>
                  <a:cubicBezTo>
                    <a:pt x="1993" y="161"/>
                    <a:pt x="1865" y="225"/>
                    <a:pt x="1768" y="290"/>
                  </a:cubicBezTo>
                  <a:cubicBezTo>
                    <a:pt x="1640" y="386"/>
                    <a:pt x="1543" y="515"/>
                    <a:pt x="1479" y="675"/>
                  </a:cubicBezTo>
                  <a:cubicBezTo>
                    <a:pt x="1350" y="1029"/>
                    <a:pt x="965" y="2090"/>
                    <a:pt x="643" y="3215"/>
                  </a:cubicBezTo>
                  <a:cubicBezTo>
                    <a:pt x="482" y="3761"/>
                    <a:pt x="322" y="4340"/>
                    <a:pt x="193" y="4854"/>
                  </a:cubicBezTo>
                  <a:cubicBezTo>
                    <a:pt x="97" y="5368"/>
                    <a:pt x="0" y="5819"/>
                    <a:pt x="0" y="6140"/>
                  </a:cubicBezTo>
                  <a:cubicBezTo>
                    <a:pt x="0" y="6204"/>
                    <a:pt x="0" y="6269"/>
                    <a:pt x="32" y="6333"/>
                  </a:cubicBezTo>
                  <a:cubicBezTo>
                    <a:pt x="32" y="6461"/>
                    <a:pt x="65" y="6558"/>
                    <a:pt x="161" y="6654"/>
                  </a:cubicBezTo>
                  <a:cubicBezTo>
                    <a:pt x="225" y="6751"/>
                    <a:pt x="354" y="6815"/>
                    <a:pt x="482" y="6815"/>
                  </a:cubicBezTo>
                  <a:cubicBezTo>
                    <a:pt x="611" y="6815"/>
                    <a:pt x="707" y="6751"/>
                    <a:pt x="772" y="6719"/>
                  </a:cubicBezTo>
                  <a:cubicBezTo>
                    <a:pt x="1093" y="6526"/>
                    <a:pt x="1415" y="6204"/>
                    <a:pt x="1704" y="5819"/>
                  </a:cubicBezTo>
                  <a:cubicBezTo>
                    <a:pt x="2025" y="5433"/>
                    <a:pt x="2347" y="5015"/>
                    <a:pt x="2540" y="4693"/>
                  </a:cubicBezTo>
                  <a:cubicBezTo>
                    <a:pt x="2700" y="4436"/>
                    <a:pt x="2861" y="4051"/>
                    <a:pt x="3022" y="3601"/>
                  </a:cubicBezTo>
                  <a:cubicBezTo>
                    <a:pt x="3472" y="2283"/>
                    <a:pt x="3890" y="386"/>
                    <a:pt x="3890" y="386"/>
                  </a:cubicBezTo>
                  <a:cubicBezTo>
                    <a:pt x="3922" y="322"/>
                    <a:pt x="3890" y="225"/>
                    <a:pt x="3858" y="161"/>
                  </a:cubicBezTo>
                  <a:cubicBezTo>
                    <a:pt x="3825" y="129"/>
                    <a:pt x="3761" y="65"/>
                    <a:pt x="3665" y="65"/>
                  </a:cubicBezTo>
                  <a:cubicBezTo>
                    <a:pt x="3665" y="65"/>
                    <a:pt x="3343" y="0"/>
                    <a:pt x="29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57"/>
            <p:cNvSpPr/>
            <p:nvPr/>
          </p:nvSpPr>
          <p:spPr>
            <a:xfrm>
              <a:off x="2864525" y="5089350"/>
              <a:ext cx="148700" cy="160125"/>
            </a:xfrm>
            <a:custGeom>
              <a:avLst/>
              <a:gdLst/>
              <a:ahLst/>
              <a:cxnLst/>
              <a:rect l="l" t="t" r="r" b="b"/>
              <a:pathLst>
                <a:path w="5948" h="6405" extrusionOk="0">
                  <a:moveTo>
                    <a:pt x="3885" y="0"/>
                  </a:moveTo>
                  <a:cubicBezTo>
                    <a:pt x="3433" y="0"/>
                    <a:pt x="3044" y="82"/>
                    <a:pt x="2894" y="329"/>
                  </a:cubicBezTo>
                  <a:cubicBezTo>
                    <a:pt x="2444" y="1068"/>
                    <a:pt x="129" y="6147"/>
                    <a:pt x="129" y="6147"/>
                  </a:cubicBezTo>
                  <a:cubicBezTo>
                    <a:pt x="129" y="6147"/>
                    <a:pt x="1" y="6404"/>
                    <a:pt x="305" y="6404"/>
                  </a:cubicBezTo>
                  <a:cubicBezTo>
                    <a:pt x="458" y="6404"/>
                    <a:pt x="718" y="6340"/>
                    <a:pt x="1158" y="6147"/>
                  </a:cubicBezTo>
                  <a:cubicBezTo>
                    <a:pt x="2444" y="5568"/>
                    <a:pt x="5947" y="329"/>
                    <a:pt x="5947" y="329"/>
                  </a:cubicBezTo>
                  <a:cubicBezTo>
                    <a:pt x="5947" y="329"/>
                    <a:pt x="4790" y="0"/>
                    <a:pt x="38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57"/>
            <p:cNvSpPr/>
            <p:nvPr/>
          </p:nvSpPr>
          <p:spPr>
            <a:xfrm>
              <a:off x="2860500" y="5083100"/>
              <a:ext cx="159950" cy="173600"/>
            </a:xfrm>
            <a:custGeom>
              <a:avLst/>
              <a:gdLst/>
              <a:ahLst/>
              <a:cxnLst/>
              <a:rect l="l" t="t" r="r" b="b"/>
              <a:pathLst>
                <a:path w="6398" h="6944" extrusionOk="0">
                  <a:moveTo>
                    <a:pt x="4051" y="515"/>
                  </a:moveTo>
                  <a:cubicBezTo>
                    <a:pt x="4469" y="515"/>
                    <a:pt x="4983" y="611"/>
                    <a:pt x="5369" y="675"/>
                  </a:cubicBezTo>
                  <a:cubicBezTo>
                    <a:pt x="5479" y="694"/>
                    <a:pt x="5579" y="723"/>
                    <a:pt x="5669" y="750"/>
                  </a:cubicBezTo>
                  <a:lnTo>
                    <a:pt x="5669" y="750"/>
                  </a:lnTo>
                  <a:cubicBezTo>
                    <a:pt x="5579" y="888"/>
                    <a:pt x="5466" y="1060"/>
                    <a:pt x="5337" y="1254"/>
                  </a:cubicBezTo>
                  <a:cubicBezTo>
                    <a:pt x="4790" y="1993"/>
                    <a:pt x="3987" y="3150"/>
                    <a:pt x="3183" y="4147"/>
                  </a:cubicBezTo>
                  <a:cubicBezTo>
                    <a:pt x="2797" y="4629"/>
                    <a:pt x="2412" y="5111"/>
                    <a:pt x="2058" y="5465"/>
                  </a:cubicBezTo>
                  <a:cubicBezTo>
                    <a:pt x="1704" y="5818"/>
                    <a:pt x="1383" y="6076"/>
                    <a:pt x="1190" y="6172"/>
                  </a:cubicBezTo>
                  <a:cubicBezTo>
                    <a:pt x="906" y="6303"/>
                    <a:pt x="712" y="6360"/>
                    <a:pt x="585" y="6383"/>
                  </a:cubicBezTo>
                  <a:lnTo>
                    <a:pt x="585" y="6383"/>
                  </a:lnTo>
                  <a:cubicBezTo>
                    <a:pt x="653" y="6244"/>
                    <a:pt x="765" y="6012"/>
                    <a:pt x="901" y="5722"/>
                  </a:cubicBezTo>
                  <a:cubicBezTo>
                    <a:pt x="1222" y="4983"/>
                    <a:pt x="1769" y="3858"/>
                    <a:pt x="2219" y="2861"/>
                  </a:cubicBezTo>
                  <a:cubicBezTo>
                    <a:pt x="2476" y="2347"/>
                    <a:pt x="2701" y="1897"/>
                    <a:pt x="2862" y="1511"/>
                  </a:cubicBezTo>
                  <a:cubicBezTo>
                    <a:pt x="3055" y="1125"/>
                    <a:pt x="3215" y="836"/>
                    <a:pt x="3280" y="707"/>
                  </a:cubicBezTo>
                  <a:cubicBezTo>
                    <a:pt x="3312" y="675"/>
                    <a:pt x="3376" y="611"/>
                    <a:pt x="3505" y="579"/>
                  </a:cubicBezTo>
                  <a:cubicBezTo>
                    <a:pt x="3633" y="547"/>
                    <a:pt x="3826" y="515"/>
                    <a:pt x="4051" y="515"/>
                  </a:cubicBezTo>
                  <a:close/>
                  <a:moveTo>
                    <a:pt x="4051" y="0"/>
                  </a:moveTo>
                  <a:cubicBezTo>
                    <a:pt x="3794" y="0"/>
                    <a:pt x="3569" y="0"/>
                    <a:pt x="3344" y="64"/>
                  </a:cubicBezTo>
                  <a:cubicBezTo>
                    <a:pt x="3151" y="129"/>
                    <a:pt x="2958" y="225"/>
                    <a:pt x="2830" y="450"/>
                  </a:cubicBezTo>
                  <a:cubicBezTo>
                    <a:pt x="2701" y="643"/>
                    <a:pt x="2476" y="1093"/>
                    <a:pt x="2187" y="1672"/>
                  </a:cubicBezTo>
                  <a:cubicBezTo>
                    <a:pt x="1351" y="3440"/>
                    <a:pt x="33" y="6301"/>
                    <a:pt x="33" y="6301"/>
                  </a:cubicBezTo>
                  <a:cubicBezTo>
                    <a:pt x="33" y="6301"/>
                    <a:pt x="1" y="6365"/>
                    <a:pt x="1" y="6526"/>
                  </a:cubicBezTo>
                  <a:cubicBezTo>
                    <a:pt x="1" y="6590"/>
                    <a:pt x="1" y="6718"/>
                    <a:pt x="129" y="6815"/>
                  </a:cubicBezTo>
                  <a:cubicBezTo>
                    <a:pt x="226" y="6911"/>
                    <a:pt x="354" y="6943"/>
                    <a:pt x="451" y="6943"/>
                  </a:cubicBezTo>
                  <a:cubicBezTo>
                    <a:pt x="676" y="6943"/>
                    <a:pt x="965" y="6847"/>
                    <a:pt x="1415" y="6654"/>
                  </a:cubicBezTo>
                  <a:cubicBezTo>
                    <a:pt x="1833" y="6461"/>
                    <a:pt x="2283" y="6011"/>
                    <a:pt x="2797" y="5433"/>
                  </a:cubicBezTo>
                  <a:cubicBezTo>
                    <a:pt x="4372" y="3697"/>
                    <a:pt x="6333" y="740"/>
                    <a:pt x="6333" y="740"/>
                  </a:cubicBezTo>
                  <a:cubicBezTo>
                    <a:pt x="6398" y="643"/>
                    <a:pt x="6398" y="579"/>
                    <a:pt x="6365" y="482"/>
                  </a:cubicBezTo>
                  <a:cubicBezTo>
                    <a:pt x="6333" y="418"/>
                    <a:pt x="6269" y="354"/>
                    <a:pt x="6173" y="322"/>
                  </a:cubicBezTo>
                  <a:cubicBezTo>
                    <a:pt x="6173" y="322"/>
                    <a:pt x="5015" y="0"/>
                    <a:pt x="4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57"/>
            <p:cNvSpPr/>
            <p:nvPr/>
          </p:nvSpPr>
          <p:spPr>
            <a:xfrm>
              <a:off x="2874975" y="5075450"/>
              <a:ext cx="1043925" cy="240775"/>
            </a:xfrm>
            <a:custGeom>
              <a:avLst/>
              <a:gdLst/>
              <a:ahLst/>
              <a:cxnLst/>
              <a:rect l="l" t="t" r="r" b="b"/>
              <a:pathLst>
                <a:path w="41757" h="9631" extrusionOk="0">
                  <a:moveTo>
                    <a:pt x="7148" y="0"/>
                  </a:moveTo>
                  <a:cubicBezTo>
                    <a:pt x="5926" y="0"/>
                    <a:pt x="4749" y="946"/>
                    <a:pt x="4211" y="1753"/>
                  </a:cubicBezTo>
                  <a:cubicBezTo>
                    <a:pt x="3633" y="2621"/>
                    <a:pt x="0" y="7282"/>
                    <a:pt x="0" y="7282"/>
                  </a:cubicBezTo>
                  <a:lnTo>
                    <a:pt x="868" y="7571"/>
                  </a:lnTo>
                  <a:lnTo>
                    <a:pt x="5979" y="3521"/>
                  </a:lnTo>
                  <a:cubicBezTo>
                    <a:pt x="5979" y="3521"/>
                    <a:pt x="8744" y="3360"/>
                    <a:pt x="9612" y="3360"/>
                  </a:cubicBezTo>
                  <a:cubicBezTo>
                    <a:pt x="10480" y="3360"/>
                    <a:pt x="7136" y="5256"/>
                    <a:pt x="6108" y="5417"/>
                  </a:cubicBezTo>
                  <a:cubicBezTo>
                    <a:pt x="5111" y="5546"/>
                    <a:pt x="3922" y="5706"/>
                    <a:pt x="4083" y="6285"/>
                  </a:cubicBezTo>
                  <a:cubicBezTo>
                    <a:pt x="4211" y="6864"/>
                    <a:pt x="6847" y="6992"/>
                    <a:pt x="7426" y="6992"/>
                  </a:cubicBezTo>
                  <a:cubicBezTo>
                    <a:pt x="8004" y="6992"/>
                    <a:pt x="12087" y="5546"/>
                    <a:pt x="12087" y="5546"/>
                  </a:cubicBezTo>
                  <a:cubicBezTo>
                    <a:pt x="12087" y="5546"/>
                    <a:pt x="13115" y="5546"/>
                    <a:pt x="14401" y="5706"/>
                  </a:cubicBezTo>
                  <a:cubicBezTo>
                    <a:pt x="14479" y="5714"/>
                    <a:pt x="14560" y="5718"/>
                    <a:pt x="14644" y="5718"/>
                  </a:cubicBezTo>
                  <a:cubicBezTo>
                    <a:pt x="15987" y="5718"/>
                    <a:pt x="18066" y="4806"/>
                    <a:pt x="18066" y="4806"/>
                  </a:cubicBezTo>
                  <a:cubicBezTo>
                    <a:pt x="18066" y="4806"/>
                    <a:pt x="38208" y="9631"/>
                    <a:pt x="40116" y="9631"/>
                  </a:cubicBezTo>
                  <a:cubicBezTo>
                    <a:pt x="40141" y="9631"/>
                    <a:pt x="40162" y="9630"/>
                    <a:pt x="40181" y="9628"/>
                  </a:cubicBezTo>
                  <a:cubicBezTo>
                    <a:pt x="41660" y="9467"/>
                    <a:pt x="41756" y="1849"/>
                    <a:pt x="36838" y="885"/>
                  </a:cubicBezTo>
                  <a:lnTo>
                    <a:pt x="20251" y="2492"/>
                  </a:lnTo>
                  <a:cubicBezTo>
                    <a:pt x="20251" y="2492"/>
                    <a:pt x="8744" y="145"/>
                    <a:pt x="7426" y="17"/>
                  </a:cubicBezTo>
                  <a:cubicBezTo>
                    <a:pt x="7333" y="6"/>
                    <a:pt x="7240" y="0"/>
                    <a:pt x="71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57"/>
            <p:cNvSpPr/>
            <p:nvPr/>
          </p:nvSpPr>
          <p:spPr>
            <a:xfrm>
              <a:off x="2867750" y="5068625"/>
              <a:ext cx="1040700" cy="253975"/>
            </a:xfrm>
            <a:custGeom>
              <a:avLst/>
              <a:gdLst/>
              <a:ahLst/>
              <a:cxnLst/>
              <a:rect l="l" t="t" r="r" b="b"/>
              <a:pathLst>
                <a:path w="41628" h="10159" extrusionOk="0">
                  <a:moveTo>
                    <a:pt x="9772" y="3633"/>
                  </a:moveTo>
                  <a:lnTo>
                    <a:pt x="9788" y="3638"/>
                  </a:lnTo>
                  <a:lnTo>
                    <a:pt x="9788" y="3638"/>
                  </a:lnTo>
                  <a:cubicBezTo>
                    <a:pt x="9787" y="3638"/>
                    <a:pt x="9787" y="3639"/>
                    <a:pt x="9787" y="3639"/>
                  </a:cubicBezTo>
                  <a:lnTo>
                    <a:pt x="9787" y="3639"/>
                  </a:lnTo>
                  <a:lnTo>
                    <a:pt x="9772" y="3633"/>
                  </a:lnTo>
                  <a:close/>
                  <a:moveTo>
                    <a:pt x="7683" y="547"/>
                  </a:moveTo>
                  <a:cubicBezTo>
                    <a:pt x="8004" y="579"/>
                    <a:pt x="8968" y="772"/>
                    <a:pt x="10222" y="997"/>
                  </a:cubicBezTo>
                  <a:cubicBezTo>
                    <a:pt x="12119" y="1351"/>
                    <a:pt x="14690" y="1865"/>
                    <a:pt x="16780" y="2283"/>
                  </a:cubicBezTo>
                  <a:cubicBezTo>
                    <a:pt x="17808" y="2476"/>
                    <a:pt x="18740" y="2669"/>
                    <a:pt x="19415" y="2797"/>
                  </a:cubicBezTo>
                  <a:cubicBezTo>
                    <a:pt x="20058" y="2958"/>
                    <a:pt x="20476" y="3022"/>
                    <a:pt x="20476" y="3022"/>
                  </a:cubicBezTo>
                  <a:lnTo>
                    <a:pt x="20573" y="3022"/>
                  </a:lnTo>
                  <a:lnTo>
                    <a:pt x="37116" y="1419"/>
                  </a:lnTo>
                  <a:lnTo>
                    <a:pt x="37116" y="1419"/>
                  </a:lnTo>
                  <a:cubicBezTo>
                    <a:pt x="38583" y="1713"/>
                    <a:pt x="39541" y="2642"/>
                    <a:pt x="40181" y="3794"/>
                  </a:cubicBezTo>
                  <a:cubicBezTo>
                    <a:pt x="40824" y="4951"/>
                    <a:pt x="41081" y="6333"/>
                    <a:pt x="41081" y="7458"/>
                  </a:cubicBezTo>
                  <a:cubicBezTo>
                    <a:pt x="41081" y="8133"/>
                    <a:pt x="41016" y="8680"/>
                    <a:pt x="40856" y="9065"/>
                  </a:cubicBezTo>
                  <a:cubicBezTo>
                    <a:pt x="40791" y="9258"/>
                    <a:pt x="40727" y="9419"/>
                    <a:pt x="40631" y="9515"/>
                  </a:cubicBezTo>
                  <a:cubicBezTo>
                    <a:pt x="40566" y="9612"/>
                    <a:pt x="40502" y="9612"/>
                    <a:pt x="40470" y="9644"/>
                  </a:cubicBezTo>
                  <a:lnTo>
                    <a:pt x="40406" y="9644"/>
                  </a:lnTo>
                  <a:cubicBezTo>
                    <a:pt x="40213" y="9644"/>
                    <a:pt x="39666" y="9548"/>
                    <a:pt x="38927" y="9419"/>
                  </a:cubicBezTo>
                  <a:cubicBezTo>
                    <a:pt x="36356" y="8969"/>
                    <a:pt x="31245" y="7812"/>
                    <a:pt x="26744" y="6783"/>
                  </a:cubicBezTo>
                  <a:cubicBezTo>
                    <a:pt x="24494" y="6269"/>
                    <a:pt x="22405" y="5787"/>
                    <a:pt x="20894" y="5433"/>
                  </a:cubicBezTo>
                  <a:cubicBezTo>
                    <a:pt x="19383" y="5047"/>
                    <a:pt x="18419" y="4822"/>
                    <a:pt x="18419" y="4822"/>
                  </a:cubicBezTo>
                  <a:cubicBezTo>
                    <a:pt x="18355" y="4822"/>
                    <a:pt x="18290" y="4822"/>
                    <a:pt x="18226" y="4854"/>
                  </a:cubicBezTo>
                  <a:cubicBezTo>
                    <a:pt x="18226" y="4854"/>
                    <a:pt x="18194" y="4854"/>
                    <a:pt x="18162" y="4887"/>
                  </a:cubicBezTo>
                  <a:cubicBezTo>
                    <a:pt x="17969" y="4951"/>
                    <a:pt x="17422" y="5176"/>
                    <a:pt x="16812" y="5369"/>
                  </a:cubicBezTo>
                  <a:cubicBezTo>
                    <a:pt x="16201" y="5562"/>
                    <a:pt x="15526" y="5722"/>
                    <a:pt x="14979" y="5722"/>
                  </a:cubicBezTo>
                  <a:cubicBezTo>
                    <a:pt x="14883" y="5722"/>
                    <a:pt x="14819" y="5722"/>
                    <a:pt x="14722" y="5690"/>
                  </a:cubicBezTo>
                  <a:cubicBezTo>
                    <a:pt x="13404" y="5562"/>
                    <a:pt x="12376" y="5562"/>
                    <a:pt x="12376" y="5562"/>
                  </a:cubicBezTo>
                  <a:lnTo>
                    <a:pt x="12279" y="5562"/>
                  </a:lnTo>
                  <a:cubicBezTo>
                    <a:pt x="12279" y="5562"/>
                    <a:pt x="12022" y="5658"/>
                    <a:pt x="11636" y="5787"/>
                  </a:cubicBezTo>
                  <a:cubicBezTo>
                    <a:pt x="11058" y="6012"/>
                    <a:pt x="10158" y="6301"/>
                    <a:pt x="9354" y="6558"/>
                  </a:cubicBezTo>
                  <a:cubicBezTo>
                    <a:pt x="8968" y="6687"/>
                    <a:pt x="8583" y="6815"/>
                    <a:pt x="8293" y="6880"/>
                  </a:cubicBezTo>
                  <a:cubicBezTo>
                    <a:pt x="8133" y="6912"/>
                    <a:pt x="8004" y="6944"/>
                    <a:pt x="7908" y="6976"/>
                  </a:cubicBezTo>
                  <a:cubicBezTo>
                    <a:pt x="7811" y="7008"/>
                    <a:pt x="7715" y="7008"/>
                    <a:pt x="7715" y="7008"/>
                  </a:cubicBezTo>
                  <a:cubicBezTo>
                    <a:pt x="7425" y="7008"/>
                    <a:pt x="6654" y="6976"/>
                    <a:pt x="5915" y="6880"/>
                  </a:cubicBezTo>
                  <a:cubicBezTo>
                    <a:pt x="5561" y="6815"/>
                    <a:pt x="5208" y="6751"/>
                    <a:pt x="4950" y="6655"/>
                  </a:cubicBezTo>
                  <a:cubicBezTo>
                    <a:pt x="4822" y="6622"/>
                    <a:pt x="4725" y="6558"/>
                    <a:pt x="4693" y="6526"/>
                  </a:cubicBezTo>
                  <a:lnTo>
                    <a:pt x="4629" y="6494"/>
                  </a:lnTo>
                  <a:lnTo>
                    <a:pt x="4629" y="6462"/>
                  </a:lnTo>
                  <a:cubicBezTo>
                    <a:pt x="4629" y="6430"/>
                    <a:pt x="4629" y="6430"/>
                    <a:pt x="4693" y="6365"/>
                  </a:cubicBezTo>
                  <a:cubicBezTo>
                    <a:pt x="4822" y="6269"/>
                    <a:pt x="5079" y="6172"/>
                    <a:pt x="5400" y="6108"/>
                  </a:cubicBezTo>
                  <a:cubicBezTo>
                    <a:pt x="5722" y="6044"/>
                    <a:pt x="6075" y="5979"/>
                    <a:pt x="6429" y="5947"/>
                  </a:cubicBezTo>
                  <a:cubicBezTo>
                    <a:pt x="6718" y="5883"/>
                    <a:pt x="7072" y="5787"/>
                    <a:pt x="7458" y="5594"/>
                  </a:cubicBezTo>
                  <a:cubicBezTo>
                    <a:pt x="8036" y="5369"/>
                    <a:pt x="8743" y="5015"/>
                    <a:pt x="9258" y="4662"/>
                  </a:cubicBezTo>
                  <a:cubicBezTo>
                    <a:pt x="9547" y="4501"/>
                    <a:pt x="9772" y="4340"/>
                    <a:pt x="9965" y="4212"/>
                  </a:cubicBezTo>
                  <a:cubicBezTo>
                    <a:pt x="10029" y="4147"/>
                    <a:pt x="10126" y="4083"/>
                    <a:pt x="10190" y="4019"/>
                  </a:cubicBezTo>
                  <a:lnTo>
                    <a:pt x="10254" y="3890"/>
                  </a:lnTo>
                  <a:cubicBezTo>
                    <a:pt x="10286" y="3858"/>
                    <a:pt x="10318" y="3794"/>
                    <a:pt x="10318" y="3697"/>
                  </a:cubicBezTo>
                  <a:cubicBezTo>
                    <a:pt x="10318" y="3633"/>
                    <a:pt x="10286" y="3569"/>
                    <a:pt x="10254" y="3536"/>
                  </a:cubicBezTo>
                  <a:cubicBezTo>
                    <a:pt x="10190" y="3440"/>
                    <a:pt x="10126" y="3408"/>
                    <a:pt x="10061" y="3376"/>
                  </a:cubicBezTo>
                  <a:lnTo>
                    <a:pt x="9901" y="3376"/>
                  </a:lnTo>
                  <a:cubicBezTo>
                    <a:pt x="9001" y="3376"/>
                    <a:pt x="6236" y="3504"/>
                    <a:pt x="6236" y="3504"/>
                  </a:cubicBezTo>
                  <a:cubicBezTo>
                    <a:pt x="6204" y="3504"/>
                    <a:pt x="6140" y="3536"/>
                    <a:pt x="6108" y="3569"/>
                  </a:cubicBezTo>
                  <a:lnTo>
                    <a:pt x="1093" y="7555"/>
                  </a:lnTo>
                  <a:lnTo>
                    <a:pt x="745" y="7444"/>
                  </a:lnTo>
                  <a:lnTo>
                    <a:pt x="745" y="7444"/>
                  </a:lnTo>
                  <a:cubicBezTo>
                    <a:pt x="1073" y="7011"/>
                    <a:pt x="1711" y="6173"/>
                    <a:pt x="2379" y="5304"/>
                  </a:cubicBezTo>
                  <a:cubicBezTo>
                    <a:pt x="2893" y="4662"/>
                    <a:pt x="3407" y="3987"/>
                    <a:pt x="3825" y="3440"/>
                  </a:cubicBezTo>
                  <a:cubicBezTo>
                    <a:pt x="4243" y="2861"/>
                    <a:pt x="4565" y="2411"/>
                    <a:pt x="4725" y="2186"/>
                  </a:cubicBezTo>
                  <a:cubicBezTo>
                    <a:pt x="4983" y="1801"/>
                    <a:pt x="5400" y="1383"/>
                    <a:pt x="5883" y="1061"/>
                  </a:cubicBezTo>
                  <a:cubicBezTo>
                    <a:pt x="6365" y="740"/>
                    <a:pt x="6911" y="547"/>
                    <a:pt x="7458" y="547"/>
                  </a:cubicBezTo>
                  <a:close/>
                  <a:moveTo>
                    <a:pt x="7458" y="1"/>
                  </a:moveTo>
                  <a:cubicBezTo>
                    <a:pt x="6783" y="1"/>
                    <a:pt x="6140" y="258"/>
                    <a:pt x="5593" y="611"/>
                  </a:cubicBezTo>
                  <a:cubicBezTo>
                    <a:pt x="5047" y="997"/>
                    <a:pt x="4597" y="1447"/>
                    <a:pt x="4275" y="1897"/>
                  </a:cubicBezTo>
                  <a:cubicBezTo>
                    <a:pt x="4147" y="2090"/>
                    <a:pt x="3825" y="2540"/>
                    <a:pt x="3407" y="3119"/>
                  </a:cubicBezTo>
                  <a:cubicBezTo>
                    <a:pt x="2765" y="3954"/>
                    <a:pt x="1929" y="5015"/>
                    <a:pt x="1254" y="5883"/>
                  </a:cubicBezTo>
                  <a:cubicBezTo>
                    <a:pt x="579" y="6751"/>
                    <a:pt x="64" y="7394"/>
                    <a:pt x="64" y="7394"/>
                  </a:cubicBezTo>
                  <a:cubicBezTo>
                    <a:pt x="32" y="7458"/>
                    <a:pt x="0" y="7555"/>
                    <a:pt x="32" y="7651"/>
                  </a:cubicBezTo>
                  <a:cubicBezTo>
                    <a:pt x="64" y="7715"/>
                    <a:pt x="129" y="7780"/>
                    <a:pt x="193" y="7812"/>
                  </a:cubicBezTo>
                  <a:lnTo>
                    <a:pt x="1061" y="8101"/>
                  </a:lnTo>
                  <a:cubicBezTo>
                    <a:pt x="1101" y="8114"/>
                    <a:pt x="1141" y="8122"/>
                    <a:pt x="1178" y="8122"/>
                  </a:cubicBezTo>
                  <a:cubicBezTo>
                    <a:pt x="1232" y="8122"/>
                    <a:pt x="1280" y="8107"/>
                    <a:pt x="1318" y="8069"/>
                  </a:cubicBezTo>
                  <a:lnTo>
                    <a:pt x="6353" y="4047"/>
                  </a:lnTo>
                  <a:lnTo>
                    <a:pt x="6353" y="4047"/>
                  </a:lnTo>
                  <a:cubicBezTo>
                    <a:pt x="6564" y="4038"/>
                    <a:pt x="7141" y="4012"/>
                    <a:pt x="7779" y="3987"/>
                  </a:cubicBezTo>
                  <a:cubicBezTo>
                    <a:pt x="8340" y="3963"/>
                    <a:pt x="8986" y="3923"/>
                    <a:pt x="9457" y="3903"/>
                  </a:cubicBezTo>
                  <a:lnTo>
                    <a:pt x="9457" y="3903"/>
                  </a:lnTo>
                  <a:cubicBezTo>
                    <a:pt x="9107" y="4155"/>
                    <a:pt x="8566" y="4490"/>
                    <a:pt x="8004" y="4758"/>
                  </a:cubicBezTo>
                  <a:cubicBezTo>
                    <a:pt x="7683" y="4919"/>
                    <a:pt x="7329" y="5079"/>
                    <a:pt x="7040" y="5208"/>
                  </a:cubicBezTo>
                  <a:cubicBezTo>
                    <a:pt x="6750" y="5304"/>
                    <a:pt x="6525" y="5401"/>
                    <a:pt x="6365" y="5401"/>
                  </a:cubicBezTo>
                  <a:cubicBezTo>
                    <a:pt x="5883" y="5465"/>
                    <a:pt x="5368" y="5562"/>
                    <a:pt x="4950" y="5658"/>
                  </a:cubicBezTo>
                  <a:cubicBezTo>
                    <a:pt x="4725" y="5722"/>
                    <a:pt x="4532" y="5819"/>
                    <a:pt x="4372" y="5915"/>
                  </a:cubicBezTo>
                  <a:cubicBezTo>
                    <a:pt x="4211" y="6044"/>
                    <a:pt x="4082" y="6237"/>
                    <a:pt x="4082" y="6462"/>
                  </a:cubicBezTo>
                  <a:cubicBezTo>
                    <a:pt x="4082" y="6494"/>
                    <a:pt x="4082" y="6558"/>
                    <a:pt x="4115" y="6622"/>
                  </a:cubicBezTo>
                  <a:cubicBezTo>
                    <a:pt x="4147" y="6783"/>
                    <a:pt x="4275" y="6880"/>
                    <a:pt x="4372" y="6976"/>
                  </a:cubicBezTo>
                  <a:cubicBezTo>
                    <a:pt x="4565" y="7105"/>
                    <a:pt x="4854" y="7201"/>
                    <a:pt x="5143" y="7265"/>
                  </a:cubicBezTo>
                  <a:cubicBezTo>
                    <a:pt x="6043" y="7490"/>
                    <a:pt x="7297" y="7555"/>
                    <a:pt x="7715" y="7555"/>
                  </a:cubicBezTo>
                  <a:cubicBezTo>
                    <a:pt x="7843" y="7555"/>
                    <a:pt x="7972" y="7522"/>
                    <a:pt x="8133" y="7490"/>
                  </a:cubicBezTo>
                  <a:cubicBezTo>
                    <a:pt x="8743" y="7330"/>
                    <a:pt x="9836" y="6976"/>
                    <a:pt x="10769" y="6655"/>
                  </a:cubicBezTo>
                  <a:cubicBezTo>
                    <a:pt x="11669" y="6365"/>
                    <a:pt x="12472" y="6076"/>
                    <a:pt x="12472" y="6076"/>
                  </a:cubicBezTo>
                  <a:lnTo>
                    <a:pt x="12536" y="6076"/>
                  </a:lnTo>
                  <a:cubicBezTo>
                    <a:pt x="12890" y="6108"/>
                    <a:pt x="13694" y="6140"/>
                    <a:pt x="14690" y="6237"/>
                  </a:cubicBezTo>
                  <a:lnTo>
                    <a:pt x="14979" y="6237"/>
                  </a:lnTo>
                  <a:cubicBezTo>
                    <a:pt x="15719" y="6237"/>
                    <a:pt x="16555" y="6012"/>
                    <a:pt x="17262" y="5787"/>
                  </a:cubicBezTo>
                  <a:cubicBezTo>
                    <a:pt x="17803" y="5606"/>
                    <a:pt x="18240" y="5426"/>
                    <a:pt x="18393" y="5362"/>
                  </a:cubicBezTo>
                  <a:lnTo>
                    <a:pt x="18393" y="5362"/>
                  </a:lnTo>
                  <a:cubicBezTo>
                    <a:pt x="19131" y="5541"/>
                    <a:pt x="23746" y="6658"/>
                    <a:pt x="28577" y="7747"/>
                  </a:cubicBezTo>
                  <a:cubicBezTo>
                    <a:pt x="31212" y="8358"/>
                    <a:pt x="33913" y="8969"/>
                    <a:pt x="36066" y="9419"/>
                  </a:cubicBezTo>
                  <a:cubicBezTo>
                    <a:pt x="37159" y="9644"/>
                    <a:pt x="38091" y="9837"/>
                    <a:pt x="38831" y="9965"/>
                  </a:cubicBezTo>
                  <a:cubicBezTo>
                    <a:pt x="39602" y="10094"/>
                    <a:pt x="40116" y="10158"/>
                    <a:pt x="40406" y="10158"/>
                  </a:cubicBezTo>
                  <a:lnTo>
                    <a:pt x="40502" y="10158"/>
                  </a:lnTo>
                  <a:cubicBezTo>
                    <a:pt x="40727" y="10158"/>
                    <a:pt x="40920" y="10030"/>
                    <a:pt x="41049" y="9869"/>
                  </a:cubicBezTo>
                  <a:cubicBezTo>
                    <a:pt x="41241" y="9612"/>
                    <a:pt x="41370" y="9290"/>
                    <a:pt x="41466" y="8872"/>
                  </a:cubicBezTo>
                  <a:cubicBezTo>
                    <a:pt x="41563" y="8487"/>
                    <a:pt x="41627" y="8005"/>
                    <a:pt x="41627" y="7458"/>
                  </a:cubicBezTo>
                  <a:cubicBezTo>
                    <a:pt x="41627" y="6237"/>
                    <a:pt x="41338" y="4790"/>
                    <a:pt x="40663" y="3536"/>
                  </a:cubicBezTo>
                  <a:cubicBezTo>
                    <a:pt x="39956" y="2283"/>
                    <a:pt x="38831" y="1222"/>
                    <a:pt x="37191" y="901"/>
                  </a:cubicBezTo>
                  <a:lnTo>
                    <a:pt x="37095" y="901"/>
                  </a:lnTo>
                  <a:lnTo>
                    <a:pt x="20552" y="2504"/>
                  </a:lnTo>
                  <a:lnTo>
                    <a:pt x="20552" y="2504"/>
                  </a:lnTo>
                  <a:cubicBezTo>
                    <a:pt x="20288" y="2450"/>
                    <a:pt x="17560" y="1899"/>
                    <a:pt x="14658" y="1319"/>
                  </a:cubicBezTo>
                  <a:cubicBezTo>
                    <a:pt x="13147" y="1029"/>
                    <a:pt x="11572" y="708"/>
                    <a:pt x="10318" y="483"/>
                  </a:cubicBezTo>
                  <a:cubicBezTo>
                    <a:pt x="9065" y="226"/>
                    <a:pt x="8101" y="65"/>
                    <a:pt x="7747" y="33"/>
                  </a:cubicBezTo>
                  <a:cubicBezTo>
                    <a:pt x="7650" y="1"/>
                    <a:pt x="7554" y="1"/>
                    <a:pt x="7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57"/>
            <p:cNvSpPr/>
            <p:nvPr/>
          </p:nvSpPr>
          <p:spPr>
            <a:xfrm>
              <a:off x="4233075" y="4101575"/>
              <a:ext cx="677475" cy="1267625"/>
            </a:xfrm>
            <a:custGeom>
              <a:avLst/>
              <a:gdLst/>
              <a:ahLst/>
              <a:cxnLst/>
              <a:rect l="l" t="t" r="r" b="b"/>
              <a:pathLst>
                <a:path w="27099" h="50705" extrusionOk="0">
                  <a:moveTo>
                    <a:pt x="17643" y="0"/>
                  </a:moveTo>
                  <a:cubicBezTo>
                    <a:pt x="10633" y="0"/>
                    <a:pt x="2797" y="6795"/>
                    <a:pt x="2797" y="6795"/>
                  </a:cubicBezTo>
                  <a:lnTo>
                    <a:pt x="1" y="50705"/>
                  </a:lnTo>
                  <a:lnTo>
                    <a:pt x="21087" y="50705"/>
                  </a:lnTo>
                  <a:lnTo>
                    <a:pt x="27098" y="4320"/>
                  </a:lnTo>
                  <a:cubicBezTo>
                    <a:pt x="27098" y="4320"/>
                    <a:pt x="25298" y="366"/>
                    <a:pt x="18162" y="13"/>
                  </a:cubicBezTo>
                  <a:cubicBezTo>
                    <a:pt x="17990" y="4"/>
                    <a:pt x="17817" y="0"/>
                    <a:pt x="17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0" name="Google Shape;3410;p57"/>
            <p:cNvSpPr/>
            <p:nvPr/>
          </p:nvSpPr>
          <p:spPr>
            <a:xfrm>
              <a:off x="4226650" y="4094650"/>
              <a:ext cx="690325" cy="1280975"/>
            </a:xfrm>
            <a:custGeom>
              <a:avLst/>
              <a:gdLst/>
              <a:ahLst/>
              <a:cxnLst/>
              <a:rect l="l" t="t" r="r" b="b"/>
              <a:pathLst>
                <a:path w="27613" h="51239" extrusionOk="0">
                  <a:moveTo>
                    <a:pt x="17905" y="547"/>
                  </a:moveTo>
                  <a:cubicBezTo>
                    <a:pt x="18066" y="547"/>
                    <a:pt x="18226" y="547"/>
                    <a:pt x="18419" y="579"/>
                  </a:cubicBezTo>
                  <a:cubicBezTo>
                    <a:pt x="21923" y="740"/>
                    <a:pt x="24109" y="1801"/>
                    <a:pt x="25395" y="2797"/>
                  </a:cubicBezTo>
                  <a:cubicBezTo>
                    <a:pt x="26037" y="3279"/>
                    <a:pt x="26487" y="3761"/>
                    <a:pt x="26745" y="4115"/>
                  </a:cubicBezTo>
                  <a:cubicBezTo>
                    <a:pt x="26873" y="4308"/>
                    <a:pt x="26970" y="4436"/>
                    <a:pt x="27034" y="4533"/>
                  </a:cubicBezTo>
                  <a:cubicBezTo>
                    <a:pt x="27060" y="4586"/>
                    <a:pt x="27065" y="4617"/>
                    <a:pt x="27084" y="4644"/>
                  </a:cubicBezTo>
                  <a:lnTo>
                    <a:pt x="27084" y="4644"/>
                  </a:lnTo>
                  <a:lnTo>
                    <a:pt x="21119" y="50692"/>
                  </a:lnTo>
                  <a:lnTo>
                    <a:pt x="547" y="50692"/>
                  </a:lnTo>
                  <a:lnTo>
                    <a:pt x="3339" y="7179"/>
                  </a:lnTo>
                  <a:lnTo>
                    <a:pt x="3339" y="7179"/>
                  </a:lnTo>
                  <a:cubicBezTo>
                    <a:pt x="3838" y="6784"/>
                    <a:pt x="5838" y="5146"/>
                    <a:pt x="8519" y="3601"/>
                  </a:cubicBezTo>
                  <a:cubicBezTo>
                    <a:pt x="11251" y="2026"/>
                    <a:pt x="14690" y="547"/>
                    <a:pt x="17905" y="547"/>
                  </a:cubicBezTo>
                  <a:close/>
                  <a:moveTo>
                    <a:pt x="17905" y="0"/>
                  </a:moveTo>
                  <a:cubicBezTo>
                    <a:pt x="14305" y="33"/>
                    <a:pt x="10576" y="1736"/>
                    <a:pt x="7715" y="3440"/>
                  </a:cubicBezTo>
                  <a:cubicBezTo>
                    <a:pt x="4854" y="5176"/>
                    <a:pt x="2893" y="6879"/>
                    <a:pt x="2893" y="6879"/>
                  </a:cubicBezTo>
                  <a:cubicBezTo>
                    <a:pt x="2829" y="6912"/>
                    <a:pt x="2797" y="7008"/>
                    <a:pt x="2797" y="7072"/>
                  </a:cubicBezTo>
                  <a:lnTo>
                    <a:pt x="0" y="50950"/>
                  </a:lnTo>
                  <a:cubicBezTo>
                    <a:pt x="0" y="51046"/>
                    <a:pt x="33" y="51110"/>
                    <a:pt x="65" y="51142"/>
                  </a:cubicBezTo>
                  <a:cubicBezTo>
                    <a:pt x="129" y="51207"/>
                    <a:pt x="193" y="51239"/>
                    <a:pt x="258" y="51239"/>
                  </a:cubicBezTo>
                  <a:lnTo>
                    <a:pt x="21344" y="51239"/>
                  </a:lnTo>
                  <a:cubicBezTo>
                    <a:pt x="21473" y="51239"/>
                    <a:pt x="21601" y="51142"/>
                    <a:pt x="21601" y="51014"/>
                  </a:cubicBezTo>
                  <a:lnTo>
                    <a:pt x="27613" y="4629"/>
                  </a:lnTo>
                  <a:cubicBezTo>
                    <a:pt x="27613" y="4565"/>
                    <a:pt x="27613" y="4501"/>
                    <a:pt x="27580" y="4469"/>
                  </a:cubicBezTo>
                  <a:cubicBezTo>
                    <a:pt x="27580" y="4436"/>
                    <a:pt x="27098" y="3408"/>
                    <a:pt x="25716" y="2347"/>
                  </a:cubicBezTo>
                  <a:cubicBezTo>
                    <a:pt x="24334" y="1286"/>
                    <a:pt x="22052" y="193"/>
                    <a:pt x="18419" y="33"/>
                  </a:cubicBezTo>
                  <a:cubicBezTo>
                    <a:pt x="18258" y="33"/>
                    <a:pt x="18066" y="0"/>
                    <a:pt x="17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57"/>
            <p:cNvSpPr/>
            <p:nvPr/>
          </p:nvSpPr>
          <p:spPr>
            <a:xfrm>
              <a:off x="4030575" y="4125175"/>
              <a:ext cx="497450" cy="1244825"/>
            </a:xfrm>
            <a:custGeom>
              <a:avLst/>
              <a:gdLst/>
              <a:ahLst/>
              <a:cxnLst/>
              <a:rect l="l" t="t" r="r" b="b"/>
              <a:pathLst>
                <a:path w="19898" h="49793" extrusionOk="0">
                  <a:moveTo>
                    <a:pt x="18869" y="1"/>
                  </a:moveTo>
                  <a:cubicBezTo>
                    <a:pt x="18869" y="1"/>
                    <a:pt x="3568" y="6430"/>
                    <a:pt x="3568" y="7426"/>
                  </a:cubicBezTo>
                  <a:cubicBezTo>
                    <a:pt x="3568" y="8455"/>
                    <a:pt x="3729" y="8037"/>
                    <a:pt x="3729" y="10062"/>
                  </a:cubicBezTo>
                  <a:cubicBezTo>
                    <a:pt x="3729" y="11959"/>
                    <a:pt x="482" y="44907"/>
                    <a:pt x="0" y="49793"/>
                  </a:cubicBezTo>
                  <a:lnTo>
                    <a:pt x="11251" y="49793"/>
                  </a:lnTo>
                  <a:cubicBezTo>
                    <a:pt x="11958" y="45260"/>
                    <a:pt x="16490" y="16748"/>
                    <a:pt x="17422" y="13116"/>
                  </a:cubicBezTo>
                  <a:cubicBezTo>
                    <a:pt x="18451" y="9194"/>
                    <a:pt x="19898" y="5851"/>
                    <a:pt x="19898" y="5851"/>
                  </a:cubicBezTo>
                  <a:lnTo>
                    <a:pt x="188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57"/>
            <p:cNvSpPr/>
            <p:nvPr/>
          </p:nvSpPr>
          <p:spPr>
            <a:xfrm>
              <a:off x="4023325" y="4118950"/>
              <a:ext cx="511125" cy="1257475"/>
            </a:xfrm>
            <a:custGeom>
              <a:avLst/>
              <a:gdLst/>
              <a:ahLst/>
              <a:cxnLst/>
              <a:rect l="l" t="t" r="r" b="b"/>
              <a:pathLst>
                <a:path w="20445" h="50299" extrusionOk="0">
                  <a:moveTo>
                    <a:pt x="4133" y="7733"/>
                  </a:moveTo>
                  <a:lnTo>
                    <a:pt x="4148" y="7740"/>
                  </a:lnTo>
                  <a:lnTo>
                    <a:pt x="4115" y="7740"/>
                  </a:lnTo>
                  <a:cubicBezTo>
                    <a:pt x="4121" y="7740"/>
                    <a:pt x="4126" y="7737"/>
                    <a:pt x="4133" y="7733"/>
                  </a:cubicBezTo>
                  <a:close/>
                  <a:moveTo>
                    <a:pt x="18958" y="635"/>
                  </a:moveTo>
                  <a:lnTo>
                    <a:pt x="19911" y="6023"/>
                  </a:lnTo>
                  <a:lnTo>
                    <a:pt x="19911" y="6023"/>
                  </a:lnTo>
                  <a:cubicBezTo>
                    <a:pt x="19736" y="6460"/>
                    <a:pt x="18414" y="9615"/>
                    <a:pt x="17455" y="13301"/>
                  </a:cubicBezTo>
                  <a:cubicBezTo>
                    <a:pt x="17198" y="14233"/>
                    <a:pt x="16748" y="16676"/>
                    <a:pt x="16170" y="19955"/>
                  </a:cubicBezTo>
                  <a:cubicBezTo>
                    <a:pt x="14532" y="29496"/>
                    <a:pt x="11908" y="45916"/>
                    <a:pt x="11318" y="49785"/>
                  </a:cubicBezTo>
                  <a:lnTo>
                    <a:pt x="578" y="49785"/>
                  </a:lnTo>
                  <a:cubicBezTo>
                    <a:pt x="871" y="46952"/>
                    <a:pt x="1768" y="37824"/>
                    <a:pt x="2605" y="29084"/>
                  </a:cubicBezTo>
                  <a:cubicBezTo>
                    <a:pt x="3022" y="24519"/>
                    <a:pt x="3472" y="20083"/>
                    <a:pt x="3762" y="16644"/>
                  </a:cubicBezTo>
                  <a:cubicBezTo>
                    <a:pt x="3922" y="14940"/>
                    <a:pt x="4051" y="13461"/>
                    <a:pt x="4148" y="12368"/>
                  </a:cubicBezTo>
                  <a:cubicBezTo>
                    <a:pt x="4244" y="11276"/>
                    <a:pt x="4276" y="10568"/>
                    <a:pt x="4276" y="10311"/>
                  </a:cubicBezTo>
                  <a:cubicBezTo>
                    <a:pt x="4276" y="9283"/>
                    <a:pt x="4244" y="8865"/>
                    <a:pt x="4212" y="8575"/>
                  </a:cubicBezTo>
                  <a:cubicBezTo>
                    <a:pt x="4181" y="8295"/>
                    <a:pt x="4149" y="8196"/>
                    <a:pt x="4148" y="7722"/>
                  </a:cubicBezTo>
                  <a:lnTo>
                    <a:pt x="4148" y="7722"/>
                  </a:lnTo>
                  <a:cubicBezTo>
                    <a:pt x="4185" y="7689"/>
                    <a:pt x="4245" y="7618"/>
                    <a:pt x="4340" y="7547"/>
                  </a:cubicBezTo>
                  <a:cubicBezTo>
                    <a:pt x="4855" y="7129"/>
                    <a:pt x="6044" y="6486"/>
                    <a:pt x="7555" y="5747"/>
                  </a:cubicBezTo>
                  <a:cubicBezTo>
                    <a:pt x="9805" y="4654"/>
                    <a:pt x="12730" y="3336"/>
                    <a:pt x="15109" y="2307"/>
                  </a:cubicBezTo>
                  <a:cubicBezTo>
                    <a:pt x="16298" y="1793"/>
                    <a:pt x="17327" y="1343"/>
                    <a:pt x="18066" y="1021"/>
                  </a:cubicBezTo>
                  <a:cubicBezTo>
                    <a:pt x="18448" y="855"/>
                    <a:pt x="18753" y="723"/>
                    <a:pt x="18958" y="635"/>
                  </a:cubicBezTo>
                  <a:close/>
                  <a:moveTo>
                    <a:pt x="19175" y="1"/>
                  </a:moveTo>
                  <a:cubicBezTo>
                    <a:pt x="19135" y="1"/>
                    <a:pt x="19095" y="9"/>
                    <a:pt x="19063" y="25"/>
                  </a:cubicBezTo>
                  <a:cubicBezTo>
                    <a:pt x="19063" y="25"/>
                    <a:pt x="15237" y="1632"/>
                    <a:pt x="11412" y="3336"/>
                  </a:cubicBezTo>
                  <a:cubicBezTo>
                    <a:pt x="9483" y="4204"/>
                    <a:pt x="7587" y="5104"/>
                    <a:pt x="6140" y="5875"/>
                  </a:cubicBezTo>
                  <a:cubicBezTo>
                    <a:pt x="5401" y="6229"/>
                    <a:pt x="4823" y="6582"/>
                    <a:pt x="4373" y="6840"/>
                  </a:cubicBezTo>
                  <a:cubicBezTo>
                    <a:pt x="4180" y="7000"/>
                    <a:pt x="3987" y="7129"/>
                    <a:pt x="3858" y="7225"/>
                  </a:cubicBezTo>
                  <a:cubicBezTo>
                    <a:pt x="3794" y="7290"/>
                    <a:pt x="3730" y="7354"/>
                    <a:pt x="3697" y="7418"/>
                  </a:cubicBezTo>
                  <a:cubicBezTo>
                    <a:pt x="3665" y="7482"/>
                    <a:pt x="3601" y="7579"/>
                    <a:pt x="3601" y="7675"/>
                  </a:cubicBezTo>
                  <a:cubicBezTo>
                    <a:pt x="3601" y="8222"/>
                    <a:pt x="3633" y="8383"/>
                    <a:pt x="3665" y="8640"/>
                  </a:cubicBezTo>
                  <a:cubicBezTo>
                    <a:pt x="3697" y="8929"/>
                    <a:pt x="3762" y="9283"/>
                    <a:pt x="3762" y="10311"/>
                  </a:cubicBezTo>
                  <a:cubicBezTo>
                    <a:pt x="3762" y="10536"/>
                    <a:pt x="3697" y="11243"/>
                    <a:pt x="3601" y="12336"/>
                  </a:cubicBezTo>
                  <a:cubicBezTo>
                    <a:pt x="2990" y="19955"/>
                    <a:pt x="451" y="45734"/>
                    <a:pt x="33" y="50010"/>
                  </a:cubicBezTo>
                  <a:cubicBezTo>
                    <a:pt x="1" y="50074"/>
                    <a:pt x="33" y="50170"/>
                    <a:pt x="97" y="50235"/>
                  </a:cubicBezTo>
                  <a:cubicBezTo>
                    <a:pt x="129" y="50267"/>
                    <a:pt x="226" y="50299"/>
                    <a:pt x="290" y="50299"/>
                  </a:cubicBezTo>
                  <a:lnTo>
                    <a:pt x="11541" y="50299"/>
                  </a:lnTo>
                  <a:cubicBezTo>
                    <a:pt x="11669" y="50299"/>
                    <a:pt x="11798" y="50203"/>
                    <a:pt x="11798" y="50074"/>
                  </a:cubicBezTo>
                  <a:cubicBezTo>
                    <a:pt x="12151" y="47824"/>
                    <a:pt x="13469" y="39563"/>
                    <a:pt x="14819" y="31398"/>
                  </a:cubicBezTo>
                  <a:cubicBezTo>
                    <a:pt x="15462" y="27316"/>
                    <a:pt x="16137" y="23298"/>
                    <a:pt x="16716" y="20019"/>
                  </a:cubicBezTo>
                  <a:cubicBezTo>
                    <a:pt x="17262" y="16772"/>
                    <a:pt x="17745" y="14329"/>
                    <a:pt x="17970" y="13429"/>
                  </a:cubicBezTo>
                  <a:cubicBezTo>
                    <a:pt x="18484" y="11468"/>
                    <a:pt x="19095" y="9668"/>
                    <a:pt x="19577" y="8350"/>
                  </a:cubicBezTo>
                  <a:cubicBezTo>
                    <a:pt x="19834" y="7675"/>
                    <a:pt x="20027" y="7161"/>
                    <a:pt x="20188" y="6775"/>
                  </a:cubicBezTo>
                  <a:cubicBezTo>
                    <a:pt x="20348" y="6390"/>
                    <a:pt x="20413" y="6197"/>
                    <a:pt x="20413" y="6197"/>
                  </a:cubicBezTo>
                  <a:cubicBezTo>
                    <a:pt x="20445" y="6132"/>
                    <a:pt x="20445" y="6100"/>
                    <a:pt x="20445" y="6036"/>
                  </a:cubicBezTo>
                  <a:lnTo>
                    <a:pt x="19416" y="218"/>
                  </a:lnTo>
                  <a:cubicBezTo>
                    <a:pt x="19416" y="121"/>
                    <a:pt x="19352" y="57"/>
                    <a:pt x="19288" y="25"/>
                  </a:cubicBezTo>
                  <a:cubicBezTo>
                    <a:pt x="19255" y="9"/>
                    <a:pt x="19215" y="1"/>
                    <a:pt x="19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57"/>
            <p:cNvSpPr/>
            <p:nvPr/>
          </p:nvSpPr>
          <p:spPr>
            <a:xfrm>
              <a:off x="4349600" y="4100275"/>
              <a:ext cx="131025" cy="192900"/>
            </a:xfrm>
            <a:custGeom>
              <a:avLst/>
              <a:gdLst/>
              <a:ahLst/>
              <a:cxnLst/>
              <a:rect l="l" t="t" r="r" b="b"/>
              <a:pathLst>
                <a:path w="5241" h="7716" extrusionOk="0">
                  <a:moveTo>
                    <a:pt x="2765" y="0"/>
                  </a:moveTo>
                  <a:lnTo>
                    <a:pt x="1" y="7715"/>
                  </a:lnTo>
                  <a:lnTo>
                    <a:pt x="5240" y="5240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57"/>
            <p:cNvSpPr/>
            <p:nvPr/>
          </p:nvSpPr>
          <p:spPr>
            <a:xfrm>
              <a:off x="4342375" y="4093050"/>
              <a:ext cx="145475" cy="206625"/>
            </a:xfrm>
            <a:custGeom>
              <a:avLst/>
              <a:gdLst/>
              <a:ahLst/>
              <a:cxnLst/>
              <a:rect l="l" t="t" r="r" b="b"/>
              <a:pathLst>
                <a:path w="5819" h="8265" extrusionOk="0">
                  <a:moveTo>
                    <a:pt x="3088" y="1001"/>
                  </a:moveTo>
                  <a:lnTo>
                    <a:pt x="5175" y="5400"/>
                  </a:lnTo>
                  <a:lnTo>
                    <a:pt x="740" y="7490"/>
                  </a:lnTo>
                  <a:lnTo>
                    <a:pt x="740" y="7490"/>
                  </a:lnTo>
                  <a:lnTo>
                    <a:pt x="3088" y="1001"/>
                  </a:lnTo>
                  <a:close/>
                  <a:moveTo>
                    <a:pt x="3054" y="0"/>
                  </a:moveTo>
                  <a:cubicBezTo>
                    <a:pt x="2925" y="32"/>
                    <a:pt x="2829" y="97"/>
                    <a:pt x="2797" y="193"/>
                  </a:cubicBezTo>
                  <a:lnTo>
                    <a:pt x="32" y="7908"/>
                  </a:lnTo>
                  <a:cubicBezTo>
                    <a:pt x="0" y="8004"/>
                    <a:pt x="32" y="8133"/>
                    <a:pt x="97" y="8197"/>
                  </a:cubicBezTo>
                  <a:cubicBezTo>
                    <a:pt x="156" y="8237"/>
                    <a:pt x="216" y="8264"/>
                    <a:pt x="275" y="8264"/>
                  </a:cubicBezTo>
                  <a:cubicBezTo>
                    <a:pt x="312" y="8264"/>
                    <a:pt x="349" y="8254"/>
                    <a:pt x="386" y="8229"/>
                  </a:cubicBezTo>
                  <a:lnTo>
                    <a:pt x="5625" y="5754"/>
                  </a:lnTo>
                  <a:cubicBezTo>
                    <a:pt x="5690" y="5722"/>
                    <a:pt x="5754" y="5690"/>
                    <a:pt x="5786" y="5625"/>
                  </a:cubicBezTo>
                  <a:cubicBezTo>
                    <a:pt x="5818" y="5529"/>
                    <a:pt x="5786" y="5465"/>
                    <a:pt x="5754" y="5400"/>
                  </a:cubicBezTo>
                  <a:lnTo>
                    <a:pt x="3279" y="161"/>
                  </a:lnTo>
                  <a:cubicBezTo>
                    <a:pt x="3247" y="64"/>
                    <a:pt x="3150" y="0"/>
                    <a:pt x="3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57"/>
            <p:cNvSpPr/>
            <p:nvPr/>
          </p:nvSpPr>
          <p:spPr>
            <a:xfrm>
              <a:off x="4418700" y="3834275"/>
              <a:ext cx="451675" cy="495050"/>
            </a:xfrm>
            <a:custGeom>
              <a:avLst/>
              <a:gdLst/>
              <a:ahLst/>
              <a:cxnLst/>
              <a:rect l="l" t="t" r="r" b="b"/>
              <a:pathLst>
                <a:path w="18067" h="19802" extrusionOk="0">
                  <a:moveTo>
                    <a:pt x="10641" y="1"/>
                  </a:moveTo>
                  <a:lnTo>
                    <a:pt x="1" y="10640"/>
                  </a:lnTo>
                  <a:lnTo>
                    <a:pt x="3505" y="19802"/>
                  </a:lnTo>
                  <a:lnTo>
                    <a:pt x="10062" y="7426"/>
                  </a:lnTo>
                  <a:lnTo>
                    <a:pt x="17198" y="7426"/>
                  </a:lnTo>
                  <a:lnTo>
                    <a:pt x="18066" y="579"/>
                  </a:lnTo>
                  <a:lnTo>
                    <a:pt x="10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57"/>
            <p:cNvSpPr/>
            <p:nvPr/>
          </p:nvSpPr>
          <p:spPr>
            <a:xfrm>
              <a:off x="4411475" y="3827525"/>
              <a:ext cx="465325" cy="508450"/>
            </a:xfrm>
            <a:custGeom>
              <a:avLst/>
              <a:gdLst/>
              <a:ahLst/>
              <a:cxnLst/>
              <a:rect l="l" t="t" r="r" b="b"/>
              <a:pathLst>
                <a:path w="18613" h="20338" extrusionOk="0">
                  <a:moveTo>
                    <a:pt x="11026" y="560"/>
                  </a:moveTo>
                  <a:lnTo>
                    <a:pt x="18032" y="1085"/>
                  </a:lnTo>
                  <a:lnTo>
                    <a:pt x="18032" y="1085"/>
                  </a:lnTo>
                  <a:lnTo>
                    <a:pt x="17230" y="7439"/>
                  </a:lnTo>
                  <a:lnTo>
                    <a:pt x="10351" y="7439"/>
                  </a:lnTo>
                  <a:cubicBezTo>
                    <a:pt x="10223" y="7439"/>
                    <a:pt x="10158" y="7471"/>
                    <a:pt x="10094" y="7567"/>
                  </a:cubicBezTo>
                  <a:lnTo>
                    <a:pt x="3826" y="19429"/>
                  </a:lnTo>
                  <a:lnTo>
                    <a:pt x="611" y="10975"/>
                  </a:lnTo>
                  <a:lnTo>
                    <a:pt x="11026" y="560"/>
                  </a:lnTo>
                  <a:close/>
                  <a:moveTo>
                    <a:pt x="10873" y="1"/>
                  </a:moveTo>
                  <a:cubicBezTo>
                    <a:pt x="10818" y="1"/>
                    <a:pt x="10760" y="31"/>
                    <a:pt x="10737" y="78"/>
                  </a:cubicBezTo>
                  <a:lnTo>
                    <a:pt x="97" y="10718"/>
                  </a:lnTo>
                  <a:cubicBezTo>
                    <a:pt x="33" y="10782"/>
                    <a:pt x="1" y="10910"/>
                    <a:pt x="33" y="11007"/>
                  </a:cubicBezTo>
                  <a:lnTo>
                    <a:pt x="3537" y="20168"/>
                  </a:lnTo>
                  <a:cubicBezTo>
                    <a:pt x="3569" y="20265"/>
                    <a:pt x="3665" y="20329"/>
                    <a:pt x="3762" y="20329"/>
                  </a:cubicBezTo>
                  <a:cubicBezTo>
                    <a:pt x="3779" y="20335"/>
                    <a:pt x="3796" y="20337"/>
                    <a:pt x="3813" y="20337"/>
                  </a:cubicBezTo>
                  <a:cubicBezTo>
                    <a:pt x="3891" y="20337"/>
                    <a:pt x="3966" y="20280"/>
                    <a:pt x="4019" y="20200"/>
                  </a:cubicBezTo>
                  <a:lnTo>
                    <a:pt x="10512" y="7953"/>
                  </a:lnTo>
                  <a:lnTo>
                    <a:pt x="17487" y="7953"/>
                  </a:lnTo>
                  <a:cubicBezTo>
                    <a:pt x="17616" y="7953"/>
                    <a:pt x="17712" y="7857"/>
                    <a:pt x="17744" y="7728"/>
                  </a:cubicBezTo>
                  <a:lnTo>
                    <a:pt x="18612" y="881"/>
                  </a:lnTo>
                  <a:cubicBezTo>
                    <a:pt x="18612" y="817"/>
                    <a:pt x="18612" y="753"/>
                    <a:pt x="18548" y="689"/>
                  </a:cubicBezTo>
                  <a:cubicBezTo>
                    <a:pt x="18516" y="624"/>
                    <a:pt x="18452" y="592"/>
                    <a:pt x="18355" y="592"/>
                  </a:cubicBezTo>
                  <a:lnTo>
                    <a:pt x="10930" y="13"/>
                  </a:lnTo>
                  <a:cubicBezTo>
                    <a:pt x="10913" y="5"/>
                    <a:pt x="10893" y="1"/>
                    <a:pt x="108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57"/>
            <p:cNvSpPr/>
            <p:nvPr/>
          </p:nvSpPr>
          <p:spPr>
            <a:xfrm>
              <a:off x="4254775" y="3175150"/>
              <a:ext cx="542450" cy="1180025"/>
            </a:xfrm>
            <a:custGeom>
              <a:avLst/>
              <a:gdLst/>
              <a:ahLst/>
              <a:cxnLst/>
              <a:rect l="l" t="t" r="r" b="b"/>
              <a:pathLst>
                <a:path w="21698" h="47201" extrusionOk="0">
                  <a:moveTo>
                    <a:pt x="11463" y="0"/>
                  </a:moveTo>
                  <a:cubicBezTo>
                    <a:pt x="8617" y="0"/>
                    <a:pt x="6106" y="1038"/>
                    <a:pt x="3922" y="2611"/>
                  </a:cubicBezTo>
                  <a:cubicBezTo>
                    <a:pt x="3922" y="2611"/>
                    <a:pt x="579" y="4668"/>
                    <a:pt x="290" y="9908"/>
                  </a:cubicBezTo>
                  <a:cubicBezTo>
                    <a:pt x="0" y="15147"/>
                    <a:pt x="1158" y="28680"/>
                    <a:pt x="1897" y="30866"/>
                  </a:cubicBezTo>
                  <a:cubicBezTo>
                    <a:pt x="2554" y="32810"/>
                    <a:pt x="5499" y="34753"/>
                    <a:pt x="8087" y="34753"/>
                  </a:cubicBezTo>
                  <a:cubicBezTo>
                    <a:pt x="8410" y="34753"/>
                    <a:pt x="8727" y="34723"/>
                    <a:pt x="9033" y="34659"/>
                  </a:cubicBezTo>
                  <a:cubicBezTo>
                    <a:pt x="9033" y="34659"/>
                    <a:pt x="10165" y="47200"/>
                    <a:pt x="11464" y="47200"/>
                  </a:cubicBezTo>
                  <a:cubicBezTo>
                    <a:pt x="11479" y="47200"/>
                    <a:pt x="11493" y="47199"/>
                    <a:pt x="11508" y="47195"/>
                  </a:cubicBezTo>
                  <a:cubicBezTo>
                    <a:pt x="12826" y="46906"/>
                    <a:pt x="19673" y="37713"/>
                    <a:pt x="19962" y="35109"/>
                  </a:cubicBezTo>
                  <a:cubicBezTo>
                    <a:pt x="20251" y="32473"/>
                    <a:pt x="20669" y="24019"/>
                    <a:pt x="20669" y="24019"/>
                  </a:cubicBezTo>
                  <a:cubicBezTo>
                    <a:pt x="20669" y="24019"/>
                    <a:pt x="21698" y="17494"/>
                    <a:pt x="21698" y="12093"/>
                  </a:cubicBezTo>
                  <a:cubicBezTo>
                    <a:pt x="21698" y="6693"/>
                    <a:pt x="20380" y="2322"/>
                    <a:pt x="15719" y="746"/>
                  </a:cubicBezTo>
                  <a:cubicBezTo>
                    <a:pt x="14225" y="231"/>
                    <a:pt x="12807" y="0"/>
                    <a:pt x="114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57"/>
            <p:cNvSpPr/>
            <p:nvPr/>
          </p:nvSpPr>
          <p:spPr>
            <a:xfrm>
              <a:off x="4333525" y="3175150"/>
              <a:ext cx="463700" cy="450850"/>
            </a:xfrm>
            <a:custGeom>
              <a:avLst/>
              <a:gdLst/>
              <a:ahLst/>
              <a:cxnLst/>
              <a:rect l="l" t="t" r="r" b="b"/>
              <a:pathLst>
                <a:path w="18548" h="18034" extrusionOk="0">
                  <a:moveTo>
                    <a:pt x="8313" y="0"/>
                  </a:moveTo>
                  <a:cubicBezTo>
                    <a:pt x="5467" y="0"/>
                    <a:pt x="2956" y="1038"/>
                    <a:pt x="772" y="2611"/>
                  </a:cubicBezTo>
                  <a:cubicBezTo>
                    <a:pt x="772" y="2611"/>
                    <a:pt x="451" y="2836"/>
                    <a:pt x="1" y="3254"/>
                  </a:cubicBezTo>
                  <a:cubicBezTo>
                    <a:pt x="226" y="3414"/>
                    <a:pt x="1929" y="4379"/>
                    <a:pt x="5497" y="4379"/>
                  </a:cubicBezTo>
                  <a:cubicBezTo>
                    <a:pt x="9322" y="4379"/>
                    <a:pt x="14305" y="3800"/>
                    <a:pt x="14305" y="3800"/>
                  </a:cubicBezTo>
                  <a:lnTo>
                    <a:pt x="14305" y="3800"/>
                  </a:lnTo>
                  <a:cubicBezTo>
                    <a:pt x="14305" y="3800"/>
                    <a:pt x="12023" y="5954"/>
                    <a:pt x="11894" y="7497"/>
                  </a:cubicBezTo>
                  <a:cubicBezTo>
                    <a:pt x="11766" y="9072"/>
                    <a:pt x="12312" y="13058"/>
                    <a:pt x="13598" y="13765"/>
                  </a:cubicBezTo>
                  <a:cubicBezTo>
                    <a:pt x="14884" y="14472"/>
                    <a:pt x="13726" y="15758"/>
                    <a:pt x="14466" y="16883"/>
                  </a:cubicBezTo>
                  <a:cubicBezTo>
                    <a:pt x="14889" y="17556"/>
                    <a:pt x="15415" y="18033"/>
                    <a:pt x="16072" y="18033"/>
                  </a:cubicBezTo>
                  <a:cubicBezTo>
                    <a:pt x="16514" y="18033"/>
                    <a:pt x="17015" y="17818"/>
                    <a:pt x="17584" y="17301"/>
                  </a:cubicBezTo>
                  <a:cubicBezTo>
                    <a:pt x="17841" y="17076"/>
                    <a:pt x="18098" y="16658"/>
                    <a:pt x="18387" y="16079"/>
                  </a:cubicBezTo>
                  <a:cubicBezTo>
                    <a:pt x="18484" y="14761"/>
                    <a:pt x="18548" y="13379"/>
                    <a:pt x="18548" y="12093"/>
                  </a:cubicBezTo>
                  <a:cubicBezTo>
                    <a:pt x="18548" y="6693"/>
                    <a:pt x="17230" y="2322"/>
                    <a:pt x="12569" y="746"/>
                  </a:cubicBezTo>
                  <a:cubicBezTo>
                    <a:pt x="11075" y="231"/>
                    <a:pt x="9657" y="0"/>
                    <a:pt x="83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57"/>
            <p:cNvSpPr/>
            <p:nvPr/>
          </p:nvSpPr>
          <p:spPr>
            <a:xfrm>
              <a:off x="4253975" y="3168075"/>
              <a:ext cx="549700" cy="1193400"/>
            </a:xfrm>
            <a:custGeom>
              <a:avLst/>
              <a:gdLst/>
              <a:ahLst/>
              <a:cxnLst/>
              <a:rect l="l" t="t" r="r" b="b"/>
              <a:pathLst>
                <a:path w="21988" h="47736" extrusionOk="0">
                  <a:moveTo>
                    <a:pt x="3829" y="2675"/>
                  </a:moveTo>
                  <a:cubicBezTo>
                    <a:pt x="3829" y="2675"/>
                    <a:pt x="3829" y="2675"/>
                    <a:pt x="3829" y="2675"/>
                  </a:cubicBezTo>
                  <a:lnTo>
                    <a:pt x="3829" y="2675"/>
                  </a:lnTo>
                  <a:lnTo>
                    <a:pt x="3829" y="2675"/>
                  </a:lnTo>
                  <a:close/>
                  <a:moveTo>
                    <a:pt x="11540" y="547"/>
                  </a:moveTo>
                  <a:cubicBezTo>
                    <a:pt x="12826" y="547"/>
                    <a:pt x="14208" y="772"/>
                    <a:pt x="15687" y="1254"/>
                  </a:cubicBezTo>
                  <a:cubicBezTo>
                    <a:pt x="17937" y="2058"/>
                    <a:pt x="19351" y="3472"/>
                    <a:pt x="20251" y="5401"/>
                  </a:cubicBezTo>
                  <a:cubicBezTo>
                    <a:pt x="21151" y="7298"/>
                    <a:pt x="21473" y="9708"/>
                    <a:pt x="21473" y="12376"/>
                  </a:cubicBezTo>
                  <a:cubicBezTo>
                    <a:pt x="21473" y="15044"/>
                    <a:pt x="21216" y="18034"/>
                    <a:pt x="20959" y="20348"/>
                  </a:cubicBezTo>
                  <a:cubicBezTo>
                    <a:pt x="20830" y="21506"/>
                    <a:pt x="20701" y="22470"/>
                    <a:pt x="20605" y="23177"/>
                  </a:cubicBezTo>
                  <a:cubicBezTo>
                    <a:pt x="20508" y="23884"/>
                    <a:pt x="20444" y="24270"/>
                    <a:pt x="20444" y="24270"/>
                  </a:cubicBezTo>
                  <a:lnTo>
                    <a:pt x="20444" y="24302"/>
                  </a:lnTo>
                  <a:cubicBezTo>
                    <a:pt x="20444" y="24302"/>
                    <a:pt x="20412" y="24816"/>
                    <a:pt x="20380" y="25652"/>
                  </a:cubicBezTo>
                  <a:cubicBezTo>
                    <a:pt x="20251" y="28159"/>
                    <a:pt x="19930" y="33399"/>
                    <a:pt x="19705" y="35360"/>
                  </a:cubicBezTo>
                  <a:cubicBezTo>
                    <a:pt x="19705" y="35649"/>
                    <a:pt x="19544" y="36067"/>
                    <a:pt x="19351" y="36549"/>
                  </a:cubicBezTo>
                  <a:cubicBezTo>
                    <a:pt x="18612" y="38253"/>
                    <a:pt x="16876" y="40889"/>
                    <a:pt x="15205" y="43107"/>
                  </a:cubicBezTo>
                  <a:cubicBezTo>
                    <a:pt x="14369" y="44232"/>
                    <a:pt x="13565" y="45260"/>
                    <a:pt x="12858" y="46000"/>
                  </a:cubicBezTo>
                  <a:cubicBezTo>
                    <a:pt x="12537" y="46353"/>
                    <a:pt x="12215" y="46675"/>
                    <a:pt x="11990" y="46868"/>
                  </a:cubicBezTo>
                  <a:cubicBezTo>
                    <a:pt x="11862" y="46996"/>
                    <a:pt x="11733" y="47060"/>
                    <a:pt x="11669" y="47125"/>
                  </a:cubicBezTo>
                  <a:cubicBezTo>
                    <a:pt x="11595" y="47174"/>
                    <a:pt x="11539" y="47205"/>
                    <a:pt x="11503" y="47216"/>
                  </a:cubicBezTo>
                  <a:lnTo>
                    <a:pt x="11503" y="47216"/>
                  </a:lnTo>
                  <a:cubicBezTo>
                    <a:pt x="11487" y="47198"/>
                    <a:pt x="11433" y="47136"/>
                    <a:pt x="11379" y="47028"/>
                  </a:cubicBezTo>
                  <a:cubicBezTo>
                    <a:pt x="11251" y="46835"/>
                    <a:pt x="11122" y="46482"/>
                    <a:pt x="10994" y="46032"/>
                  </a:cubicBezTo>
                  <a:cubicBezTo>
                    <a:pt x="10512" y="44457"/>
                    <a:pt x="10094" y="41660"/>
                    <a:pt x="9804" y="39281"/>
                  </a:cubicBezTo>
                  <a:cubicBezTo>
                    <a:pt x="9644" y="38092"/>
                    <a:pt x="9547" y="36999"/>
                    <a:pt x="9451" y="36196"/>
                  </a:cubicBezTo>
                  <a:cubicBezTo>
                    <a:pt x="9387" y="35424"/>
                    <a:pt x="9322" y="34910"/>
                    <a:pt x="9322" y="34910"/>
                  </a:cubicBezTo>
                  <a:cubicBezTo>
                    <a:pt x="9322" y="34845"/>
                    <a:pt x="9290" y="34781"/>
                    <a:pt x="9226" y="34749"/>
                  </a:cubicBezTo>
                  <a:cubicBezTo>
                    <a:pt x="9161" y="34685"/>
                    <a:pt x="9097" y="34685"/>
                    <a:pt x="9001" y="34685"/>
                  </a:cubicBezTo>
                  <a:cubicBezTo>
                    <a:pt x="8711" y="34749"/>
                    <a:pt x="8422" y="34781"/>
                    <a:pt x="8101" y="34781"/>
                  </a:cubicBezTo>
                  <a:cubicBezTo>
                    <a:pt x="6879" y="34781"/>
                    <a:pt x="5529" y="34299"/>
                    <a:pt x="4436" y="33592"/>
                  </a:cubicBezTo>
                  <a:cubicBezTo>
                    <a:pt x="3343" y="32917"/>
                    <a:pt x="2475" y="31952"/>
                    <a:pt x="2186" y="31085"/>
                  </a:cubicBezTo>
                  <a:cubicBezTo>
                    <a:pt x="2025" y="30635"/>
                    <a:pt x="1833" y="29574"/>
                    <a:pt x="1672" y="28192"/>
                  </a:cubicBezTo>
                  <a:cubicBezTo>
                    <a:pt x="1093" y="24013"/>
                    <a:pt x="547" y="16684"/>
                    <a:pt x="547" y="12151"/>
                  </a:cubicBezTo>
                  <a:cubicBezTo>
                    <a:pt x="547" y="11412"/>
                    <a:pt x="547" y="10769"/>
                    <a:pt x="579" y="10191"/>
                  </a:cubicBezTo>
                  <a:cubicBezTo>
                    <a:pt x="740" y="7651"/>
                    <a:pt x="1608" y="5883"/>
                    <a:pt x="2475" y="4758"/>
                  </a:cubicBezTo>
                  <a:cubicBezTo>
                    <a:pt x="2893" y="4180"/>
                    <a:pt x="3311" y="3762"/>
                    <a:pt x="3601" y="3505"/>
                  </a:cubicBezTo>
                  <a:cubicBezTo>
                    <a:pt x="3761" y="3376"/>
                    <a:pt x="3890" y="3280"/>
                    <a:pt x="3986" y="3215"/>
                  </a:cubicBezTo>
                  <a:lnTo>
                    <a:pt x="4083" y="3151"/>
                  </a:lnTo>
                  <a:lnTo>
                    <a:pt x="4115" y="3151"/>
                  </a:lnTo>
                  <a:lnTo>
                    <a:pt x="4115" y="3119"/>
                  </a:lnTo>
                  <a:cubicBezTo>
                    <a:pt x="6268" y="1576"/>
                    <a:pt x="8744" y="547"/>
                    <a:pt x="11540" y="547"/>
                  </a:cubicBezTo>
                  <a:close/>
                  <a:moveTo>
                    <a:pt x="11540" y="1"/>
                  </a:moveTo>
                  <a:cubicBezTo>
                    <a:pt x="8631" y="1"/>
                    <a:pt x="6039" y="1082"/>
                    <a:pt x="3829" y="2675"/>
                  </a:cubicBezTo>
                  <a:lnTo>
                    <a:pt x="3826" y="2669"/>
                  </a:lnTo>
                  <a:cubicBezTo>
                    <a:pt x="3793" y="2701"/>
                    <a:pt x="2925" y="3215"/>
                    <a:pt x="2025" y="4437"/>
                  </a:cubicBezTo>
                  <a:cubicBezTo>
                    <a:pt x="1125" y="5626"/>
                    <a:pt x="193" y="7491"/>
                    <a:pt x="65" y="10191"/>
                  </a:cubicBezTo>
                  <a:cubicBezTo>
                    <a:pt x="32" y="10737"/>
                    <a:pt x="0" y="11412"/>
                    <a:pt x="0" y="12151"/>
                  </a:cubicBezTo>
                  <a:cubicBezTo>
                    <a:pt x="0" y="15205"/>
                    <a:pt x="257" y="19480"/>
                    <a:pt x="579" y="23209"/>
                  </a:cubicBezTo>
                  <a:cubicBezTo>
                    <a:pt x="772" y="25106"/>
                    <a:pt x="933" y="26842"/>
                    <a:pt x="1125" y="28256"/>
                  </a:cubicBezTo>
                  <a:cubicBezTo>
                    <a:pt x="1318" y="29670"/>
                    <a:pt x="1511" y="30731"/>
                    <a:pt x="1672" y="31245"/>
                  </a:cubicBezTo>
                  <a:cubicBezTo>
                    <a:pt x="2025" y="32306"/>
                    <a:pt x="2958" y="33303"/>
                    <a:pt x="4147" y="34042"/>
                  </a:cubicBezTo>
                  <a:cubicBezTo>
                    <a:pt x="5336" y="34813"/>
                    <a:pt x="6751" y="35296"/>
                    <a:pt x="8101" y="35328"/>
                  </a:cubicBezTo>
                  <a:cubicBezTo>
                    <a:pt x="8354" y="35328"/>
                    <a:pt x="8591" y="35311"/>
                    <a:pt x="8836" y="35266"/>
                  </a:cubicBezTo>
                  <a:lnTo>
                    <a:pt x="8836" y="35266"/>
                  </a:lnTo>
                  <a:cubicBezTo>
                    <a:pt x="8917" y="36116"/>
                    <a:pt x="9173" y="38690"/>
                    <a:pt x="9515" y="41242"/>
                  </a:cubicBezTo>
                  <a:cubicBezTo>
                    <a:pt x="9740" y="42817"/>
                    <a:pt x="10029" y="44392"/>
                    <a:pt x="10319" y="45582"/>
                  </a:cubicBezTo>
                  <a:cubicBezTo>
                    <a:pt x="10447" y="46193"/>
                    <a:pt x="10608" y="46675"/>
                    <a:pt x="10769" y="47060"/>
                  </a:cubicBezTo>
                  <a:cubicBezTo>
                    <a:pt x="10865" y="47221"/>
                    <a:pt x="10929" y="47382"/>
                    <a:pt x="11058" y="47510"/>
                  </a:cubicBezTo>
                  <a:cubicBezTo>
                    <a:pt x="11090" y="47575"/>
                    <a:pt x="11154" y="47639"/>
                    <a:pt x="11251" y="47671"/>
                  </a:cubicBezTo>
                  <a:cubicBezTo>
                    <a:pt x="11315" y="47703"/>
                    <a:pt x="11412" y="47735"/>
                    <a:pt x="11508" y="47735"/>
                  </a:cubicBezTo>
                  <a:lnTo>
                    <a:pt x="11604" y="47735"/>
                  </a:lnTo>
                  <a:cubicBezTo>
                    <a:pt x="11733" y="47703"/>
                    <a:pt x="11862" y="47639"/>
                    <a:pt x="11990" y="47543"/>
                  </a:cubicBezTo>
                  <a:cubicBezTo>
                    <a:pt x="12505" y="47189"/>
                    <a:pt x="13212" y="46450"/>
                    <a:pt x="14047" y="45453"/>
                  </a:cubicBezTo>
                  <a:cubicBezTo>
                    <a:pt x="15301" y="43942"/>
                    <a:pt x="16780" y="41949"/>
                    <a:pt x="18001" y="40053"/>
                  </a:cubicBezTo>
                  <a:cubicBezTo>
                    <a:pt x="18612" y="39121"/>
                    <a:pt x="19126" y="38221"/>
                    <a:pt x="19544" y="37417"/>
                  </a:cubicBezTo>
                  <a:cubicBezTo>
                    <a:pt x="19930" y="36613"/>
                    <a:pt x="20187" y="35938"/>
                    <a:pt x="20251" y="35424"/>
                  </a:cubicBezTo>
                  <a:cubicBezTo>
                    <a:pt x="20530" y="32882"/>
                    <a:pt x="20959" y="24931"/>
                    <a:pt x="20989" y="24366"/>
                  </a:cubicBezTo>
                  <a:lnTo>
                    <a:pt x="20989" y="24366"/>
                  </a:lnTo>
                  <a:lnTo>
                    <a:pt x="20991" y="24366"/>
                  </a:lnTo>
                  <a:cubicBezTo>
                    <a:pt x="20991" y="24366"/>
                    <a:pt x="21987" y="17809"/>
                    <a:pt x="21987" y="12376"/>
                  </a:cubicBezTo>
                  <a:cubicBezTo>
                    <a:pt x="21987" y="9644"/>
                    <a:pt x="21666" y="7169"/>
                    <a:pt x="20734" y="5176"/>
                  </a:cubicBezTo>
                  <a:cubicBezTo>
                    <a:pt x="19801" y="3151"/>
                    <a:pt x="18258" y="1576"/>
                    <a:pt x="15848" y="772"/>
                  </a:cubicBezTo>
                  <a:cubicBezTo>
                    <a:pt x="14337" y="258"/>
                    <a:pt x="12890" y="1"/>
                    <a:pt x="11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57"/>
            <p:cNvSpPr/>
            <p:nvPr/>
          </p:nvSpPr>
          <p:spPr>
            <a:xfrm>
              <a:off x="4706400" y="3568950"/>
              <a:ext cx="116550" cy="215550"/>
            </a:xfrm>
            <a:custGeom>
              <a:avLst/>
              <a:gdLst/>
              <a:ahLst/>
              <a:cxnLst/>
              <a:rect l="l" t="t" r="r" b="b"/>
              <a:pathLst>
                <a:path w="4662" h="8622" extrusionOk="0">
                  <a:moveTo>
                    <a:pt x="3089" y="1"/>
                  </a:moveTo>
                  <a:cubicBezTo>
                    <a:pt x="1847" y="1"/>
                    <a:pt x="1" y="2899"/>
                    <a:pt x="1" y="2899"/>
                  </a:cubicBezTo>
                  <a:lnTo>
                    <a:pt x="1319" y="7849"/>
                  </a:lnTo>
                  <a:cubicBezTo>
                    <a:pt x="1550" y="8377"/>
                    <a:pt x="1849" y="8621"/>
                    <a:pt x="2171" y="8621"/>
                  </a:cubicBezTo>
                  <a:cubicBezTo>
                    <a:pt x="2654" y="8621"/>
                    <a:pt x="3190" y="8074"/>
                    <a:pt x="3633" y="7110"/>
                  </a:cubicBezTo>
                  <a:cubicBezTo>
                    <a:pt x="4372" y="5503"/>
                    <a:pt x="4662" y="1002"/>
                    <a:pt x="3504" y="135"/>
                  </a:cubicBezTo>
                  <a:cubicBezTo>
                    <a:pt x="3377" y="42"/>
                    <a:pt x="3238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57"/>
            <p:cNvSpPr/>
            <p:nvPr/>
          </p:nvSpPr>
          <p:spPr>
            <a:xfrm>
              <a:off x="4700775" y="3561850"/>
              <a:ext cx="118975" cy="229050"/>
            </a:xfrm>
            <a:custGeom>
              <a:avLst/>
              <a:gdLst/>
              <a:ahLst/>
              <a:cxnLst/>
              <a:rect l="l" t="t" r="r" b="b"/>
              <a:pathLst>
                <a:path w="4759" h="9162" extrusionOk="0">
                  <a:moveTo>
                    <a:pt x="3312" y="1"/>
                  </a:moveTo>
                  <a:cubicBezTo>
                    <a:pt x="2894" y="1"/>
                    <a:pt x="2508" y="226"/>
                    <a:pt x="2154" y="515"/>
                  </a:cubicBezTo>
                  <a:cubicBezTo>
                    <a:pt x="1576" y="965"/>
                    <a:pt x="1061" y="1576"/>
                    <a:pt x="676" y="2090"/>
                  </a:cubicBezTo>
                  <a:cubicBezTo>
                    <a:pt x="258" y="2604"/>
                    <a:pt x="1" y="3022"/>
                    <a:pt x="1" y="3022"/>
                  </a:cubicBezTo>
                  <a:lnTo>
                    <a:pt x="451" y="3312"/>
                  </a:lnTo>
                  <a:cubicBezTo>
                    <a:pt x="451" y="3312"/>
                    <a:pt x="483" y="3279"/>
                    <a:pt x="515" y="3215"/>
                  </a:cubicBezTo>
                  <a:cubicBezTo>
                    <a:pt x="708" y="2926"/>
                    <a:pt x="1190" y="2251"/>
                    <a:pt x="1736" y="1640"/>
                  </a:cubicBezTo>
                  <a:cubicBezTo>
                    <a:pt x="2026" y="1319"/>
                    <a:pt x="2315" y="1061"/>
                    <a:pt x="2604" y="836"/>
                  </a:cubicBezTo>
                  <a:cubicBezTo>
                    <a:pt x="2862" y="644"/>
                    <a:pt x="3119" y="547"/>
                    <a:pt x="3312" y="547"/>
                  </a:cubicBezTo>
                  <a:cubicBezTo>
                    <a:pt x="3408" y="547"/>
                    <a:pt x="3472" y="579"/>
                    <a:pt x="3569" y="611"/>
                  </a:cubicBezTo>
                  <a:cubicBezTo>
                    <a:pt x="3762" y="772"/>
                    <a:pt x="3954" y="1126"/>
                    <a:pt x="4051" y="1640"/>
                  </a:cubicBezTo>
                  <a:cubicBezTo>
                    <a:pt x="4179" y="2154"/>
                    <a:pt x="4244" y="2797"/>
                    <a:pt x="4244" y="3472"/>
                  </a:cubicBezTo>
                  <a:cubicBezTo>
                    <a:pt x="4244" y="4179"/>
                    <a:pt x="4179" y="4951"/>
                    <a:pt x="4051" y="5626"/>
                  </a:cubicBezTo>
                  <a:cubicBezTo>
                    <a:pt x="3954" y="6301"/>
                    <a:pt x="3794" y="6912"/>
                    <a:pt x="3601" y="7297"/>
                  </a:cubicBezTo>
                  <a:cubicBezTo>
                    <a:pt x="3408" y="7747"/>
                    <a:pt x="3183" y="8101"/>
                    <a:pt x="2958" y="8326"/>
                  </a:cubicBezTo>
                  <a:cubicBezTo>
                    <a:pt x="2733" y="8551"/>
                    <a:pt x="2540" y="8648"/>
                    <a:pt x="2411" y="8648"/>
                  </a:cubicBezTo>
                  <a:cubicBezTo>
                    <a:pt x="2315" y="8648"/>
                    <a:pt x="2219" y="8615"/>
                    <a:pt x="2090" y="8519"/>
                  </a:cubicBezTo>
                  <a:cubicBezTo>
                    <a:pt x="1994" y="8423"/>
                    <a:pt x="1897" y="8262"/>
                    <a:pt x="1769" y="8037"/>
                  </a:cubicBezTo>
                  <a:lnTo>
                    <a:pt x="1286" y="8230"/>
                  </a:lnTo>
                  <a:cubicBezTo>
                    <a:pt x="1415" y="8519"/>
                    <a:pt x="1576" y="8744"/>
                    <a:pt x="1769" y="8905"/>
                  </a:cubicBezTo>
                  <a:cubicBezTo>
                    <a:pt x="1929" y="9065"/>
                    <a:pt x="2154" y="9162"/>
                    <a:pt x="2411" y="9162"/>
                  </a:cubicBezTo>
                  <a:cubicBezTo>
                    <a:pt x="2733" y="9162"/>
                    <a:pt x="3054" y="8969"/>
                    <a:pt x="3344" y="8712"/>
                  </a:cubicBezTo>
                  <a:cubicBezTo>
                    <a:pt x="3633" y="8423"/>
                    <a:pt x="3890" y="8005"/>
                    <a:pt x="4115" y="7522"/>
                  </a:cubicBezTo>
                  <a:cubicBezTo>
                    <a:pt x="4308" y="7072"/>
                    <a:pt x="4469" y="6430"/>
                    <a:pt x="4597" y="5722"/>
                  </a:cubicBezTo>
                  <a:cubicBezTo>
                    <a:pt x="4694" y="5015"/>
                    <a:pt x="4758" y="4212"/>
                    <a:pt x="4758" y="3472"/>
                  </a:cubicBezTo>
                  <a:cubicBezTo>
                    <a:pt x="4758" y="2765"/>
                    <a:pt x="4726" y="2090"/>
                    <a:pt x="4565" y="1511"/>
                  </a:cubicBezTo>
                  <a:cubicBezTo>
                    <a:pt x="4437" y="965"/>
                    <a:pt x="4244" y="483"/>
                    <a:pt x="3890" y="194"/>
                  </a:cubicBezTo>
                  <a:cubicBezTo>
                    <a:pt x="3697" y="65"/>
                    <a:pt x="3504" y="1"/>
                    <a:pt x="3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57"/>
            <p:cNvSpPr/>
            <p:nvPr/>
          </p:nvSpPr>
          <p:spPr>
            <a:xfrm>
              <a:off x="4340750" y="3605550"/>
              <a:ext cx="114950" cy="202225"/>
            </a:xfrm>
            <a:custGeom>
              <a:avLst/>
              <a:gdLst/>
              <a:ahLst/>
              <a:cxnLst/>
              <a:rect l="l" t="t" r="r" b="b"/>
              <a:pathLst>
                <a:path w="4598" h="8089" extrusionOk="0">
                  <a:moveTo>
                    <a:pt x="1349" y="0"/>
                  </a:moveTo>
                  <a:cubicBezTo>
                    <a:pt x="1235" y="0"/>
                    <a:pt x="1144" y="87"/>
                    <a:pt x="1094" y="213"/>
                  </a:cubicBezTo>
                  <a:cubicBezTo>
                    <a:pt x="1094" y="213"/>
                    <a:pt x="837" y="1339"/>
                    <a:pt x="547" y="2689"/>
                  </a:cubicBezTo>
                  <a:cubicBezTo>
                    <a:pt x="290" y="4039"/>
                    <a:pt x="1" y="5614"/>
                    <a:pt x="1" y="6546"/>
                  </a:cubicBezTo>
                  <a:cubicBezTo>
                    <a:pt x="1" y="6803"/>
                    <a:pt x="1" y="7028"/>
                    <a:pt x="97" y="7221"/>
                  </a:cubicBezTo>
                  <a:cubicBezTo>
                    <a:pt x="290" y="7575"/>
                    <a:pt x="644" y="7767"/>
                    <a:pt x="1030" y="7896"/>
                  </a:cubicBezTo>
                  <a:cubicBezTo>
                    <a:pt x="1415" y="8025"/>
                    <a:pt x="1865" y="8089"/>
                    <a:pt x="2347" y="8089"/>
                  </a:cubicBezTo>
                  <a:cubicBezTo>
                    <a:pt x="3119" y="8057"/>
                    <a:pt x="3890" y="7928"/>
                    <a:pt x="4405" y="7639"/>
                  </a:cubicBezTo>
                  <a:cubicBezTo>
                    <a:pt x="4533" y="7575"/>
                    <a:pt x="4598" y="7382"/>
                    <a:pt x="4501" y="7253"/>
                  </a:cubicBezTo>
                  <a:cubicBezTo>
                    <a:pt x="4458" y="7167"/>
                    <a:pt x="4373" y="7125"/>
                    <a:pt x="4282" y="7125"/>
                  </a:cubicBezTo>
                  <a:cubicBezTo>
                    <a:pt x="4237" y="7125"/>
                    <a:pt x="4190" y="7135"/>
                    <a:pt x="4148" y="7157"/>
                  </a:cubicBezTo>
                  <a:cubicBezTo>
                    <a:pt x="3762" y="7382"/>
                    <a:pt x="3023" y="7542"/>
                    <a:pt x="2347" y="7542"/>
                  </a:cubicBezTo>
                  <a:cubicBezTo>
                    <a:pt x="1930" y="7542"/>
                    <a:pt x="1512" y="7478"/>
                    <a:pt x="1190" y="7382"/>
                  </a:cubicBezTo>
                  <a:cubicBezTo>
                    <a:pt x="869" y="7285"/>
                    <a:pt x="644" y="7125"/>
                    <a:pt x="580" y="6996"/>
                  </a:cubicBezTo>
                  <a:cubicBezTo>
                    <a:pt x="580" y="6964"/>
                    <a:pt x="547" y="6771"/>
                    <a:pt x="547" y="6546"/>
                  </a:cubicBezTo>
                  <a:cubicBezTo>
                    <a:pt x="547" y="5710"/>
                    <a:pt x="805" y="4135"/>
                    <a:pt x="1094" y="2785"/>
                  </a:cubicBezTo>
                  <a:cubicBezTo>
                    <a:pt x="1222" y="2110"/>
                    <a:pt x="1351" y="1499"/>
                    <a:pt x="1447" y="1049"/>
                  </a:cubicBezTo>
                  <a:cubicBezTo>
                    <a:pt x="1576" y="599"/>
                    <a:pt x="1640" y="342"/>
                    <a:pt x="1640" y="342"/>
                  </a:cubicBezTo>
                  <a:cubicBezTo>
                    <a:pt x="1672" y="181"/>
                    <a:pt x="1576" y="53"/>
                    <a:pt x="1447" y="21"/>
                  </a:cubicBezTo>
                  <a:cubicBezTo>
                    <a:pt x="1413" y="7"/>
                    <a:pt x="1380" y="0"/>
                    <a:pt x="1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57"/>
            <p:cNvSpPr/>
            <p:nvPr/>
          </p:nvSpPr>
          <p:spPr>
            <a:xfrm>
              <a:off x="4360050" y="3835075"/>
              <a:ext cx="135825" cy="28150"/>
            </a:xfrm>
            <a:custGeom>
              <a:avLst/>
              <a:gdLst/>
              <a:ahLst/>
              <a:cxnLst/>
              <a:rect l="l" t="t" r="r" b="b"/>
              <a:pathLst>
                <a:path w="5433" h="1126" extrusionOk="0">
                  <a:moveTo>
                    <a:pt x="5117" y="1"/>
                  </a:moveTo>
                  <a:cubicBezTo>
                    <a:pt x="5072" y="1"/>
                    <a:pt x="5026" y="12"/>
                    <a:pt x="4983" y="33"/>
                  </a:cubicBezTo>
                  <a:cubicBezTo>
                    <a:pt x="4276" y="451"/>
                    <a:pt x="3408" y="612"/>
                    <a:pt x="2604" y="612"/>
                  </a:cubicBezTo>
                  <a:cubicBezTo>
                    <a:pt x="1993" y="612"/>
                    <a:pt x="1447" y="515"/>
                    <a:pt x="1029" y="451"/>
                  </a:cubicBezTo>
                  <a:cubicBezTo>
                    <a:pt x="836" y="419"/>
                    <a:pt x="675" y="354"/>
                    <a:pt x="547" y="354"/>
                  </a:cubicBezTo>
                  <a:cubicBezTo>
                    <a:pt x="483" y="322"/>
                    <a:pt x="450" y="322"/>
                    <a:pt x="418" y="290"/>
                  </a:cubicBezTo>
                  <a:lnTo>
                    <a:pt x="386" y="290"/>
                  </a:lnTo>
                  <a:cubicBezTo>
                    <a:pt x="359" y="285"/>
                    <a:pt x="333" y="282"/>
                    <a:pt x="309" y="282"/>
                  </a:cubicBezTo>
                  <a:cubicBezTo>
                    <a:pt x="185" y="282"/>
                    <a:pt x="91" y="349"/>
                    <a:pt x="65" y="483"/>
                  </a:cubicBezTo>
                  <a:cubicBezTo>
                    <a:pt x="0" y="612"/>
                    <a:pt x="97" y="772"/>
                    <a:pt x="225" y="804"/>
                  </a:cubicBezTo>
                  <a:cubicBezTo>
                    <a:pt x="258" y="804"/>
                    <a:pt x="1318" y="1126"/>
                    <a:pt x="2604" y="1126"/>
                  </a:cubicBezTo>
                  <a:cubicBezTo>
                    <a:pt x="3472" y="1126"/>
                    <a:pt x="4436" y="997"/>
                    <a:pt x="5240" y="483"/>
                  </a:cubicBezTo>
                  <a:cubicBezTo>
                    <a:pt x="5369" y="419"/>
                    <a:pt x="5433" y="258"/>
                    <a:pt x="5336" y="129"/>
                  </a:cubicBezTo>
                  <a:cubicBezTo>
                    <a:pt x="5294" y="44"/>
                    <a:pt x="5208" y="1"/>
                    <a:pt x="5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57"/>
            <p:cNvSpPr/>
            <p:nvPr/>
          </p:nvSpPr>
          <p:spPr>
            <a:xfrm>
              <a:off x="4480600" y="3605250"/>
              <a:ext cx="28950" cy="57875"/>
            </a:xfrm>
            <a:custGeom>
              <a:avLst/>
              <a:gdLst/>
              <a:ahLst/>
              <a:cxnLst/>
              <a:rect l="l" t="t" r="r" b="b"/>
              <a:pathLst>
                <a:path w="1158" h="2315" extrusionOk="0">
                  <a:moveTo>
                    <a:pt x="579" y="0"/>
                  </a:moveTo>
                  <a:cubicBezTo>
                    <a:pt x="257" y="0"/>
                    <a:pt x="0" y="515"/>
                    <a:pt x="0" y="1158"/>
                  </a:cubicBezTo>
                  <a:cubicBezTo>
                    <a:pt x="0" y="1801"/>
                    <a:pt x="257" y="2315"/>
                    <a:pt x="579" y="2315"/>
                  </a:cubicBezTo>
                  <a:cubicBezTo>
                    <a:pt x="900" y="2315"/>
                    <a:pt x="1157" y="1801"/>
                    <a:pt x="1157" y="1158"/>
                  </a:cubicBezTo>
                  <a:cubicBezTo>
                    <a:pt x="1157" y="515"/>
                    <a:pt x="900" y="0"/>
                    <a:pt x="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57"/>
            <p:cNvSpPr/>
            <p:nvPr/>
          </p:nvSpPr>
          <p:spPr>
            <a:xfrm>
              <a:off x="4305400" y="3586775"/>
              <a:ext cx="29750" cy="57875"/>
            </a:xfrm>
            <a:custGeom>
              <a:avLst/>
              <a:gdLst/>
              <a:ahLst/>
              <a:cxnLst/>
              <a:rect l="l" t="t" r="r" b="b"/>
              <a:pathLst>
                <a:path w="1190" h="2315" extrusionOk="0">
                  <a:moveTo>
                    <a:pt x="611" y="0"/>
                  </a:moveTo>
                  <a:cubicBezTo>
                    <a:pt x="290" y="0"/>
                    <a:pt x="1" y="514"/>
                    <a:pt x="1" y="1157"/>
                  </a:cubicBezTo>
                  <a:cubicBezTo>
                    <a:pt x="1" y="1800"/>
                    <a:pt x="290" y="2315"/>
                    <a:pt x="611" y="2315"/>
                  </a:cubicBezTo>
                  <a:cubicBezTo>
                    <a:pt x="933" y="2315"/>
                    <a:pt x="1190" y="1800"/>
                    <a:pt x="1190" y="1157"/>
                  </a:cubicBezTo>
                  <a:cubicBezTo>
                    <a:pt x="1190" y="514"/>
                    <a:pt x="933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57"/>
            <p:cNvSpPr/>
            <p:nvPr/>
          </p:nvSpPr>
          <p:spPr>
            <a:xfrm>
              <a:off x="4276475" y="3539350"/>
              <a:ext cx="94850" cy="24950"/>
            </a:xfrm>
            <a:custGeom>
              <a:avLst/>
              <a:gdLst/>
              <a:ahLst/>
              <a:cxnLst/>
              <a:rect l="l" t="t" r="r" b="b"/>
              <a:pathLst>
                <a:path w="3794" h="998" extrusionOk="0">
                  <a:moveTo>
                    <a:pt x="1833" y="1"/>
                  </a:moveTo>
                  <a:cubicBezTo>
                    <a:pt x="804" y="1"/>
                    <a:pt x="161" y="483"/>
                    <a:pt x="129" y="515"/>
                  </a:cubicBezTo>
                  <a:cubicBezTo>
                    <a:pt x="33" y="611"/>
                    <a:pt x="0" y="772"/>
                    <a:pt x="97" y="901"/>
                  </a:cubicBezTo>
                  <a:cubicBezTo>
                    <a:pt x="153" y="957"/>
                    <a:pt x="231" y="991"/>
                    <a:pt x="305" y="991"/>
                  </a:cubicBezTo>
                  <a:cubicBezTo>
                    <a:pt x="358" y="991"/>
                    <a:pt x="410" y="973"/>
                    <a:pt x="450" y="933"/>
                  </a:cubicBezTo>
                  <a:cubicBezTo>
                    <a:pt x="483" y="933"/>
                    <a:pt x="997" y="547"/>
                    <a:pt x="1833" y="547"/>
                  </a:cubicBezTo>
                  <a:cubicBezTo>
                    <a:pt x="2250" y="547"/>
                    <a:pt x="2797" y="644"/>
                    <a:pt x="3376" y="965"/>
                  </a:cubicBezTo>
                  <a:cubicBezTo>
                    <a:pt x="3418" y="986"/>
                    <a:pt x="3465" y="997"/>
                    <a:pt x="3510" y="997"/>
                  </a:cubicBezTo>
                  <a:cubicBezTo>
                    <a:pt x="3601" y="997"/>
                    <a:pt x="3686" y="954"/>
                    <a:pt x="3729" y="869"/>
                  </a:cubicBezTo>
                  <a:cubicBezTo>
                    <a:pt x="3793" y="740"/>
                    <a:pt x="3761" y="547"/>
                    <a:pt x="3633" y="483"/>
                  </a:cubicBezTo>
                  <a:cubicBezTo>
                    <a:pt x="2958" y="129"/>
                    <a:pt x="2347" y="1"/>
                    <a:pt x="1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57"/>
            <p:cNvSpPr/>
            <p:nvPr/>
          </p:nvSpPr>
          <p:spPr>
            <a:xfrm>
              <a:off x="4443625" y="3548200"/>
              <a:ext cx="135025" cy="38000"/>
            </a:xfrm>
            <a:custGeom>
              <a:avLst/>
              <a:gdLst/>
              <a:ahLst/>
              <a:cxnLst/>
              <a:rect l="l" t="t" r="r" b="b"/>
              <a:pathLst>
                <a:path w="5401" h="1520" extrusionOk="0">
                  <a:moveTo>
                    <a:pt x="2636" y="0"/>
                  </a:moveTo>
                  <a:cubicBezTo>
                    <a:pt x="1318" y="0"/>
                    <a:pt x="225" y="579"/>
                    <a:pt x="193" y="579"/>
                  </a:cubicBezTo>
                  <a:cubicBezTo>
                    <a:pt x="65" y="643"/>
                    <a:pt x="0" y="804"/>
                    <a:pt x="65" y="932"/>
                  </a:cubicBezTo>
                  <a:cubicBezTo>
                    <a:pt x="112" y="1027"/>
                    <a:pt x="211" y="1086"/>
                    <a:pt x="310" y="1086"/>
                  </a:cubicBezTo>
                  <a:cubicBezTo>
                    <a:pt x="347" y="1086"/>
                    <a:pt x="384" y="1078"/>
                    <a:pt x="418" y="1061"/>
                  </a:cubicBezTo>
                  <a:lnTo>
                    <a:pt x="450" y="1061"/>
                  </a:lnTo>
                  <a:cubicBezTo>
                    <a:pt x="547" y="997"/>
                    <a:pt x="1543" y="547"/>
                    <a:pt x="2636" y="547"/>
                  </a:cubicBezTo>
                  <a:cubicBezTo>
                    <a:pt x="3408" y="547"/>
                    <a:pt x="4243" y="740"/>
                    <a:pt x="4919" y="1447"/>
                  </a:cubicBezTo>
                  <a:cubicBezTo>
                    <a:pt x="4983" y="1495"/>
                    <a:pt x="5055" y="1519"/>
                    <a:pt x="5123" y="1519"/>
                  </a:cubicBezTo>
                  <a:cubicBezTo>
                    <a:pt x="5192" y="1519"/>
                    <a:pt x="5256" y="1495"/>
                    <a:pt x="5304" y="1447"/>
                  </a:cubicBezTo>
                  <a:cubicBezTo>
                    <a:pt x="5401" y="1318"/>
                    <a:pt x="5401" y="1157"/>
                    <a:pt x="5304" y="1061"/>
                  </a:cubicBezTo>
                  <a:cubicBezTo>
                    <a:pt x="4501" y="257"/>
                    <a:pt x="3504" y="0"/>
                    <a:pt x="2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57"/>
            <p:cNvSpPr/>
            <p:nvPr/>
          </p:nvSpPr>
          <p:spPr>
            <a:xfrm>
              <a:off x="4481400" y="4034375"/>
              <a:ext cx="855050" cy="1335625"/>
            </a:xfrm>
            <a:custGeom>
              <a:avLst/>
              <a:gdLst/>
              <a:ahLst/>
              <a:cxnLst/>
              <a:rect l="l" t="t" r="r" b="b"/>
              <a:pathLst>
                <a:path w="34202" h="53425" extrusionOk="0">
                  <a:moveTo>
                    <a:pt x="14530" y="1"/>
                  </a:moveTo>
                  <a:lnTo>
                    <a:pt x="6236" y="5690"/>
                  </a:lnTo>
                  <a:cubicBezTo>
                    <a:pt x="6236" y="5690"/>
                    <a:pt x="6076" y="13855"/>
                    <a:pt x="4468" y="19384"/>
                  </a:cubicBezTo>
                  <a:cubicBezTo>
                    <a:pt x="2990" y="24559"/>
                    <a:pt x="322" y="50275"/>
                    <a:pt x="0" y="53425"/>
                  </a:cubicBezTo>
                  <a:lnTo>
                    <a:pt x="26809" y="53425"/>
                  </a:lnTo>
                  <a:cubicBezTo>
                    <a:pt x="27452" y="49760"/>
                    <a:pt x="33334" y="15366"/>
                    <a:pt x="33463" y="14273"/>
                  </a:cubicBezTo>
                  <a:cubicBezTo>
                    <a:pt x="33591" y="13116"/>
                    <a:pt x="34202" y="11219"/>
                    <a:pt x="33173" y="10930"/>
                  </a:cubicBezTo>
                  <a:cubicBezTo>
                    <a:pt x="32145" y="10640"/>
                    <a:pt x="14530" y="1"/>
                    <a:pt x="14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57"/>
            <p:cNvSpPr/>
            <p:nvPr/>
          </p:nvSpPr>
          <p:spPr>
            <a:xfrm>
              <a:off x="4474150" y="4027550"/>
              <a:ext cx="858300" cy="1348875"/>
            </a:xfrm>
            <a:custGeom>
              <a:avLst/>
              <a:gdLst/>
              <a:ahLst/>
              <a:cxnLst/>
              <a:rect l="l" t="t" r="r" b="b"/>
              <a:pathLst>
                <a:path w="34332" h="53955" extrusionOk="0">
                  <a:moveTo>
                    <a:pt x="14844" y="592"/>
                  </a:moveTo>
                  <a:lnTo>
                    <a:pt x="14844" y="592"/>
                  </a:lnTo>
                  <a:cubicBezTo>
                    <a:pt x="15659" y="1084"/>
                    <a:pt x="19592" y="3463"/>
                    <a:pt x="23627" y="5867"/>
                  </a:cubicBezTo>
                  <a:cubicBezTo>
                    <a:pt x="25877" y="7217"/>
                    <a:pt x="28192" y="8567"/>
                    <a:pt x="29992" y="9596"/>
                  </a:cubicBezTo>
                  <a:cubicBezTo>
                    <a:pt x="30892" y="10110"/>
                    <a:pt x="31663" y="10560"/>
                    <a:pt x="32242" y="10881"/>
                  </a:cubicBezTo>
                  <a:cubicBezTo>
                    <a:pt x="32531" y="11042"/>
                    <a:pt x="32788" y="11171"/>
                    <a:pt x="32949" y="11267"/>
                  </a:cubicBezTo>
                  <a:cubicBezTo>
                    <a:pt x="33142" y="11363"/>
                    <a:pt x="33270" y="11428"/>
                    <a:pt x="33399" y="11460"/>
                  </a:cubicBezTo>
                  <a:cubicBezTo>
                    <a:pt x="33528" y="11492"/>
                    <a:pt x="33624" y="11588"/>
                    <a:pt x="33688" y="11717"/>
                  </a:cubicBezTo>
                  <a:cubicBezTo>
                    <a:pt x="33753" y="11846"/>
                    <a:pt x="33785" y="12071"/>
                    <a:pt x="33785" y="12328"/>
                  </a:cubicBezTo>
                  <a:cubicBezTo>
                    <a:pt x="33785" y="12971"/>
                    <a:pt x="33560" y="13839"/>
                    <a:pt x="33495" y="14514"/>
                  </a:cubicBezTo>
                  <a:cubicBezTo>
                    <a:pt x="33463" y="14642"/>
                    <a:pt x="33367" y="15317"/>
                    <a:pt x="33174" y="16346"/>
                  </a:cubicBezTo>
                  <a:cubicBezTo>
                    <a:pt x="31977" y="23589"/>
                    <a:pt x="27572" y="49372"/>
                    <a:pt x="26880" y="53441"/>
                  </a:cubicBezTo>
                  <a:lnTo>
                    <a:pt x="577" y="53441"/>
                  </a:lnTo>
                  <a:cubicBezTo>
                    <a:pt x="785" y="51406"/>
                    <a:pt x="1494" y="44536"/>
                    <a:pt x="2347" y="37465"/>
                  </a:cubicBezTo>
                  <a:cubicBezTo>
                    <a:pt x="2797" y="33736"/>
                    <a:pt x="3280" y="29943"/>
                    <a:pt x="3762" y="26761"/>
                  </a:cubicBezTo>
                  <a:cubicBezTo>
                    <a:pt x="4212" y="23578"/>
                    <a:pt x="4662" y="20975"/>
                    <a:pt x="5015" y="19721"/>
                  </a:cubicBezTo>
                  <a:cubicBezTo>
                    <a:pt x="6529" y="14557"/>
                    <a:pt x="6755" y="7200"/>
                    <a:pt x="6781" y="6102"/>
                  </a:cubicBezTo>
                  <a:lnTo>
                    <a:pt x="6781" y="6102"/>
                  </a:lnTo>
                  <a:lnTo>
                    <a:pt x="14844" y="592"/>
                  </a:lnTo>
                  <a:close/>
                  <a:moveTo>
                    <a:pt x="14803" y="0"/>
                  </a:moveTo>
                  <a:cubicBezTo>
                    <a:pt x="14755" y="0"/>
                    <a:pt x="14707" y="16"/>
                    <a:pt x="14659" y="49"/>
                  </a:cubicBezTo>
                  <a:lnTo>
                    <a:pt x="6366" y="5738"/>
                  </a:lnTo>
                  <a:cubicBezTo>
                    <a:pt x="6301" y="5770"/>
                    <a:pt x="6237" y="5867"/>
                    <a:pt x="6237" y="5963"/>
                  </a:cubicBezTo>
                  <a:cubicBezTo>
                    <a:pt x="6237" y="5963"/>
                    <a:pt x="6237" y="6445"/>
                    <a:pt x="6205" y="7313"/>
                  </a:cubicBezTo>
                  <a:cubicBezTo>
                    <a:pt x="6076" y="9853"/>
                    <a:pt x="5690" y="15478"/>
                    <a:pt x="4501" y="19560"/>
                  </a:cubicBezTo>
                  <a:cubicBezTo>
                    <a:pt x="4115" y="20910"/>
                    <a:pt x="3698" y="23482"/>
                    <a:pt x="3215" y="26664"/>
                  </a:cubicBezTo>
                  <a:cubicBezTo>
                    <a:pt x="1833" y="36243"/>
                    <a:pt x="258" y="51287"/>
                    <a:pt x="33" y="53666"/>
                  </a:cubicBezTo>
                  <a:cubicBezTo>
                    <a:pt x="1" y="53730"/>
                    <a:pt x="33" y="53826"/>
                    <a:pt x="97" y="53891"/>
                  </a:cubicBezTo>
                  <a:cubicBezTo>
                    <a:pt x="129" y="53923"/>
                    <a:pt x="226" y="53955"/>
                    <a:pt x="290" y="53955"/>
                  </a:cubicBezTo>
                  <a:lnTo>
                    <a:pt x="27099" y="53955"/>
                  </a:lnTo>
                  <a:cubicBezTo>
                    <a:pt x="27227" y="53955"/>
                    <a:pt x="27356" y="53859"/>
                    <a:pt x="27356" y="53730"/>
                  </a:cubicBezTo>
                  <a:cubicBezTo>
                    <a:pt x="27677" y="51930"/>
                    <a:pt x="29317" y="42415"/>
                    <a:pt x="30892" y="33222"/>
                  </a:cubicBezTo>
                  <a:cubicBezTo>
                    <a:pt x="31663" y="28625"/>
                    <a:pt x="32435" y="24093"/>
                    <a:pt x="33013" y="20653"/>
                  </a:cubicBezTo>
                  <a:cubicBezTo>
                    <a:pt x="33303" y="18950"/>
                    <a:pt x="33528" y="17503"/>
                    <a:pt x="33720" y="16442"/>
                  </a:cubicBezTo>
                  <a:cubicBezTo>
                    <a:pt x="33881" y="15382"/>
                    <a:pt x="34010" y="14739"/>
                    <a:pt x="34010" y="14578"/>
                  </a:cubicBezTo>
                  <a:cubicBezTo>
                    <a:pt x="34106" y="13967"/>
                    <a:pt x="34299" y="13067"/>
                    <a:pt x="34331" y="12328"/>
                  </a:cubicBezTo>
                  <a:cubicBezTo>
                    <a:pt x="34331" y="12039"/>
                    <a:pt x="34267" y="11749"/>
                    <a:pt x="34170" y="11492"/>
                  </a:cubicBezTo>
                  <a:cubicBezTo>
                    <a:pt x="34042" y="11235"/>
                    <a:pt x="33849" y="11010"/>
                    <a:pt x="33528" y="10946"/>
                  </a:cubicBezTo>
                  <a:cubicBezTo>
                    <a:pt x="33528" y="10946"/>
                    <a:pt x="33367" y="10881"/>
                    <a:pt x="33206" y="10785"/>
                  </a:cubicBezTo>
                  <a:cubicBezTo>
                    <a:pt x="31824" y="10110"/>
                    <a:pt x="27259" y="7410"/>
                    <a:pt x="23048" y="4902"/>
                  </a:cubicBezTo>
                  <a:cubicBezTo>
                    <a:pt x="20927" y="3649"/>
                    <a:pt x="18902" y="2427"/>
                    <a:pt x="17423" y="1527"/>
                  </a:cubicBezTo>
                  <a:cubicBezTo>
                    <a:pt x="16684" y="1077"/>
                    <a:pt x="16073" y="724"/>
                    <a:pt x="15623" y="466"/>
                  </a:cubicBezTo>
                  <a:cubicBezTo>
                    <a:pt x="15205" y="209"/>
                    <a:pt x="14948" y="49"/>
                    <a:pt x="14948" y="49"/>
                  </a:cubicBezTo>
                  <a:cubicBezTo>
                    <a:pt x="14900" y="16"/>
                    <a:pt x="14852" y="0"/>
                    <a:pt x="14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57"/>
            <p:cNvSpPr/>
            <p:nvPr/>
          </p:nvSpPr>
          <p:spPr>
            <a:xfrm>
              <a:off x="4637300" y="3848750"/>
              <a:ext cx="257975" cy="516750"/>
            </a:xfrm>
            <a:custGeom>
              <a:avLst/>
              <a:gdLst/>
              <a:ahLst/>
              <a:cxnLst/>
              <a:rect l="l" t="t" r="r" b="b"/>
              <a:pathLst>
                <a:path w="10319" h="20670" extrusionOk="0">
                  <a:moveTo>
                    <a:pt x="9322" y="0"/>
                  </a:moveTo>
                  <a:lnTo>
                    <a:pt x="0" y="13115"/>
                  </a:lnTo>
                  <a:lnTo>
                    <a:pt x="2475" y="20669"/>
                  </a:lnTo>
                  <a:lnTo>
                    <a:pt x="10319" y="7586"/>
                  </a:lnTo>
                  <a:lnTo>
                    <a:pt x="9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57"/>
            <p:cNvSpPr/>
            <p:nvPr/>
          </p:nvSpPr>
          <p:spPr>
            <a:xfrm>
              <a:off x="4630050" y="3842025"/>
              <a:ext cx="272450" cy="530700"/>
            </a:xfrm>
            <a:custGeom>
              <a:avLst/>
              <a:gdLst/>
              <a:ahLst/>
              <a:cxnLst/>
              <a:rect l="l" t="t" r="r" b="b"/>
              <a:pathLst>
                <a:path w="10898" h="21228" extrusionOk="0">
                  <a:moveTo>
                    <a:pt x="9419" y="976"/>
                  </a:moveTo>
                  <a:lnTo>
                    <a:pt x="10351" y="7791"/>
                  </a:lnTo>
                  <a:lnTo>
                    <a:pt x="2830" y="20295"/>
                  </a:lnTo>
                  <a:lnTo>
                    <a:pt x="595" y="13433"/>
                  </a:lnTo>
                  <a:lnTo>
                    <a:pt x="9419" y="976"/>
                  </a:lnTo>
                  <a:close/>
                  <a:moveTo>
                    <a:pt x="9586" y="0"/>
                  </a:moveTo>
                  <a:cubicBezTo>
                    <a:pt x="9502" y="0"/>
                    <a:pt x="9435" y="36"/>
                    <a:pt x="9387" y="109"/>
                  </a:cubicBezTo>
                  <a:lnTo>
                    <a:pt x="65" y="13223"/>
                  </a:lnTo>
                  <a:cubicBezTo>
                    <a:pt x="1" y="13288"/>
                    <a:pt x="1" y="13384"/>
                    <a:pt x="33" y="13448"/>
                  </a:cubicBezTo>
                  <a:lnTo>
                    <a:pt x="2508" y="21035"/>
                  </a:lnTo>
                  <a:cubicBezTo>
                    <a:pt x="2540" y="21131"/>
                    <a:pt x="2637" y="21195"/>
                    <a:pt x="2733" y="21227"/>
                  </a:cubicBezTo>
                  <a:cubicBezTo>
                    <a:pt x="2830" y="21227"/>
                    <a:pt x="2926" y="21195"/>
                    <a:pt x="2990" y="21099"/>
                  </a:cubicBezTo>
                  <a:lnTo>
                    <a:pt x="10866" y="7984"/>
                  </a:lnTo>
                  <a:cubicBezTo>
                    <a:pt x="10898" y="7920"/>
                    <a:pt x="10898" y="7855"/>
                    <a:pt x="10898" y="7823"/>
                  </a:cubicBezTo>
                  <a:lnTo>
                    <a:pt x="9869" y="237"/>
                  </a:lnTo>
                  <a:cubicBezTo>
                    <a:pt x="9869" y="141"/>
                    <a:pt x="9773" y="44"/>
                    <a:pt x="9676" y="12"/>
                  </a:cubicBezTo>
                  <a:cubicBezTo>
                    <a:pt x="9644" y="4"/>
                    <a:pt x="9614" y="0"/>
                    <a:pt x="9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57"/>
            <p:cNvSpPr/>
            <p:nvPr/>
          </p:nvSpPr>
          <p:spPr>
            <a:xfrm>
              <a:off x="4855875" y="4281900"/>
              <a:ext cx="512725" cy="946675"/>
            </a:xfrm>
            <a:custGeom>
              <a:avLst/>
              <a:gdLst/>
              <a:ahLst/>
              <a:cxnLst/>
              <a:rect l="l" t="t" r="r" b="b"/>
              <a:pathLst>
                <a:path w="20509" h="37867" extrusionOk="0">
                  <a:moveTo>
                    <a:pt x="15558" y="0"/>
                  </a:moveTo>
                  <a:lnTo>
                    <a:pt x="5658" y="7715"/>
                  </a:lnTo>
                  <a:lnTo>
                    <a:pt x="1" y="27837"/>
                  </a:lnTo>
                  <a:lnTo>
                    <a:pt x="8294" y="37866"/>
                  </a:lnTo>
                  <a:cubicBezTo>
                    <a:pt x="8294" y="37866"/>
                    <a:pt x="15269" y="25041"/>
                    <a:pt x="17744" y="16330"/>
                  </a:cubicBezTo>
                  <a:cubicBezTo>
                    <a:pt x="20219" y="7586"/>
                    <a:pt x="20509" y="2765"/>
                    <a:pt x="18934" y="1768"/>
                  </a:cubicBezTo>
                  <a:cubicBezTo>
                    <a:pt x="17326" y="739"/>
                    <a:pt x="15558" y="0"/>
                    <a:pt x="155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57"/>
            <p:cNvSpPr/>
            <p:nvPr/>
          </p:nvSpPr>
          <p:spPr>
            <a:xfrm>
              <a:off x="4848650" y="4276275"/>
              <a:ext cx="511925" cy="959025"/>
            </a:xfrm>
            <a:custGeom>
              <a:avLst/>
              <a:gdLst/>
              <a:ahLst/>
              <a:cxnLst/>
              <a:rect l="l" t="t" r="r" b="b"/>
              <a:pathLst>
                <a:path w="20477" h="38361" extrusionOk="0">
                  <a:moveTo>
                    <a:pt x="15976" y="0"/>
                  </a:moveTo>
                  <a:lnTo>
                    <a:pt x="15751" y="482"/>
                  </a:lnTo>
                  <a:cubicBezTo>
                    <a:pt x="15751" y="482"/>
                    <a:pt x="15847" y="514"/>
                    <a:pt x="16040" y="611"/>
                  </a:cubicBezTo>
                  <a:cubicBezTo>
                    <a:pt x="16619" y="868"/>
                    <a:pt x="17873" y="1447"/>
                    <a:pt x="19062" y="2218"/>
                  </a:cubicBezTo>
                  <a:cubicBezTo>
                    <a:pt x="19319" y="2379"/>
                    <a:pt x="19544" y="2668"/>
                    <a:pt x="19705" y="3182"/>
                  </a:cubicBezTo>
                  <a:cubicBezTo>
                    <a:pt x="19866" y="3665"/>
                    <a:pt x="19930" y="4307"/>
                    <a:pt x="19930" y="5143"/>
                  </a:cubicBezTo>
                  <a:cubicBezTo>
                    <a:pt x="19930" y="7554"/>
                    <a:pt x="19255" y="11315"/>
                    <a:pt x="17776" y="16458"/>
                  </a:cubicBezTo>
                  <a:cubicBezTo>
                    <a:pt x="16555" y="20798"/>
                    <a:pt x="14208" y="26198"/>
                    <a:pt x="12151" y="30473"/>
                  </a:cubicBezTo>
                  <a:cubicBezTo>
                    <a:pt x="11122" y="32627"/>
                    <a:pt x="10158" y="34491"/>
                    <a:pt x="9483" y="35841"/>
                  </a:cubicBezTo>
                  <a:cubicBezTo>
                    <a:pt x="9129" y="36516"/>
                    <a:pt x="8840" y="37031"/>
                    <a:pt x="8647" y="37416"/>
                  </a:cubicBezTo>
                  <a:cubicBezTo>
                    <a:pt x="8603" y="37497"/>
                    <a:pt x="8564" y="37569"/>
                    <a:pt x="8530" y="37633"/>
                  </a:cubicBezTo>
                  <a:lnTo>
                    <a:pt x="8530" y="37633"/>
                  </a:lnTo>
                  <a:lnTo>
                    <a:pt x="579" y="27998"/>
                  </a:lnTo>
                  <a:lnTo>
                    <a:pt x="6204" y="8036"/>
                  </a:lnTo>
                  <a:lnTo>
                    <a:pt x="5690" y="7876"/>
                  </a:lnTo>
                  <a:lnTo>
                    <a:pt x="32" y="27966"/>
                  </a:lnTo>
                  <a:cubicBezTo>
                    <a:pt x="0" y="28062"/>
                    <a:pt x="0" y="28159"/>
                    <a:pt x="65" y="28223"/>
                  </a:cubicBezTo>
                  <a:lnTo>
                    <a:pt x="8358" y="38252"/>
                  </a:lnTo>
                  <a:cubicBezTo>
                    <a:pt x="8406" y="38324"/>
                    <a:pt x="8472" y="38361"/>
                    <a:pt x="8543" y="38361"/>
                  </a:cubicBezTo>
                  <a:cubicBezTo>
                    <a:pt x="8567" y="38361"/>
                    <a:pt x="8591" y="38357"/>
                    <a:pt x="8615" y="38349"/>
                  </a:cubicBezTo>
                  <a:cubicBezTo>
                    <a:pt x="8679" y="38349"/>
                    <a:pt x="8776" y="38316"/>
                    <a:pt x="8808" y="38220"/>
                  </a:cubicBezTo>
                  <a:cubicBezTo>
                    <a:pt x="8808" y="38220"/>
                    <a:pt x="15815" y="25394"/>
                    <a:pt x="18290" y="16619"/>
                  </a:cubicBezTo>
                  <a:cubicBezTo>
                    <a:pt x="19769" y="11444"/>
                    <a:pt x="20476" y="7651"/>
                    <a:pt x="20476" y="5143"/>
                  </a:cubicBezTo>
                  <a:cubicBezTo>
                    <a:pt x="20476" y="4275"/>
                    <a:pt x="20380" y="3568"/>
                    <a:pt x="20219" y="2990"/>
                  </a:cubicBezTo>
                  <a:cubicBezTo>
                    <a:pt x="20026" y="2443"/>
                    <a:pt x="19737" y="1993"/>
                    <a:pt x="19351" y="1768"/>
                  </a:cubicBezTo>
                  <a:cubicBezTo>
                    <a:pt x="17712" y="707"/>
                    <a:pt x="15976" y="0"/>
                    <a:pt x="15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57"/>
            <p:cNvSpPr/>
            <p:nvPr/>
          </p:nvSpPr>
          <p:spPr>
            <a:xfrm>
              <a:off x="4716850" y="4919150"/>
              <a:ext cx="404250" cy="407825"/>
            </a:xfrm>
            <a:custGeom>
              <a:avLst/>
              <a:gdLst/>
              <a:ahLst/>
              <a:cxnLst/>
              <a:rect l="l" t="t" r="r" b="b"/>
              <a:pathLst>
                <a:path w="16170" h="16313" extrusionOk="0">
                  <a:moveTo>
                    <a:pt x="5562" y="161"/>
                  </a:moveTo>
                  <a:cubicBezTo>
                    <a:pt x="5562" y="161"/>
                    <a:pt x="290" y="2765"/>
                    <a:pt x="161" y="4372"/>
                  </a:cubicBezTo>
                  <a:cubicBezTo>
                    <a:pt x="1" y="5980"/>
                    <a:pt x="4661" y="10930"/>
                    <a:pt x="5851" y="13116"/>
                  </a:cubicBezTo>
                  <a:cubicBezTo>
                    <a:pt x="6773" y="14857"/>
                    <a:pt x="7980" y="16313"/>
                    <a:pt x="9685" y="16313"/>
                  </a:cubicBezTo>
                  <a:cubicBezTo>
                    <a:pt x="10120" y="16313"/>
                    <a:pt x="10587" y="16218"/>
                    <a:pt x="11090" y="16009"/>
                  </a:cubicBezTo>
                  <a:cubicBezTo>
                    <a:pt x="13566" y="15012"/>
                    <a:pt x="16169" y="12248"/>
                    <a:pt x="16169" y="9773"/>
                  </a:cubicBezTo>
                  <a:cubicBezTo>
                    <a:pt x="16169" y="7298"/>
                    <a:pt x="12537" y="3504"/>
                    <a:pt x="9933" y="1737"/>
                  </a:cubicBezTo>
                  <a:cubicBezTo>
                    <a:pt x="7297" y="1"/>
                    <a:pt x="6429" y="290"/>
                    <a:pt x="5562" y="1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57"/>
            <p:cNvSpPr/>
            <p:nvPr/>
          </p:nvSpPr>
          <p:spPr>
            <a:xfrm>
              <a:off x="4714450" y="4915950"/>
              <a:ext cx="413875" cy="417900"/>
            </a:xfrm>
            <a:custGeom>
              <a:avLst/>
              <a:gdLst/>
              <a:ahLst/>
              <a:cxnLst/>
              <a:rect l="l" t="t" r="r" b="b"/>
              <a:pathLst>
                <a:path w="16555" h="16716" extrusionOk="0">
                  <a:moveTo>
                    <a:pt x="5673" y="556"/>
                  </a:moveTo>
                  <a:cubicBezTo>
                    <a:pt x="6123" y="608"/>
                    <a:pt x="6527" y="588"/>
                    <a:pt x="7104" y="739"/>
                  </a:cubicBezTo>
                  <a:cubicBezTo>
                    <a:pt x="7715" y="900"/>
                    <a:pt x="8583" y="1254"/>
                    <a:pt x="9868" y="2090"/>
                  </a:cubicBezTo>
                  <a:cubicBezTo>
                    <a:pt x="11154" y="2957"/>
                    <a:pt x="12697" y="4340"/>
                    <a:pt x="13919" y="5786"/>
                  </a:cubicBezTo>
                  <a:cubicBezTo>
                    <a:pt x="14529" y="6493"/>
                    <a:pt x="15044" y="7265"/>
                    <a:pt x="15429" y="7972"/>
                  </a:cubicBezTo>
                  <a:cubicBezTo>
                    <a:pt x="15783" y="8679"/>
                    <a:pt x="16008" y="9322"/>
                    <a:pt x="16008" y="9901"/>
                  </a:cubicBezTo>
                  <a:cubicBezTo>
                    <a:pt x="16008" y="11026"/>
                    <a:pt x="15397" y="12311"/>
                    <a:pt x="14465" y="13404"/>
                  </a:cubicBezTo>
                  <a:cubicBezTo>
                    <a:pt x="13501" y="14497"/>
                    <a:pt x="12279" y="15430"/>
                    <a:pt x="11090" y="15912"/>
                  </a:cubicBezTo>
                  <a:cubicBezTo>
                    <a:pt x="10608" y="16105"/>
                    <a:pt x="10190" y="16169"/>
                    <a:pt x="9772" y="16169"/>
                  </a:cubicBezTo>
                  <a:cubicBezTo>
                    <a:pt x="9001" y="16169"/>
                    <a:pt x="8358" y="15847"/>
                    <a:pt x="7747" y="15301"/>
                  </a:cubicBezTo>
                  <a:cubicBezTo>
                    <a:pt x="7136" y="14754"/>
                    <a:pt x="6622" y="13983"/>
                    <a:pt x="6172" y="13115"/>
                  </a:cubicBezTo>
                  <a:cubicBezTo>
                    <a:pt x="5561" y="11990"/>
                    <a:pt x="4147" y="10254"/>
                    <a:pt x="2861" y="8583"/>
                  </a:cubicBezTo>
                  <a:cubicBezTo>
                    <a:pt x="2250" y="7715"/>
                    <a:pt x="1639" y="6911"/>
                    <a:pt x="1222" y="6204"/>
                  </a:cubicBezTo>
                  <a:cubicBezTo>
                    <a:pt x="997" y="5850"/>
                    <a:pt x="804" y="5529"/>
                    <a:pt x="707" y="5240"/>
                  </a:cubicBezTo>
                  <a:cubicBezTo>
                    <a:pt x="579" y="4950"/>
                    <a:pt x="514" y="4725"/>
                    <a:pt x="514" y="4565"/>
                  </a:cubicBezTo>
                  <a:lnTo>
                    <a:pt x="514" y="4533"/>
                  </a:lnTo>
                  <a:cubicBezTo>
                    <a:pt x="547" y="4404"/>
                    <a:pt x="611" y="4211"/>
                    <a:pt x="739" y="4018"/>
                  </a:cubicBezTo>
                  <a:cubicBezTo>
                    <a:pt x="997" y="3665"/>
                    <a:pt x="1447" y="3247"/>
                    <a:pt x="1961" y="2861"/>
                  </a:cubicBezTo>
                  <a:cubicBezTo>
                    <a:pt x="2732" y="2250"/>
                    <a:pt x="3697" y="1672"/>
                    <a:pt x="4436" y="1222"/>
                  </a:cubicBezTo>
                  <a:cubicBezTo>
                    <a:pt x="4822" y="997"/>
                    <a:pt x="5143" y="836"/>
                    <a:pt x="5400" y="707"/>
                  </a:cubicBezTo>
                  <a:cubicBezTo>
                    <a:pt x="5520" y="639"/>
                    <a:pt x="5613" y="588"/>
                    <a:pt x="5673" y="556"/>
                  </a:cubicBezTo>
                  <a:close/>
                  <a:moveTo>
                    <a:pt x="5690" y="0"/>
                  </a:moveTo>
                  <a:cubicBezTo>
                    <a:pt x="5625" y="0"/>
                    <a:pt x="5561" y="0"/>
                    <a:pt x="5529" y="32"/>
                  </a:cubicBezTo>
                  <a:cubicBezTo>
                    <a:pt x="5529" y="32"/>
                    <a:pt x="4211" y="707"/>
                    <a:pt x="2861" y="1575"/>
                  </a:cubicBezTo>
                  <a:cubicBezTo>
                    <a:pt x="2186" y="1993"/>
                    <a:pt x="1511" y="2475"/>
                    <a:pt x="964" y="2957"/>
                  </a:cubicBezTo>
                  <a:cubicBezTo>
                    <a:pt x="707" y="3215"/>
                    <a:pt x="482" y="3472"/>
                    <a:pt x="322" y="3697"/>
                  </a:cubicBezTo>
                  <a:cubicBezTo>
                    <a:pt x="129" y="3954"/>
                    <a:pt x="0" y="4211"/>
                    <a:pt x="0" y="4468"/>
                  </a:cubicBezTo>
                  <a:lnTo>
                    <a:pt x="0" y="4565"/>
                  </a:lnTo>
                  <a:cubicBezTo>
                    <a:pt x="0" y="4854"/>
                    <a:pt x="64" y="5143"/>
                    <a:pt x="193" y="5433"/>
                  </a:cubicBezTo>
                  <a:cubicBezTo>
                    <a:pt x="675" y="6558"/>
                    <a:pt x="1800" y="8036"/>
                    <a:pt x="2925" y="9515"/>
                  </a:cubicBezTo>
                  <a:cubicBezTo>
                    <a:pt x="4082" y="10994"/>
                    <a:pt x="5208" y="12472"/>
                    <a:pt x="5690" y="13372"/>
                  </a:cubicBezTo>
                  <a:cubicBezTo>
                    <a:pt x="6172" y="14240"/>
                    <a:pt x="6718" y="15076"/>
                    <a:pt x="7393" y="15687"/>
                  </a:cubicBezTo>
                  <a:cubicBezTo>
                    <a:pt x="8036" y="16297"/>
                    <a:pt x="8840" y="16715"/>
                    <a:pt x="9772" y="16715"/>
                  </a:cubicBezTo>
                  <a:cubicBezTo>
                    <a:pt x="10254" y="16715"/>
                    <a:pt x="10769" y="16619"/>
                    <a:pt x="11283" y="16394"/>
                  </a:cubicBezTo>
                  <a:cubicBezTo>
                    <a:pt x="12569" y="15880"/>
                    <a:pt x="13854" y="14915"/>
                    <a:pt x="14851" y="13726"/>
                  </a:cubicBezTo>
                  <a:cubicBezTo>
                    <a:pt x="15847" y="12569"/>
                    <a:pt x="16555" y="11219"/>
                    <a:pt x="16555" y="9901"/>
                  </a:cubicBezTo>
                  <a:cubicBezTo>
                    <a:pt x="16555" y="9193"/>
                    <a:pt x="16297" y="8454"/>
                    <a:pt x="15912" y="7715"/>
                  </a:cubicBezTo>
                  <a:cubicBezTo>
                    <a:pt x="14722" y="5465"/>
                    <a:pt x="12151" y="2990"/>
                    <a:pt x="10158" y="1640"/>
                  </a:cubicBezTo>
                  <a:cubicBezTo>
                    <a:pt x="8840" y="772"/>
                    <a:pt x="7940" y="386"/>
                    <a:pt x="7233" y="225"/>
                  </a:cubicBezTo>
                  <a:cubicBezTo>
                    <a:pt x="6558" y="32"/>
                    <a:pt x="6075" y="97"/>
                    <a:pt x="5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57"/>
            <p:cNvSpPr/>
            <p:nvPr/>
          </p:nvSpPr>
          <p:spPr>
            <a:xfrm>
              <a:off x="3529925" y="5101700"/>
              <a:ext cx="469550" cy="99550"/>
            </a:xfrm>
            <a:custGeom>
              <a:avLst/>
              <a:gdLst/>
              <a:ahLst/>
              <a:cxnLst/>
              <a:rect l="l" t="t" r="r" b="b"/>
              <a:pathLst>
                <a:path w="18782" h="3982" extrusionOk="0">
                  <a:moveTo>
                    <a:pt x="10734" y="0"/>
                  </a:moveTo>
                  <a:cubicBezTo>
                    <a:pt x="8013" y="0"/>
                    <a:pt x="5561" y="413"/>
                    <a:pt x="5561" y="413"/>
                  </a:cubicBezTo>
                  <a:cubicBezTo>
                    <a:pt x="5561" y="413"/>
                    <a:pt x="2636" y="2021"/>
                    <a:pt x="1318" y="2181"/>
                  </a:cubicBezTo>
                  <a:cubicBezTo>
                    <a:pt x="0" y="2310"/>
                    <a:pt x="161" y="3467"/>
                    <a:pt x="1318" y="3917"/>
                  </a:cubicBezTo>
                  <a:cubicBezTo>
                    <a:pt x="1432" y="3962"/>
                    <a:pt x="1575" y="3982"/>
                    <a:pt x="1740" y="3982"/>
                  </a:cubicBezTo>
                  <a:cubicBezTo>
                    <a:pt x="3249" y="3982"/>
                    <a:pt x="6646" y="2310"/>
                    <a:pt x="7458" y="2310"/>
                  </a:cubicBezTo>
                  <a:cubicBezTo>
                    <a:pt x="8326" y="2310"/>
                    <a:pt x="15172" y="2889"/>
                    <a:pt x="16619" y="3049"/>
                  </a:cubicBezTo>
                  <a:cubicBezTo>
                    <a:pt x="16679" y="3055"/>
                    <a:pt x="16739" y="3057"/>
                    <a:pt x="16797" y="3057"/>
                  </a:cubicBezTo>
                  <a:cubicBezTo>
                    <a:pt x="18130" y="3057"/>
                    <a:pt x="18781" y="1683"/>
                    <a:pt x="15301" y="574"/>
                  </a:cubicBezTo>
                  <a:cubicBezTo>
                    <a:pt x="13970" y="138"/>
                    <a:pt x="12307" y="0"/>
                    <a:pt x="107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57"/>
            <p:cNvSpPr/>
            <p:nvPr/>
          </p:nvSpPr>
          <p:spPr>
            <a:xfrm>
              <a:off x="3533125" y="5095150"/>
              <a:ext cx="450050" cy="112525"/>
            </a:xfrm>
            <a:custGeom>
              <a:avLst/>
              <a:gdLst/>
              <a:ahLst/>
              <a:cxnLst/>
              <a:rect l="l" t="t" r="r" b="b"/>
              <a:pathLst>
                <a:path w="18002" h="4501" extrusionOk="0">
                  <a:moveTo>
                    <a:pt x="10641" y="547"/>
                  </a:moveTo>
                  <a:cubicBezTo>
                    <a:pt x="12183" y="547"/>
                    <a:pt x="13823" y="675"/>
                    <a:pt x="15109" y="1093"/>
                  </a:cubicBezTo>
                  <a:cubicBezTo>
                    <a:pt x="16041" y="1383"/>
                    <a:pt x="16652" y="1704"/>
                    <a:pt x="17005" y="1993"/>
                  </a:cubicBezTo>
                  <a:cubicBezTo>
                    <a:pt x="17198" y="2122"/>
                    <a:pt x="17327" y="2250"/>
                    <a:pt x="17391" y="2347"/>
                  </a:cubicBezTo>
                  <a:cubicBezTo>
                    <a:pt x="17455" y="2475"/>
                    <a:pt x="17487" y="2572"/>
                    <a:pt x="17487" y="2604"/>
                  </a:cubicBezTo>
                  <a:cubicBezTo>
                    <a:pt x="17487" y="2733"/>
                    <a:pt x="17423" y="2797"/>
                    <a:pt x="17294" y="2893"/>
                  </a:cubicBezTo>
                  <a:cubicBezTo>
                    <a:pt x="17166" y="2990"/>
                    <a:pt x="16941" y="3054"/>
                    <a:pt x="16684" y="3054"/>
                  </a:cubicBezTo>
                  <a:cubicBezTo>
                    <a:pt x="16619" y="3054"/>
                    <a:pt x="16587" y="3054"/>
                    <a:pt x="16523" y="3022"/>
                  </a:cubicBezTo>
                  <a:cubicBezTo>
                    <a:pt x="15784" y="2958"/>
                    <a:pt x="13694" y="2797"/>
                    <a:pt x="11701" y="2604"/>
                  </a:cubicBezTo>
                  <a:cubicBezTo>
                    <a:pt x="10705" y="2540"/>
                    <a:pt x="9708" y="2443"/>
                    <a:pt x="8937" y="2411"/>
                  </a:cubicBezTo>
                  <a:cubicBezTo>
                    <a:pt x="8133" y="2347"/>
                    <a:pt x="7555" y="2315"/>
                    <a:pt x="7330" y="2315"/>
                  </a:cubicBezTo>
                  <a:cubicBezTo>
                    <a:pt x="7169" y="2315"/>
                    <a:pt x="7008" y="2347"/>
                    <a:pt x="6848" y="2379"/>
                  </a:cubicBezTo>
                  <a:cubicBezTo>
                    <a:pt x="6205" y="2572"/>
                    <a:pt x="5208" y="2958"/>
                    <a:pt x="4212" y="3311"/>
                  </a:cubicBezTo>
                  <a:cubicBezTo>
                    <a:pt x="3261" y="3648"/>
                    <a:pt x="2282" y="3956"/>
                    <a:pt x="1691" y="3956"/>
                  </a:cubicBezTo>
                  <a:cubicBezTo>
                    <a:pt x="1663" y="3956"/>
                    <a:pt x="1635" y="3956"/>
                    <a:pt x="1608" y="3954"/>
                  </a:cubicBezTo>
                  <a:cubicBezTo>
                    <a:pt x="1570" y="3964"/>
                    <a:pt x="1533" y="3967"/>
                    <a:pt x="1497" y="3967"/>
                  </a:cubicBezTo>
                  <a:cubicBezTo>
                    <a:pt x="1410" y="3967"/>
                    <a:pt x="1332" y="3945"/>
                    <a:pt x="1287" y="3922"/>
                  </a:cubicBezTo>
                  <a:cubicBezTo>
                    <a:pt x="1029" y="3826"/>
                    <a:pt x="836" y="3697"/>
                    <a:pt x="708" y="3536"/>
                  </a:cubicBezTo>
                  <a:cubicBezTo>
                    <a:pt x="579" y="3408"/>
                    <a:pt x="547" y="3279"/>
                    <a:pt x="547" y="3151"/>
                  </a:cubicBezTo>
                  <a:cubicBezTo>
                    <a:pt x="547" y="3054"/>
                    <a:pt x="579" y="2990"/>
                    <a:pt x="676" y="2893"/>
                  </a:cubicBezTo>
                  <a:cubicBezTo>
                    <a:pt x="772" y="2797"/>
                    <a:pt x="933" y="2733"/>
                    <a:pt x="1222" y="2701"/>
                  </a:cubicBezTo>
                  <a:cubicBezTo>
                    <a:pt x="1608" y="2668"/>
                    <a:pt x="2026" y="2508"/>
                    <a:pt x="2508" y="2347"/>
                  </a:cubicBezTo>
                  <a:cubicBezTo>
                    <a:pt x="3763" y="1880"/>
                    <a:pt x="5230" y="1095"/>
                    <a:pt x="5513" y="930"/>
                  </a:cubicBezTo>
                  <a:lnTo>
                    <a:pt x="5513" y="930"/>
                  </a:lnTo>
                  <a:cubicBezTo>
                    <a:pt x="5579" y="926"/>
                    <a:pt x="5709" y="912"/>
                    <a:pt x="5883" y="868"/>
                  </a:cubicBezTo>
                  <a:cubicBezTo>
                    <a:pt x="6719" y="772"/>
                    <a:pt x="8615" y="547"/>
                    <a:pt x="10641" y="547"/>
                  </a:cubicBezTo>
                  <a:close/>
                  <a:moveTo>
                    <a:pt x="10641" y="0"/>
                  </a:moveTo>
                  <a:cubicBezTo>
                    <a:pt x="7876" y="0"/>
                    <a:pt x="5369" y="418"/>
                    <a:pt x="5369" y="418"/>
                  </a:cubicBezTo>
                  <a:lnTo>
                    <a:pt x="5305" y="450"/>
                  </a:lnTo>
                  <a:cubicBezTo>
                    <a:pt x="5305" y="450"/>
                    <a:pt x="5112" y="547"/>
                    <a:pt x="4822" y="708"/>
                  </a:cubicBezTo>
                  <a:cubicBezTo>
                    <a:pt x="4372" y="933"/>
                    <a:pt x="3697" y="1254"/>
                    <a:pt x="2990" y="1575"/>
                  </a:cubicBezTo>
                  <a:cubicBezTo>
                    <a:pt x="2315" y="1865"/>
                    <a:pt x="1608" y="2122"/>
                    <a:pt x="1158" y="2154"/>
                  </a:cubicBezTo>
                  <a:cubicBezTo>
                    <a:pt x="804" y="2218"/>
                    <a:pt x="515" y="2315"/>
                    <a:pt x="322" y="2475"/>
                  </a:cubicBezTo>
                  <a:cubicBezTo>
                    <a:pt x="97" y="2668"/>
                    <a:pt x="1" y="2926"/>
                    <a:pt x="1" y="3151"/>
                  </a:cubicBezTo>
                  <a:cubicBezTo>
                    <a:pt x="1" y="3440"/>
                    <a:pt x="129" y="3697"/>
                    <a:pt x="322" y="3890"/>
                  </a:cubicBezTo>
                  <a:cubicBezTo>
                    <a:pt x="483" y="4115"/>
                    <a:pt x="772" y="4308"/>
                    <a:pt x="1094" y="4436"/>
                  </a:cubicBezTo>
                  <a:cubicBezTo>
                    <a:pt x="1254" y="4501"/>
                    <a:pt x="1415" y="4501"/>
                    <a:pt x="1608" y="4501"/>
                  </a:cubicBezTo>
                  <a:cubicBezTo>
                    <a:pt x="2026" y="4501"/>
                    <a:pt x="2540" y="4404"/>
                    <a:pt x="3087" y="4243"/>
                  </a:cubicBezTo>
                  <a:cubicBezTo>
                    <a:pt x="3922" y="3986"/>
                    <a:pt x="4855" y="3633"/>
                    <a:pt x="5658" y="3343"/>
                  </a:cubicBezTo>
                  <a:cubicBezTo>
                    <a:pt x="6044" y="3215"/>
                    <a:pt x="6397" y="3086"/>
                    <a:pt x="6719" y="2990"/>
                  </a:cubicBezTo>
                  <a:cubicBezTo>
                    <a:pt x="7008" y="2893"/>
                    <a:pt x="7233" y="2829"/>
                    <a:pt x="7330" y="2829"/>
                  </a:cubicBezTo>
                  <a:cubicBezTo>
                    <a:pt x="7523" y="2829"/>
                    <a:pt x="8101" y="2893"/>
                    <a:pt x="8905" y="2926"/>
                  </a:cubicBezTo>
                  <a:cubicBezTo>
                    <a:pt x="11251" y="3118"/>
                    <a:pt x="15366" y="3472"/>
                    <a:pt x="16459" y="3568"/>
                  </a:cubicBezTo>
                  <a:lnTo>
                    <a:pt x="16684" y="3568"/>
                  </a:lnTo>
                  <a:cubicBezTo>
                    <a:pt x="17037" y="3568"/>
                    <a:pt x="17327" y="3504"/>
                    <a:pt x="17584" y="3343"/>
                  </a:cubicBezTo>
                  <a:cubicBezTo>
                    <a:pt x="17841" y="3183"/>
                    <a:pt x="18002" y="2926"/>
                    <a:pt x="18002" y="2604"/>
                  </a:cubicBezTo>
                  <a:cubicBezTo>
                    <a:pt x="18002" y="2443"/>
                    <a:pt x="17937" y="2250"/>
                    <a:pt x="17841" y="2058"/>
                  </a:cubicBezTo>
                  <a:cubicBezTo>
                    <a:pt x="17487" y="1543"/>
                    <a:pt x="16716" y="1029"/>
                    <a:pt x="15269" y="579"/>
                  </a:cubicBezTo>
                  <a:cubicBezTo>
                    <a:pt x="13887" y="129"/>
                    <a:pt x="12216" y="0"/>
                    <a:pt x="10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57"/>
            <p:cNvSpPr/>
            <p:nvPr/>
          </p:nvSpPr>
          <p:spPr>
            <a:xfrm>
              <a:off x="3583025" y="5056825"/>
              <a:ext cx="166300" cy="176575"/>
            </a:xfrm>
            <a:custGeom>
              <a:avLst/>
              <a:gdLst/>
              <a:ahLst/>
              <a:cxnLst/>
              <a:rect l="l" t="t" r="r" b="b"/>
              <a:pathLst>
                <a:path w="6652" h="7063" extrusionOk="0">
                  <a:moveTo>
                    <a:pt x="5113" y="0"/>
                  </a:moveTo>
                  <a:cubicBezTo>
                    <a:pt x="4439" y="0"/>
                    <a:pt x="3763" y="140"/>
                    <a:pt x="3598" y="665"/>
                  </a:cubicBezTo>
                  <a:cubicBezTo>
                    <a:pt x="3276" y="1791"/>
                    <a:pt x="94" y="6259"/>
                    <a:pt x="30" y="6676"/>
                  </a:cubicBezTo>
                  <a:cubicBezTo>
                    <a:pt x="0" y="6883"/>
                    <a:pt x="221" y="7063"/>
                    <a:pt x="591" y="7063"/>
                  </a:cubicBezTo>
                  <a:cubicBezTo>
                    <a:pt x="1026" y="7063"/>
                    <a:pt x="1666" y="6813"/>
                    <a:pt x="2344" y="6066"/>
                  </a:cubicBezTo>
                  <a:cubicBezTo>
                    <a:pt x="3630" y="4651"/>
                    <a:pt x="6652" y="183"/>
                    <a:pt x="6652" y="183"/>
                  </a:cubicBezTo>
                  <a:cubicBezTo>
                    <a:pt x="6652" y="183"/>
                    <a:pt x="5884" y="0"/>
                    <a:pt x="51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57"/>
            <p:cNvSpPr/>
            <p:nvPr/>
          </p:nvSpPr>
          <p:spPr>
            <a:xfrm>
              <a:off x="3576525" y="5050150"/>
              <a:ext cx="180025" cy="189675"/>
            </a:xfrm>
            <a:custGeom>
              <a:avLst/>
              <a:gdLst/>
              <a:ahLst/>
              <a:cxnLst/>
              <a:rect l="l" t="t" r="r" b="b"/>
              <a:pathLst>
                <a:path w="7201" h="7587" extrusionOk="0">
                  <a:moveTo>
                    <a:pt x="5401" y="515"/>
                  </a:moveTo>
                  <a:cubicBezTo>
                    <a:pt x="5754" y="515"/>
                    <a:pt x="6140" y="579"/>
                    <a:pt x="6397" y="611"/>
                  </a:cubicBezTo>
                  <a:cubicBezTo>
                    <a:pt x="6418" y="616"/>
                    <a:pt x="6439" y="621"/>
                    <a:pt x="6460" y="625"/>
                  </a:cubicBezTo>
                  <a:lnTo>
                    <a:pt x="6460" y="625"/>
                  </a:lnTo>
                  <a:cubicBezTo>
                    <a:pt x="6388" y="730"/>
                    <a:pt x="6302" y="856"/>
                    <a:pt x="6204" y="997"/>
                  </a:cubicBezTo>
                  <a:cubicBezTo>
                    <a:pt x="5754" y="1672"/>
                    <a:pt x="5047" y="2700"/>
                    <a:pt x="4308" y="3697"/>
                  </a:cubicBezTo>
                  <a:cubicBezTo>
                    <a:pt x="3601" y="4693"/>
                    <a:pt x="2894" y="5658"/>
                    <a:pt x="2411" y="6140"/>
                  </a:cubicBezTo>
                  <a:cubicBezTo>
                    <a:pt x="1768" y="6879"/>
                    <a:pt x="1190" y="7072"/>
                    <a:pt x="836" y="7072"/>
                  </a:cubicBezTo>
                  <a:cubicBezTo>
                    <a:pt x="708" y="7072"/>
                    <a:pt x="611" y="7040"/>
                    <a:pt x="579" y="7008"/>
                  </a:cubicBezTo>
                  <a:lnTo>
                    <a:pt x="556" y="6985"/>
                  </a:lnTo>
                  <a:lnTo>
                    <a:pt x="556" y="6985"/>
                  </a:lnTo>
                  <a:cubicBezTo>
                    <a:pt x="578" y="6935"/>
                    <a:pt x="633" y="6811"/>
                    <a:pt x="708" y="6686"/>
                  </a:cubicBezTo>
                  <a:cubicBezTo>
                    <a:pt x="1061" y="6108"/>
                    <a:pt x="1833" y="4918"/>
                    <a:pt x="2540" y="3793"/>
                  </a:cubicBezTo>
                  <a:cubicBezTo>
                    <a:pt x="2926" y="3215"/>
                    <a:pt x="3279" y="2668"/>
                    <a:pt x="3536" y="2186"/>
                  </a:cubicBezTo>
                  <a:cubicBezTo>
                    <a:pt x="3826" y="1704"/>
                    <a:pt x="4019" y="1286"/>
                    <a:pt x="4115" y="997"/>
                  </a:cubicBezTo>
                  <a:cubicBezTo>
                    <a:pt x="4147" y="932"/>
                    <a:pt x="4179" y="868"/>
                    <a:pt x="4276" y="804"/>
                  </a:cubicBezTo>
                  <a:cubicBezTo>
                    <a:pt x="4372" y="707"/>
                    <a:pt x="4533" y="643"/>
                    <a:pt x="4726" y="579"/>
                  </a:cubicBezTo>
                  <a:cubicBezTo>
                    <a:pt x="4919" y="547"/>
                    <a:pt x="5176" y="515"/>
                    <a:pt x="5401" y="515"/>
                  </a:cubicBezTo>
                  <a:close/>
                  <a:moveTo>
                    <a:pt x="5401" y="0"/>
                  </a:moveTo>
                  <a:cubicBezTo>
                    <a:pt x="5047" y="0"/>
                    <a:pt x="4661" y="32"/>
                    <a:pt x="4340" y="161"/>
                  </a:cubicBezTo>
                  <a:cubicBezTo>
                    <a:pt x="4179" y="193"/>
                    <a:pt x="4019" y="290"/>
                    <a:pt x="3890" y="418"/>
                  </a:cubicBezTo>
                  <a:cubicBezTo>
                    <a:pt x="3761" y="515"/>
                    <a:pt x="3665" y="675"/>
                    <a:pt x="3601" y="868"/>
                  </a:cubicBezTo>
                  <a:cubicBezTo>
                    <a:pt x="3536" y="1093"/>
                    <a:pt x="3279" y="1575"/>
                    <a:pt x="2958" y="2154"/>
                  </a:cubicBezTo>
                  <a:cubicBezTo>
                    <a:pt x="2444" y="3022"/>
                    <a:pt x="1736" y="4115"/>
                    <a:pt x="1126" y="5015"/>
                  </a:cubicBezTo>
                  <a:cubicBezTo>
                    <a:pt x="836" y="5465"/>
                    <a:pt x="579" y="5883"/>
                    <a:pt x="386" y="6204"/>
                  </a:cubicBezTo>
                  <a:cubicBezTo>
                    <a:pt x="290" y="6365"/>
                    <a:pt x="226" y="6493"/>
                    <a:pt x="161" y="6590"/>
                  </a:cubicBezTo>
                  <a:cubicBezTo>
                    <a:pt x="129" y="6654"/>
                    <a:pt x="97" y="6718"/>
                    <a:pt x="65" y="6751"/>
                  </a:cubicBezTo>
                  <a:cubicBezTo>
                    <a:pt x="65" y="6815"/>
                    <a:pt x="33" y="6847"/>
                    <a:pt x="33" y="6911"/>
                  </a:cubicBezTo>
                  <a:lnTo>
                    <a:pt x="33" y="7008"/>
                  </a:lnTo>
                  <a:cubicBezTo>
                    <a:pt x="1" y="7201"/>
                    <a:pt x="129" y="7361"/>
                    <a:pt x="290" y="7458"/>
                  </a:cubicBezTo>
                  <a:cubicBezTo>
                    <a:pt x="451" y="7554"/>
                    <a:pt x="643" y="7586"/>
                    <a:pt x="836" y="7586"/>
                  </a:cubicBezTo>
                  <a:cubicBezTo>
                    <a:pt x="1383" y="7586"/>
                    <a:pt x="2090" y="7297"/>
                    <a:pt x="2829" y="6526"/>
                  </a:cubicBezTo>
                  <a:cubicBezTo>
                    <a:pt x="3472" y="5786"/>
                    <a:pt x="4533" y="4308"/>
                    <a:pt x="5465" y="3022"/>
                  </a:cubicBezTo>
                  <a:cubicBezTo>
                    <a:pt x="6397" y="1704"/>
                    <a:pt x="7137" y="579"/>
                    <a:pt x="7137" y="579"/>
                  </a:cubicBezTo>
                  <a:cubicBezTo>
                    <a:pt x="7201" y="515"/>
                    <a:pt x="7201" y="418"/>
                    <a:pt x="7169" y="322"/>
                  </a:cubicBezTo>
                  <a:cubicBezTo>
                    <a:pt x="7137" y="257"/>
                    <a:pt x="7072" y="193"/>
                    <a:pt x="6976" y="161"/>
                  </a:cubicBezTo>
                  <a:cubicBezTo>
                    <a:pt x="6976" y="161"/>
                    <a:pt x="6204" y="0"/>
                    <a:pt x="5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57"/>
            <p:cNvSpPr/>
            <p:nvPr/>
          </p:nvSpPr>
          <p:spPr>
            <a:xfrm>
              <a:off x="3610275" y="5040500"/>
              <a:ext cx="192900" cy="215600"/>
            </a:xfrm>
            <a:custGeom>
              <a:avLst/>
              <a:gdLst/>
              <a:ahLst/>
              <a:cxnLst/>
              <a:rect l="l" t="t" r="r" b="b"/>
              <a:pathLst>
                <a:path w="7716" h="8624" extrusionOk="0">
                  <a:moveTo>
                    <a:pt x="5677" y="1"/>
                  </a:moveTo>
                  <a:cubicBezTo>
                    <a:pt x="5244" y="1"/>
                    <a:pt x="4854" y="65"/>
                    <a:pt x="4662" y="258"/>
                  </a:cubicBezTo>
                  <a:cubicBezTo>
                    <a:pt x="4083" y="836"/>
                    <a:pt x="1" y="7683"/>
                    <a:pt x="1" y="8262"/>
                  </a:cubicBezTo>
                  <a:cubicBezTo>
                    <a:pt x="1" y="8551"/>
                    <a:pt x="402" y="8623"/>
                    <a:pt x="804" y="8623"/>
                  </a:cubicBezTo>
                  <a:cubicBezTo>
                    <a:pt x="1206" y="8623"/>
                    <a:pt x="1608" y="8551"/>
                    <a:pt x="1608" y="8551"/>
                  </a:cubicBezTo>
                  <a:lnTo>
                    <a:pt x="6269" y="2154"/>
                  </a:lnTo>
                  <a:lnTo>
                    <a:pt x="7715" y="836"/>
                  </a:lnTo>
                  <a:lnTo>
                    <a:pt x="7587" y="258"/>
                  </a:lnTo>
                  <a:cubicBezTo>
                    <a:pt x="7587" y="258"/>
                    <a:pt x="6544" y="1"/>
                    <a:pt x="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57"/>
            <p:cNvSpPr/>
            <p:nvPr/>
          </p:nvSpPr>
          <p:spPr>
            <a:xfrm>
              <a:off x="3603850" y="5033275"/>
              <a:ext cx="206550" cy="229050"/>
            </a:xfrm>
            <a:custGeom>
              <a:avLst/>
              <a:gdLst/>
              <a:ahLst/>
              <a:cxnLst/>
              <a:rect l="l" t="t" r="r" b="b"/>
              <a:pathLst>
                <a:path w="8262" h="9162" extrusionOk="0">
                  <a:moveTo>
                    <a:pt x="5947" y="547"/>
                  </a:moveTo>
                  <a:cubicBezTo>
                    <a:pt x="6333" y="547"/>
                    <a:pt x="6815" y="611"/>
                    <a:pt x="7169" y="675"/>
                  </a:cubicBezTo>
                  <a:cubicBezTo>
                    <a:pt x="7329" y="707"/>
                    <a:pt x="7490" y="740"/>
                    <a:pt x="7587" y="772"/>
                  </a:cubicBezTo>
                  <a:cubicBezTo>
                    <a:pt x="7600" y="772"/>
                    <a:pt x="7612" y="772"/>
                    <a:pt x="7624" y="773"/>
                  </a:cubicBezTo>
                  <a:lnTo>
                    <a:pt x="7624" y="773"/>
                  </a:lnTo>
                  <a:lnTo>
                    <a:pt x="7683" y="1029"/>
                  </a:lnTo>
                  <a:lnTo>
                    <a:pt x="6333" y="2218"/>
                  </a:lnTo>
                  <a:lnTo>
                    <a:pt x="6301" y="2283"/>
                  </a:lnTo>
                  <a:lnTo>
                    <a:pt x="1700" y="8597"/>
                  </a:lnTo>
                  <a:lnTo>
                    <a:pt x="1700" y="8597"/>
                  </a:lnTo>
                  <a:cubicBezTo>
                    <a:pt x="1552" y="8624"/>
                    <a:pt x="1307" y="8647"/>
                    <a:pt x="1061" y="8647"/>
                  </a:cubicBezTo>
                  <a:cubicBezTo>
                    <a:pt x="868" y="8647"/>
                    <a:pt x="708" y="8615"/>
                    <a:pt x="611" y="8583"/>
                  </a:cubicBezTo>
                  <a:cubicBezTo>
                    <a:pt x="547" y="8583"/>
                    <a:pt x="515" y="8551"/>
                    <a:pt x="515" y="8551"/>
                  </a:cubicBezTo>
                  <a:cubicBezTo>
                    <a:pt x="515" y="8551"/>
                    <a:pt x="547" y="8486"/>
                    <a:pt x="579" y="8390"/>
                  </a:cubicBezTo>
                  <a:cubicBezTo>
                    <a:pt x="708" y="8101"/>
                    <a:pt x="1029" y="7458"/>
                    <a:pt x="1447" y="6718"/>
                  </a:cubicBezTo>
                  <a:cubicBezTo>
                    <a:pt x="2058" y="5593"/>
                    <a:pt x="2893" y="4179"/>
                    <a:pt x="3601" y="3022"/>
                  </a:cubicBezTo>
                  <a:cubicBezTo>
                    <a:pt x="3954" y="2411"/>
                    <a:pt x="4308" y="1897"/>
                    <a:pt x="4565" y="1479"/>
                  </a:cubicBezTo>
                  <a:cubicBezTo>
                    <a:pt x="4694" y="1286"/>
                    <a:pt x="4822" y="1093"/>
                    <a:pt x="4919" y="965"/>
                  </a:cubicBezTo>
                  <a:cubicBezTo>
                    <a:pt x="5015" y="836"/>
                    <a:pt x="5079" y="740"/>
                    <a:pt x="5111" y="740"/>
                  </a:cubicBezTo>
                  <a:cubicBezTo>
                    <a:pt x="5144" y="675"/>
                    <a:pt x="5240" y="643"/>
                    <a:pt x="5401" y="579"/>
                  </a:cubicBezTo>
                  <a:cubicBezTo>
                    <a:pt x="5561" y="547"/>
                    <a:pt x="5722" y="547"/>
                    <a:pt x="5947" y="547"/>
                  </a:cubicBezTo>
                  <a:close/>
                  <a:moveTo>
                    <a:pt x="5947" y="0"/>
                  </a:moveTo>
                  <a:cubicBezTo>
                    <a:pt x="5722" y="0"/>
                    <a:pt x="5497" y="32"/>
                    <a:pt x="5272" y="65"/>
                  </a:cubicBezTo>
                  <a:cubicBezTo>
                    <a:pt x="5079" y="129"/>
                    <a:pt x="4886" y="193"/>
                    <a:pt x="4726" y="354"/>
                  </a:cubicBezTo>
                  <a:cubicBezTo>
                    <a:pt x="4629" y="450"/>
                    <a:pt x="4501" y="611"/>
                    <a:pt x="4340" y="868"/>
                  </a:cubicBezTo>
                  <a:cubicBezTo>
                    <a:pt x="3729" y="1736"/>
                    <a:pt x="2668" y="3504"/>
                    <a:pt x="1736" y="5111"/>
                  </a:cubicBezTo>
                  <a:cubicBezTo>
                    <a:pt x="1286" y="5915"/>
                    <a:pt x="836" y="6654"/>
                    <a:pt x="515" y="7265"/>
                  </a:cubicBezTo>
                  <a:cubicBezTo>
                    <a:pt x="386" y="7586"/>
                    <a:pt x="258" y="7844"/>
                    <a:pt x="161" y="8036"/>
                  </a:cubicBezTo>
                  <a:cubicBezTo>
                    <a:pt x="97" y="8133"/>
                    <a:pt x="65" y="8229"/>
                    <a:pt x="33" y="8294"/>
                  </a:cubicBezTo>
                  <a:cubicBezTo>
                    <a:pt x="33" y="8390"/>
                    <a:pt x="0" y="8454"/>
                    <a:pt x="0" y="8551"/>
                  </a:cubicBezTo>
                  <a:cubicBezTo>
                    <a:pt x="0" y="8679"/>
                    <a:pt x="33" y="8808"/>
                    <a:pt x="129" y="8904"/>
                  </a:cubicBezTo>
                  <a:cubicBezTo>
                    <a:pt x="258" y="9033"/>
                    <a:pt x="418" y="9097"/>
                    <a:pt x="579" y="9129"/>
                  </a:cubicBezTo>
                  <a:cubicBezTo>
                    <a:pt x="740" y="9161"/>
                    <a:pt x="900" y="9161"/>
                    <a:pt x="1061" y="9161"/>
                  </a:cubicBezTo>
                  <a:cubicBezTo>
                    <a:pt x="1479" y="9161"/>
                    <a:pt x="1897" y="9097"/>
                    <a:pt x="1897" y="9097"/>
                  </a:cubicBezTo>
                  <a:cubicBezTo>
                    <a:pt x="1993" y="9097"/>
                    <a:pt x="2026" y="9065"/>
                    <a:pt x="2090" y="9001"/>
                  </a:cubicBezTo>
                  <a:lnTo>
                    <a:pt x="6719" y="2604"/>
                  </a:lnTo>
                  <a:lnTo>
                    <a:pt x="8165" y="1318"/>
                  </a:lnTo>
                  <a:cubicBezTo>
                    <a:pt x="8229" y="1254"/>
                    <a:pt x="8262" y="1157"/>
                    <a:pt x="8229" y="1061"/>
                  </a:cubicBezTo>
                  <a:lnTo>
                    <a:pt x="8101" y="482"/>
                  </a:lnTo>
                  <a:cubicBezTo>
                    <a:pt x="8069" y="386"/>
                    <a:pt x="8004" y="290"/>
                    <a:pt x="7908" y="290"/>
                  </a:cubicBezTo>
                  <a:cubicBezTo>
                    <a:pt x="7876" y="290"/>
                    <a:pt x="6847" y="0"/>
                    <a:pt x="59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57"/>
            <p:cNvSpPr/>
            <p:nvPr/>
          </p:nvSpPr>
          <p:spPr>
            <a:xfrm>
              <a:off x="3636000" y="5039525"/>
              <a:ext cx="1332400" cy="269500"/>
            </a:xfrm>
            <a:custGeom>
              <a:avLst/>
              <a:gdLst/>
              <a:ahLst/>
              <a:cxnLst/>
              <a:rect l="l" t="t" r="r" b="b"/>
              <a:pathLst>
                <a:path w="53296" h="10780" extrusionOk="0">
                  <a:moveTo>
                    <a:pt x="46653" y="1"/>
                  </a:moveTo>
                  <a:cubicBezTo>
                    <a:pt x="43579" y="1"/>
                    <a:pt x="31909" y="2616"/>
                    <a:pt x="27098" y="2772"/>
                  </a:cubicBezTo>
                  <a:cubicBezTo>
                    <a:pt x="25320" y="2818"/>
                    <a:pt x="23625" y="2847"/>
                    <a:pt x="22132" y="2847"/>
                  </a:cubicBezTo>
                  <a:cubicBezTo>
                    <a:pt x="19441" y="2847"/>
                    <a:pt x="17409" y="2751"/>
                    <a:pt x="16747" y="2483"/>
                  </a:cubicBezTo>
                  <a:cubicBezTo>
                    <a:pt x="15719" y="2033"/>
                    <a:pt x="7136" y="297"/>
                    <a:pt x="6558" y="297"/>
                  </a:cubicBezTo>
                  <a:cubicBezTo>
                    <a:pt x="5979" y="297"/>
                    <a:pt x="0" y="8590"/>
                    <a:pt x="0" y="8590"/>
                  </a:cubicBezTo>
                  <a:cubicBezTo>
                    <a:pt x="0" y="8590"/>
                    <a:pt x="186" y="9047"/>
                    <a:pt x="662" y="9047"/>
                  </a:cubicBezTo>
                  <a:cubicBezTo>
                    <a:pt x="900" y="9047"/>
                    <a:pt x="1211" y="8933"/>
                    <a:pt x="1607" y="8590"/>
                  </a:cubicBezTo>
                  <a:cubicBezTo>
                    <a:pt x="2765" y="7561"/>
                    <a:pt x="6558" y="4058"/>
                    <a:pt x="6558" y="4058"/>
                  </a:cubicBezTo>
                  <a:lnTo>
                    <a:pt x="10769" y="4058"/>
                  </a:lnTo>
                  <a:cubicBezTo>
                    <a:pt x="10769" y="4058"/>
                    <a:pt x="6847" y="6404"/>
                    <a:pt x="6268" y="6854"/>
                  </a:cubicBezTo>
                  <a:cubicBezTo>
                    <a:pt x="5690" y="7272"/>
                    <a:pt x="3343" y="9747"/>
                    <a:pt x="3922" y="9908"/>
                  </a:cubicBezTo>
                  <a:cubicBezTo>
                    <a:pt x="3936" y="9911"/>
                    <a:pt x="3951" y="9913"/>
                    <a:pt x="3968" y="9913"/>
                  </a:cubicBezTo>
                  <a:cubicBezTo>
                    <a:pt x="4646" y="9913"/>
                    <a:pt x="7554" y="7433"/>
                    <a:pt x="7554" y="7433"/>
                  </a:cubicBezTo>
                  <a:lnTo>
                    <a:pt x="11926" y="6243"/>
                  </a:lnTo>
                  <a:cubicBezTo>
                    <a:pt x="11926" y="6243"/>
                    <a:pt x="15140" y="8301"/>
                    <a:pt x="18065" y="8429"/>
                  </a:cubicBezTo>
                  <a:cubicBezTo>
                    <a:pt x="18311" y="8443"/>
                    <a:pt x="18551" y="8449"/>
                    <a:pt x="18785" y="8449"/>
                  </a:cubicBezTo>
                  <a:cubicBezTo>
                    <a:pt x="21313" y="8449"/>
                    <a:pt x="23144" y="7722"/>
                    <a:pt x="23144" y="7722"/>
                  </a:cubicBezTo>
                  <a:cubicBezTo>
                    <a:pt x="23144" y="7722"/>
                    <a:pt x="39389" y="10780"/>
                    <a:pt x="48933" y="10780"/>
                  </a:cubicBezTo>
                  <a:cubicBezTo>
                    <a:pt x="49126" y="10780"/>
                    <a:pt x="49316" y="10778"/>
                    <a:pt x="49503" y="10776"/>
                  </a:cubicBezTo>
                  <a:cubicBezTo>
                    <a:pt x="49503" y="10776"/>
                    <a:pt x="52717" y="10487"/>
                    <a:pt x="53006" y="6983"/>
                  </a:cubicBezTo>
                  <a:cubicBezTo>
                    <a:pt x="53296" y="3479"/>
                    <a:pt x="49503" y="136"/>
                    <a:pt x="46899" y="7"/>
                  </a:cubicBezTo>
                  <a:cubicBezTo>
                    <a:pt x="46825" y="3"/>
                    <a:pt x="46743" y="1"/>
                    <a:pt x="466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57"/>
            <p:cNvSpPr/>
            <p:nvPr/>
          </p:nvSpPr>
          <p:spPr>
            <a:xfrm>
              <a:off x="3628750" y="5032475"/>
              <a:ext cx="1339650" cy="282875"/>
            </a:xfrm>
            <a:custGeom>
              <a:avLst/>
              <a:gdLst/>
              <a:ahLst/>
              <a:cxnLst/>
              <a:rect l="l" t="t" r="r" b="b"/>
              <a:pathLst>
                <a:path w="53586" h="11315" extrusionOk="0">
                  <a:moveTo>
                    <a:pt x="47157" y="547"/>
                  </a:moveTo>
                  <a:cubicBezTo>
                    <a:pt x="48314" y="611"/>
                    <a:pt x="49825" y="1382"/>
                    <a:pt x="51014" y="2572"/>
                  </a:cubicBezTo>
                  <a:cubicBezTo>
                    <a:pt x="52171" y="3729"/>
                    <a:pt x="53039" y="5304"/>
                    <a:pt x="53039" y="6879"/>
                  </a:cubicBezTo>
                  <a:cubicBezTo>
                    <a:pt x="53039" y="7008"/>
                    <a:pt x="53039" y="7136"/>
                    <a:pt x="53039" y="7233"/>
                  </a:cubicBezTo>
                  <a:cubicBezTo>
                    <a:pt x="52879" y="8904"/>
                    <a:pt x="52075" y="9772"/>
                    <a:pt x="51304" y="10254"/>
                  </a:cubicBezTo>
                  <a:cubicBezTo>
                    <a:pt x="50918" y="10479"/>
                    <a:pt x="50532" y="10608"/>
                    <a:pt x="50243" y="10704"/>
                  </a:cubicBezTo>
                  <a:cubicBezTo>
                    <a:pt x="50082" y="10736"/>
                    <a:pt x="49986" y="10769"/>
                    <a:pt x="49889" y="10769"/>
                  </a:cubicBezTo>
                  <a:lnTo>
                    <a:pt x="49793" y="10769"/>
                  </a:lnTo>
                  <a:lnTo>
                    <a:pt x="49761" y="10801"/>
                  </a:lnTo>
                  <a:lnTo>
                    <a:pt x="49150" y="10801"/>
                  </a:lnTo>
                  <a:cubicBezTo>
                    <a:pt x="44392" y="10801"/>
                    <a:pt x="37964" y="10029"/>
                    <a:pt x="32756" y="9258"/>
                  </a:cubicBezTo>
                  <a:cubicBezTo>
                    <a:pt x="30152" y="8872"/>
                    <a:pt x="27806" y="8486"/>
                    <a:pt x="26167" y="8197"/>
                  </a:cubicBezTo>
                  <a:cubicBezTo>
                    <a:pt x="25331" y="8068"/>
                    <a:pt x="24656" y="7940"/>
                    <a:pt x="24206" y="7876"/>
                  </a:cubicBezTo>
                  <a:cubicBezTo>
                    <a:pt x="23756" y="7779"/>
                    <a:pt x="23499" y="7747"/>
                    <a:pt x="23499" y="7747"/>
                  </a:cubicBezTo>
                  <a:cubicBezTo>
                    <a:pt x="23466" y="7731"/>
                    <a:pt x="23442" y="7723"/>
                    <a:pt x="23418" y="7723"/>
                  </a:cubicBezTo>
                  <a:cubicBezTo>
                    <a:pt x="23394" y="7723"/>
                    <a:pt x="23370" y="7731"/>
                    <a:pt x="23338" y="7747"/>
                  </a:cubicBezTo>
                  <a:cubicBezTo>
                    <a:pt x="23145" y="7811"/>
                    <a:pt x="21377" y="8486"/>
                    <a:pt x="18998" y="8486"/>
                  </a:cubicBezTo>
                  <a:cubicBezTo>
                    <a:pt x="18805" y="8486"/>
                    <a:pt x="18580" y="8454"/>
                    <a:pt x="18355" y="8454"/>
                  </a:cubicBezTo>
                  <a:cubicBezTo>
                    <a:pt x="16941" y="8390"/>
                    <a:pt x="15462" y="7843"/>
                    <a:pt x="14305" y="7329"/>
                  </a:cubicBezTo>
                  <a:cubicBezTo>
                    <a:pt x="13727" y="7072"/>
                    <a:pt x="13244" y="6815"/>
                    <a:pt x="12891" y="6622"/>
                  </a:cubicBezTo>
                  <a:cubicBezTo>
                    <a:pt x="12730" y="6525"/>
                    <a:pt x="12602" y="6461"/>
                    <a:pt x="12505" y="6397"/>
                  </a:cubicBezTo>
                  <a:cubicBezTo>
                    <a:pt x="12409" y="6333"/>
                    <a:pt x="12377" y="6300"/>
                    <a:pt x="12377" y="6300"/>
                  </a:cubicBezTo>
                  <a:cubicBezTo>
                    <a:pt x="12312" y="6268"/>
                    <a:pt x="12216" y="6268"/>
                    <a:pt x="12152" y="6268"/>
                  </a:cubicBezTo>
                  <a:lnTo>
                    <a:pt x="7780" y="7458"/>
                  </a:lnTo>
                  <a:lnTo>
                    <a:pt x="7683" y="7490"/>
                  </a:lnTo>
                  <a:cubicBezTo>
                    <a:pt x="7683" y="7490"/>
                    <a:pt x="7491" y="7650"/>
                    <a:pt x="7233" y="7876"/>
                  </a:cubicBezTo>
                  <a:cubicBezTo>
                    <a:pt x="6816" y="8229"/>
                    <a:pt x="6141" y="8743"/>
                    <a:pt x="5562" y="9193"/>
                  </a:cubicBezTo>
                  <a:cubicBezTo>
                    <a:pt x="5240" y="9386"/>
                    <a:pt x="4951" y="9579"/>
                    <a:pt x="4726" y="9708"/>
                  </a:cubicBezTo>
                  <a:cubicBezTo>
                    <a:pt x="4624" y="9784"/>
                    <a:pt x="4543" y="9820"/>
                    <a:pt x="4465" y="9848"/>
                  </a:cubicBezTo>
                  <a:lnTo>
                    <a:pt x="4465" y="9848"/>
                  </a:lnTo>
                  <a:cubicBezTo>
                    <a:pt x="4466" y="9844"/>
                    <a:pt x="4468" y="9840"/>
                    <a:pt x="4469" y="9836"/>
                  </a:cubicBezTo>
                  <a:cubicBezTo>
                    <a:pt x="4662" y="9515"/>
                    <a:pt x="5144" y="8936"/>
                    <a:pt x="5594" y="8422"/>
                  </a:cubicBezTo>
                  <a:cubicBezTo>
                    <a:pt x="5819" y="8197"/>
                    <a:pt x="6044" y="7940"/>
                    <a:pt x="6237" y="7747"/>
                  </a:cubicBezTo>
                  <a:cubicBezTo>
                    <a:pt x="6462" y="7554"/>
                    <a:pt x="6623" y="7393"/>
                    <a:pt x="6719" y="7329"/>
                  </a:cubicBezTo>
                  <a:cubicBezTo>
                    <a:pt x="6848" y="7233"/>
                    <a:pt x="7201" y="7008"/>
                    <a:pt x="7651" y="6718"/>
                  </a:cubicBezTo>
                  <a:cubicBezTo>
                    <a:pt x="8326" y="6300"/>
                    <a:pt x="9194" y="5786"/>
                    <a:pt x="9934" y="5336"/>
                  </a:cubicBezTo>
                  <a:cubicBezTo>
                    <a:pt x="10641" y="4918"/>
                    <a:pt x="11187" y="4597"/>
                    <a:pt x="11187" y="4597"/>
                  </a:cubicBezTo>
                  <a:cubicBezTo>
                    <a:pt x="11316" y="4532"/>
                    <a:pt x="11348" y="4404"/>
                    <a:pt x="11316" y="4275"/>
                  </a:cubicBezTo>
                  <a:cubicBezTo>
                    <a:pt x="11284" y="4179"/>
                    <a:pt x="11187" y="4082"/>
                    <a:pt x="11059" y="4082"/>
                  </a:cubicBezTo>
                  <a:lnTo>
                    <a:pt x="6848" y="4082"/>
                  </a:lnTo>
                  <a:cubicBezTo>
                    <a:pt x="6783" y="4082"/>
                    <a:pt x="6719" y="4115"/>
                    <a:pt x="6655" y="4147"/>
                  </a:cubicBezTo>
                  <a:cubicBezTo>
                    <a:pt x="6655" y="4147"/>
                    <a:pt x="6430" y="4372"/>
                    <a:pt x="6044" y="4725"/>
                  </a:cubicBezTo>
                  <a:cubicBezTo>
                    <a:pt x="4919" y="5754"/>
                    <a:pt x="2572" y="7908"/>
                    <a:pt x="1705" y="8679"/>
                  </a:cubicBezTo>
                  <a:cubicBezTo>
                    <a:pt x="1351" y="8968"/>
                    <a:pt x="1094" y="9065"/>
                    <a:pt x="965" y="9065"/>
                  </a:cubicBezTo>
                  <a:cubicBezTo>
                    <a:pt x="805" y="9065"/>
                    <a:pt x="708" y="9001"/>
                    <a:pt x="644" y="8904"/>
                  </a:cubicBezTo>
                  <a:lnTo>
                    <a:pt x="621" y="8881"/>
                  </a:lnTo>
                  <a:lnTo>
                    <a:pt x="621" y="8881"/>
                  </a:lnTo>
                  <a:cubicBezTo>
                    <a:pt x="766" y="8672"/>
                    <a:pt x="1055" y="8260"/>
                    <a:pt x="1447" y="7715"/>
                  </a:cubicBezTo>
                  <a:cubicBezTo>
                    <a:pt x="2283" y="6558"/>
                    <a:pt x="3601" y="4822"/>
                    <a:pt x="4726" y="3343"/>
                  </a:cubicBezTo>
                  <a:cubicBezTo>
                    <a:pt x="5273" y="2636"/>
                    <a:pt x="5819" y="1961"/>
                    <a:pt x="6205" y="1511"/>
                  </a:cubicBezTo>
                  <a:cubicBezTo>
                    <a:pt x="6430" y="1286"/>
                    <a:pt x="6591" y="1093"/>
                    <a:pt x="6719" y="964"/>
                  </a:cubicBezTo>
                  <a:cubicBezTo>
                    <a:pt x="6782" y="902"/>
                    <a:pt x="6845" y="869"/>
                    <a:pt x="6878" y="838"/>
                  </a:cubicBezTo>
                  <a:lnTo>
                    <a:pt x="6878" y="838"/>
                  </a:lnTo>
                  <a:cubicBezTo>
                    <a:pt x="6906" y="841"/>
                    <a:pt x="6951" y="849"/>
                    <a:pt x="7008" y="868"/>
                  </a:cubicBezTo>
                  <a:cubicBezTo>
                    <a:pt x="7683" y="932"/>
                    <a:pt x="9966" y="1382"/>
                    <a:pt x="12152" y="1864"/>
                  </a:cubicBezTo>
                  <a:cubicBezTo>
                    <a:pt x="13244" y="2089"/>
                    <a:pt x="14337" y="2315"/>
                    <a:pt x="15205" y="2540"/>
                  </a:cubicBezTo>
                  <a:cubicBezTo>
                    <a:pt x="15655" y="2636"/>
                    <a:pt x="16009" y="2732"/>
                    <a:pt x="16330" y="2797"/>
                  </a:cubicBezTo>
                  <a:cubicBezTo>
                    <a:pt x="16620" y="2893"/>
                    <a:pt x="16845" y="2957"/>
                    <a:pt x="16941" y="2990"/>
                  </a:cubicBezTo>
                  <a:cubicBezTo>
                    <a:pt x="17134" y="3086"/>
                    <a:pt x="17391" y="3150"/>
                    <a:pt x="17713" y="3182"/>
                  </a:cubicBezTo>
                  <a:cubicBezTo>
                    <a:pt x="18709" y="3343"/>
                    <a:pt x="20316" y="3407"/>
                    <a:pt x="22309" y="3407"/>
                  </a:cubicBezTo>
                  <a:cubicBezTo>
                    <a:pt x="23820" y="3407"/>
                    <a:pt x="25556" y="3375"/>
                    <a:pt x="27388" y="3311"/>
                  </a:cubicBezTo>
                  <a:cubicBezTo>
                    <a:pt x="29831" y="3247"/>
                    <a:pt x="33978" y="2540"/>
                    <a:pt x="37899" y="1864"/>
                  </a:cubicBezTo>
                  <a:cubicBezTo>
                    <a:pt x="39860" y="1543"/>
                    <a:pt x="41757" y="1189"/>
                    <a:pt x="43332" y="964"/>
                  </a:cubicBezTo>
                  <a:cubicBezTo>
                    <a:pt x="44939" y="707"/>
                    <a:pt x="46225" y="547"/>
                    <a:pt x="46964" y="547"/>
                  </a:cubicBezTo>
                  <a:close/>
                  <a:moveTo>
                    <a:pt x="46964" y="0"/>
                  </a:moveTo>
                  <a:cubicBezTo>
                    <a:pt x="46160" y="0"/>
                    <a:pt x="44875" y="161"/>
                    <a:pt x="43267" y="418"/>
                  </a:cubicBezTo>
                  <a:cubicBezTo>
                    <a:pt x="40857" y="804"/>
                    <a:pt x="37771" y="1350"/>
                    <a:pt x="34846" y="1832"/>
                  </a:cubicBezTo>
                  <a:cubicBezTo>
                    <a:pt x="31920" y="2315"/>
                    <a:pt x="29156" y="2732"/>
                    <a:pt x="27356" y="2765"/>
                  </a:cubicBezTo>
                  <a:cubicBezTo>
                    <a:pt x="25556" y="2829"/>
                    <a:pt x="23820" y="2861"/>
                    <a:pt x="22309" y="2861"/>
                  </a:cubicBezTo>
                  <a:cubicBezTo>
                    <a:pt x="20991" y="2861"/>
                    <a:pt x="19834" y="2829"/>
                    <a:pt x="18934" y="2765"/>
                  </a:cubicBezTo>
                  <a:cubicBezTo>
                    <a:pt x="18484" y="2732"/>
                    <a:pt x="18098" y="2700"/>
                    <a:pt x="17809" y="2668"/>
                  </a:cubicBezTo>
                  <a:cubicBezTo>
                    <a:pt x="17488" y="2604"/>
                    <a:pt x="17263" y="2572"/>
                    <a:pt x="17134" y="2507"/>
                  </a:cubicBezTo>
                  <a:cubicBezTo>
                    <a:pt x="16973" y="2443"/>
                    <a:pt x="16748" y="2379"/>
                    <a:pt x="16395" y="2282"/>
                  </a:cubicBezTo>
                  <a:cubicBezTo>
                    <a:pt x="15205" y="1961"/>
                    <a:pt x="12955" y="1479"/>
                    <a:pt x="10962" y="1061"/>
                  </a:cubicBezTo>
                  <a:cubicBezTo>
                    <a:pt x="9934" y="836"/>
                    <a:pt x="9001" y="643"/>
                    <a:pt x="8262" y="514"/>
                  </a:cubicBezTo>
                  <a:cubicBezTo>
                    <a:pt x="7876" y="450"/>
                    <a:pt x="7587" y="386"/>
                    <a:pt x="7330" y="354"/>
                  </a:cubicBezTo>
                  <a:cubicBezTo>
                    <a:pt x="7105" y="322"/>
                    <a:pt x="6944" y="289"/>
                    <a:pt x="6848" y="289"/>
                  </a:cubicBezTo>
                  <a:cubicBezTo>
                    <a:pt x="6751" y="289"/>
                    <a:pt x="6687" y="322"/>
                    <a:pt x="6623" y="354"/>
                  </a:cubicBezTo>
                  <a:cubicBezTo>
                    <a:pt x="6558" y="418"/>
                    <a:pt x="6462" y="482"/>
                    <a:pt x="6366" y="579"/>
                  </a:cubicBezTo>
                  <a:cubicBezTo>
                    <a:pt x="6012" y="900"/>
                    <a:pt x="5465" y="1575"/>
                    <a:pt x="4790" y="2379"/>
                  </a:cubicBezTo>
                  <a:cubicBezTo>
                    <a:pt x="2830" y="4854"/>
                    <a:pt x="65" y="8711"/>
                    <a:pt x="65" y="8711"/>
                  </a:cubicBezTo>
                  <a:cubicBezTo>
                    <a:pt x="1" y="8776"/>
                    <a:pt x="1" y="8872"/>
                    <a:pt x="33" y="8968"/>
                  </a:cubicBezTo>
                  <a:cubicBezTo>
                    <a:pt x="33" y="9001"/>
                    <a:pt x="97" y="9129"/>
                    <a:pt x="258" y="9290"/>
                  </a:cubicBezTo>
                  <a:cubicBezTo>
                    <a:pt x="387" y="9418"/>
                    <a:pt x="612" y="9579"/>
                    <a:pt x="965" y="9579"/>
                  </a:cubicBezTo>
                  <a:cubicBezTo>
                    <a:pt x="1287" y="9579"/>
                    <a:pt x="1640" y="9451"/>
                    <a:pt x="2058" y="9065"/>
                  </a:cubicBezTo>
                  <a:cubicBezTo>
                    <a:pt x="3152" y="8119"/>
                    <a:pt x="6420" y="5107"/>
                    <a:pt x="6939" y="4629"/>
                  </a:cubicBezTo>
                  <a:lnTo>
                    <a:pt x="10054" y="4629"/>
                  </a:lnTo>
                  <a:cubicBezTo>
                    <a:pt x="9710" y="4832"/>
                    <a:pt x="9297" y="5079"/>
                    <a:pt x="8873" y="5336"/>
                  </a:cubicBezTo>
                  <a:cubicBezTo>
                    <a:pt x="8358" y="5658"/>
                    <a:pt x="7812" y="6011"/>
                    <a:pt x="7362" y="6268"/>
                  </a:cubicBezTo>
                  <a:cubicBezTo>
                    <a:pt x="6912" y="6558"/>
                    <a:pt x="6558" y="6783"/>
                    <a:pt x="6398" y="6911"/>
                  </a:cubicBezTo>
                  <a:cubicBezTo>
                    <a:pt x="6237" y="7008"/>
                    <a:pt x="6012" y="7233"/>
                    <a:pt x="5755" y="7490"/>
                  </a:cubicBezTo>
                  <a:cubicBezTo>
                    <a:pt x="5369" y="7876"/>
                    <a:pt x="4919" y="8358"/>
                    <a:pt x="4533" y="8840"/>
                  </a:cubicBezTo>
                  <a:cubicBezTo>
                    <a:pt x="4373" y="9065"/>
                    <a:pt x="4212" y="9290"/>
                    <a:pt x="4083" y="9483"/>
                  </a:cubicBezTo>
                  <a:cubicBezTo>
                    <a:pt x="4019" y="9579"/>
                    <a:pt x="3955" y="9676"/>
                    <a:pt x="3923" y="9772"/>
                  </a:cubicBezTo>
                  <a:cubicBezTo>
                    <a:pt x="3890" y="9868"/>
                    <a:pt x="3858" y="9933"/>
                    <a:pt x="3858" y="10061"/>
                  </a:cubicBezTo>
                  <a:cubicBezTo>
                    <a:pt x="3858" y="10126"/>
                    <a:pt x="3858" y="10222"/>
                    <a:pt x="3923" y="10286"/>
                  </a:cubicBezTo>
                  <a:cubicBezTo>
                    <a:pt x="3987" y="10383"/>
                    <a:pt x="4083" y="10415"/>
                    <a:pt x="4148" y="10447"/>
                  </a:cubicBezTo>
                  <a:lnTo>
                    <a:pt x="4276" y="10447"/>
                  </a:lnTo>
                  <a:cubicBezTo>
                    <a:pt x="4437" y="10447"/>
                    <a:pt x="4565" y="10383"/>
                    <a:pt x="4726" y="10318"/>
                  </a:cubicBezTo>
                  <a:cubicBezTo>
                    <a:pt x="5305" y="10061"/>
                    <a:pt x="6108" y="9451"/>
                    <a:pt x="6783" y="8936"/>
                  </a:cubicBezTo>
                  <a:cubicBezTo>
                    <a:pt x="7321" y="8501"/>
                    <a:pt x="7797" y="8107"/>
                    <a:pt x="7969" y="7964"/>
                  </a:cubicBezTo>
                  <a:lnTo>
                    <a:pt x="7969" y="7964"/>
                  </a:lnTo>
                  <a:lnTo>
                    <a:pt x="12166" y="6814"/>
                  </a:lnTo>
                  <a:lnTo>
                    <a:pt x="12166" y="6814"/>
                  </a:lnTo>
                  <a:cubicBezTo>
                    <a:pt x="12395" y="6971"/>
                    <a:pt x="13109" y="7391"/>
                    <a:pt x="14080" y="7811"/>
                  </a:cubicBezTo>
                  <a:cubicBezTo>
                    <a:pt x="15270" y="8358"/>
                    <a:pt x="16812" y="8904"/>
                    <a:pt x="18323" y="9001"/>
                  </a:cubicBezTo>
                  <a:lnTo>
                    <a:pt x="18998" y="9001"/>
                  </a:lnTo>
                  <a:cubicBezTo>
                    <a:pt x="21312" y="9001"/>
                    <a:pt x="23057" y="8431"/>
                    <a:pt x="23448" y="8270"/>
                  </a:cubicBezTo>
                  <a:lnTo>
                    <a:pt x="23448" y="8270"/>
                  </a:lnTo>
                  <a:cubicBezTo>
                    <a:pt x="24396" y="8448"/>
                    <a:pt x="39837" y="11315"/>
                    <a:pt x="49150" y="11315"/>
                  </a:cubicBezTo>
                  <a:lnTo>
                    <a:pt x="49825" y="11315"/>
                  </a:lnTo>
                  <a:cubicBezTo>
                    <a:pt x="49857" y="11315"/>
                    <a:pt x="50693" y="11251"/>
                    <a:pt x="51593" y="10704"/>
                  </a:cubicBezTo>
                  <a:cubicBezTo>
                    <a:pt x="52461" y="10158"/>
                    <a:pt x="53425" y="9129"/>
                    <a:pt x="53554" y="7297"/>
                  </a:cubicBezTo>
                  <a:cubicBezTo>
                    <a:pt x="53586" y="7168"/>
                    <a:pt x="53586" y="7008"/>
                    <a:pt x="53586" y="6879"/>
                  </a:cubicBezTo>
                  <a:cubicBezTo>
                    <a:pt x="53586" y="5111"/>
                    <a:pt x="52621" y="3440"/>
                    <a:pt x="51368" y="2186"/>
                  </a:cubicBezTo>
                  <a:cubicBezTo>
                    <a:pt x="50114" y="932"/>
                    <a:pt x="48571" y="97"/>
                    <a:pt x="47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57"/>
            <p:cNvSpPr/>
            <p:nvPr/>
          </p:nvSpPr>
          <p:spPr>
            <a:xfrm>
              <a:off x="1274175" y="5363550"/>
              <a:ext cx="5102975" cy="12875"/>
            </a:xfrm>
            <a:custGeom>
              <a:avLst/>
              <a:gdLst/>
              <a:ahLst/>
              <a:cxnLst/>
              <a:rect l="l" t="t" r="r" b="b"/>
              <a:pathLst>
                <a:path w="204119" h="515" extrusionOk="0">
                  <a:moveTo>
                    <a:pt x="1" y="1"/>
                  </a:moveTo>
                  <a:lnTo>
                    <a:pt x="1" y="515"/>
                  </a:lnTo>
                  <a:lnTo>
                    <a:pt x="204118" y="515"/>
                  </a:lnTo>
                  <a:lnTo>
                    <a:pt x="204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57"/>
            <p:cNvSpPr/>
            <p:nvPr/>
          </p:nvSpPr>
          <p:spPr>
            <a:xfrm>
              <a:off x="2392800" y="5312125"/>
              <a:ext cx="1579925" cy="57875"/>
            </a:xfrm>
            <a:custGeom>
              <a:avLst/>
              <a:gdLst/>
              <a:ahLst/>
              <a:cxnLst/>
              <a:rect l="l" t="t" r="r" b="b"/>
              <a:pathLst>
                <a:path w="63197" h="2315" extrusionOk="0">
                  <a:moveTo>
                    <a:pt x="1" y="0"/>
                  </a:moveTo>
                  <a:lnTo>
                    <a:pt x="1" y="2315"/>
                  </a:lnTo>
                  <a:lnTo>
                    <a:pt x="63197" y="2315"/>
                  </a:lnTo>
                  <a:lnTo>
                    <a:pt x="631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57"/>
            <p:cNvSpPr/>
            <p:nvPr/>
          </p:nvSpPr>
          <p:spPr>
            <a:xfrm>
              <a:off x="2385575" y="5304900"/>
              <a:ext cx="1594400" cy="71525"/>
            </a:xfrm>
            <a:custGeom>
              <a:avLst/>
              <a:gdLst/>
              <a:ahLst/>
              <a:cxnLst/>
              <a:rect l="l" t="t" r="r" b="b"/>
              <a:pathLst>
                <a:path w="63776" h="2861" extrusionOk="0">
                  <a:moveTo>
                    <a:pt x="63229" y="547"/>
                  </a:moveTo>
                  <a:lnTo>
                    <a:pt x="63229" y="2347"/>
                  </a:lnTo>
                  <a:lnTo>
                    <a:pt x="547" y="2347"/>
                  </a:lnTo>
                  <a:lnTo>
                    <a:pt x="547" y="547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97" y="97"/>
                  </a:cubicBezTo>
                  <a:cubicBezTo>
                    <a:pt x="33" y="129"/>
                    <a:pt x="0" y="225"/>
                    <a:pt x="0" y="289"/>
                  </a:cubicBezTo>
                  <a:lnTo>
                    <a:pt x="0" y="2604"/>
                  </a:lnTo>
                  <a:cubicBezTo>
                    <a:pt x="0" y="2668"/>
                    <a:pt x="33" y="2732"/>
                    <a:pt x="97" y="2797"/>
                  </a:cubicBezTo>
                  <a:cubicBezTo>
                    <a:pt x="129" y="2829"/>
                    <a:pt x="193" y="2861"/>
                    <a:pt x="290" y="2861"/>
                  </a:cubicBezTo>
                  <a:lnTo>
                    <a:pt x="63486" y="2861"/>
                  </a:lnTo>
                  <a:cubicBezTo>
                    <a:pt x="63550" y="2861"/>
                    <a:pt x="63614" y="2829"/>
                    <a:pt x="63679" y="2797"/>
                  </a:cubicBezTo>
                  <a:cubicBezTo>
                    <a:pt x="63743" y="2732"/>
                    <a:pt x="63775" y="2668"/>
                    <a:pt x="63775" y="2604"/>
                  </a:cubicBezTo>
                  <a:lnTo>
                    <a:pt x="63775" y="289"/>
                  </a:lnTo>
                  <a:cubicBezTo>
                    <a:pt x="63775" y="225"/>
                    <a:pt x="63743" y="129"/>
                    <a:pt x="63679" y="97"/>
                  </a:cubicBezTo>
                  <a:cubicBezTo>
                    <a:pt x="63614" y="32"/>
                    <a:pt x="63550" y="0"/>
                    <a:pt x="63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57"/>
            <p:cNvSpPr/>
            <p:nvPr/>
          </p:nvSpPr>
          <p:spPr>
            <a:xfrm>
              <a:off x="3230175" y="5312125"/>
              <a:ext cx="742550" cy="57875"/>
            </a:xfrm>
            <a:custGeom>
              <a:avLst/>
              <a:gdLst/>
              <a:ahLst/>
              <a:cxnLst/>
              <a:rect l="l" t="t" r="r" b="b"/>
              <a:pathLst>
                <a:path w="29702" h="2315" extrusionOk="0">
                  <a:moveTo>
                    <a:pt x="0" y="0"/>
                  </a:moveTo>
                  <a:lnTo>
                    <a:pt x="0" y="2315"/>
                  </a:lnTo>
                  <a:lnTo>
                    <a:pt x="29702" y="2315"/>
                  </a:lnTo>
                  <a:lnTo>
                    <a:pt x="297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57"/>
            <p:cNvSpPr/>
            <p:nvPr/>
          </p:nvSpPr>
          <p:spPr>
            <a:xfrm>
              <a:off x="3223750" y="5304900"/>
              <a:ext cx="756225" cy="71525"/>
            </a:xfrm>
            <a:custGeom>
              <a:avLst/>
              <a:gdLst/>
              <a:ahLst/>
              <a:cxnLst/>
              <a:rect l="l" t="t" r="r" b="b"/>
              <a:pathLst>
                <a:path w="30249" h="2861" extrusionOk="0">
                  <a:moveTo>
                    <a:pt x="29702" y="547"/>
                  </a:moveTo>
                  <a:lnTo>
                    <a:pt x="29702" y="2347"/>
                  </a:lnTo>
                  <a:lnTo>
                    <a:pt x="547" y="2347"/>
                  </a:lnTo>
                  <a:lnTo>
                    <a:pt x="547" y="547"/>
                  </a:lnTo>
                  <a:close/>
                  <a:moveTo>
                    <a:pt x="257" y="0"/>
                  </a:moveTo>
                  <a:cubicBezTo>
                    <a:pt x="193" y="0"/>
                    <a:pt x="129" y="32"/>
                    <a:pt x="64" y="97"/>
                  </a:cubicBezTo>
                  <a:cubicBezTo>
                    <a:pt x="32" y="129"/>
                    <a:pt x="0" y="225"/>
                    <a:pt x="0" y="289"/>
                  </a:cubicBezTo>
                  <a:lnTo>
                    <a:pt x="0" y="2604"/>
                  </a:lnTo>
                  <a:cubicBezTo>
                    <a:pt x="0" y="2668"/>
                    <a:pt x="32" y="2732"/>
                    <a:pt x="64" y="2797"/>
                  </a:cubicBezTo>
                  <a:cubicBezTo>
                    <a:pt x="129" y="2829"/>
                    <a:pt x="193" y="2861"/>
                    <a:pt x="257" y="2861"/>
                  </a:cubicBezTo>
                  <a:lnTo>
                    <a:pt x="29959" y="2861"/>
                  </a:lnTo>
                  <a:cubicBezTo>
                    <a:pt x="30023" y="2861"/>
                    <a:pt x="30087" y="2829"/>
                    <a:pt x="30152" y="2797"/>
                  </a:cubicBezTo>
                  <a:cubicBezTo>
                    <a:pt x="30216" y="2732"/>
                    <a:pt x="30248" y="2668"/>
                    <a:pt x="30248" y="2604"/>
                  </a:cubicBezTo>
                  <a:lnTo>
                    <a:pt x="30248" y="289"/>
                  </a:lnTo>
                  <a:cubicBezTo>
                    <a:pt x="30248" y="225"/>
                    <a:pt x="30216" y="129"/>
                    <a:pt x="30152" y="97"/>
                  </a:cubicBezTo>
                  <a:cubicBezTo>
                    <a:pt x="30087" y="32"/>
                    <a:pt x="30023" y="0"/>
                    <a:pt x="29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57"/>
            <p:cNvSpPr/>
            <p:nvPr/>
          </p:nvSpPr>
          <p:spPr>
            <a:xfrm>
              <a:off x="2064125" y="4578425"/>
              <a:ext cx="1203025" cy="733725"/>
            </a:xfrm>
            <a:custGeom>
              <a:avLst/>
              <a:gdLst/>
              <a:ahLst/>
              <a:cxnLst/>
              <a:rect l="l" t="t" r="r" b="b"/>
              <a:pathLst>
                <a:path w="48121" h="29349" extrusionOk="0">
                  <a:moveTo>
                    <a:pt x="1" y="0"/>
                  </a:moveTo>
                  <a:lnTo>
                    <a:pt x="14594" y="29348"/>
                  </a:lnTo>
                  <a:lnTo>
                    <a:pt x="48121" y="29348"/>
                  </a:lnTo>
                  <a:lnTo>
                    <a:pt x="364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57"/>
            <p:cNvSpPr/>
            <p:nvPr/>
          </p:nvSpPr>
          <p:spPr>
            <a:xfrm>
              <a:off x="2056900" y="4572000"/>
              <a:ext cx="1217500" cy="746575"/>
            </a:xfrm>
            <a:custGeom>
              <a:avLst/>
              <a:gdLst/>
              <a:ahLst/>
              <a:cxnLst/>
              <a:rect l="l" t="t" r="r" b="b"/>
              <a:pathLst>
                <a:path w="48700" h="29863" extrusionOk="0">
                  <a:moveTo>
                    <a:pt x="36549" y="547"/>
                  </a:moveTo>
                  <a:lnTo>
                    <a:pt x="47999" y="29316"/>
                  </a:lnTo>
                  <a:lnTo>
                    <a:pt x="15076" y="29316"/>
                  </a:lnTo>
                  <a:lnTo>
                    <a:pt x="740" y="547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129"/>
                  </a:cubicBezTo>
                  <a:cubicBezTo>
                    <a:pt x="32" y="193"/>
                    <a:pt x="0" y="290"/>
                    <a:pt x="65" y="386"/>
                  </a:cubicBezTo>
                  <a:lnTo>
                    <a:pt x="14658" y="29702"/>
                  </a:lnTo>
                  <a:cubicBezTo>
                    <a:pt x="14690" y="29798"/>
                    <a:pt x="14787" y="29863"/>
                    <a:pt x="14883" y="29863"/>
                  </a:cubicBezTo>
                  <a:lnTo>
                    <a:pt x="48410" y="29863"/>
                  </a:lnTo>
                  <a:cubicBezTo>
                    <a:pt x="48506" y="29863"/>
                    <a:pt x="48571" y="29830"/>
                    <a:pt x="48635" y="29734"/>
                  </a:cubicBezTo>
                  <a:cubicBezTo>
                    <a:pt x="48667" y="29670"/>
                    <a:pt x="48699" y="29573"/>
                    <a:pt x="48667" y="29509"/>
                  </a:cubicBezTo>
                  <a:lnTo>
                    <a:pt x="36966" y="161"/>
                  </a:lnTo>
                  <a:cubicBezTo>
                    <a:pt x="36934" y="65"/>
                    <a:pt x="36838" y="0"/>
                    <a:pt x="36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57"/>
            <p:cNvSpPr/>
            <p:nvPr/>
          </p:nvSpPr>
          <p:spPr>
            <a:xfrm>
              <a:off x="2027175" y="4578425"/>
              <a:ext cx="1203025" cy="733725"/>
            </a:xfrm>
            <a:custGeom>
              <a:avLst/>
              <a:gdLst/>
              <a:ahLst/>
              <a:cxnLst/>
              <a:rect l="l" t="t" r="r" b="b"/>
              <a:pathLst>
                <a:path w="48121" h="29349" extrusionOk="0">
                  <a:moveTo>
                    <a:pt x="0" y="0"/>
                  </a:moveTo>
                  <a:lnTo>
                    <a:pt x="14626" y="29348"/>
                  </a:lnTo>
                  <a:lnTo>
                    <a:pt x="48120" y="29348"/>
                  </a:lnTo>
                  <a:lnTo>
                    <a:pt x="36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57"/>
            <p:cNvSpPr/>
            <p:nvPr/>
          </p:nvSpPr>
          <p:spPr>
            <a:xfrm>
              <a:off x="2020725" y="4572000"/>
              <a:ext cx="1216700" cy="746575"/>
            </a:xfrm>
            <a:custGeom>
              <a:avLst/>
              <a:gdLst/>
              <a:ahLst/>
              <a:cxnLst/>
              <a:rect l="l" t="t" r="r" b="b"/>
              <a:pathLst>
                <a:path w="48668" h="29863" extrusionOk="0">
                  <a:moveTo>
                    <a:pt x="36517" y="547"/>
                  </a:moveTo>
                  <a:lnTo>
                    <a:pt x="47968" y="29316"/>
                  </a:lnTo>
                  <a:lnTo>
                    <a:pt x="15044" y="29316"/>
                  </a:lnTo>
                  <a:lnTo>
                    <a:pt x="708" y="547"/>
                  </a:lnTo>
                  <a:close/>
                  <a:moveTo>
                    <a:pt x="258" y="0"/>
                  </a:moveTo>
                  <a:cubicBezTo>
                    <a:pt x="162" y="0"/>
                    <a:pt x="97" y="32"/>
                    <a:pt x="33" y="129"/>
                  </a:cubicBezTo>
                  <a:cubicBezTo>
                    <a:pt x="1" y="193"/>
                    <a:pt x="1" y="290"/>
                    <a:pt x="33" y="386"/>
                  </a:cubicBezTo>
                  <a:lnTo>
                    <a:pt x="14627" y="29702"/>
                  </a:lnTo>
                  <a:cubicBezTo>
                    <a:pt x="14659" y="29798"/>
                    <a:pt x="14755" y="29863"/>
                    <a:pt x="14884" y="29863"/>
                  </a:cubicBezTo>
                  <a:lnTo>
                    <a:pt x="48378" y="29863"/>
                  </a:lnTo>
                  <a:cubicBezTo>
                    <a:pt x="48475" y="29863"/>
                    <a:pt x="48571" y="29830"/>
                    <a:pt x="48603" y="29734"/>
                  </a:cubicBezTo>
                  <a:cubicBezTo>
                    <a:pt x="48668" y="29670"/>
                    <a:pt x="48668" y="29573"/>
                    <a:pt x="48635" y="29509"/>
                  </a:cubicBezTo>
                  <a:lnTo>
                    <a:pt x="36935" y="161"/>
                  </a:lnTo>
                  <a:cubicBezTo>
                    <a:pt x="36903" y="65"/>
                    <a:pt x="36806" y="0"/>
                    <a:pt x="36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3" name="Google Shape;3513;p62"/>
          <p:cNvPicPr preferRelativeResize="0"/>
          <p:nvPr/>
        </p:nvPicPr>
        <p:blipFill rotWithShape="1">
          <a:blip r:embed="rId3"/>
          <a:srcRect l="1489" r="1489"/>
          <a:stretch/>
        </p:blipFill>
        <p:spPr>
          <a:xfrm>
            <a:off x="4696641" y="1580762"/>
            <a:ext cx="2741302" cy="1589316"/>
          </a:xfrm>
          <a:prstGeom prst="rect">
            <a:avLst/>
          </a:prstGeom>
          <a:noFill/>
          <a:ln>
            <a:noFill/>
          </a:ln>
        </p:spPr>
      </p:pic>
      <p:sp>
        <p:nvSpPr>
          <p:cNvPr id="3514" name="Google Shape;3514;p62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SQL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Excel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Power BI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Tableau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Power Point</a:t>
            </a:r>
            <a:endParaRPr sz="20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515" name="Google Shape;3515;p62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Software &amp; Tools</a:t>
            </a:r>
            <a:endParaRPr dirty="0"/>
          </a:p>
        </p:txBody>
      </p:sp>
      <p:grpSp>
        <p:nvGrpSpPr>
          <p:cNvPr id="3516" name="Google Shape;3516;p62"/>
          <p:cNvGrpSpPr/>
          <p:nvPr/>
        </p:nvGrpSpPr>
        <p:grpSpPr>
          <a:xfrm>
            <a:off x="3831152" y="807450"/>
            <a:ext cx="4097650" cy="3780909"/>
            <a:chOff x="1230400" y="410075"/>
            <a:chExt cx="5124625" cy="4728500"/>
          </a:xfrm>
        </p:grpSpPr>
        <p:sp>
          <p:nvSpPr>
            <p:cNvPr id="3517" name="Google Shape;3517;p62"/>
            <p:cNvSpPr/>
            <p:nvPr/>
          </p:nvSpPr>
          <p:spPr>
            <a:xfrm>
              <a:off x="1384675" y="410150"/>
              <a:ext cx="4970350" cy="3655600"/>
            </a:xfrm>
            <a:custGeom>
              <a:avLst/>
              <a:gdLst/>
              <a:ahLst/>
              <a:cxnLst/>
              <a:rect l="l" t="t" r="r" b="b"/>
              <a:pathLst>
                <a:path w="198814" h="146224" extrusionOk="0">
                  <a:moveTo>
                    <a:pt x="173002" y="38507"/>
                  </a:moveTo>
                  <a:lnTo>
                    <a:pt x="173002" y="118161"/>
                  </a:lnTo>
                  <a:lnTo>
                    <a:pt x="37835" y="118161"/>
                  </a:lnTo>
                  <a:lnTo>
                    <a:pt x="37835" y="38507"/>
                  </a:lnTo>
                  <a:close/>
                  <a:moveTo>
                    <a:pt x="144780" y="0"/>
                  </a:moveTo>
                  <a:cubicBezTo>
                    <a:pt x="136124" y="0"/>
                    <a:pt x="127640" y="2694"/>
                    <a:pt x="120221" y="7391"/>
                  </a:cubicBezTo>
                  <a:cubicBezTo>
                    <a:pt x="110674" y="13402"/>
                    <a:pt x="103216" y="21213"/>
                    <a:pt x="91516" y="22724"/>
                  </a:cubicBezTo>
                  <a:cubicBezTo>
                    <a:pt x="84957" y="23559"/>
                    <a:pt x="78300" y="23746"/>
                    <a:pt x="71643" y="23746"/>
                  </a:cubicBezTo>
                  <a:cubicBezTo>
                    <a:pt x="66261" y="23746"/>
                    <a:pt x="60878" y="23624"/>
                    <a:pt x="55546" y="23624"/>
                  </a:cubicBezTo>
                  <a:cubicBezTo>
                    <a:pt x="24881" y="23624"/>
                    <a:pt x="1" y="55833"/>
                    <a:pt x="6205" y="89392"/>
                  </a:cubicBezTo>
                  <a:cubicBezTo>
                    <a:pt x="12441" y="122951"/>
                    <a:pt x="41756" y="146223"/>
                    <a:pt x="66636" y="146223"/>
                  </a:cubicBezTo>
                  <a:cubicBezTo>
                    <a:pt x="89009" y="146223"/>
                    <a:pt x="107395" y="132787"/>
                    <a:pt x="128643" y="129187"/>
                  </a:cubicBezTo>
                  <a:cubicBezTo>
                    <a:pt x="139186" y="127419"/>
                    <a:pt x="149761" y="129508"/>
                    <a:pt x="160176" y="126840"/>
                  </a:cubicBezTo>
                  <a:cubicBezTo>
                    <a:pt x="172295" y="123722"/>
                    <a:pt x="183674" y="116297"/>
                    <a:pt x="190392" y="105560"/>
                  </a:cubicBezTo>
                  <a:cubicBezTo>
                    <a:pt x="194956" y="98232"/>
                    <a:pt x="197207" y="90163"/>
                    <a:pt x="197817" y="81870"/>
                  </a:cubicBezTo>
                  <a:cubicBezTo>
                    <a:pt x="198814" y="68594"/>
                    <a:pt x="195728" y="54740"/>
                    <a:pt x="191613" y="42397"/>
                  </a:cubicBezTo>
                  <a:cubicBezTo>
                    <a:pt x="185474" y="24074"/>
                    <a:pt x="173548" y="5270"/>
                    <a:pt x="153490" y="930"/>
                  </a:cubicBezTo>
                  <a:cubicBezTo>
                    <a:pt x="150590" y="302"/>
                    <a:pt x="147676" y="0"/>
                    <a:pt x="144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62"/>
            <p:cNvSpPr/>
            <p:nvPr/>
          </p:nvSpPr>
          <p:spPr>
            <a:xfrm>
              <a:off x="1515675" y="410075"/>
              <a:ext cx="4819275" cy="3654050"/>
            </a:xfrm>
            <a:custGeom>
              <a:avLst/>
              <a:gdLst/>
              <a:ahLst/>
              <a:cxnLst/>
              <a:rect l="l" t="t" r="r" b="b"/>
              <a:pathLst>
                <a:path w="192771" h="146162" extrusionOk="0">
                  <a:moveTo>
                    <a:pt x="139507" y="1"/>
                  </a:moveTo>
                  <a:cubicBezTo>
                    <a:pt x="130860" y="1"/>
                    <a:pt x="122406" y="2701"/>
                    <a:pt x="114981" y="7394"/>
                  </a:cubicBezTo>
                  <a:cubicBezTo>
                    <a:pt x="105434" y="13405"/>
                    <a:pt x="97976" y="21216"/>
                    <a:pt x="86276" y="22727"/>
                  </a:cubicBezTo>
                  <a:cubicBezTo>
                    <a:pt x="79686" y="23563"/>
                    <a:pt x="73032" y="23756"/>
                    <a:pt x="66346" y="23756"/>
                  </a:cubicBezTo>
                  <a:cubicBezTo>
                    <a:pt x="60978" y="23756"/>
                    <a:pt x="55610" y="23627"/>
                    <a:pt x="50306" y="23627"/>
                  </a:cubicBezTo>
                  <a:cubicBezTo>
                    <a:pt x="22855" y="23627"/>
                    <a:pt x="32" y="49471"/>
                    <a:pt x="0" y="78948"/>
                  </a:cubicBezTo>
                  <a:cubicBezTo>
                    <a:pt x="0" y="82387"/>
                    <a:pt x="322" y="85891"/>
                    <a:pt x="965" y="89395"/>
                  </a:cubicBezTo>
                  <a:cubicBezTo>
                    <a:pt x="2893" y="99777"/>
                    <a:pt x="7040" y="109196"/>
                    <a:pt x="12601" y="117232"/>
                  </a:cubicBezTo>
                  <a:cubicBezTo>
                    <a:pt x="13469" y="115850"/>
                    <a:pt x="14337" y="114500"/>
                    <a:pt x="15140" y="113278"/>
                  </a:cubicBezTo>
                  <a:cubicBezTo>
                    <a:pt x="14305" y="112796"/>
                    <a:pt x="13565" y="112153"/>
                    <a:pt x="13276" y="111285"/>
                  </a:cubicBezTo>
                  <a:cubicBezTo>
                    <a:pt x="13179" y="111028"/>
                    <a:pt x="13147" y="110803"/>
                    <a:pt x="13147" y="110546"/>
                  </a:cubicBezTo>
                  <a:cubicBezTo>
                    <a:pt x="13147" y="109582"/>
                    <a:pt x="13758" y="108681"/>
                    <a:pt x="14787" y="108456"/>
                  </a:cubicBezTo>
                  <a:cubicBezTo>
                    <a:pt x="14915" y="108424"/>
                    <a:pt x="15044" y="108424"/>
                    <a:pt x="15205" y="108424"/>
                  </a:cubicBezTo>
                  <a:cubicBezTo>
                    <a:pt x="15976" y="108424"/>
                    <a:pt x="16812" y="108810"/>
                    <a:pt x="17583" y="109389"/>
                  </a:cubicBezTo>
                  <a:cubicBezTo>
                    <a:pt x="17648" y="109260"/>
                    <a:pt x="17744" y="109132"/>
                    <a:pt x="17808" y="109035"/>
                  </a:cubicBezTo>
                  <a:cubicBezTo>
                    <a:pt x="18194" y="108392"/>
                    <a:pt x="18451" y="107910"/>
                    <a:pt x="18515" y="107749"/>
                  </a:cubicBezTo>
                  <a:cubicBezTo>
                    <a:pt x="19158" y="106303"/>
                    <a:pt x="20958" y="102445"/>
                    <a:pt x="21183" y="101963"/>
                  </a:cubicBezTo>
                  <a:cubicBezTo>
                    <a:pt x="21183" y="101835"/>
                    <a:pt x="21183" y="101610"/>
                    <a:pt x="21183" y="101256"/>
                  </a:cubicBezTo>
                  <a:cubicBezTo>
                    <a:pt x="21183" y="99617"/>
                    <a:pt x="21151" y="95599"/>
                    <a:pt x="20958" y="92288"/>
                  </a:cubicBezTo>
                  <a:cubicBezTo>
                    <a:pt x="20894" y="91323"/>
                    <a:pt x="20862" y="90456"/>
                    <a:pt x="20862" y="89716"/>
                  </a:cubicBezTo>
                  <a:cubicBezTo>
                    <a:pt x="20862" y="89073"/>
                    <a:pt x="20894" y="88495"/>
                    <a:pt x="20926" y="87980"/>
                  </a:cubicBezTo>
                  <a:cubicBezTo>
                    <a:pt x="20444" y="87370"/>
                    <a:pt x="20316" y="86791"/>
                    <a:pt x="20316" y="86309"/>
                  </a:cubicBezTo>
                  <a:cubicBezTo>
                    <a:pt x="20316" y="85859"/>
                    <a:pt x="20444" y="85505"/>
                    <a:pt x="20508" y="85312"/>
                  </a:cubicBezTo>
                  <a:cubicBezTo>
                    <a:pt x="20573" y="85184"/>
                    <a:pt x="20766" y="85055"/>
                    <a:pt x="21055" y="84927"/>
                  </a:cubicBezTo>
                  <a:cubicBezTo>
                    <a:pt x="21023" y="84573"/>
                    <a:pt x="20991" y="84220"/>
                    <a:pt x="20991" y="83962"/>
                  </a:cubicBezTo>
                  <a:cubicBezTo>
                    <a:pt x="20991" y="83705"/>
                    <a:pt x="21055" y="83352"/>
                    <a:pt x="21151" y="82902"/>
                  </a:cubicBezTo>
                  <a:cubicBezTo>
                    <a:pt x="21216" y="82452"/>
                    <a:pt x="21344" y="81873"/>
                    <a:pt x="21505" y="81262"/>
                  </a:cubicBezTo>
                  <a:cubicBezTo>
                    <a:pt x="21826" y="80041"/>
                    <a:pt x="22212" y="78562"/>
                    <a:pt x="22630" y="77148"/>
                  </a:cubicBezTo>
                  <a:cubicBezTo>
                    <a:pt x="23337" y="74673"/>
                    <a:pt x="24044" y="72358"/>
                    <a:pt x="24205" y="71812"/>
                  </a:cubicBezTo>
                  <a:cubicBezTo>
                    <a:pt x="24044" y="71587"/>
                    <a:pt x="23659" y="71040"/>
                    <a:pt x="23241" y="70430"/>
                  </a:cubicBezTo>
                  <a:cubicBezTo>
                    <a:pt x="22694" y="69626"/>
                    <a:pt x="22051" y="68726"/>
                    <a:pt x="21730" y="68276"/>
                  </a:cubicBezTo>
                  <a:cubicBezTo>
                    <a:pt x="21666" y="68147"/>
                    <a:pt x="21601" y="68083"/>
                    <a:pt x="21569" y="68051"/>
                  </a:cubicBezTo>
                  <a:cubicBezTo>
                    <a:pt x="21473" y="67922"/>
                    <a:pt x="21441" y="67794"/>
                    <a:pt x="21441" y="67633"/>
                  </a:cubicBezTo>
                  <a:cubicBezTo>
                    <a:pt x="21441" y="67504"/>
                    <a:pt x="21473" y="67376"/>
                    <a:pt x="21569" y="67279"/>
                  </a:cubicBezTo>
                  <a:cubicBezTo>
                    <a:pt x="21633" y="67151"/>
                    <a:pt x="21794" y="67086"/>
                    <a:pt x="21955" y="67086"/>
                  </a:cubicBezTo>
                  <a:cubicBezTo>
                    <a:pt x="22083" y="67086"/>
                    <a:pt x="22180" y="67119"/>
                    <a:pt x="22308" y="67183"/>
                  </a:cubicBezTo>
                  <a:lnTo>
                    <a:pt x="21666" y="65929"/>
                  </a:lnTo>
                  <a:lnTo>
                    <a:pt x="21633" y="65833"/>
                  </a:lnTo>
                  <a:lnTo>
                    <a:pt x="21633" y="65801"/>
                  </a:lnTo>
                  <a:cubicBezTo>
                    <a:pt x="21633" y="65769"/>
                    <a:pt x="21633" y="65640"/>
                    <a:pt x="21666" y="65511"/>
                  </a:cubicBezTo>
                  <a:cubicBezTo>
                    <a:pt x="21698" y="65383"/>
                    <a:pt x="21762" y="65254"/>
                    <a:pt x="21891" y="65094"/>
                  </a:cubicBezTo>
                  <a:cubicBezTo>
                    <a:pt x="21987" y="65029"/>
                    <a:pt x="22116" y="64965"/>
                    <a:pt x="22276" y="64965"/>
                  </a:cubicBezTo>
                  <a:cubicBezTo>
                    <a:pt x="22341" y="64965"/>
                    <a:pt x="22405" y="64965"/>
                    <a:pt x="22469" y="64997"/>
                  </a:cubicBezTo>
                  <a:cubicBezTo>
                    <a:pt x="22566" y="64997"/>
                    <a:pt x="22630" y="65061"/>
                    <a:pt x="22726" y="65094"/>
                  </a:cubicBezTo>
                  <a:lnTo>
                    <a:pt x="22726" y="65094"/>
                  </a:lnTo>
                  <a:lnTo>
                    <a:pt x="22437" y="64483"/>
                  </a:lnTo>
                  <a:cubicBezTo>
                    <a:pt x="22437" y="64451"/>
                    <a:pt x="22405" y="64386"/>
                    <a:pt x="22437" y="64322"/>
                  </a:cubicBezTo>
                  <a:cubicBezTo>
                    <a:pt x="22437" y="64322"/>
                    <a:pt x="22469" y="64226"/>
                    <a:pt x="22501" y="64097"/>
                  </a:cubicBezTo>
                  <a:cubicBezTo>
                    <a:pt x="22566" y="64001"/>
                    <a:pt x="22662" y="63840"/>
                    <a:pt x="22823" y="63743"/>
                  </a:cubicBezTo>
                  <a:cubicBezTo>
                    <a:pt x="22919" y="63647"/>
                    <a:pt x="23080" y="63615"/>
                    <a:pt x="23209" y="63615"/>
                  </a:cubicBezTo>
                  <a:lnTo>
                    <a:pt x="23241" y="63615"/>
                  </a:lnTo>
                  <a:cubicBezTo>
                    <a:pt x="23401" y="63615"/>
                    <a:pt x="23562" y="63647"/>
                    <a:pt x="23723" y="63743"/>
                  </a:cubicBezTo>
                  <a:cubicBezTo>
                    <a:pt x="23819" y="63808"/>
                    <a:pt x="23916" y="63904"/>
                    <a:pt x="23980" y="64001"/>
                  </a:cubicBezTo>
                  <a:cubicBezTo>
                    <a:pt x="24076" y="64097"/>
                    <a:pt x="24141" y="64193"/>
                    <a:pt x="24237" y="64354"/>
                  </a:cubicBezTo>
                  <a:cubicBezTo>
                    <a:pt x="24366" y="64547"/>
                    <a:pt x="24494" y="64772"/>
                    <a:pt x="24623" y="64997"/>
                  </a:cubicBezTo>
                  <a:lnTo>
                    <a:pt x="24494" y="64161"/>
                  </a:lnTo>
                  <a:cubicBezTo>
                    <a:pt x="24494" y="64097"/>
                    <a:pt x="24494" y="64033"/>
                    <a:pt x="24526" y="64001"/>
                  </a:cubicBezTo>
                  <a:cubicBezTo>
                    <a:pt x="24526" y="63968"/>
                    <a:pt x="24591" y="63872"/>
                    <a:pt x="24687" y="63776"/>
                  </a:cubicBezTo>
                  <a:cubicBezTo>
                    <a:pt x="24719" y="63776"/>
                    <a:pt x="24719" y="63743"/>
                    <a:pt x="24751" y="63743"/>
                  </a:cubicBezTo>
                  <a:lnTo>
                    <a:pt x="24751" y="36485"/>
                  </a:lnTo>
                  <a:cubicBezTo>
                    <a:pt x="24751" y="33592"/>
                    <a:pt x="27098" y="31213"/>
                    <a:pt x="30023" y="31213"/>
                  </a:cubicBezTo>
                  <a:lnTo>
                    <a:pt x="170366" y="31213"/>
                  </a:lnTo>
                  <a:cubicBezTo>
                    <a:pt x="173259" y="31213"/>
                    <a:pt x="175637" y="33592"/>
                    <a:pt x="175637" y="36485"/>
                  </a:cubicBezTo>
                  <a:lnTo>
                    <a:pt x="175637" y="116364"/>
                  </a:lnTo>
                  <a:cubicBezTo>
                    <a:pt x="179334" y="113278"/>
                    <a:pt x="182580" y="109678"/>
                    <a:pt x="185152" y="105563"/>
                  </a:cubicBezTo>
                  <a:cubicBezTo>
                    <a:pt x="189716" y="98235"/>
                    <a:pt x="191967" y="90166"/>
                    <a:pt x="192577" y="81873"/>
                  </a:cubicBezTo>
                  <a:cubicBezTo>
                    <a:pt x="192706" y="80169"/>
                    <a:pt x="192770" y="78466"/>
                    <a:pt x="192770" y="76762"/>
                  </a:cubicBezTo>
                  <a:cubicBezTo>
                    <a:pt x="192770" y="65094"/>
                    <a:pt x="189974" y="53168"/>
                    <a:pt x="186373" y="42400"/>
                  </a:cubicBezTo>
                  <a:cubicBezTo>
                    <a:pt x="180234" y="24077"/>
                    <a:pt x="168308" y="5273"/>
                    <a:pt x="148250" y="933"/>
                  </a:cubicBezTo>
                  <a:cubicBezTo>
                    <a:pt x="145325" y="322"/>
                    <a:pt x="142432" y="1"/>
                    <a:pt x="139507" y="1"/>
                  </a:cubicBezTo>
                  <a:close/>
                  <a:moveTo>
                    <a:pt x="23016" y="127229"/>
                  </a:moveTo>
                  <a:cubicBezTo>
                    <a:pt x="22823" y="127454"/>
                    <a:pt x="22630" y="127679"/>
                    <a:pt x="22469" y="127840"/>
                  </a:cubicBezTo>
                  <a:cubicBezTo>
                    <a:pt x="22308" y="128032"/>
                    <a:pt x="22148" y="128193"/>
                    <a:pt x="22019" y="128354"/>
                  </a:cubicBezTo>
                  <a:cubicBezTo>
                    <a:pt x="22919" y="129222"/>
                    <a:pt x="23819" y="130058"/>
                    <a:pt x="24751" y="130861"/>
                  </a:cubicBezTo>
                  <a:lnTo>
                    <a:pt x="24751" y="127550"/>
                  </a:lnTo>
                  <a:cubicBezTo>
                    <a:pt x="24173" y="127518"/>
                    <a:pt x="23562" y="127422"/>
                    <a:pt x="23016" y="127229"/>
                  </a:cubicBezTo>
                  <a:close/>
                  <a:moveTo>
                    <a:pt x="64064" y="144523"/>
                  </a:moveTo>
                  <a:cubicBezTo>
                    <a:pt x="64032" y="145069"/>
                    <a:pt x="63968" y="145616"/>
                    <a:pt x="63903" y="146162"/>
                  </a:cubicBezTo>
                  <a:cubicBezTo>
                    <a:pt x="67921" y="145969"/>
                    <a:pt x="71779" y="145391"/>
                    <a:pt x="75572" y="1445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62"/>
            <p:cNvSpPr/>
            <p:nvPr/>
          </p:nvSpPr>
          <p:spPr>
            <a:xfrm>
              <a:off x="1972925" y="4531000"/>
              <a:ext cx="4095225" cy="240325"/>
            </a:xfrm>
            <a:custGeom>
              <a:avLst/>
              <a:gdLst/>
              <a:ahLst/>
              <a:cxnLst/>
              <a:rect l="l" t="t" r="r" b="b"/>
              <a:pathLst>
                <a:path w="163809" h="9613" extrusionOk="0">
                  <a:moveTo>
                    <a:pt x="81904" y="1"/>
                  </a:moveTo>
                  <a:cubicBezTo>
                    <a:pt x="36677" y="1"/>
                    <a:pt x="0" y="2155"/>
                    <a:pt x="0" y="4823"/>
                  </a:cubicBezTo>
                  <a:cubicBezTo>
                    <a:pt x="0" y="7458"/>
                    <a:pt x="36677" y="9612"/>
                    <a:pt x="81904" y="9612"/>
                  </a:cubicBezTo>
                  <a:cubicBezTo>
                    <a:pt x="127131" y="9612"/>
                    <a:pt x="163808" y="7458"/>
                    <a:pt x="163808" y="4823"/>
                  </a:cubicBezTo>
                  <a:cubicBezTo>
                    <a:pt x="163808" y="2155"/>
                    <a:pt x="127131" y="1"/>
                    <a:pt x="8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62"/>
            <p:cNvSpPr/>
            <p:nvPr/>
          </p:nvSpPr>
          <p:spPr>
            <a:xfrm>
              <a:off x="1972925" y="4535825"/>
              <a:ext cx="4095225" cy="235500"/>
            </a:xfrm>
            <a:custGeom>
              <a:avLst/>
              <a:gdLst/>
              <a:ahLst/>
              <a:cxnLst/>
              <a:rect l="l" t="t" r="r" b="b"/>
              <a:pathLst>
                <a:path w="163809" h="9420" extrusionOk="0">
                  <a:moveTo>
                    <a:pt x="58310" y="1"/>
                  </a:moveTo>
                  <a:lnTo>
                    <a:pt x="58310" y="1"/>
                  </a:lnTo>
                  <a:cubicBezTo>
                    <a:pt x="53489" y="97"/>
                    <a:pt x="48892" y="226"/>
                    <a:pt x="44488" y="354"/>
                  </a:cubicBezTo>
                  <a:cubicBezTo>
                    <a:pt x="41917" y="1062"/>
                    <a:pt x="39924" y="1126"/>
                    <a:pt x="39924" y="1126"/>
                  </a:cubicBezTo>
                  <a:lnTo>
                    <a:pt x="39924" y="1094"/>
                  </a:lnTo>
                  <a:cubicBezTo>
                    <a:pt x="39924" y="1062"/>
                    <a:pt x="39924" y="837"/>
                    <a:pt x="39956" y="483"/>
                  </a:cubicBezTo>
                  <a:lnTo>
                    <a:pt x="39956" y="483"/>
                  </a:lnTo>
                  <a:cubicBezTo>
                    <a:pt x="37609" y="579"/>
                    <a:pt x="35391" y="676"/>
                    <a:pt x="33206" y="740"/>
                  </a:cubicBezTo>
                  <a:cubicBezTo>
                    <a:pt x="33238" y="901"/>
                    <a:pt x="33238" y="1029"/>
                    <a:pt x="33238" y="1158"/>
                  </a:cubicBezTo>
                  <a:cubicBezTo>
                    <a:pt x="33238" y="1383"/>
                    <a:pt x="33206" y="1512"/>
                    <a:pt x="33206" y="1512"/>
                  </a:cubicBezTo>
                  <a:cubicBezTo>
                    <a:pt x="33206" y="1512"/>
                    <a:pt x="31791" y="1415"/>
                    <a:pt x="29830" y="901"/>
                  </a:cubicBezTo>
                  <a:cubicBezTo>
                    <a:pt x="11605" y="1801"/>
                    <a:pt x="0" y="3119"/>
                    <a:pt x="0" y="4630"/>
                  </a:cubicBezTo>
                  <a:cubicBezTo>
                    <a:pt x="0" y="7265"/>
                    <a:pt x="36677" y="9419"/>
                    <a:pt x="81904" y="9419"/>
                  </a:cubicBezTo>
                  <a:cubicBezTo>
                    <a:pt x="127131" y="9419"/>
                    <a:pt x="163808" y="7265"/>
                    <a:pt x="163808" y="4630"/>
                  </a:cubicBezTo>
                  <a:cubicBezTo>
                    <a:pt x="163808" y="2444"/>
                    <a:pt x="139218" y="612"/>
                    <a:pt x="105498" y="1"/>
                  </a:cubicBezTo>
                  <a:lnTo>
                    <a:pt x="105498" y="1"/>
                  </a:lnTo>
                  <a:lnTo>
                    <a:pt x="106430" y="1190"/>
                  </a:lnTo>
                  <a:cubicBezTo>
                    <a:pt x="106495" y="1287"/>
                    <a:pt x="106527" y="1415"/>
                    <a:pt x="106463" y="1512"/>
                  </a:cubicBezTo>
                  <a:cubicBezTo>
                    <a:pt x="106430" y="1608"/>
                    <a:pt x="106302" y="1672"/>
                    <a:pt x="106205" y="1672"/>
                  </a:cubicBezTo>
                  <a:lnTo>
                    <a:pt x="57603" y="1672"/>
                  </a:lnTo>
                  <a:cubicBezTo>
                    <a:pt x="57475" y="1672"/>
                    <a:pt x="57378" y="1608"/>
                    <a:pt x="57314" y="1512"/>
                  </a:cubicBezTo>
                  <a:cubicBezTo>
                    <a:pt x="57282" y="1415"/>
                    <a:pt x="57282" y="1287"/>
                    <a:pt x="57346" y="1190"/>
                  </a:cubicBezTo>
                  <a:lnTo>
                    <a:pt x="583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62"/>
            <p:cNvSpPr/>
            <p:nvPr/>
          </p:nvSpPr>
          <p:spPr>
            <a:xfrm>
              <a:off x="2121600" y="3176250"/>
              <a:ext cx="133425" cy="207225"/>
            </a:xfrm>
            <a:custGeom>
              <a:avLst/>
              <a:gdLst/>
              <a:ahLst/>
              <a:cxnLst/>
              <a:rect l="l" t="t" r="r" b="b"/>
              <a:pathLst>
                <a:path w="5337" h="8289" extrusionOk="0">
                  <a:moveTo>
                    <a:pt x="2783" y="0"/>
                  </a:moveTo>
                  <a:cubicBezTo>
                    <a:pt x="2420" y="0"/>
                    <a:pt x="2050" y="99"/>
                    <a:pt x="1704" y="317"/>
                  </a:cubicBezTo>
                  <a:cubicBezTo>
                    <a:pt x="161" y="1249"/>
                    <a:pt x="0" y="4528"/>
                    <a:pt x="386" y="6103"/>
                  </a:cubicBezTo>
                  <a:cubicBezTo>
                    <a:pt x="418" y="6230"/>
                    <a:pt x="1209" y="8289"/>
                    <a:pt x="1222" y="8289"/>
                  </a:cubicBezTo>
                  <a:cubicBezTo>
                    <a:pt x="1222" y="8289"/>
                    <a:pt x="1222" y="8289"/>
                    <a:pt x="1222" y="8289"/>
                  </a:cubicBezTo>
                  <a:cubicBezTo>
                    <a:pt x="1254" y="8289"/>
                    <a:pt x="3729" y="6328"/>
                    <a:pt x="4372" y="5042"/>
                  </a:cubicBezTo>
                  <a:cubicBezTo>
                    <a:pt x="4918" y="3949"/>
                    <a:pt x="5336" y="2438"/>
                    <a:pt x="4758" y="1281"/>
                  </a:cubicBezTo>
                  <a:cubicBezTo>
                    <a:pt x="4379" y="502"/>
                    <a:pt x="3600" y="0"/>
                    <a:pt x="2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62"/>
            <p:cNvSpPr/>
            <p:nvPr/>
          </p:nvSpPr>
          <p:spPr>
            <a:xfrm>
              <a:off x="1502000" y="3626850"/>
              <a:ext cx="143875" cy="202650"/>
            </a:xfrm>
            <a:custGeom>
              <a:avLst/>
              <a:gdLst/>
              <a:ahLst/>
              <a:cxnLst/>
              <a:rect l="l" t="t" r="r" b="b"/>
              <a:pathLst>
                <a:path w="5755" h="8106" extrusionOk="0">
                  <a:moveTo>
                    <a:pt x="2641" y="1"/>
                  </a:moveTo>
                  <a:cubicBezTo>
                    <a:pt x="1856" y="1"/>
                    <a:pt x="1101" y="408"/>
                    <a:pt x="740" y="1194"/>
                  </a:cubicBezTo>
                  <a:cubicBezTo>
                    <a:pt x="1" y="2833"/>
                    <a:pt x="1640" y="5662"/>
                    <a:pt x="2862" y="6755"/>
                  </a:cubicBezTo>
                  <a:cubicBezTo>
                    <a:pt x="2957" y="6850"/>
                    <a:pt x="4683" y="8105"/>
                    <a:pt x="4756" y="8105"/>
                  </a:cubicBezTo>
                  <a:cubicBezTo>
                    <a:pt x="4757" y="8105"/>
                    <a:pt x="4758" y="8105"/>
                    <a:pt x="4758" y="8105"/>
                  </a:cubicBezTo>
                  <a:cubicBezTo>
                    <a:pt x="4758" y="8105"/>
                    <a:pt x="5755" y="5083"/>
                    <a:pt x="5594" y="3669"/>
                  </a:cubicBezTo>
                  <a:cubicBezTo>
                    <a:pt x="5433" y="2479"/>
                    <a:pt x="4919" y="969"/>
                    <a:pt x="3826" y="326"/>
                  </a:cubicBezTo>
                  <a:cubicBezTo>
                    <a:pt x="3455" y="108"/>
                    <a:pt x="3044" y="1"/>
                    <a:pt x="2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62"/>
            <p:cNvSpPr/>
            <p:nvPr/>
          </p:nvSpPr>
          <p:spPr>
            <a:xfrm>
              <a:off x="2656800" y="3458200"/>
              <a:ext cx="462900" cy="1053550"/>
            </a:xfrm>
            <a:custGeom>
              <a:avLst/>
              <a:gdLst/>
              <a:ahLst/>
              <a:cxnLst/>
              <a:rect l="l" t="t" r="r" b="b"/>
              <a:pathLst>
                <a:path w="18516" h="42142" extrusionOk="0">
                  <a:moveTo>
                    <a:pt x="9161" y="0"/>
                  </a:moveTo>
                  <a:cubicBezTo>
                    <a:pt x="9161" y="0"/>
                    <a:pt x="0" y="9483"/>
                    <a:pt x="32" y="21119"/>
                  </a:cubicBezTo>
                  <a:cubicBezTo>
                    <a:pt x="97" y="32755"/>
                    <a:pt x="9354" y="42141"/>
                    <a:pt x="9354" y="42141"/>
                  </a:cubicBezTo>
                  <a:cubicBezTo>
                    <a:pt x="9354" y="42141"/>
                    <a:pt x="18515" y="32659"/>
                    <a:pt x="18483" y="21023"/>
                  </a:cubicBezTo>
                  <a:cubicBezTo>
                    <a:pt x="18419" y="9386"/>
                    <a:pt x="9161" y="0"/>
                    <a:pt x="9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62"/>
            <p:cNvSpPr/>
            <p:nvPr/>
          </p:nvSpPr>
          <p:spPr>
            <a:xfrm>
              <a:off x="1230400" y="3120375"/>
              <a:ext cx="1581525" cy="1453250"/>
            </a:xfrm>
            <a:custGeom>
              <a:avLst/>
              <a:gdLst/>
              <a:ahLst/>
              <a:cxnLst/>
              <a:rect l="l" t="t" r="r" b="b"/>
              <a:pathLst>
                <a:path w="63261" h="58130" extrusionOk="0">
                  <a:moveTo>
                    <a:pt x="47092" y="44790"/>
                  </a:moveTo>
                  <a:cubicBezTo>
                    <a:pt x="47542" y="46879"/>
                    <a:pt x="48377" y="49354"/>
                    <a:pt x="49920" y="51508"/>
                  </a:cubicBezTo>
                  <a:cubicBezTo>
                    <a:pt x="49085" y="51122"/>
                    <a:pt x="48217" y="50672"/>
                    <a:pt x="47252" y="50190"/>
                  </a:cubicBezTo>
                  <a:cubicBezTo>
                    <a:pt x="46545" y="49836"/>
                    <a:pt x="45806" y="49451"/>
                    <a:pt x="45066" y="49033"/>
                  </a:cubicBezTo>
                  <a:cubicBezTo>
                    <a:pt x="45195" y="48743"/>
                    <a:pt x="46288" y="46300"/>
                    <a:pt x="46352" y="44918"/>
                  </a:cubicBezTo>
                  <a:cubicBezTo>
                    <a:pt x="46609" y="44886"/>
                    <a:pt x="46867" y="44822"/>
                    <a:pt x="47092" y="44790"/>
                  </a:cubicBezTo>
                  <a:close/>
                  <a:moveTo>
                    <a:pt x="26617" y="1"/>
                  </a:moveTo>
                  <a:cubicBezTo>
                    <a:pt x="26474" y="1"/>
                    <a:pt x="26334" y="15"/>
                    <a:pt x="26198" y="44"/>
                  </a:cubicBezTo>
                  <a:cubicBezTo>
                    <a:pt x="24912" y="334"/>
                    <a:pt x="24301" y="1684"/>
                    <a:pt x="24687" y="2873"/>
                  </a:cubicBezTo>
                  <a:cubicBezTo>
                    <a:pt x="25073" y="4095"/>
                    <a:pt x="26423" y="4898"/>
                    <a:pt x="27580" y="5316"/>
                  </a:cubicBezTo>
                  <a:cubicBezTo>
                    <a:pt x="28119" y="5496"/>
                    <a:pt x="28966" y="5550"/>
                    <a:pt x="29781" y="5550"/>
                  </a:cubicBezTo>
                  <a:cubicBezTo>
                    <a:pt x="30715" y="5550"/>
                    <a:pt x="31608" y="5479"/>
                    <a:pt x="31952" y="5445"/>
                  </a:cubicBezTo>
                  <a:cubicBezTo>
                    <a:pt x="32337" y="5830"/>
                    <a:pt x="32755" y="6216"/>
                    <a:pt x="33205" y="6698"/>
                  </a:cubicBezTo>
                  <a:cubicBezTo>
                    <a:pt x="33977" y="7502"/>
                    <a:pt x="34845" y="8402"/>
                    <a:pt x="35712" y="9463"/>
                  </a:cubicBezTo>
                  <a:cubicBezTo>
                    <a:pt x="35937" y="9752"/>
                    <a:pt x="36195" y="10041"/>
                    <a:pt x="36420" y="10363"/>
                  </a:cubicBezTo>
                  <a:cubicBezTo>
                    <a:pt x="35937" y="9945"/>
                    <a:pt x="35230" y="9366"/>
                    <a:pt x="35134" y="9334"/>
                  </a:cubicBezTo>
                  <a:cubicBezTo>
                    <a:pt x="34248" y="8744"/>
                    <a:pt x="32587" y="8167"/>
                    <a:pt x="31151" y="8167"/>
                  </a:cubicBezTo>
                  <a:cubicBezTo>
                    <a:pt x="30397" y="8167"/>
                    <a:pt x="29706" y="8326"/>
                    <a:pt x="29219" y="8723"/>
                  </a:cubicBezTo>
                  <a:cubicBezTo>
                    <a:pt x="28223" y="9559"/>
                    <a:pt x="28287" y="11038"/>
                    <a:pt x="29187" y="11938"/>
                  </a:cubicBezTo>
                  <a:cubicBezTo>
                    <a:pt x="29864" y="12615"/>
                    <a:pt x="30924" y="12837"/>
                    <a:pt x="31928" y="12837"/>
                  </a:cubicBezTo>
                  <a:cubicBezTo>
                    <a:pt x="32258" y="12837"/>
                    <a:pt x="32581" y="12813"/>
                    <a:pt x="32884" y="12774"/>
                  </a:cubicBezTo>
                  <a:cubicBezTo>
                    <a:pt x="34137" y="12581"/>
                    <a:pt x="36355" y="11166"/>
                    <a:pt x="36838" y="10877"/>
                  </a:cubicBezTo>
                  <a:cubicBezTo>
                    <a:pt x="37352" y="11552"/>
                    <a:pt x="37898" y="12227"/>
                    <a:pt x="38380" y="12999"/>
                  </a:cubicBezTo>
                  <a:cubicBezTo>
                    <a:pt x="39248" y="14317"/>
                    <a:pt x="40084" y="15731"/>
                    <a:pt x="40759" y="17306"/>
                  </a:cubicBezTo>
                  <a:cubicBezTo>
                    <a:pt x="40791" y="17403"/>
                    <a:pt x="40823" y="17499"/>
                    <a:pt x="40856" y="17595"/>
                  </a:cubicBezTo>
                  <a:cubicBezTo>
                    <a:pt x="40631" y="17338"/>
                    <a:pt x="39377" y="16052"/>
                    <a:pt x="39248" y="15956"/>
                  </a:cubicBezTo>
                  <a:cubicBezTo>
                    <a:pt x="38324" y="15221"/>
                    <a:pt x="36421" y="14364"/>
                    <a:pt x="34879" y="14364"/>
                  </a:cubicBezTo>
                  <a:cubicBezTo>
                    <a:pt x="34330" y="14364"/>
                    <a:pt x="33827" y="14473"/>
                    <a:pt x="33430" y="14735"/>
                  </a:cubicBezTo>
                  <a:cubicBezTo>
                    <a:pt x="32337" y="15442"/>
                    <a:pt x="32273" y="16920"/>
                    <a:pt x="33044" y="17917"/>
                  </a:cubicBezTo>
                  <a:cubicBezTo>
                    <a:pt x="33805" y="18860"/>
                    <a:pt x="35257" y="19141"/>
                    <a:pt x="36446" y="19141"/>
                  </a:cubicBezTo>
                  <a:cubicBezTo>
                    <a:pt x="36513" y="19141"/>
                    <a:pt x="36579" y="19140"/>
                    <a:pt x="36645" y="19138"/>
                  </a:cubicBezTo>
                  <a:cubicBezTo>
                    <a:pt x="38027" y="19074"/>
                    <a:pt x="40759" y="17692"/>
                    <a:pt x="40888" y="17628"/>
                  </a:cubicBezTo>
                  <a:cubicBezTo>
                    <a:pt x="41498" y="19106"/>
                    <a:pt x="42013" y="20681"/>
                    <a:pt x="42431" y="22288"/>
                  </a:cubicBezTo>
                  <a:cubicBezTo>
                    <a:pt x="42752" y="23478"/>
                    <a:pt x="43009" y="24667"/>
                    <a:pt x="43266" y="25889"/>
                  </a:cubicBezTo>
                  <a:cubicBezTo>
                    <a:pt x="42977" y="25567"/>
                    <a:pt x="41788" y="24378"/>
                    <a:pt x="41691" y="24281"/>
                  </a:cubicBezTo>
                  <a:cubicBezTo>
                    <a:pt x="40767" y="23547"/>
                    <a:pt x="38864" y="22690"/>
                    <a:pt x="37322" y="22690"/>
                  </a:cubicBezTo>
                  <a:cubicBezTo>
                    <a:pt x="36773" y="22690"/>
                    <a:pt x="36270" y="22798"/>
                    <a:pt x="35873" y="23060"/>
                  </a:cubicBezTo>
                  <a:cubicBezTo>
                    <a:pt x="34780" y="23767"/>
                    <a:pt x="34684" y="25246"/>
                    <a:pt x="35487" y="26242"/>
                  </a:cubicBezTo>
                  <a:cubicBezTo>
                    <a:pt x="36248" y="27186"/>
                    <a:pt x="37700" y="27466"/>
                    <a:pt x="38862" y="27466"/>
                  </a:cubicBezTo>
                  <a:cubicBezTo>
                    <a:pt x="38927" y="27466"/>
                    <a:pt x="38992" y="27465"/>
                    <a:pt x="39055" y="27464"/>
                  </a:cubicBezTo>
                  <a:cubicBezTo>
                    <a:pt x="40438" y="27399"/>
                    <a:pt x="43074" y="26082"/>
                    <a:pt x="43299" y="25985"/>
                  </a:cubicBezTo>
                  <a:cubicBezTo>
                    <a:pt x="43395" y="26532"/>
                    <a:pt x="43524" y="27078"/>
                    <a:pt x="43652" y="27624"/>
                  </a:cubicBezTo>
                  <a:cubicBezTo>
                    <a:pt x="44006" y="29425"/>
                    <a:pt x="44391" y="31225"/>
                    <a:pt x="44777" y="32993"/>
                  </a:cubicBezTo>
                  <a:cubicBezTo>
                    <a:pt x="44938" y="33603"/>
                    <a:pt x="45099" y="34214"/>
                    <a:pt x="45259" y="34793"/>
                  </a:cubicBezTo>
                  <a:cubicBezTo>
                    <a:pt x="44809" y="34343"/>
                    <a:pt x="43974" y="33507"/>
                    <a:pt x="43909" y="33443"/>
                  </a:cubicBezTo>
                  <a:cubicBezTo>
                    <a:pt x="42989" y="32687"/>
                    <a:pt x="41099" y="31846"/>
                    <a:pt x="39561" y="31846"/>
                  </a:cubicBezTo>
                  <a:cubicBezTo>
                    <a:pt x="39004" y="31846"/>
                    <a:pt x="38493" y="31956"/>
                    <a:pt x="38091" y="32221"/>
                  </a:cubicBezTo>
                  <a:cubicBezTo>
                    <a:pt x="36998" y="32928"/>
                    <a:pt x="36902" y="34407"/>
                    <a:pt x="37705" y="35371"/>
                  </a:cubicBezTo>
                  <a:cubicBezTo>
                    <a:pt x="38470" y="36319"/>
                    <a:pt x="39904" y="36627"/>
                    <a:pt x="41093" y="36627"/>
                  </a:cubicBezTo>
                  <a:cubicBezTo>
                    <a:pt x="41154" y="36627"/>
                    <a:pt x="41214" y="36626"/>
                    <a:pt x="41273" y="36625"/>
                  </a:cubicBezTo>
                  <a:cubicBezTo>
                    <a:pt x="42495" y="36561"/>
                    <a:pt x="44745" y="35500"/>
                    <a:pt x="45356" y="35211"/>
                  </a:cubicBezTo>
                  <a:cubicBezTo>
                    <a:pt x="45645" y="36207"/>
                    <a:pt x="45934" y="37171"/>
                    <a:pt x="46288" y="38136"/>
                  </a:cubicBezTo>
                  <a:cubicBezTo>
                    <a:pt x="46417" y="38554"/>
                    <a:pt x="46545" y="38971"/>
                    <a:pt x="46738" y="39357"/>
                  </a:cubicBezTo>
                  <a:cubicBezTo>
                    <a:pt x="46802" y="39550"/>
                    <a:pt x="46899" y="39775"/>
                    <a:pt x="46995" y="39968"/>
                  </a:cubicBezTo>
                  <a:cubicBezTo>
                    <a:pt x="46770" y="39936"/>
                    <a:pt x="46642" y="39936"/>
                    <a:pt x="46642" y="39936"/>
                  </a:cubicBezTo>
                  <a:lnTo>
                    <a:pt x="46642" y="39936"/>
                  </a:lnTo>
                  <a:cubicBezTo>
                    <a:pt x="46642" y="39936"/>
                    <a:pt x="46609" y="40514"/>
                    <a:pt x="46674" y="41414"/>
                  </a:cubicBezTo>
                  <a:cubicBezTo>
                    <a:pt x="45633" y="40696"/>
                    <a:pt x="44248" y="40034"/>
                    <a:pt x="43094" y="40034"/>
                  </a:cubicBezTo>
                  <a:cubicBezTo>
                    <a:pt x="42751" y="40034"/>
                    <a:pt x="42428" y="40093"/>
                    <a:pt x="42141" y="40225"/>
                  </a:cubicBezTo>
                  <a:cubicBezTo>
                    <a:pt x="40952" y="40772"/>
                    <a:pt x="40663" y="42218"/>
                    <a:pt x="41273" y="43311"/>
                  </a:cubicBezTo>
                  <a:cubicBezTo>
                    <a:pt x="41370" y="43440"/>
                    <a:pt x="41466" y="43568"/>
                    <a:pt x="41563" y="43697"/>
                  </a:cubicBezTo>
                  <a:cubicBezTo>
                    <a:pt x="41756" y="45143"/>
                    <a:pt x="42591" y="46718"/>
                    <a:pt x="43299" y="47522"/>
                  </a:cubicBezTo>
                  <a:cubicBezTo>
                    <a:pt x="43363" y="47618"/>
                    <a:pt x="44263" y="48454"/>
                    <a:pt x="44745" y="48872"/>
                  </a:cubicBezTo>
                  <a:cubicBezTo>
                    <a:pt x="44295" y="48615"/>
                    <a:pt x="43845" y="48390"/>
                    <a:pt x="43363" y="48101"/>
                  </a:cubicBezTo>
                  <a:cubicBezTo>
                    <a:pt x="42688" y="47747"/>
                    <a:pt x="41981" y="47297"/>
                    <a:pt x="41273" y="46911"/>
                  </a:cubicBezTo>
                  <a:cubicBezTo>
                    <a:pt x="40920" y="46686"/>
                    <a:pt x="40566" y="46461"/>
                    <a:pt x="40213" y="46236"/>
                  </a:cubicBezTo>
                  <a:cubicBezTo>
                    <a:pt x="39859" y="46011"/>
                    <a:pt x="39538" y="45754"/>
                    <a:pt x="39184" y="45529"/>
                  </a:cubicBezTo>
                  <a:cubicBezTo>
                    <a:pt x="38670" y="45143"/>
                    <a:pt x="38188" y="44757"/>
                    <a:pt x="37673" y="44340"/>
                  </a:cubicBezTo>
                  <a:cubicBezTo>
                    <a:pt x="38091" y="43697"/>
                    <a:pt x="39313" y="41704"/>
                    <a:pt x="39505" y="40547"/>
                  </a:cubicBezTo>
                  <a:cubicBezTo>
                    <a:pt x="39698" y="39325"/>
                    <a:pt x="39570" y="37750"/>
                    <a:pt x="38702" y="36850"/>
                  </a:cubicBezTo>
                  <a:cubicBezTo>
                    <a:pt x="38240" y="36388"/>
                    <a:pt x="37627" y="36138"/>
                    <a:pt x="37026" y="36138"/>
                  </a:cubicBezTo>
                  <a:cubicBezTo>
                    <a:pt x="36455" y="36138"/>
                    <a:pt x="35895" y="36364"/>
                    <a:pt x="35487" y="36850"/>
                  </a:cubicBezTo>
                  <a:cubicBezTo>
                    <a:pt x="34330" y="38264"/>
                    <a:pt x="35198" y="41414"/>
                    <a:pt x="36034" y="42797"/>
                  </a:cubicBezTo>
                  <a:cubicBezTo>
                    <a:pt x="36066" y="42829"/>
                    <a:pt x="36291" y="43118"/>
                    <a:pt x="36548" y="43407"/>
                  </a:cubicBezTo>
                  <a:cubicBezTo>
                    <a:pt x="36066" y="43022"/>
                    <a:pt x="35584" y="42604"/>
                    <a:pt x="35134" y="42186"/>
                  </a:cubicBezTo>
                  <a:cubicBezTo>
                    <a:pt x="33784" y="40997"/>
                    <a:pt x="32466" y="39711"/>
                    <a:pt x="31148" y="38457"/>
                  </a:cubicBezTo>
                  <a:cubicBezTo>
                    <a:pt x="30859" y="38200"/>
                    <a:pt x="30569" y="37943"/>
                    <a:pt x="30312" y="37654"/>
                  </a:cubicBezTo>
                  <a:cubicBezTo>
                    <a:pt x="30666" y="37107"/>
                    <a:pt x="31984" y="34953"/>
                    <a:pt x="32177" y="33732"/>
                  </a:cubicBezTo>
                  <a:cubicBezTo>
                    <a:pt x="32369" y="32543"/>
                    <a:pt x="32273" y="30967"/>
                    <a:pt x="31373" y="30035"/>
                  </a:cubicBezTo>
                  <a:cubicBezTo>
                    <a:pt x="30935" y="29581"/>
                    <a:pt x="30334" y="29340"/>
                    <a:pt x="29739" y="29340"/>
                  </a:cubicBezTo>
                  <a:cubicBezTo>
                    <a:pt x="29153" y="29340"/>
                    <a:pt x="28573" y="29573"/>
                    <a:pt x="28159" y="30067"/>
                  </a:cubicBezTo>
                  <a:cubicBezTo>
                    <a:pt x="27001" y="31450"/>
                    <a:pt x="27869" y="34632"/>
                    <a:pt x="28737" y="35982"/>
                  </a:cubicBezTo>
                  <a:cubicBezTo>
                    <a:pt x="28769" y="36046"/>
                    <a:pt x="29026" y="36368"/>
                    <a:pt x="29316" y="36721"/>
                  </a:cubicBezTo>
                  <a:cubicBezTo>
                    <a:pt x="28576" y="36046"/>
                    <a:pt x="27837" y="35371"/>
                    <a:pt x="27066" y="34761"/>
                  </a:cubicBezTo>
                  <a:cubicBezTo>
                    <a:pt x="25748" y="33635"/>
                    <a:pt x="24398" y="32607"/>
                    <a:pt x="23015" y="31707"/>
                  </a:cubicBezTo>
                  <a:cubicBezTo>
                    <a:pt x="23144" y="31514"/>
                    <a:pt x="24751" y="29039"/>
                    <a:pt x="24976" y="27657"/>
                  </a:cubicBezTo>
                  <a:cubicBezTo>
                    <a:pt x="25137" y="26467"/>
                    <a:pt x="25041" y="24892"/>
                    <a:pt x="24140" y="23992"/>
                  </a:cubicBezTo>
                  <a:cubicBezTo>
                    <a:pt x="23696" y="23531"/>
                    <a:pt x="23090" y="23280"/>
                    <a:pt x="22493" y="23280"/>
                  </a:cubicBezTo>
                  <a:cubicBezTo>
                    <a:pt x="21925" y="23280"/>
                    <a:pt x="21365" y="23507"/>
                    <a:pt x="20958" y="23992"/>
                  </a:cubicBezTo>
                  <a:cubicBezTo>
                    <a:pt x="19769" y="25406"/>
                    <a:pt x="20637" y="28557"/>
                    <a:pt x="21505" y="29939"/>
                  </a:cubicBezTo>
                  <a:cubicBezTo>
                    <a:pt x="21569" y="30035"/>
                    <a:pt x="22501" y="31192"/>
                    <a:pt x="22855" y="31578"/>
                  </a:cubicBezTo>
                  <a:lnTo>
                    <a:pt x="22790" y="31546"/>
                  </a:lnTo>
                  <a:cubicBezTo>
                    <a:pt x="21344" y="30646"/>
                    <a:pt x="19801" y="29939"/>
                    <a:pt x="18354" y="29328"/>
                  </a:cubicBezTo>
                  <a:cubicBezTo>
                    <a:pt x="16876" y="28750"/>
                    <a:pt x="15429" y="28299"/>
                    <a:pt x="14111" y="27946"/>
                  </a:cubicBezTo>
                  <a:cubicBezTo>
                    <a:pt x="12794" y="27560"/>
                    <a:pt x="11540" y="27303"/>
                    <a:pt x="10447" y="27078"/>
                  </a:cubicBezTo>
                  <a:cubicBezTo>
                    <a:pt x="9836" y="26982"/>
                    <a:pt x="9290" y="26885"/>
                    <a:pt x="8775" y="26789"/>
                  </a:cubicBezTo>
                  <a:lnTo>
                    <a:pt x="8808" y="26789"/>
                  </a:lnTo>
                  <a:cubicBezTo>
                    <a:pt x="8840" y="26757"/>
                    <a:pt x="7008" y="25567"/>
                    <a:pt x="6879" y="25503"/>
                  </a:cubicBezTo>
                  <a:cubicBezTo>
                    <a:pt x="6051" y="25089"/>
                    <a:pt x="4680" y="24736"/>
                    <a:pt x="3408" y="24736"/>
                  </a:cubicBezTo>
                  <a:cubicBezTo>
                    <a:pt x="2407" y="24736"/>
                    <a:pt x="1466" y="24955"/>
                    <a:pt x="900" y="25535"/>
                  </a:cubicBezTo>
                  <a:cubicBezTo>
                    <a:pt x="0" y="26467"/>
                    <a:pt x="225" y="27946"/>
                    <a:pt x="1222" y="28717"/>
                  </a:cubicBezTo>
                  <a:cubicBezTo>
                    <a:pt x="1813" y="29194"/>
                    <a:pt x="2608" y="29365"/>
                    <a:pt x="3405" y="29365"/>
                  </a:cubicBezTo>
                  <a:cubicBezTo>
                    <a:pt x="3951" y="29365"/>
                    <a:pt x="4499" y="29285"/>
                    <a:pt x="4982" y="29167"/>
                  </a:cubicBezTo>
                  <a:cubicBezTo>
                    <a:pt x="6172" y="28846"/>
                    <a:pt x="8197" y="27271"/>
                    <a:pt x="8711" y="26853"/>
                  </a:cubicBezTo>
                  <a:cubicBezTo>
                    <a:pt x="9225" y="26949"/>
                    <a:pt x="9804" y="27078"/>
                    <a:pt x="10415" y="27207"/>
                  </a:cubicBezTo>
                  <a:cubicBezTo>
                    <a:pt x="11508" y="27432"/>
                    <a:pt x="12729" y="27721"/>
                    <a:pt x="14047" y="28139"/>
                  </a:cubicBezTo>
                  <a:cubicBezTo>
                    <a:pt x="14401" y="28235"/>
                    <a:pt x="14786" y="28364"/>
                    <a:pt x="15140" y="28492"/>
                  </a:cubicBezTo>
                  <a:cubicBezTo>
                    <a:pt x="14497" y="28396"/>
                    <a:pt x="13597" y="28332"/>
                    <a:pt x="13501" y="28332"/>
                  </a:cubicBezTo>
                  <a:cubicBezTo>
                    <a:pt x="11893" y="28364"/>
                    <a:pt x="8775" y="29360"/>
                    <a:pt x="8229" y="31096"/>
                  </a:cubicBezTo>
                  <a:cubicBezTo>
                    <a:pt x="7843" y="32350"/>
                    <a:pt x="8743" y="33539"/>
                    <a:pt x="9965" y="33796"/>
                  </a:cubicBezTo>
                  <a:cubicBezTo>
                    <a:pt x="10127" y="33830"/>
                    <a:pt x="10292" y="33845"/>
                    <a:pt x="10457" y="33845"/>
                  </a:cubicBezTo>
                  <a:cubicBezTo>
                    <a:pt x="11569" y="33845"/>
                    <a:pt x="12717" y="33146"/>
                    <a:pt x="13501" y="32446"/>
                  </a:cubicBezTo>
                  <a:cubicBezTo>
                    <a:pt x="14433" y="31610"/>
                    <a:pt x="15526" y="29200"/>
                    <a:pt x="15783" y="28685"/>
                  </a:cubicBezTo>
                  <a:cubicBezTo>
                    <a:pt x="16587" y="28942"/>
                    <a:pt x="17390" y="29264"/>
                    <a:pt x="18226" y="29617"/>
                  </a:cubicBezTo>
                  <a:cubicBezTo>
                    <a:pt x="19672" y="30228"/>
                    <a:pt x="21151" y="30967"/>
                    <a:pt x="22598" y="31900"/>
                  </a:cubicBezTo>
                  <a:cubicBezTo>
                    <a:pt x="22662" y="31964"/>
                    <a:pt x="22726" y="32028"/>
                    <a:pt x="22823" y="32060"/>
                  </a:cubicBezTo>
                  <a:cubicBezTo>
                    <a:pt x="22501" y="31964"/>
                    <a:pt x="20733" y="31610"/>
                    <a:pt x="20605" y="31578"/>
                  </a:cubicBezTo>
                  <a:cubicBezTo>
                    <a:pt x="20472" y="31568"/>
                    <a:pt x="20329" y="31562"/>
                    <a:pt x="20178" y="31562"/>
                  </a:cubicBezTo>
                  <a:cubicBezTo>
                    <a:pt x="18486" y="31562"/>
                    <a:pt x="15725" y="32230"/>
                    <a:pt x="15076" y="33764"/>
                  </a:cubicBezTo>
                  <a:cubicBezTo>
                    <a:pt x="14561" y="34986"/>
                    <a:pt x="15301" y="36271"/>
                    <a:pt x="16490" y="36625"/>
                  </a:cubicBezTo>
                  <a:cubicBezTo>
                    <a:pt x="16752" y="36708"/>
                    <a:pt x="17024" y="36744"/>
                    <a:pt x="17300" y="36744"/>
                  </a:cubicBezTo>
                  <a:cubicBezTo>
                    <a:pt x="18311" y="36744"/>
                    <a:pt x="19372" y="36248"/>
                    <a:pt x="20155" y="35693"/>
                  </a:cubicBezTo>
                  <a:cubicBezTo>
                    <a:pt x="21280" y="34889"/>
                    <a:pt x="22823" y="32221"/>
                    <a:pt x="22887" y="32093"/>
                  </a:cubicBezTo>
                  <a:cubicBezTo>
                    <a:pt x="24205" y="32993"/>
                    <a:pt x="25491" y="34021"/>
                    <a:pt x="26744" y="35146"/>
                  </a:cubicBezTo>
                  <a:cubicBezTo>
                    <a:pt x="27644" y="35950"/>
                    <a:pt x="28544" y="36786"/>
                    <a:pt x="29412" y="37654"/>
                  </a:cubicBezTo>
                  <a:cubicBezTo>
                    <a:pt x="28994" y="37557"/>
                    <a:pt x="27355" y="37204"/>
                    <a:pt x="27226" y="37204"/>
                  </a:cubicBezTo>
                  <a:cubicBezTo>
                    <a:pt x="27073" y="37188"/>
                    <a:pt x="26905" y="37180"/>
                    <a:pt x="26727" y="37180"/>
                  </a:cubicBezTo>
                  <a:cubicBezTo>
                    <a:pt x="25029" y="37180"/>
                    <a:pt x="22337" y="37877"/>
                    <a:pt x="21698" y="39389"/>
                  </a:cubicBezTo>
                  <a:cubicBezTo>
                    <a:pt x="21183" y="40579"/>
                    <a:pt x="21923" y="41864"/>
                    <a:pt x="23112" y="42250"/>
                  </a:cubicBezTo>
                  <a:cubicBezTo>
                    <a:pt x="23366" y="42330"/>
                    <a:pt x="23629" y="42366"/>
                    <a:pt x="23896" y="42366"/>
                  </a:cubicBezTo>
                  <a:cubicBezTo>
                    <a:pt x="24915" y="42366"/>
                    <a:pt x="25987" y="41846"/>
                    <a:pt x="26776" y="41286"/>
                  </a:cubicBezTo>
                  <a:cubicBezTo>
                    <a:pt x="27901" y="40514"/>
                    <a:pt x="29380" y="37943"/>
                    <a:pt x="29476" y="37718"/>
                  </a:cubicBezTo>
                  <a:cubicBezTo>
                    <a:pt x="29894" y="38136"/>
                    <a:pt x="30280" y="38521"/>
                    <a:pt x="30698" y="38907"/>
                  </a:cubicBezTo>
                  <a:cubicBezTo>
                    <a:pt x="31984" y="40193"/>
                    <a:pt x="33269" y="41511"/>
                    <a:pt x="34620" y="42765"/>
                  </a:cubicBezTo>
                  <a:cubicBezTo>
                    <a:pt x="35070" y="43182"/>
                    <a:pt x="35520" y="43600"/>
                    <a:pt x="36002" y="44018"/>
                  </a:cubicBezTo>
                  <a:cubicBezTo>
                    <a:pt x="35359" y="43857"/>
                    <a:pt x="34234" y="43632"/>
                    <a:pt x="34105" y="43600"/>
                  </a:cubicBezTo>
                  <a:cubicBezTo>
                    <a:pt x="33973" y="43590"/>
                    <a:pt x="33830" y="43584"/>
                    <a:pt x="33679" y="43584"/>
                  </a:cubicBezTo>
                  <a:cubicBezTo>
                    <a:pt x="31986" y="43584"/>
                    <a:pt x="29225" y="44252"/>
                    <a:pt x="28576" y="45786"/>
                  </a:cubicBezTo>
                  <a:cubicBezTo>
                    <a:pt x="28062" y="47008"/>
                    <a:pt x="28801" y="48293"/>
                    <a:pt x="30023" y="48647"/>
                  </a:cubicBezTo>
                  <a:cubicBezTo>
                    <a:pt x="30285" y="48730"/>
                    <a:pt x="30557" y="48767"/>
                    <a:pt x="30832" y="48767"/>
                  </a:cubicBezTo>
                  <a:cubicBezTo>
                    <a:pt x="31842" y="48767"/>
                    <a:pt x="32898" y="48270"/>
                    <a:pt x="33655" y="47715"/>
                  </a:cubicBezTo>
                  <a:cubicBezTo>
                    <a:pt x="34652" y="47008"/>
                    <a:pt x="35937" y="44886"/>
                    <a:pt x="36291" y="44275"/>
                  </a:cubicBezTo>
                  <a:cubicBezTo>
                    <a:pt x="37095" y="44950"/>
                    <a:pt x="37866" y="45625"/>
                    <a:pt x="38670" y="46236"/>
                  </a:cubicBezTo>
                  <a:cubicBezTo>
                    <a:pt x="39023" y="46493"/>
                    <a:pt x="39377" y="46750"/>
                    <a:pt x="39730" y="46975"/>
                  </a:cubicBezTo>
                  <a:cubicBezTo>
                    <a:pt x="40084" y="47233"/>
                    <a:pt x="40438" y="47458"/>
                    <a:pt x="40759" y="47683"/>
                  </a:cubicBezTo>
                  <a:cubicBezTo>
                    <a:pt x="41498" y="48133"/>
                    <a:pt x="42173" y="48551"/>
                    <a:pt x="42881" y="48968"/>
                  </a:cubicBezTo>
                  <a:cubicBezTo>
                    <a:pt x="43202" y="49161"/>
                    <a:pt x="43556" y="49354"/>
                    <a:pt x="43877" y="49547"/>
                  </a:cubicBezTo>
                  <a:cubicBezTo>
                    <a:pt x="43266" y="49322"/>
                    <a:pt x="42302" y="48936"/>
                    <a:pt x="42206" y="48936"/>
                  </a:cubicBezTo>
                  <a:cubicBezTo>
                    <a:pt x="41747" y="48815"/>
                    <a:pt x="41145" y="48745"/>
                    <a:pt x="40498" y="48745"/>
                  </a:cubicBezTo>
                  <a:cubicBezTo>
                    <a:pt x="38919" y="48745"/>
                    <a:pt x="37071" y="49160"/>
                    <a:pt x="36387" y="50254"/>
                  </a:cubicBezTo>
                  <a:cubicBezTo>
                    <a:pt x="35712" y="51347"/>
                    <a:pt x="36259" y="52729"/>
                    <a:pt x="37384" y="53276"/>
                  </a:cubicBezTo>
                  <a:cubicBezTo>
                    <a:pt x="37776" y="53477"/>
                    <a:pt x="38219" y="53562"/>
                    <a:pt x="38676" y="53562"/>
                  </a:cubicBezTo>
                  <a:cubicBezTo>
                    <a:pt x="39530" y="53562"/>
                    <a:pt x="40433" y="53267"/>
                    <a:pt x="41145" y="52890"/>
                  </a:cubicBezTo>
                  <a:cubicBezTo>
                    <a:pt x="42334" y="52311"/>
                    <a:pt x="44134" y="50093"/>
                    <a:pt x="44327" y="49804"/>
                  </a:cubicBezTo>
                  <a:cubicBezTo>
                    <a:pt x="45163" y="50286"/>
                    <a:pt x="45999" y="50736"/>
                    <a:pt x="46770" y="51154"/>
                  </a:cubicBezTo>
                  <a:cubicBezTo>
                    <a:pt x="48827" y="52247"/>
                    <a:pt x="50627" y="53147"/>
                    <a:pt x="52010" y="53790"/>
                  </a:cubicBezTo>
                  <a:cubicBezTo>
                    <a:pt x="56542" y="57712"/>
                    <a:pt x="62907" y="58130"/>
                    <a:pt x="62907" y="58130"/>
                  </a:cubicBezTo>
                  <a:cubicBezTo>
                    <a:pt x="62907" y="58130"/>
                    <a:pt x="63260" y="50511"/>
                    <a:pt x="58760" y="45465"/>
                  </a:cubicBezTo>
                  <a:cubicBezTo>
                    <a:pt x="57121" y="43632"/>
                    <a:pt x="55096" y="42411"/>
                    <a:pt x="53135" y="41607"/>
                  </a:cubicBezTo>
                  <a:cubicBezTo>
                    <a:pt x="53263" y="41447"/>
                    <a:pt x="53392" y="41318"/>
                    <a:pt x="53488" y="41189"/>
                  </a:cubicBezTo>
                  <a:cubicBezTo>
                    <a:pt x="54131" y="40161"/>
                    <a:pt x="54710" y="38682"/>
                    <a:pt x="54292" y="37493"/>
                  </a:cubicBezTo>
                  <a:cubicBezTo>
                    <a:pt x="53976" y="36593"/>
                    <a:pt x="53145" y="35969"/>
                    <a:pt x="52244" y="35969"/>
                  </a:cubicBezTo>
                  <a:cubicBezTo>
                    <a:pt x="51954" y="35969"/>
                    <a:pt x="51656" y="36034"/>
                    <a:pt x="51367" y="36175"/>
                  </a:cubicBezTo>
                  <a:cubicBezTo>
                    <a:pt x="50113" y="36753"/>
                    <a:pt x="49502" y="38746"/>
                    <a:pt x="49374" y="40386"/>
                  </a:cubicBezTo>
                  <a:cubicBezTo>
                    <a:pt x="48892" y="40257"/>
                    <a:pt x="48442" y="40193"/>
                    <a:pt x="48056" y="40129"/>
                  </a:cubicBezTo>
                  <a:cubicBezTo>
                    <a:pt x="47895" y="39743"/>
                    <a:pt x="47734" y="39389"/>
                    <a:pt x="47542" y="39004"/>
                  </a:cubicBezTo>
                  <a:cubicBezTo>
                    <a:pt x="47381" y="38618"/>
                    <a:pt x="47252" y="38232"/>
                    <a:pt x="47092" y="37814"/>
                  </a:cubicBezTo>
                  <a:cubicBezTo>
                    <a:pt x="46867" y="37236"/>
                    <a:pt x="46674" y="36625"/>
                    <a:pt x="46481" y="36014"/>
                  </a:cubicBezTo>
                  <a:cubicBezTo>
                    <a:pt x="47188" y="35693"/>
                    <a:pt x="49310" y="34728"/>
                    <a:pt x="50113" y="33860"/>
                  </a:cubicBezTo>
                  <a:cubicBezTo>
                    <a:pt x="50917" y="32960"/>
                    <a:pt x="51688" y="31578"/>
                    <a:pt x="51463" y="30325"/>
                  </a:cubicBezTo>
                  <a:cubicBezTo>
                    <a:pt x="51245" y="29262"/>
                    <a:pt x="50358" y="28477"/>
                    <a:pt x="49330" y="28477"/>
                  </a:cubicBezTo>
                  <a:cubicBezTo>
                    <a:pt x="49144" y="28477"/>
                    <a:pt x="48955" y="28503"/>
                    <a:pt x="48763" y="28557"/>
                  </a:cubicBezTo>
                  <a:cubicBezTo>
                    <a:pt x="47027" y="29071"/>
                    <a:pt x="45999" y="32189"/>
                    <a:pt x="45967" y="33828"/>
                  </a:cubicBezTo>
                  <a:cubicBezTo>
                    <a:pt x="45967" y="33860"/>
                    <a:pt x="45999" y="34214"/>
                    <a:pt x="46031" y="34632"/>
                  </a:cubicBezTo>
                  <a:cubicBezTo>
                    <a:pt x="45870" y="34021"/>
                    <a:pt x="45677" y="33410"/>
                    <a:pt x="45516" y="32800"/>
                  </a:cubicBezTo>
                  <a:cubicBezTo>
                    <a:pt x="45066" y="31064"/>
                    <a:pt x="44681" y="29296"/>
                    <a:pt x="44263" y="27496"/>
                  </a:cubicBezTo>
                  <a:cubicBezTo>
                    <a:pt x="44166" y="27110"/>
                    <a:pt x="44102" y="26757"/>
                    <a:pt x="44006" y="26371"/>
                  </a:cubicBezTo>
                  <a:cubicBezTo>
                    <a:pt x="44616" y="26114"/>
                    <a:pt x="46899" y="25053"/>
                    <a:pt x="47734" y="24153"/>
                  </a:cubicBezTo>
                  <a:cubicBezTo>
                    <a:pt x="48538" y="23253"/>
                    <a:pt x="49342" y="21871"/>
                    <a:pt x="49085" y="20617"/>
                  </a:cubicBezTo>
                  <a:cubicBezTo>
                    <a:pt x="48896" y="19568"/>
                    <a:pt x="48032" y="18789"/>
                    <a:pt x="47021" y="18789"/>
                  </a:cubicBezTo>
                  <a:cubicBezTo>
                    <a:pt x="46824" y="18789"/>
                    <a:pt x="46621" y="18818"/>
                    <a:pt x="46417" y="18881"/>
                  </a:cubicBezTo>
                  <a:cubicBezTo>
                    <a:pt x="44681" y="19395"/>
                    <a:pt x="43652" y="22481"/>
                    <a:pt x="43620" y="24121"/>
                  </a:cubicBezTo>
                  <a:cubicBezTo>
                    <a:pt x="43620" y="24185"/>
                    <a:pt x="43652" y="24603"/>
                    <a:pt x="43684" y="25053"/>
                  </a:cubicBezTo>
                  <a:cubicBezTo>
                    <a:pt x="43459" y="24089"/>
                    <a:pt x="43202" y="23124"/>
                    <a:pt x="42945" y="22160"/>
                  </a:cubicBezTo>
                  <a:cubicBezTo>
                    <a:pt x="42463" y="20521"/>
                    <a:pt x="41884" y="18913"/>
                    <a:pt x="41209" y="17370"/>
                  </a:cubicBezTo>
                  <a:cubicBezTo>
                    <a:pt x="41434" y="17306"/>
                    <a:pt x="44166" y="16117"/>
                    <a:pt x="45066" y="15088"/>
                  </a:cubicBezTo>
                  <a:cubicBezTo>
                    <a:pt x="45870" y="14188"/>
                    <a:pt x="46674" y="12838"/>
                    <a:pt x="46417" y="11584"/>
                  </a:cubicBezTo>
                  <a:cubicBezTo>
                    <a:pt x="46226" y="10522"/>
                    <a:pt x="45343" y="9737"/>
                    <a:pt x="44315" y="9737"/>
                  </a:cubicBezTo>
                  <a:cubicBezTo>
                    <a:pt x="44130" y="9737"/>
                    <a:pt x="43940" y="9762"/>
                    <a:pt x="43749" y="9816"/>
                  </a:cubicBezTo>
                  <a:cubicBezTo>
                    <a:pt x="42013" y="10331"/>
                    <a:pt x="40984" y="13449"/>
                    <a:pt x="40952" y="15088"/>
                  </a:cubicBezTo>
                  <a:cubicBezTo>
                    <a:pt x="40952" y="15185"/>
                    <a:pt x="41081" y="16663"/>
                    <a:pt x="41145" y="17210"/>
                  </a:cubicBezTo>
                  <a:lnTo>
                    <a:pt x="41113" y="17145"/>
                  </a:lnTo>
                  <a:cubicBezTo>
                    <a:pt x="40406" y="15570"/>
                    <a:pt x="39538" y="14156"/>
                    <a:pt x="38638" y="12838"/>
                  </a:cubicBezTo>
                  <a:cubicBezTo>
                    <a:pt x="37738" y="11520"/>
                    <a:pt x="36773" y="10363"/>
                    <a:pt x="35873" y="9334"/>
                  </a:cubicBezTo>
                  <a:cubicBezTo>
                    <a:pt x="34973" y="8273"/>
                    <a:pt x="34073" y="7373"/>
                    <a:pt x="33269" y="6602"/>
                  </a:cubicBezTo>
                  <a:cubicBezTo>
                    <a:pt x="32852" y="6184"/>
                    <a:pt x="32434" y="5798"/>
                    <a:pt x="32048" y="5445"/>
                  </a:cubicBezTo>
                  <a:lnTo>
                    <a:pt x="32112" y="5445"/>
                  </a:lnTo>
                  <a:cubicBezTo>
                    <a:pt x="32144" y="5445"/>
                    <a:pt x="31244" y="3420"/>
                    <a:pt x="31180" y="3291"/>
                  </a:cubicBezTo>
                  <a:cubicBezTo>
                    <a:pt x="30438" y="2015"/>
                    <a:pt x="28328" y="1"/>
                    <a:pt x="26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62"/>
            <p:cNvSpPr/>
            <p:nvPr/>
          </p:nvSpPr>
          <p:spPr>
            <a:xfrm>
              <a:off x="2969400" y="4123575"/>
              <a:ext cx="426750" cy="440400"/>
            </a:xfrm>
            <a:custGeom>
              <a:avLst/>
              <a:gdLst/>
              <a:ahLst/>
              <a:cxnLst/>
              <a:rect l="l" t="t" r="r" b="b"/>
              <a:pathLst>
                <a:path w="17070" h="17616" extrusionOk="0">
                  <a:moveTo>
                    <a:pt x="17005" y="1"/>
                  </a:moveTo>
                  <a:lnTo>
                    <a:pt x="17005" y="1"/>
                  </a:lnTo>
                  <a:cubicBezTo>
                    <a:pt x="17004" y="1"/>
                    <a:pt x="9354" y="226"/>
                    <a:pt x="4694" y="5112"/>
                  </a:cubicBezTo>
                  <a:cubicBezTo>
                    <a:pt x="0" y="9965"/>
                    <a:pt x="65" y="17616"/>
                    <a:pt x="65" y="17616"/>
                  </a:cubicBezTo>
                  <a:cubicBezTo>
                    <a:pt x="65" y="17616"/>
                    <a:pt x="7715" y="17359"/>
                    <a:pt x="12376" y="12505"/>
                  </a:cubicBezTo>
                  <a:cubicBezTo>
                    <a:pt x="17069" y="7651"/>
                    <a:pt x="17005" y="1"/>
                    <a:pt x="17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62"/>
            <p:cNvSpPr/>
            <p:nvPr/>
          </p:nvSpPr>
          <p:spPr>
            <a:xfrm>
              <a:off x="1515675" y="3626950"/>
              <a:ext cx="126175" cy="202525"/>
            </a:xfrm>
            <a:custGeom>
              <a:avLst/>
              <a:gdLst/>
              <a:ahLst/>
              <a:cxnLst/>
              <a:rect l="l" t="t" r="r" b="b"/>
              <a:pathLst>
                <a:path w="5047" h="8101" extrusionOk="0">
                  <a:moveTo>
                    <a:pt x="2090" y="0"/>
                  </a:moveTo>
                  <a:cubicBezTo>
                    <a:pt x="1318" y="0"/>
                    <a:pt x="547" y="386"/>
                    <a:pt x="193" y="1190"/>
                  </a:cubicBezTo>
                  <a:cubicBezTo>
                    <a:pt x="65" y="1479"/>
                    <a:pt x="0" y="1800"/>
                    <a:pt x="0" y="2154"/>
                  </a:cubicBezTo>
                  <a:cubicBezTo>
                    <a:pt x="0" y="3761"/>
                    <a:pt x="1318" y="5851"/>
                    <a:pt x="2315" y="6751"/>
                  </a:cubicBezTo>
                  <a:cubicBezTo>
                    <a:pt x="2411" y="6847"/>
                    <a:pt x="4147" y="8101"/>
                    <a:pt x="4211" y="8101"/>
                  </a:cubicBezTo>
                  <a:cubicBezTo>
                    <a:pt x="4211" y="8101"/>
                    <a:pt x="5047" y="5529"/>
                    <a:pt x="5047" y="4018"/>
                  </a:cubicBezTo>
                  <a:cubicBezTo>
                    <a:pt x="5047" y="3890"/>
                    <a:pt x="5047" y="3761"/>
                    <a:pt x="5047" y="3665"/>
                  </a:cubicBezTo>
                  <a:cubicBezTo>
                    <a:pt x="4886" y="2475"/>
                    <a:pt x="4372" y="965"/>
                    <a:pt x="3279" y="322"/>
                  </a:cubicBezTo>
                  <a:cubicBezTo>
                    <a:pt x="2893" y="97"/>
                    <a:pt x="2508" y="0"/>
                    <a:pt x="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62"/>
            <p:cNvSpPr/>
            <p:nvPr/>
          </p:nvSpPr>
          <p:spPr>
            <a:xfrm>
              <a:off x="2659200" y="4023125"/>
              <a:ext cx="458100" cy="488625"/>
            </a:xfrm>
            <a:custGeom>
              <a:avLst/>
              <a:gdLst/>
              <a:ahLst/>
              <a:cxnLst/>
              <a:rect l="l" t="t" r="r" b="b"/>
              <a:pathLst>
                <a:path w="18324" h="19545" extrusionOk="0">
                  <a:moveTo>
                    <a:pt x="1" y="1"/>
                  </a:moveTo>
                  <a:cubicBezTo>
                    <a:pt x="772" y="10930"/>
                    <a:pt x="9258" y="19544"/>
                    <a:pt x="9258" y="19544"/>
                  </a:cubicBezTo>
                  <a:cubicBezTo>
                    <a:pt x="9258" y="19544"/>
                    <a:pt x="17616" y="10898"/>
                    <a:pt x="18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62"/>
            <p:cNvSpPr/>
            <p:nvPr/>
          </p:nvSpPr>
          <p:spPr>
            <a:xfrm>
              <a:off x="1239225" y="3702475"/>
              <a:ext cx="1564650" cy="871150"/>
            </a:xfrm>
            <a:custGeom>
              <a:avLst/>
              <a:gdLst/>
              <a:ahLst/>
              <a:cxnLst/>
              <a:rect l="l" t="t" r="r" b="b"/>
              <a:pathLst>
                <a:path w="62586" h="34846" extrusionOk="0">
                  <a:moveTo>
                    <a:pt x="46739" y="21506"/>
                  </a:moveTo>
                  <a:cubicBezTo>
                    <a:pt x="47189" y="23595"/>
                    <a:pt x="48024" y="26070"/>
                    <a:pt x="49567" y="28224"/>
                  </a:cubicBezTo>
                  <a:cubicBezTo>
                    <a:pt x="48732" y="27838"/>
                    <a:pt x="47864" y="27388"/>
                    <a:pt x="46899" y="26906"/>
                  </a:cubicBezTo>
                  <a:cubicBezTo>
                    <a:pt x="46192" y="26552"/>
                    <a:pt x="45453" y="26167"/>
                    <a:pt x="44713" y="25749"/>
                  </a:cubicBezTo>
                  <a:cubicBezTo>
                    <a:pt x="44842" y="25459"/>
                    <a:pt x="45935" y="23016"/>
                    <a:pt x="45999" y="21634"/>
                  </a:cubicBezTo>
                  <a:cubicBezTo>
                    <a:pt x="46256" y="21602"/>
                    <a:pt x="46514" y="21538"/>
                    <a:pt x="46739" y="21506"/>
                  </a:cubicBezTo>
                  <a:close/>
                  <a:moveTo>
                    <a:pt x="22148" y="1"/>
                  </a:moveTo>
                  <a:cubicBezTo>
                    <a:pt x="21570" y="1"/>
                    <a:pt x="21023" y="226"/>
                    <a:pt x="20605" y="708"/>
                  </a:cubicBezTo>
                  <a:cubicBezTo>
                    <a:pt x="20187" y="1190"/>
                    <a:pt x="20027" y="1897"/>
                    <a:pt x="20027" y="2669"/>
                  </a:cubicBezTo>
                  <a:cubicBezTo>
                    <a:pt x="20027" y="4083"/>
                    <a:pt x="20605" y="5755"/>
                    <a:pt x="21152" y="6655"/>
                  </a:cubicBezTo>
                  <a:cubicBezTo>
                    <a:pt x="21216" y="6751"/>
                    <a:pt x="22148" y="7908"/>
                    <a:pt x="22502" y="8294"/>
                  </a:cubicBezTo>
                  <a:lnTo>
                    <a:pt x="22437" y="8262"/>
                  </a:lnTo>
                  <a:cubicBezTo>
                    <a:pt x="20991" y="7362"/>
                    <a:pt x="19448" y="6655"/>
                    <a:pt x="18001" y="6044"/>
                  </a:cubicBezTo>
                  <a:cubicBezTo>
                    <a:pt x="16523" y="5466"/>
                    <a:pt x="15076" y="5015"/>
                    <a:pt x="13758" y="4662"/>
                  </a:cubicBezTo>
                  <a:cubicBezTo>
                    <a:pt x="12441" y="4276"/>
                    <a:pt x="11187" y="4019"/>
                    <a:pt x="10094" y="3794"/>
                  </a:cubicBezTo>
                  <a:cubicBezTo>
                    <a:pt x="9483" y="3698"/>
                    <a:pt x="8937" y="3601"/>
                    <a:pt x="8422" y="3505"/>
                  </a:cubicBezTo>
                  <a:lnTo>
                    <a:pt x="8455" y="3505"/>
                  </a:lnTo>
                  <a:cubicBezTo>
                    <a:pt x="8455" y="3440"/>
                    <a:pt x="6655" y="2283"/>
                    <a:pt x="6526" y="2219"/>
                  </a:cubicBezTo>
                  <a:cubicBezTo>
                    <a:pt x="5690" y="1801"/>
                    <a:pt x="4340" y="1447"/>
                    <a:pt x="3054" y="1447"/>
                  </a:cubicBezTo>
                  <a:cubicBezTo>
                    <a:pt x="2058" y="1447"/>
                    <a:pt x="1126" y="1672"/>
                    <a:pt x="547" y="2251"/>
                  </a:cubicBezTo>
                  <a:cubicBezTo>
                    <a:pt x="161" y="2637"/>
                    <a:pt x="1" y="3151"/>
                    <a:pt x="1" y="3665"/>
                  </a:cubicBezTo>
                  <a:cubicBezTo>
                    <a:pt x="1" y="4308"/>
                    <a:pt x="290" y="4983"/>
                    <a:pt x="869" y="5433"/>
                  </a:cubicBezTo>
                  <a:cubicBezTo>
                    <a:pt x="1447" y="5916"/>
                    <a:pt x="2251" y="6076"/>
                    <a:pt x="3054" y="6076"/>
                  </a:cubicBezTo>
                  <a:cubicBezTo>
                    <a:pt x="3601" y="6076"/>
                    <a:pt x="4147" y="5980"/>
                    <a:pt x="4629" y="5883"/>
                  </a:cubicBezTo>
                  <a:cubicBezTo>
                    <a:pt x="5819" y="5562"/>
                    <a:pt x="7844" y="3987"/>
                    <a:pt x="8358" y="3569"/>
                  </a:cubicBezTo>
                  <a:cubicBezTo>
                    <a:pt x="8872" y="3665"/>
                    <a:pt x="9451" y="3794"/>
                    <a:pt x="10062" y="3923"/>
                  </a:cubicBezTo>
                  <a:cubicBezTo>
                    <a:pt x="11155" y="4148"/>
                    <a:pt x="12376" y="4437"/>
                    <a:pt x="13694" y="4855"/>
                  </a:cubicBezTo>
                  <a:cubicBezTo>
                    <a:pt x="14048" y="4951"/>
                    <a:pt x="14433" y="5080"/>
                    <a:pt x="14787" y="5208"/>
                  </a:cubicBezTo>
                  <a:cubicBezTo>
                    <a:pt x="14144" y="5112"/>
                    <a:pt x="13244" y="5048"/>
                    <a:pt x="13148" y="5048"/>
                  </a:cubicBezTo>
                  <a:cubicBezTo>
                    <a:pt x="11540" y="5080"/>
                    <a:pt x="8422" y="6076"/>
                    <a:pt x="7876" y="7812"/>
                  </a:cubicBezTo>
                  <a:cubicBezTo>
                    <a:pt x="7812" y="8005"/>
                    <a:pt x="7780" y="8230"/>
                    <a:pt x="7780" y="8423"/>
                  </a:cubicBezTo>
                  <a:cubicBezTo>
                    <a:pt x="7780" y="9419"/>
                    <a:pt x="8583" y="10319"/>
                    <a:pt x="9612" y="10512"/>
                  </a:cubicBezTo>
                  <a:cubicBezTo>
                    <a:pt x="9773" y="10544"/>
                    <a:pt x="9933" y="10544"/>
                    <a:pt x="10094" y="10544"/>
                  </a:cubicBezTo>
                  <a:cubicBezTo>
                    <a:pt x="11219" y="10544"/>
                    <a:pt x="12376" y="9869"/>
                    <a:pt x="13148" y="9162"/>
                  </a:cubicBezTo>
                  <a:cubicBezTo>
                    <a:pt x="14080" y="8326"/>
                    <a:pt x="15173" y="5916"/>
                    <a:pt x="15430" y="5401"/>
                  </a:cubicBezTo>
                  <a:cubicBezTo>
                    <a:pt x="16234" y="5658"/>
                    <a:pt x="17037" y="5980"/>
                    <a:pt x="17873" y="6333"/>
                  </a:cubicBezTo>
                  <a:cubicBezTo>
                    <a:pt x="19319" y="6944"/>
                    <a:pt x="20798" y="7683"/>
                    <a:pt x="22245" y="8616"/>
                  </a:cubicBezTo>
                  <a:cubicBezTo>
                    <a:pt x="22309" y="8680"/>
                    <a:pt x="22373" y="8744"/>
                    <a:pt x="22470" y="8776"/>
                  </a:cubicBezTo>
                  <a:cubicBezTo>
                    <a:pt x="22148" y="8680"/>
                    <a:pt x="20380" y="8326"/>
                    <a:pt x="20252" y="8294"/>
                  </a:cubicBezTo>
                  <a:lnTo>
                    <a:pt x="19769" y="8294"/>
                  </a:lnTo>
                  <a:cubicBezTo>
                    <a:pt x="18066" y="8294"/>
                    <a:pt x="15366" y="8969"/>
                    <a:pt x="14723" y="10480"/>
                  </a:cubicBezTo>
                  <a:cubicBezTo>
                    <a:pt x="14594" y="10769"/>
                    <a:pt x="14530" y="11027"/>
                    <a:pt x="14530" y="11284"/>
                  </a:cubicBezTo>
                  <a:cubicBezTo>
                    <a:pt x="14530" y="12216"/>
                    <a:pt x="15205" y="13052"/>
                    <a:pt x="16137" y="13341"/>
                  </a:cubicBezTo>
                  <a:cubicBezTo>
                    <a:pt x="16394" y="13437"/>
                    <a:pt x="16651" y="13469"/>
                    <a:pt x="16941" y="13469"/>
                  </a:cubicBezTo>
                  <a:cubicBezTo>
                    <a:pt x="17937" y="13469"/>
                    <a:pt x="19030" y="12955"/>
                    <a:pt x="19802" y="12409"/>
                  </a:cubicBezTo>
                  <a:cubicBezTo>
                    <a:pt x="20927" y="11605"/>
                    <a:pt x="22470" y="8937"/>
                    <a:pt x="22534" y="8809"/>
                  </a:cubicBezTo>
                  <a:cubicBezTo>
                    <a:pt x="23852" y="9709"/>
                    <a:pt x="25138" y="10737"/>
                    <a:pt x="26391" y="11862"/>
                  </a:cubicBezTo>
                  <a:cubicBezTo>
                    <a:pt x="27291" y="12666"/>
                    <a:pt x="28191" y="13502"/>
                    <a:pt x="29059" y="14370"/>
                  </a:cubicBezTo>
                  <a:cubicBezTo>
                    <a:pt x="28641" y="14273"/>
                    <a:pt x="27002" y="13920"/>
                    <a:pt x="26873" y="13920"/>
                  </a:cubicBezTo>
                  <a:cubicBezTo>
                    <a:pt x="26713" y="13887"/>
                    <a:pt x="26552" y="13887"/>
                    <a:pt x="26391" y="13887"/>
                  </a:cubicBezTo>
                  <a:cubicBezTo>
                    <a:pt x="24688" y="13887"/>
                    <a:pt x="21987" y="14562"/>
                    <a:pt x="21345" y="16105"/>
                  </a:cubicBezTo>
                  <a:cubicBezTo>
                    <a:pt x="21216" y="16363"/>
                    <a:pt x="21184" y="16620"/>
                    <a:pt x="21184" y="16877"/>
                  </a:cubicBezTo>
                  <a:cubicBezTo>
                    <a:pt x="21184" y="17809"/>
                    <a:pt x="21827" y="18677"/>
                    <a:pt x="22759" y="18966"/>
                  </a:cubicBezTo>
                  <a:cubicBezTo>
                    <a:pt x="23016" y="19030"/>
                    <a:pt x="23305" y="19063"/>
                    <a:pt x="23562" y="19063"/>
                  </a:cubicBezTo>
                  <a:cubicBezTo>
                    <a:pt x="24591" y="19063"/>
                    <a:pt x="25652" y="18580"/>
                    <a:pt x="26423" y="18002"/>
                  </a:cubicBezTo>
                  <a:cubicBezTo>
                    <a:pt x="27548" y="17230"/>
                    <a:pt x="29027" y="14659"/>
                    <a:pt x="29123" y="14434"/>
                  </a:cubicBezTo>
                  <a:cubicBezTo>
                    <a:pt x="29541" y="14852"/>
                    <a:pt x="29927" y="15237"/>
                    <a:pt x="30345" y="15623"/>
                  </a:cubicBezTo>
                  <a:cubicBezTo>
                    <a:pt x="31631" y="16909"/>
                    <a:pt x="32916" y="18227"/>
                    <a:pt x="34267" y="19481"/>
                  </a:cubicBezTo>
                  <a:cubicBezTo>
                    <a:pt x="34717" y="19898"/>
                    <a:pt x="35167" y="20316"/>
                    <a:pt x="35649" y="20734"/>
                  </a:cubicBezTo>
                  <a:cubicBezTo>
                    <a:pt x="35006" y="20573"/>
                    <a:pt x="33881" y="20348"/>
                    <a:pt x="33752" y="20316"/>
                  </a:cubicBezTo>
                  <a:lnTo>
                    <a:pt x="33302" y="20316"/>
                  </a:lnTo>
                  <a:cubicBezTo>
                    <a:pt x="31599" y="20316"/>
                    <a:pt x="28866" y="20991"/>
                    <a:pt x="28223" y="22502"/>
                  </a:cubicBezTo>
                  <a:cubicBezTo>
                    <a:pt x="28127" y="22759"/>
                    <a:pt x="28063" y="23049"/>
                    <a:pt x="28063" y="23306"/>
                  </a:cubicBezTo>
                  <a:cubicBezTo>
                    <a:pt x="28063" y="24238"/>
                    <a:pt x="28706" y="25074"/>
                    <a:pt x="29670" y="25363"/>
                  </a:cubicBezTo>
                  <a:cubicBezTo>
                    <a:pt x="29927" y="25459"/>
                    <a:pt x="30184" y="25492"/>
                    <a:pt x="30441" y="25492"/>
                  </a:cubicBezTo>
                  <a:cubicBezTo>
                    <a:pt x="31470" y="25492"/>
                    <a:pt x="32531" y="24977"/>
                    <a:pt x="33302" y="24431"/>
                  </a:cubicBezTo>
                  <a:cubicBezTo>
                    <a:pt x="34299" y="23724"/>
                    <a:pt x="35584" y="21602"/>
                    <a:pt x="35938" y="20991"/>
                  </a:cubicBezTo>
                  <a:cubicBezTo>
                    <a:pt x="36742" y="21666"/>
                    <a:pt x="37513" y="22341"/>
                    <a:pt x="38317" y="22952"/>
                  </a:cubicBezTo>
                  <a:cubicBezTo>
                    <a:pt x="38670" y="23209"/>
                    <a:pt x="39024" y="23466"/>
                    <a:pt x="39377" y="23691"/>
                  </a:cubicBezTo>
                  <a:cubicBezTo>
                    <a:pt x="39731" y="23949"/>
                    <a:pt x="40085" y="24174"/>
                    <a:pt x="40406" y="24399"/>
                  </a:cubicBezTo>
                  <a:cubicBezTo>
                    <a:pt x="41145" y="24849"/>
                    <a:pt x="41820" y="25267"/>
                    <a:pt x="42528" y="25684"/>
                  </a:cubicBezTo>
                  <a:cubicBezTo>
                    <a:pt x="42849" y="25877"/>
                    <a:pt x="43203" y="26070"/>
                    <a:pt x="43524" y="26263"/>
                  </a:cubicBezTo>
                  <a:cubicBezTo>
                    <a:pt x="42913" y="26038"/>
                    <a:pt x="41949" y="25652"/>
                    <a:pt x="41853" y="25652"/>
                  </a:cubicBezTo>
                  <a:cubicBezTo>
                    <a:pt x="41403" y="25524"/>
                    <a:pt x="40792" y="25459"/>
                    <a:pt x="40149" y="25459"/>
                  </a:cubicBezTo>
                  <a:cubicBezTo>
                    <a:pt x="38574" y="25459"/>
                    <a:pt x="36710" y="25845"/>
                    <a:pt x="36034" y="26970"/>
                  </a:cubicBezTo>
                  <a:cubicBezTo>
                    <a:pt x="35842" y="27292"/>
                    <a:pt x="35745" y="27645"/>
                    <a:pt x="35745" y="28031"/>
                  </a:cubicBezTo>
                  <a:cubicBezTo>
                    <a:pt x="35745" y="28835"/>
                    <a:pt x="36227" y="29606"/>
                    <a:pt x="37031" y="29992"/>
                  </a:cubicBezTo>
                  <a:cubicBezTo>
                    <a:pt x="37417" y="30185"/>
                    <a:pt x="37867" y="30281"/>
                    <a:pt x="38317" y="30281"/>
                  </a:cubicBezTo>
                  <a:cubicBezTo>
                    <a:pt x="39152" y="30281"/>
                    <a:pt x="40085" y="29992"/>
                    <a:pt x="40792" y="29606"/>
                  </a:cubicBezTo>
                  <a:cubicBezTo>
                    <a:pt x="41981" y="29027"/>
                    <a:pt x="43781" y="26809"/>
                    <a:pt x="43974" y="26520"/>
                  </a:cubicBezTo>
                  <a:cubicBezTo>
                    <a:pt x="44810" y="27002"/>
                    <a:pt x="45646" y="27452"/>
                    <a:pt x="46417" y="27870"/>
                  </a:cubicBezTo>
                  <a:cubicBezTo>
                    <a:pt x="48474" y="28963"/>
                    <a:pt x="50274" y="29863"/>
                    <a:pt x="51657" y="30506"/>
                  </a:cubicBezTo>
                  <a:cubicBezTo>
                    <a:pt x="56189" y="34428"/>
                    <a:pt x="62554" y="34846"/>
                    <a:pt x="62554" y="34846"/>
                  </a:cubicBezTo>
                  <a:cubicBezTo>
                    <a:pt x="62554" y="34846"/>
                    <a:pt x="62586" y="34717"/>
                    <a:pt x="62586" y="34492"/>
                  </a:cubicBezTo>
                  <a:cubicBezTo>
                    <a:pt x="62586" y="32917"/>
                    <a:pt x="62329" y="26552"/>
                    <a:pt x="58407" y="22181"/>
                  </a:cubicBezTo>
                  <a:cubicBezTo>
                    <a:pt x="56768" y="20348"/>
                    <a:pt x="54743" y="19127"/>
                    <a:pt x="52782" y="18323"/>
                  </a:cubicBezTo>
                  <a:cubicBezTo>
                    <a:pt x="52910" y="18163"/>
                    <a:pt x="53039" y="18034"/>
                    <a:pt x="53135" y="17905"/>
                  </a:cubicBezTo>
                  <a:cubicBezTo>
                    <a:pt x="53617" y="17134"/>
                    <a:pt x="54067" y="16073"/>
                    <a:pt x="54067" y="15109"/>
                  </a:cubicBezTo>
                  <a:cubicBezTo>
                    <a:pt x="54067" y="14787"/>
                    <a:pt x="54035" y="14498"/>
                    <a:pt x="53939" y="14209"/>
                  </a:cubicBezTo>
                  <a:cubicBezTo>
                    <a:pt x="53714" y="13566"/>
                    <a:pt x="53232" y="13084"/>
                    <a:pt x="52653" y="12827"/>
                  </a:cubicBezTo>
                  <a:lnTo>
                    <a:pt x="51110" y="12827"/>
                  </a:lnTo>
                  <a:cubicBezTo>
                    <a:pt x="51078" y="12859"/>
                    <a:pt x="51046" y="12859"/>
                    <a:pt x="51014" y="12891"/>
                  </a:cubicBezTo>
                  <a:cubicBezTo>
                    <a:pt x="49760" y="13469"/>
                    <a:pt x="49149" y="15462"/>
                    <a:pt x="49021" y="17102"/>
                  </a:cubicBezTo>
                  <a:cubicBezTo>
                    <a:pt x="48539" y="16973"/>
                    <a:pt x="48089" y="16909"/>
                    <a:pt x="47703" y="16845"/>
                  </a:cubicBezTo>
                  <a:cubicBezTo>
                    <a:pt x="47542" y="16459"/>
                    <a:pt x="47381" y="16105"/>
                    <a:pt x="47189" y="15720"/>
                  </a:cubicBezTo>
                  <a:cubicBezTo>
                    <a:pt x="47028" y="15334"/>
                    <a:pt x="46899" y="14948"/>
                    <a:pt x="46739" y="14530"/>
                  </a:cubicBezTo>
                  <a:cubicBezTo>
                    <a:pt x="46514" y="13984"/>
                    <a:pt x="46353" y="13405"/>
                    <a:pt x="46160" y="12827"/>
                  </a:cubicBezTo>
                  <a:lnTo>
                    <a:pt x="45260" y="12827"/>
                  </a:lnTo>
                  <a:cubicBezTo>
                    <a:pt x="45485" y="13534"/>
                    <a:pt x="45678" y="14209"/>
                    <a:pt x="45935" y="14852"/>
                  </a:cubicBezTo>
                  <a:cubicBezTo>
                    <a:pt x="46064" y="15270"/>
                    <a:pt x="46192" y="15687"/>
                    <a:pt x="46385" y="16073"/>
                  </a:cubicBezTo>
                  <a:cubicBezTo>
                    <a:pt x="46449" y="16266"/>
                    <a:pt x="46546" y="16491"/>
                    <a:pt x="46642" y="16684"/>
                  </a:cubicBezTo>
                  <a:cubicBezTo>
                    <a:pt x="46417" y="16652"/>
                    <a:pt x="46289" y="16652"/>
                    <a:pt x="46289" y="16652"/>
                  </a:cubicBezTo>
                  <a:cubicBezTo>
                    <a:pt x="46289" y="16652"/>
                    <a:pt x="46289" y="16780"/>
                    <a:pt x="46289" y="17005"/>
                  </a:cubicBezTo>
                  <a:cubicBezTo>
                    <a:pt x="46289" y="17263"/>
                    <a:pt x="46289" y="17648"/>
                    <a:pt x="46321" y="18130"/>
                  </a:cubicBezTo>
                  <a:cubicBezTo>
                    <a:pt x="45292" y="17391"/>
                    <a:pt x="43910" y="16748"/>
                    <a:pt x="42753" y="16748"/>
                  </a:cubicBezTo>
                  <a:cubicBezTo>
                    <a:pt x="42399" y="16748"/>
                    <a:pt x="42078" y="16813"/>
                    <a:pt x="41788" y="16941"/>
                  </a:cubicBezTo>
                  <a:cubicBezTo>
                    <a:pt x="41017" y="17295"/>
                    <a:pt x="40599" y="18066"/>
                    <a:pt x="40599" y="18838"/>
                  </a:cubicBezTo>
                  <a:cubicBezTo>
                    <a:pt x="40599" y="19256"/>
                    <a:pt x="40728" y="19641"/>
                    <a:pt x="40920" y="20027"/>
                  </a:cubicBezTo>
                  <a:cubicBezTo>
                    <a:pt x="41017" y="20156"/>
                    <a:pt x="41113" y="20284"/>
                    <a:pt x="41210" y="20413"/>
                  </a:cubicBezTo>
                  <a:cubicBezTo>
                    <a:pt x="41403" y="21859"/>
                    <a:pt x="42238" y="23434"/>
                    <a:pt x="42946" y="24238"/>
                  </a:cubicBezTo>
                  <a:cubicBezTo>
                    <a:pt x="43010" y="24334"/>
                    <a:pt x="43910" y="25170"/>
                    <a:pt x="44392" y="25588"/>
                  </a:cubicBezTo>
                  <a:cubicBezTo>
                    <a:pt x="43942" y="25331"/>
                    <a:pt x="43492" y="25106"/>
                    <a:pt x="43010" y="24817"/>
                  </a:cubicBezTo>
                  <a:cubicBezTo>
                    <a:pt x="42335" y="24463"/>
                    <a:pt x="41628" y="24013"/>
                    <a:pt x="40920" y="23627"/>
                  </a:cubicBezTo>
                  <a:cubicBezTo>
                    <a:pt x="40567" y="23402"/>
                    <a:pt x="40213" y="23177"/>
                    <a:pt x="39860" y="22952"/>
                  </a:cubicBezTo>
                  <a:cubicBezTo>
                    <a:pt x="39506" y="22727"/>
                    <a:pt x="39185" y="22470"/>
                    <a:pt x="38831" y="22245"/>
                  </a:cubicBezTo>
                  <a:cubicBezTo>
                    <a:pt x="38317" y="21859"/>
                    <a:pt x="37835" y="21473"/>
                    <a:pt x="37320" y="21056"/>
                  </a:cubicBezTo>
                  <a:cubicBezTo>
                    <a:pt x="37738" y="20413"/>
                    <a:pt x="38960" y="18420"/>
                    <a:pt x="39152" y="17263"/>
                  </a:cubicBezTo>
                  <a:cubicBezTo>
                    <a:pt x="39185" y="16941"/>
                    <a:pt x="39217" y="16588"/>
                    <a:pt x="39217" y="16234"/>
                  </a:cubicBezTo>
                  <a:cubicBezTo>
                    <a:pt x="39217" y="15270"/>
                    <a:pt x="38992" y="14241"/>
                    <a:pt x="38349" y="13566"/>
                  </a:cubicBezTo>
                  <a:cubicBezTo>
                    <a:pt x="37899" y="13084"/>
                    <a:pt x="37288" y="12859"/>
                    <a:pt x="36677" y="12859"/>
                  </a:cubicBezTo>
                  <a:cubicBezTo>
                    <a:pt x="36131" y="12859"/>
                    <a:pt x="35552" y="13084"/>
                    <a:pt x="35134" y="13566"/>
                  </a:cubicBezTo>
                  <a:cubicBezTo>
                    <a:pt x="34717" y="14048"/>
                    <a:pt x="34556" y="14755"/>
                    <a:pt x="34556" y="15527"/>
                  </a:cubicBezTo>
                  <a:cubicBezTo>
                    <a:pt x="34556" y="16941"/>
                    <a:pt x="35134" y="18613"/>
                    <a:pt x="35681" y="19513"/>
                  </a:cubicBezTo>
                  <a:cubicBezTo>
                    <a:pt x="35713" y="19545"/>
                    <a:pt x="35938" y="19834"/>
                    <a:pt x="36195" y="20123"/>
                  </a:cubicBezTo>
                  <a:cubicBezTo>
                    <a:pt x="35713" y="19738"/>
                    <a:pt x="35231" y="19320"/>
                    <a:pt x="34781" y="18902"/>
                  </a:cubicBezTo>
                  <a:cubicBezTo>
                    <a:pt x="33431" y="17713"/>
                    <a:pt x="32113" y="16427"/>
                    <a:pt x="30795" y="15173"/>
                  </a:cubicBezTo>
                  <a:cubicBezTo>
                    <a:pt x="30506" y="14916"/>
                    <a:pt x="30216" y="14659"/>
                    <a:pt x="29959" y="14370"/>
                  </a:cubicBezTo>
                  <a:cubicBezTo>
                    <a:pt x="30313" y="13823"/>
                    <a:pt x="31631" y="11669"/>
                    <a:pt x="31824" y="10448"/>
                  </a:cubicBezTo>
                  <a:cubicBezTo>
                    <a:pt x="31888" y="10159"/>
                    <a:pt x="31888" y="9805"/>
                    <a:pt x="31888" y="9451"/>
                  </a:cubicBezTo>
                  <a:cubicBezTo>
                    <a:pt x="31920" y="8487"/>
                    <a:pt x="31663" y="7458"/>
                    <a:pt x="31020" y="6751"/>
                  </a:cubicBezTo>
                  <a:cubicBezTo>
                    <a:pt x="30570" y="6301"/>
                    <a:pt x="29959" y="6076"/>
                    <a:pt x="29381" y="6076"/>
                  </a:cubicBezTo>
                  <a:cubicBezTo>
                    <a:pt x="28802" y="6076"/>
                    <a:pt x="28223" y="6301"/>
                    <a:pt x="27806" y="6783"/>
                  </a:cubicBezTo>
                  <a:cubicBezTo>
                    <a:pt x="27420" y="7266"/>
                    <a:pt x="27259" y="7973"/>
                    <a:pt x="27259" y="8744"/>
                  </a:cubicBezTo>
                  <a:cubicBezTo>
                    <a:pt x="27259" y="10159"/>
                    <a:pt x="27806" y="11830"/>
                    <a:pt x="28384" y="12698"/>
                  </a:cubicBezTo>
                  <a:cubicBezTo>
                    <a:pt x="28416" y="12762"/>
                    <a:pt x="28673" y="13084"/>
                    <a:pt x="28963" y="13437"/>
                  </a:cubicBezTo>
                  <a:cubicBezTo>
                    <a:pt x="28223" y="12762"/>
                    <a:pt x="27484" y="12087"/>
                    <a:pt x="26713" y="11477"/>
                  </a:cubicBezTo>
                  <a:cubicBezTo>
                    <a:pt x="25395" y="10351"/>
                    <a:pt x="24045" y="9323"/>
                    <a:pt x="22662" y="8423"/>
                  </a:cubicBezTo>
                  <a:cubicBezTo>
                    <a:pt x="22791" y="8230"/>
                    <a:pt x="24398" y="5755"/>
                    <a:pt x="24623" y="4373"/>
                  </a:cubicBezTo>
                  <a:cubicBezTo>
                    <a:pt x="24655" y="4083"/>
                    <a:pt x="24688" y="3730"/>
                    <a:pt x="24688" y="3408"/>
                  </a:cubicBezTo>
                  <a:cubicBezTo>
                    <a:pt x="24688" y="2412"/>
                    <a:pt x="24463" y="1383"/>
                    <a:pt x="23787" y="708"/>
                  </a:cubicBezTo>
                  <a:cubicBezTo>
                    <a:pt x="23337" y="226"/>
                    <a:pt x="22759" y="1"/>
                    <a:pt x="22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62"/>
            <p:cNvSpPr/>
            <p:nvPr/>
          </p:nvSpPr>
          <p:spPr>
            <a:xfrm>
              <a:off x="2159350" y="3969275"/>
              <a:ext cx="152725" cy="66725"/>
            </a:xfrm>
            <a:custGeom>
              <a:avLst/>
              <a:gdLst/>
              <a:ahLst/>
              <a:cxnLst/>
              <a:rect l="l" t="t" r="r" b="b"/>
              <a:pathLst>
                <a:path w="6109" h="2669" extrusionOk="0">
                  <a:moveTo>
                    <a:pt x="1" y="1"/>
                  </a:moveTo>
                  <a:lnTo>
                    <a:pt x="1" y="1"/>
                  </a:lnTo>
                  <a:cubicBezTo>
                    <a:pt x="33" y="515"/>
                    <a:pt x="194" y="1030"/>
                    <a:pt x="547" y="1415"/>
                  </a:cubicBezTo>
                  <a:cubicBezTo>
                    <a:pt x="1287" y="2347"/>
                    <a:pt x="2701" y="2669"/>
                    <a:pt x="3890" y="2669"/>
                  </a:cubicBezTo>
                  <a:lnTo>
                    <a:pt x="4115" y="2669"/>
                  </a:lnTo>
                  <a:cubicBezTo>
                    <a:pt x="4662" y="2637"/>
                    <a:pt x="5401" y="2412"/>
                    <a:pt x="6108" y="2155"/>
                  </a:cubicBezTo>
                  <a:lnTo>
                    <a:pt x="4276" y="2155"/>
                  </a:lnTo>
                  <a:cubicBezTo>
                    <a:pt x="2508" y="2155"/>
                    <a:pt x="965" y="131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62"/>
            <p:cNvSpPr/>
            <p:nvPr/>
          </p:nvSpPr>
          <p:spPr>
            <a:xfrm>
              <a:off x="2104725" y="3692850"/>
              <a:ext cx="29750" cy="98050"/>
            </a:xfrm>
            <a:custGeom>
              <a:avLst/>
              <a:gdLst/>
              <a:ahLst/>
              <a:cxnLst/>
              <a:rect l="l" t="t" r="r" b="b"/>
              <a:pathLst>
                <a:path w="1190" h="3922" extrusionOk="0">
                  <a:moveTo>
                    <a:pt x="1189" y="0"/>
                  </a:moveTo>
                  <a:cubicBezTo>
                    <a:pt x="1093" y="32"/>
                    <a:pt x="997" y="97"/>
                    <a:pt x="900" y="161"/>
                  </a:cubicBezTo>
                  <a:cubicBezTo>
                    <a:pt x="289" y="547"/>
                    <a:pt x="0" y="1222"/>
                    <a:pt x="0" y="1865"/>
                  </a:cubicBezTo>
                  <a:cubicBezTo>
                    <a:pt x="0" y="2379"/>
                    <a:pt x="161" y="2893"/>
                    <a:pt x="514" y="3343"/>
                  </a:cubicBezTo>
                  <a:cubicBezTo>
                    <a:pt x="707" y="3568"/>
                    <a:pt x="932" y="3761"/>
                    <a:pt x="1189" y="3922"/>
                  </a:cubicBezTo>
                  <a:lnTo>
                    <a:pt x="1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62"/>
            <p:cNvSpPr/>
            <p:nvPr/>
          </p:nvSpPr>
          <p:spPr>
            <a:xfrm>
              <a:off x="2091050" y="3538550"/>
              <a:ext cx="43425" cy="60300"/>
            </a:xfrm>
            <a:custGeom>
              <a:avLst/>
              <a:gdLst/>
              <a:ahLst/>
              <a:cxnLst/>
              <a:rect l="l" t="t" r="r" b="b"/>
              <a:pathLst>
                <a:path w="1737" h="2412" extrusionOk="0">
                  <a:moveTo>
                    <a:pt x="1736" y="0"/>
                  </a:moveTo>
                  <a:cubicBezTo>
                    <a:pt x="1094" y="772"/>
                    <a:pt x="483" y="1479"/>
                    <a:pt x="1" y="2090"/>
                  </a:cubicBezTo>
                  <a:cubicBezTo>
                    <a:pt x="547" y="2283"/>
                    <a:pt x="1158" y="2379"/>
                    <a:pt x="1736" y="2411"/>
                  </a:cubicBezTo>
                  <a:lnTo>
                    <a:pt x="1736" y="1576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62"/>
            <p:cNvSpPr/>
            <p:nvPr/>
          </p:nvSpPr>
          <p:spPr>
            <a:xfrm>
              <a:off x="1844350" y="3120675"/>
              <a:ext cx="110925" cy="121375"/>
            </a:xfrm>
            <a:custGeom>
              <a:avLst/>
              <a:gdLst/>
              <a:ahLst/>
              <a:cxnLst/>
              <a:rect l="l" t="t" r="r" b="b"/>
              <a:pathLst>
                <a:path w="4437" h="4855" extrusionOk="0">
                  <a:moveTo>
                    <a:pt x="2058" y="0"/>
                  </a:moveTo>
                  <a:cubicBezTo>
                    <a:pt x="1897" y="0"/>
                    <a:pt x="1768" y="0"/>
                    <a:pt x="1640" y="32"/>
                  </a:cubicBezTo>
                  <a:cubicBezTo>
                    <a:pt x="611" y="257"/>
                    <a:pt x="0" y="1158"/>
                    <a:pt x="0" y="2122"/>
                  </a:cubicBezTo>
                  <a:cubicBezTo>
                    <a:pt x="0" y="2379"/>
                    <a:pt x="32" y="2604"/>
                    <a:pt x="129" y="2861"/>
                  </a:cubicBezTo>
                  <a:cubicBezTo>
                    <a:pt x="418" y="3729"/>
                    <a:pt x="1158" y="4372"/>
                    <a:pt x="1993" y="4854"/>
                  </a:cubicBezTo>
                  <a:cubicBezTo>
                    <a:pt x="2958" y="3311"/>
                    <a:pt x="3826" y="1961"/>
                    <a:pt x="4436" y="965"/>
                  </a:cubicBezTo>
                  <a:cubicBezTo>
                    <a:pt x="3665" y="386"/>
                    <a:pt x="2829" y="0"/>
                    <a:pt x="20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62"/>
            <p:cNvSpPr/>
            <p:nvPr/>
          </p:nvSpPr>
          <p:spPr>
            <a:xfrm>
              <a:off x="2971000" y="4123575"/>
              <a:ext cx="423525" cy="440400"/>
            </a:xfrm>
            <a:custGeom>
              <a:avLst/>
              <a:gdLst/>
              <a:ahLst/>
              <a:cxnLst/>
              <a:rect l="l" t="t" r="r" b="b"/>
              <a:pathLst>
                <a:path w="16941" h="17616" extrusionOk="0">
                  <a:moveTo>
                    <a:pt x="16941" y="1"/>
                  </a:moveTo>
                  <a:cubicBezTo>
                    <a:pt x="16941" y="1"/>
                    <a:pt x="9290" y="226"/>
                    <a:pt x="4630" y="5112"/>
                  </a:cubicBezTo>
                  <a:cubicBezTo>
                    <a:pt x="65" y="9837"/>
                    <a:pt x="1" y="17230"/>
                    <a:pt x="1" y="17584"/>
                  </a:cubicBezTo>
                  <a:lnTo>
                    <a:pt x="1" y="17616"/>
                  </a:lnTo>
                  <a:cubicBezTo>
                    <a:pt x="1" y="17616"/>
                    <a:pt x="7651" y="17359"/>
                    <a:pt x="12312" y="12505"/>
                  </a:cubicBezTo>
                  <a:cubicBezTo>
                    <a:pt x="16877" y="7780"/>
                    <a:pt x="16941" y="354"/>
                    <a:pt x="16941" y="33"/>
                  </a:cubicBezTo>
                  <a:lnTo>
                    <a:pt x="16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62"/>
            <p:cNvSpPr/>
            <p:nvPr/>
          </p:nvSpPr>
          <p:spPr>
            <a:xfrm>
              <a:off x="2693750" y="3458200"/>
              <a:ext cx="388975" cy="1053550"/>
            </a:xfrm>
            <a:custGeom>
              <a:avLst/>
              <a:gdLst/>
              <a:ahLst/>
              <a:cxnLst/>
              <a:rect l="l" t="t" r="r" b="b"/>
              <a:pathLst>
                <a:path w="15559" h="42142" extrusionOk="0">
                  <a:moveTo>
                    <a:pt x="7458" y="0"/>
                  </a:moveTo>
                  <a:lnTo>
                    <a:pt x="7523" y="14465"/>
                  </a:lnTo>
                  <a:lnTo>
                    <a:pt x="2733" y="10318"/>
                  </a:lnTo>
                  <a:lnTo>
                    <a:pt x="2412" y="10672"/>
                  </a:lnTo>
                  <a:lnTo>
                    <a:pt x="7523" y="15108"/>
                  </a:lnTo>
                  <a:lnTo>
                    <a:pt x="7555" y="25426"/>
                  </a:lnTo>
                  <a:lnTo>
                    <a:pt x="322" y="19030"/>
                  </a:lnTo>
                  <a:lnTo>
                    <a:pt x="1" y="19383"/>
                  </a:lnTo>
                  <a:lnTo>
                    <a:pt x="7555" y="26069"/>
                  </a:lnTo>
                  <a:lnTo>
                    <a:pt x="7587" y="35455"/>
                  </a:lnTo>
                  <a:lnTo>
                    <a:pt x="2155" y="31212"/>
                  </a:lnTo>
                  <a:lnTo>
                    <a:pt x="1865" y="31566"/>
                  </a:lnTo>
                  <a:lnTo>
                    <a:pt x="7619" y="36098"/>
                  </a:lnTo>
                  <a:lnTo>
                    <a:pt x="7619" y="42141"/>
                  </a:lnTo>
                  <a:lnTo>
                    <a:pt x="8101" y="42141"/>
                  </a:lnTo>
                  <a:lnTo>
                    <a:pt x="8069" y="31534"/>
                  </a:lnTo>
                  <a:lnTo>
                    <a:pt x="15559" y="24783"/>
                  </a:lnTo>
                  <a:lnTo>
                    <a:pt x="15237" y="24430"/>
                  </a:lnTo>
                  <a:lnTo>
                    <a:pt x="8069" y="30891"/>
                  </a:lnTo>
                  <a:lnTo>
                    <a:pt x="8037" y="22051"/>
                  </a:lnTo>
                  <a:lnTo>
                    <a:pt x="8069" y="22083"/>
                  </a:lnTo>
                  <a:lnTo>
                    <a:pt x="14402" y="12794"/>
                  </a:lnTo>
                  <a:lnTo>
                    <a:pt x="14016" y="12536"/>
                  </a:lnTo>
                  <a:lnTo>
                    <a:pt x="8037" y="21280"/>
                  </a:lnTo>
                  <a:lnTo>
                    <a:pt x="7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62"/>
            <p:cNvSpPr/>
            <p:nvPr/>
          </p:nvSpPr>
          <p:spPr>
            <a:xfrm>
              <a:off x="2391600" y="4114750"/>
              <a:ext cx="416300" cy="462900"/>
            </a:xfrm>
            <a:custGeom>
              <a:avLst/>
              <a:gdLst/>
              <a:ahLst/>
              <a:cxnLst/>
              <a:rect l="l" t="t" r="r" b="b"/>
              <a:pathLst>
                <a:path w="16652" h="18516" extrusionOk="0">
                  <a:moveTo>
                    <a:pt x="354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29"/>
                  </a:lnTo>
                  <a:lnTo>
                    <a:pt x="1994" y="6911"/>
                  </a:lnTo>
                  <a:lnTo>
                    <a:pt x="5851" y="6879"/>
                  </a:lnTo>
                  <a:lnTo>
                    <a:pt x="9676" y="11122"/>
                  </a:lnTo>
                  <a:lnTo>
                    <a:pt x="4308" y="11122"/>
                  </a:lnTo>
                  <a:lnTo>
                    <a:pt x="4308" y="11604"/>
                  </a:lnTo>
                  <a:lnTo>
                    <a:pt x="10094" y="11604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83" y="15944"/>
                  </a:lnTo>
                  <a:lnTo>
                    <a:pt x="16298" y="18515"/>
                  </a:lnTo>
                  <a:lnTo>
                    <a:pt x="16651" y="18194"/>
                  </a:lnTo>
                  <a:lnTo>
                    <a:pt x="12569" y="13661"/>
                  </a:lnTo>
                  <a:lnTo>
                    <a:pt x="13244" y="7875"/>
                  </a:lnTo>
                  <a:lnTo>
                    <a:pt x="12762" y="7843"/>
                  </a:lnTo>
                  <a:lnTo>
                    <a:pt x="12151" y="13179"/>
                  </a:lnTo>
                  <a:lnTo>
                    <a:pt x="8937" y="9579"/>
                  </a:lnTo>
                  <a:lnTo>
                    <a:pt x="8133" y="3118"/>
                  </a:lnTo>
                  <a:lnTo>
                    <a:pt x="7651" y="3150"/>
                  </a:lnTo>
                  <a:lnTo>
                    <a:pt x="8390" y="8936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62"/>
            <p:cNvSpPr/>
            <p:nvPr/>
          </p:nvSpPr>
          <p:spPr>
            <a:xfrm>
              <a:off x="2967000" y="4119550"/>
              <a:ext cx="431550" cy="448450"/>
            </a:xfrm>
            <a:custGeom>
              <a:avLst/>
              <a:gdLst/>
              <a:ahLst/>
              <a:cxnLst/>
              <a:rect l="l" t="t" r="r" b="b"/>
              <a:pathLst>
                <a:path w="17262" h="17938" extrusionOk="0">
                  <a:moveTo>
                    <a:pt x="16940" y="1"/>
                  </a:moveTo>
                  <a:lnTo>
                    <a:pt x="11283" y="5883"/>
                  </a:lnTo>
                  <a:lnTo>
                    <a:pt x="10961" y="2444"/>
                  </a:lnTo>
                  <a:lnTo>
                    <a:pt x="10479" y="2476"/>
                  </a:lnTo>
                  <a:lnTo>
                    <a:pt x="10833" y="6333"/>
                  </a:lnTo>
                  <a:lnTo>
                    <a:pt x="6879" y="10448"/>
                  </a:lnTo>
                  <a:lnTo>
                    <a:pt x="6461" y="5080"/>
                  </a:lnTo>
                  <a:lnTo>
                    <a:pt x="5979" y="5112"/>
                  </a:lnTo>
                  <a:lnTo>
                    <a:pt x="6429" y="10930"/>
                  </a:lnTo>
                  <a:lnTo>
                    <a:pt x="2797" y="14659"/>
                  </a:lnTo>
                  <a:lnTo>
                    <a:pt x="2314" y="10898"/>
                  </a:lnTo>
                  <a:lnTo>
                    <a:pt x="1832" y="10962"/>
                  </a:lnTo>
                  <a:lnTo>
                    <a:pt x="2379" y="15109"/>
                  </a:lnTo>
                  <a:lnTo>
                    <a:pt x="0" y="17584"/>
                  </a:lnTo>
                  <a:lnTo>
                    <a:pt x="321" y="17938"/>
                  </a:lnTo>
                  <a:lnTo>
                    <a:pt x="4565" y="13534"/>
                  </a:lnTo>
                  <a:lnTo>
                    <a:pt x="10351" y="13759"/>
                  </a:lnTo>
                  <a:lnTo>
                    <a:pt x="10383" y="13277"/>
                  </a:lnTo>
                  <a:lnTo>
                    <a:pt x="5015" y="13084"/>
                  </a:lnTo>
                  <a:lnTo>
                    <a:pt x="8358" y="9580"/>
                  </a:lnTo>
                  <a:lnTo>
                    <a:pt x="8358" y="9612"/>
                  </a:lnTo>
                  <a:lnTo>
                    <a:pt x="14754" y="8294"/>
                  </a:lnTo>
                  <a:lnTo>
                    <a:pt x="14658" y="7844"/>
                  </a:lnTo>
                  <a:lnTo>
                    <a:pt x="8936" y="9001"/>
                  </a:lnTo>
                  <a:lnTo>
                    <a:pt x="17262" y="322"/>
                  </a:lnTo>
                  <a:lnTo>
                    <a:pt x="169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62"/>
            <p:cNvSpPr/>
            <p:nvPr/>
          </p:nvSpPr>
          <p:spPr>
            <a:xfrm>
              <a:off x="3413000" y="3916250"/>
              <a:ext cx="1215075" cy="654150"/>
            </a:xfrm>
            <a:custGeom>
              <a:avLst/>
              <a:gdLst/>
              <a:ahLst/>
              <a:cxnLst/>
              <a:rect l="l" t="t" r="r" b="b"/>
              <a:pathLst>
                <a:path w="48603" h="26166" extrusionOk="0">
                  <a:moveTo>
                    <a:pt x="5593" y="0"/>
                  </a:moveTo>
                  <a:lnTo>
                    <a:pt x="5593" y="12697"/>
                  </a:lnTo>
                  <a:cubicBezTo>
                    <a:pt x="5593" y="16812"/>
                    <a:pt x="4211" y="20862"/>
                    <a:pt x="1640" y="24109"/>
                  </a:cubicBezTo>
                  <a:lnTo>
                    <a:pt x="0" y="26166"/>
                  </a:lnTo>
                  <a:lnTo>
                    <a:pt x="48602" y="26166"/>
                  </a:lnTo>
                  <a:lnTo>
                    <a:pt x="46963" y="24109"/>
                  </a:lnTo>
                  <a:cubicBezTo>
                    <a:pt x="44392" y="20862"/>
                    <a:pt x="42977" y="16812"/>
                    <a:pt x="42977" y="12697"/>
                  </a:cubicBezTo>
                  <a:lnTo>
                    <a:pt x="4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62"/>
            <p:cNvSpPr/>
            <p:nvPr/>
          </p:nvSpPr>
          <p:spPr>
            <a:xfrm>
              <a:off x="3404950" y="3908200"/>
              <a:ext cx="1231150" cy="669450"/>
            </a:xfrm>
            <a:custGeom>
              <a:avLst/>
              <a:gdLst/>
              <a:ahLst/>
              <a:cxnLst/>
              <a:rect l="l" t="t" r="r" b="b"/>
              <a:pathLst>
                <a:path w="49246" h="26778" extrusionOk="0">
                  <a:moveTo>
                    <a:pt x="43010" y="612"/>
                  </a:moveTo>
                  <a:lnTo>
                    <a:pt x="43010" y="13019"/>
                  </a:lnTo>
                  <a:cubicBezTo>
                    <a:pt x="43010" y="17230"/>
                    <a:pt x="44456" y="21313"/>
                    <a:pt x="47060" y="24591"/>
                  </a:cubicBezTo>
                  <a:lnTo>
                    <a:pt x="48314" y="26199"/>
                  </a:lnTo>
                  <a:lnTo>
                    <a:pt x="901" y="26199"/>
                  </a:lnTo>
                  <a:lnTo>
                    <a:pt x="2187" y="24591"/>
                  </a:lnTo>
                  <a:cubicBezTo>
                    <a:pt x="4790" y="21313"/>
                    <a:pt x="6205" y="17230"/>
                    <a:pt x="6205" y="13019"/>
                  </a:cubicBezTo>
                  <a:lnTo>
                    <a:pt x="6205" y="612"/>
                  </a:lnTo>
                  <a:close/>
                  <a:moveTo>
                    <a:pt x="5915" y="1"/>
                  </a:moveTo>
                  <a:cubicBezTo>
                    <a:pt x="5851" y="1"/>
                    <a:pt x="5755" y="33"/>
                    <a:pt x="5722" y="97"/>
                  </a:cubicBezTo>
                  <a:cubicBezTo>
                    <a:pt x="5658" y="162"/>
                    <a:pt x="5626" y="226"/>
                    <a:pt x="5626" y="322"/>
                  </a:cubicBezTo>
                  <a:lnTo>
                    <a:pt x="5626" y="13019"/>
                  </a:lnTo>
                  <a:cubicBezTo>
                    <a:pt x="5626" y="17070"/>
                    <a:pt x="4244" y="21056"/>
                    <a:pt x="1704" y="24238"/>
                  </a:cubicBezTo>
                  <a:lnTo>
                    <a:pt x="65" y="26295"/>
                  </a:lnTo>
                  <a:cubicBezTo>
                    <a:pt x="1" y="26392"/>
                    <a:pt x="1" y="26520"/>
                    <a:pt x="33" y="26617"/>
                  </a:cubicBezTo>
                  <a:cubicBezTo>
                    <a:pt x="97" y="26713"/>
                    <a:pt x="194" y="26777"/>
                    <a:pt x="322" y="26777"/>
                  </a:cubicBezTo>
                  <a:lnTo>
                    <a:pt x="48924" y="26777"/>
                  </a:lnTo>
                  <a:cubicBezTo>
                    <a:pt x="49021" y="26777"/>
                    <a:pt x="49149" y="26713"/>
                    <a:pt x="49182" y="26617"/>
                  </a:cubicBezTo>
                  <a:cubicBezTo>
                    <a:pt x="49246" y="26520"/>
                    <a:pt x="49214" y="26392"/>
                    <a:pt x="49149" y="26295"/>
                  </a:cubicBezTo>
                  <a:lnTo>
                    <a:pt x="47510" y="24238"/>
                  </a:lnTo>
                  <a:cubicBezTo>
                    <a:pt x="44971" y="21056"/>
                    <a:pt x="43621" y="17070"/>
                    <a:pt x="43621" y="13019"/>
                  </a:cubicBezTo>
                  <a:lnTo>
                    <a:pt x="43621" y="322"/>
                  </a:lnTo>
                  <a:cubicBezTo>
                    <a:pt x="43621" y="226"/>
                    <a:pt x="43589" y="162"/>
                    <a:pt x="43524" y="97"/>
                  </a:cubicBezTo>
                  <a:cubicBezTo>
                    <a:pt x="43460" y="33"/>
                    <a:pt x="43396" y="1"/>
                    <a:pt x="4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62"/>
            <p:cNvSpPr/>
            <p:nvPr/>
          </p:nvSpPr>
          <p:spPr>
            <a:xfrm>
              <a:off x="3503800" y="4023125"/>
              <a:ext cx="1032675" cy="432375"/>
            </a:xfrm>
            <a:custGeom>
              <a:avLst/>
              <a:gdLst/>
              <a:ahLst/>
              <a:cxnLst/>
              <a:rect l="l" t="t" r="r" b="b"/>
              <a:pathLst>
                <a:path w="41307" h="17295" extrusionOk="0">
                  <a:moveTo>
                    <a:pt x="2251" y="1"/>
                  </a:moveTo>
                  <a:lnTo>
                    <a:pt x="2251" y="8422"/>
                  </a:lnTo>
                  <a:cubicBezTo>
                    <a:pt x="2251" y="11540"/>
                    <a:pt x="1479" y="14594"/>
                    <a:pt x="0" y="17294"/>
                  </a:cubicBezTo>
                  <a:lnTo>
                    <a:pt x="41306" y="17294"/>
                  </a:lnTo>
                  <a:cubicBezTo>
                    <a:pt x="39860" y="14594"/>
                    <a:pt x="39056" y="11540"/>
                    <a:pt x="39056" y="8422"/>
                  </a:cubicBezTo>
                  <a:lnTo>
                    <a:pt x="390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62"/>
            <p:cNvSpPr/>
            <p:nvPr/>
          </p:nvSpPr>
          <p:spPr>
            <a:xfrm>
              <a:off x="3495775" y="4023125"/>
              <a:ext cx="1049525" cy="432375"/>
            </a:xfrm>
            <a:custGeom>
              <a:avLst/>
              <a:gdLst/>
              <a:ahLst/>
              <a:cxnLst/>
              <a:rect l="l" t="t" r="r" b="b"/>
              <a:pathLst>
                <a:path w="41981" h="17295" extrusionOk="0">
                  <a:moveTo>
                    <a:pt x="2282" y="1"/>
                  </a:moveTo>
                  <a:lnTo>
                    <a:pt x="2282" y="6140"/>
                  </a:lnTo>
                  <a:lnTo>
                    <a:pt x="2282" y="8422"/>
                  </a:lnTo>
                  <a:cubicBezTo>
                    <a:pt x="2282" y="11540"/>
                    <a:pt x="1479" y="14594"/>
                    <a:pt x="0" y="17294"/>
                  </a:cubicBezTo>
                  <a:lnTo>
                    <a:pt x="321" y="17294"/>
                  </a:lnTo>
                  <a:cubicBezTo>
                    <a:pt x="1800" y="14594"/>
                    <a:pt x="2572" y="11540"/>
                    <a:pt x="2572" y="8422"/>
                  </a:cubicBezTo>
                  <a:lnTo>
                    <a:pt x="2572" y="1"/>
                  </a:lnTo>
                  <a:close/>
                  <a:moveTo>
                    <a:pt x="39377" y="1"/>
                  </a:moveTo>
                  <a:lnTo>
                    <a:pt x="39377" y="8422"/>
                  </a:lnTo>
                  <a:cubicBezTo>
                    <a:pt x="39377" y="11540"/>
                    <a:pt x="40181" y="14594"/>
                    <a:pt x="41627" y="17294"/>
                  </a:cubicBezTo>
                  <a:lnTo>
                    <a:pt x="41981" y="17294"/>
                  </a:lnTo>
                  <a:cubicBezTo>
                    <a:pt x="40470" y="14594"/>
                    <a:pt x="39666" y="11540"/>
                    <a:pt x="39666" y="8422"/>
                  </a:cubicBezTo>
                  <a:lnTo>
                    <a:pt x="39666" y="6140"/>
                  </a:lnTo>
                  <a:lnTo>
                    <a:pt x="396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62"/>
            <p:cNvSpPr/>
            <p:nvPr/>
          </p:nvSpPr>
          <p:spPr>
            <a:xfrm>
              <a:off x="3552825" y="3963650"/>
              <a:ext cx="934625" cy="134250"/>
            </a:xfrm>
            <a:custGeom>
              <a:avLst/>
              <a:gdLst/>
              <a:ahLst/>
              <a:cxnLst/>
              <a:rect l="l" t="t" r="r" b="b"/>
              <a:pathLst>
                <a:path w="37385" h="5370" extrusionOk="0">
                  <a:moveTo>
                    <a:pt x="0" y="1"/>
                  </a:moveTo>
                  <a:lnTo>
                    <a:pt x="0" y="5369"/>
                  </a:lnTo>
                  <a:lnTo>
                    <a:pt x="37384" y="5369"/>
                  </a:lnTo>
                  <a:lnTo>
                    <a:pt x="37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62"/>
            <p:cNvSpPr/>
            <p:nvPr/>
          </p:nvSpPr>
          <p:spPr>
            <a:xfrm>
              <a:off x="3545600" y="3956425"/>
              <a:ext cx="949875" cy="148700"/>
            </a:xfrm>
            <a:custGeom>
              <a:avLst/>
              <a:gdLst/>
              <a:ahLst/>
              <a:cxnLst/>
              <a:rect l="l" t="t" r="r" b="b"/>
              <a:pathLst>
                <a:path w="37995" h="5948" extrusionOk="0">
                  <a:moveTo>
                    <a:pt x="37384" y="579"/>
                  </a:moveTo>
                  <a:lnTo>
                    <a:pt x="37384" y="5369"/>
                  </a:lnTo>
                  <a:lnTo>
                    <a:pt x="579" y="5369"/>
                  </a:lnTo>
                  <a:lnTo>
                    <a:pt x="579" y="579"/>
                  </a:lnTo>
                  <a:close/>
                  <a:moveTo>
                    <a:pt x="289" y="1"/>
                  </a:moveTo>
                  <a:cubicBezTo>
                    <a:pt x="225" y="1"/>
                    <a:pt x="129" y="33"/>
                    <a:pt x="96" y="97"/>
                  </a:cubicBezTo>
                  <a:cubicBezTo>
                    <a:pt x="32" y="129"/>
                    <a:pt x="0" y="226"/>
                    <a:pt x="0" y="290"/>
                  </a:cubicBezTo>
                  <a:lnTo>
                    <a:pt x="0" y="5658"/>
                  </a:lnTo>
                  <a:cubicBezTo>
                    <a:pt x="0" y="5722"/>
                    <a:pt x="32" y="5819"/>
                    <a:pt x="96" y="5851"/>
                  </a:cubicBezTo>
                  <a:cubicBezTo>
                    <a:pt x="129" y="5915"/>
                    <a:pt x="225" y="5947"/>
                    <a:pt x="289" y="5947"/>
                  </a:cubicBezTo>
                  <a:lnTo>
                    <a:pt x="37673" y="5947"/>
                  </a:lnTo>
                  <a:cubicBezTo>
                    <a:pt x="37770" y="5947"/>
                    <a:pt x="37834" y="5915"/>
                    <a:pt x="37898" y="5851"/>
                  </a:cubicBezTo>
                  <a:cubicBezTo>
                    <a:pt x="37963" y="5819"/>
                    <a:pt x="37995" y="5722"/>
                    <a:pt x="37995" y="5658"/>
                  </a:cubicBezTo>
                  <a:lnTo>
                    <a:pt x="37995" y="290"/>
                  </a:lnTo>
                  <a:cubicBezTo>
                    <a:pt x="37995" y="226"/>
                    <a:pt x="37963" y="129"/>
                    <a:pt x="37898" y="97"/>
                  </a:cubicBezTo>
                  <a:cubicBezTo>
                    <a:pt x="37834" y="33"/>
                    <a:pt x="37770" y="1"/>
                    <a:pt x="37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62"/>
            <p:cNvSpPr/>
            <p:nvPr/>
          </p:nvSpPr>
          <p:spPr>
            <a:xfrm>
              <a:off x="2141675" y="3577925"/>
              <a:ext cx="3757700" cy="438000"/>
            </a:xfrm>
            <a:custGeom>
              <a:avLst/>
              <a:gdLst/>
              <a:ahLst/>
              <a:cxnLst/>
              <a:rect l="l" t="t" r="r" b="b"/>
              <a:pathLst>
                <a:path w="150308" h="17520" extrusionOk="0">
                  <a:moveTo>
                    <a:pt x="1" y="1"/>
                  </a:moveTo>
                  <a:lnTo>
                    <a:pt x="1" y="12537"/>
                  </a:lnTo>
                  <a:cubicBezTo>
                    <a:pt x="1" y="15301"/>
                    <a:pt x="2219" y="17519"/>
                    <a:pt x="4983" y="17519"/>
                  </a:cubicBezTo>
                  <a:lnTo>
                    <a:pt x="145326" y="17519"/>
                  </a:lnTo>
                  <a:cubicBezTo>
                    <a:pt x="148058" y="17519"/>
                    <a:pt x="150308" y="15301"/>
                    <a:pt x="150308" y="12537"/>
                  </a:cubicBezTo>
                  <a:lnTo>
                    <a:pt x="1503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62"/>
            <p:cNvSpPr/>
            <p:nvPr/>
          </p:nvSpPr>
          <p:spPr>
            <a:xfrm>
              <a:off x="2134450" y="3570700"/>
              <a:ext cx="3772175" cy="452450"/>
            </a:xfrm>
            <a:custGeom>
              <a:avLst/>
              <a:gdLst/>
              <a:ahLst/>
              <a:cxnLst/>
              <a:rect l="l" t="t" r="r" b="b"/>
              <a:pathLst>
                <a:path w="150887" h="18098" extrusionOk="0">
                  <a:moveTo>
                    <a:pt x="150308" y="579"/>
                  </a:moveTo>
                  <a:lnTo>
                    <a:pt x="150308" y="12826"/>
                  </a:lnTo>
                  <a:cubicBezTo>
                    <a:pt x="150308" y="14144"/>
                    <a:pt x="149761" y="15301"/>
                    <a:pt x="148925" y="16137"/>
                  </a:cubicBezTo>
                  <a:cubicBezTo>
                    <a:pt x="148057" y="17005"/>
                    <a:pt x="146900" y="17519"/>
                    <a:pt x="145615" y="17519"/>
                  </a:cubicBezTo>
                  <a:lnTo>
                    <a:pt x="5272" y="17519"/>
                  </a:lnTo>
                  <a:cubicBezTo>
                    <a:pt x="3986" y="17519"/>
                    <a:pt x="2797" y="17005"/>
                    <a:pt x="1961" y="16137"/>
                  </a:cubicBezTo>
                  <a:cubicBezTo>
                    <a:pt x="1093" y="15301"/>
                    <a:pt x="579" y="14144"/>
                    <a:pt x="579" y="12826"/>
                  </a:cubicBezTo>
                  <a:lnTo>
                    <a:pt x="579" y="579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97"/>
                  </a:cubicBezTo>
                  <a:cubicBezTo>
                    <a:pt x="33" y="129"/>
                    <a:pt x="0" y="225"/>
                    <a:pt x="0" y="290"/>
                  </a:cubicBezTo>
                  <a:lnTo>
                    <a:pt x="0" y="12826"/>
                  </a:lnTo>
                  <a:cubicBezTo>
                    <a:pt x="0" y="15751"/>
                    <a:pt x="2347" y="18098"/>
                    <a:pt x="5272" y="18098"/>
                  </a:cubicBezTo>
                  <a:lnTo>
                    <a:pt x="145615" y="18098"/>
                  </a:lnTo>
                  <a:cubicBezTo>
                    <a:pt x="148508" y="18098"/>
                    <a:pt x="150886" y="15751"/>
                    <a:pt x="150886" y="12826"/>
                  </a:cubicBezTo>
                  <a:lnTo>
                    <a:pt x="150886" y="290"/>
                  </a:lnTo>
                  <a:cubicBezTo>
                    <a:pt x="150886" y="225"/>
                    <a:pt x="150854" y="129"/>
                    <a:pt x="150790" y="97"/>
                  </a:cubicBezTo>
                  <a:cubicBezTo>
                    <a:pt x="150725" y="32"/>
                    <a:pt x="150661" y="0"/>
                    <a:pt x="150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62"/>
            <p:cNvSpPr/>
            <p:nvPr/>
          </p:nvSpPr>
          <p:spPr>
            <a:xfrm>
              <a:off x="2141675" y="1197625"/>
              <a:ext cx="3757700" cy="2818300"/>
            </a:xfrm>
            <a:custGeom>
              <a:avLst/>
              <a:gdLst/>
              <a:ahLst/>
              <a:cxnLst/>
              <a:rect l="l" t="t" r="r" b="b"/>
              <a:pathLst>
                <a:path w="150308" h="112732" extrusionOk="0">
                  <a:moveTo>
                    <a:pt x="142722" y="7008"/>
                  </a:moveTo>
                  <a:lnTo>
                    <a:pt x="142722" y="86662"/>
                  </a:lnTo>
                  <a:lnTo>
                    <a:pt x="7555" y="86662"/>
                  </a:lnTo>
                  <a:lnTo>
                    <a:pt x="7555" y="7008"/>
                  </a:lnTo>
                  <a:close/>
                  <a:moveTo>
                    <a:pt x="4983" y="1"/>
                  </a:moveTo>
                  <a:cubicBezTo>
                    <a:pt x="2219" y="1"/>
                    <a:pt x="1" y="2251"/>
                    <a:pt x="1" y="4983"/>
                  </a:cubicBezTo>
                  <a:lnTo>
                    <a:pt x="1" y="107749"/>
                  </a:lnTo>
                  <a:cubicBezTo>
                    <a:pt x="1" y="110513"/>
                    <a:pt x="2219" y="112731"/>
                    <a:pt x="4983" y="112731"/>
                  </a:cubicBezTo>
                  <a:lnTo>
                    <a:pt x="145326" y="112731"/>
                  </a:lnTo>
                  <a:cubicBezTo>
                    <a:pt x="148058" y="112731"/>
                    <a:pt x="150308" y="110513"/>
                    <a:pt x="150308" y="107749"/>
                  </a:cubicBezTo>
                  <a:lnTo>
                    <a:pt x="150308" y="4983"/>
                  </a:lnTo>
                  <a:cubicBezTo>
                    <a:pt x="150308" y="2251"/>
                    <a:pt x="148058" y="1"/>
                    <a:pt x="145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62"/>
            <p:cNvSpPr/>
            <p:nvPr/>
          </p:nvSpPr>
          <p:spPr>
            <a:xfrm>
              <a:off x="2134450" y="1190400"/>
              <a:ext cx="3772175" cy="2832750"/>
            </a:xfrm>
            <a:custGeom>
              <a:avLst/>
              <a:gdLst/>
              <a:ahLst/>
              <a:cxnLst/>
              <a:rect l="l" t="t" r="r" b="b"/>
              <a:pathLst>
                <a:path w="150887" h="113310" extrusionOk="0">
                  <a:moveTo>
                    <a:pt x="142722" y="7618"/>
                  </a:moveTo>
                  <a:lnTo>
                    <a:pt x="142722" y="86662"/>
                  </a:lnTo>
                  <a:lnTo>
                    <a:pt x="8133" y="86662"/>
                  </a:lnTo>
                  <a:lnTo>
                    <a:pt x="8133" y="7618"/>
                  </a:lnTo>
                  <a:close/>
                  <a:moveTo>
                    <a:pt x="7844" y="7008"/>
                  </a:moveTo>
                  <a:cubicBezTo>
                    <a:pt x="7779" y="7008"/>
                    <a:pt x="7683" y="7040"/>
                    <a:pt x="7651" y="7104"/>
                  </a:cubicBezTo>
                  <a:cubicBezTo>
                    <a:pt x="7587" y="7168"/>
                    <a:pt x="7554" y="7233"/>
                    <a:pt x="7554" y="7297"/>
                  </a:cubicBezTo>
                  <a:lnTo>
                    <a:pt x="7554" y="86951"/>
                  </a:lnTo>
                  <a:cubicBezTo>
                    <a:pt x="7554" y="87015"/>
                    <a:pt x="7587" y="87112"/>
                    <a:pt x="7651" y="87144"/>
                  </a:cubicBezTo>
                  <a:cubicBezTo>
                    <a:pt x="7683" y="87208"/>
                    <a:pt x="7779" y="87240"/>
                    <a:pt x="7844" y="87240"/>
                  </a:cubicBezTo>
                  <a:lnTo>
                    <a:pt x="143011" y="87240"/>
                  </a:lnTo>
                  <a:cubicBezTo>
                    <a:pt x="143107" y="87240"/>
                    <a:pt x="143172" y="87208"/>
                    <a:pt x="143236" y="87144"/>
                  </a:cubicBezTo>
                  <a:cubicBezTo>
                    <a:pt x="143300" y="87112"/>
                    <a:pt x="143332" y="87015"/>
                    <a:pt x="143332" y="86951"/>
                  </a:cubicBezTo>
                  <a:lnTo>
                    <a:pt x="143332" y="7297"/>
                  </a:lnTo>
                  <a:cubicBezTo>
                    <a:pt x="143332" y="7233"/>
                    <a:pt x="143300" y="7168"/>
                    <a:pt x="143236" y="7104"/>
                  </a:cubicBezTo>
                  <a:cubicBezTo>
                    <a:pt x="143172" y="7040"/>
                    <a:pt x="143107" y="7008"/>
                    <a:pt x="143011" y="7008"/>
                  </a:cubicBezTo>
                  <a:close/>
                  <a:moveTo>
                    <a:pt x="145615" y="579"/>
                  </a:moveTo>
                  <a:cubicBezTo>
                    <a:pt x="146900" y="579"/>
                    <a:pt x="148057" y="1125"/>
                    <a:pt x="148925" y="1961"/>
                  </a:cubicBezTo>
                  <a:cubicBezTo>
                    <a:pt x="149761" y="2829"/>
                    <a:pt x="150308" y="3986"/>
                    <a:pt x="150308" y="5272"/>
                  </a:cubicBezTo>
                  <a:lnTo>
                    <a:pt x="150308" y="108038"/>
                  </a:lnTo>
                  <a:cubicBezTo>
                    <a:pt x="150308" y="109356"/>
                    <a:pt x="149761" y="110513"/>
                    <a:pt x="148925" y="111349"/>
                  </a:cubicBezTo>
                  <a:cubicBezTo>
                    <a:pt x="148057" y="112217"/>
                    <a:pt x="146900" y="112731"/>
                    <a:pt x="145615" y="112731"/>
                  </a:cubicBezTo>
                  <a:lnTo>
                    <a:pt x="5272" y="112731"/>
                  </a:lnTo>
                  <a:cubicBezTo>
                    <a:pt x="3986" y="112731"/>
                    <a:pt x="2797" y="112217"/>
                    <a:pt x="1961" y="111349"/>
                  </a:cubicBezTo>
                  <a:cubicBezTo>
                    <a:pt x="1093" y="110513"/>
                    <a:pt x="579" y="109356"/>
                    <a:pt x="579" y="108038"/>
                  </a:cubicBezTo>
                  <a:lnTo>
                    <a:pt x="579" y="5272"/>
                  </a:lnTo>
                  <a:cubicBezTo>
                    <a:pt x="579" y="3986"/>
                    <a:pt x="1093" y="2829"/>
                    <a:pt x="1961" y="1961"/>
                  </a:cubicBezTo>
                  <a:cubicBezTo>
                    <a:pt x="2797" y="1125"/>
                    <a:pt x="3986" y="579"/>
                    <a:pt x="5272" y="579"/>
                  </a:cubicBezTo>
                  <a:close/>
                  <a:moveTo>
                    <a:pt x="5272" y="0"/>
                  </a:moveTo>
                  <a:cubicBezTo>
                    <a:pt x="2347" y="0"/>
                    <a:pt x="0" y="2379"/>
                    <a:pt x="0" y="5272"/>
                  </a:cubicBezTo>
                  <a:lnTo>
                    <a:pt x="0" y="108038"/>
                  </a:lnTo>
                  <a:cubicBezTo>
                    <a:pt x="0" y="110963"/>
                    <a:pt x="2347" y="113310"/>
                    <a:pt x="5272" y="113310"/>
                  </a:cubicBezTo>
                  <a:lnTo>
                    <a:pt x="145615" y="113310"/>
                  </a:lnTo>
                  <a:cubicBezTo>
                    <a:pt x="148508" y="113310"/>
                    <a:pt x="150886" y="110963"/>
                    <a:pt x="150886" y="108038"/>
                  </a:cubicBezTo>
                  <a:lnTo>
                    <a:pt x="150886" y="5272"/>
                  </a:lnTo>
                  <a:cubicBezTo>
                    <a:pt x="150886" y="2379"/>
                    <a:pt x="148508" y="0"/>
                    <a:pt x="14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62"/>
            <p:cNvSpPr/>
            <p:nvPr/>
          </p:nvSpPr>
          <p:spPr>
            <a:xfrm>
              <a:off x="3951400" y="3727400"/>
              <a:ext cx="138250" cy="139050"/>
            </a:xfrm>
            <a:custGeom>
              <a:avLst/>
              <a:gdLst/>
              <a:ahLst/>
              <a:cxnLst/>
              <a:rect l="l" t="t" r="r" b="b"/>
              <a:pathLst>
                <a:path w="5530" h="5562" extrusionOk="0">
                  <a:moveTo>
                    <a:pt x="2765" y="0"/>
                  </a:moveTo>
                  <a:cubicBezTo>
                    <a:pt x="1222" y="0"/>
                    <a:pt x="1" y="1254"/>
                    <a:pt x="1" y="2797"/>
                  </a:cubicBezTo>
                  <a:cubicBezTo>
                    <a:pt x="1" y="4308"/>
                    <a:pt x="1222" y="5561"/>
                    <a:pt x="2765" y="5561"/>
                  </a:cubicBezTo>
                  <a:cubicBezTo>
                    <a:pt x="4276" y="5561"/>
                    <a:pt x="5530" y="4308"/>
                    <a:pt x="5530" y="2797"/>
                  </a:cubicBezTo>
                  <a:cubicBezTo>
                    <a:pt x="5530" y="1254"/>
                    <a:pt x="4276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62"/>
            <p:cNvSpPr/>
            <p:nvPr/>
          </p:nvSpPr>
          <p:spPr>
            <a:xfrm>
              <a:off x="3943375" y="3720175"/>
              <a:ext cx="153525" cy="153500"/>
            </a:xfrm>
            <a:custGeom>
              <a:avLst/>
              <a:gdLst/>
              <a:ahLst/>
              <a:cxnLst/>
              <a:rect l="l" t="t" r="r" b="b"/>
              <a:pathLst>
                <a:path w="6141" h="6140" extrusionOk="0">
                  <a:moveTo>
                    <a:pt x="3086" y="579"/>
                  </a:moveTo>
                  <a:cubicBezTo>
                    <a:pt x="3761" y="579"/>
                    <a:pt x="4372" y="868"/>
                    <a:pt x="4822" y="1318"/>
                  </a:cubicBezTo>
                  <a:cubicBezTo>
                    <a:pt x="5272" y="1768"/>
                    <a:pt x="5561" y="2379"/>
                    <a:pt x="5561" y="3086"/>
                  </a:cubicBezTo>
                  <a:cubicBezTo>
                    <a:pt x="5561" y="3761"/>
                    <a:pt x="5272" y="4372"/>
                    <a:pt x="4822" y="4822"/>
                  </a:cubicBezTo>
                  <a:cubicBezTo>
                    <a:pt x="4372" y="5272"/>
                    <a:pt x="3761" y="5561"/>
                    <a:pt x="3086" y="5561"/>
                  </a:cubicBezTo>
                  <a:cubicBezTo>
                    <a:pt x="2379" y="5561"/>
                    <a:pt x="1768" y="5272"/>
                    <a:pt x="1318" y="4822"/>
                  </a:cubicBezTo>
                  <a:cubicBezTo>
                    <a:pt x="868" y="4372"/>
                    <a:pt x="611" y="3761"/>
                    <a:pt x="611" y="3086"/>
                  </a:cubicBezTo>
                  <a:cubicBezTo>
                    <a:pt x="611" y="2379"/>
                    <a:pt x="868" y="1768"/>
                    <a:pt x="1318" y="1318"/>
                  </a:cubicBezTo>
                  <a:cubicBezTo>
                    <a:pt x="1768" y="868"/>
                    <a:pt x="2379" y="579"/>
                    <a:pt x="3086" y="579"/>
                  </a:cubicBezTo>
                  <a:close/>
                  <a:moveTo>
                    <a:pt x="3086" y="0"/>
                  </a:moveTo>
                  <a:cubicBezTo>
                    <a:pt x="1383" y="0"/>
                    <a:pt x="0" y="1382"/>
                    <a:pt x="0" y="3086"/>
                  </a:cubicBezTo>
                  <a:cubicBezTo>
                    <a:pt x="0" y="4758"/>
                    <a:pt x="1383" y="6140"/>
                    <a:pt x="3086" y="6140"/>
                  </a:cubicBezTo>
                  <a:cubicBezTo>
                    <a:pt x="4758" y="6140"/>
                    <a:pt x="6140" y="4758"/>
                    <a:pt x="6140" y="3086"/>
                  </a:cubicBezTo>
                  <a:cubicBezTo>
                    <a:pt x="6140" y="1382"/>
                    <a:pt x="4758" y="0"/>
                    <a:pt x="3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62"/>
            <p:cNvSpPr/>
            <p:nvPr/>
          </p:nvSpPr>
          <p:spPr>
            <a:xfrm>
              <a:off x="3413000" y="4570400"/>
              <a:ext cx="1215075" cy="57075"/>
            </a:xfrm>
            <a:custGeom>
              <a:avLst/>
              <a:gdLst/>
              <a:ahLst/>
              <a:cxnLst/>
              <a:rect l="l" t="t" r="r" b="b"/>
              <a:pathLst>
                <a:path w="48603" h="2283" extrusionOk="0">
                  <a:moveTo>
                    <a:pt x="0" y="0"/>
                  </a:moveTo>
                  <a:lnTo>
                    <a:pt x="0" y="2282"/>
                  </a:lnTo>
                  <a:lnTo>
                    <a:pt x="48602" y="228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62"/>
            <p:cNvSpPr/>
            <p:nvPr/>
          </p:nvSpPr>
          <p:spPr>
            <a:xfrm>
              <a:off x="3404950" y="4563150"/>
              <a:ext cx="1230350" cy="71550"/>
            </a:xfrm>
            <a:custGeom>
              <a:avLst/>
              <a:gdLst/>
              <a:ahLst/>
              <a:cxnLst/>
              <a:rect l="l" t="t" r="r" b="b"/>
              <a:pathLst>
                <a:path w="49214" h="2862" extrusionOk="0">
                  <a:moveTo>
                    <a:pt x="48635" y="579"/>
                  </a:moveTo>
                  <a:lnTo>
                    <a:pt x="48635" y="2251"/>
                  </a:lnTo>
                  <a:lnTo>
                    <a:pt x="611" y="2251"/>
                  </a:lnTo>
                  <a:lnTo>
                    <a:pt x="611" y="579"/>
                  </a:lnTo>
                  <a:close/>
                  <a:moveTo>
                    <a:pt x="322" y="1"/>
                  </a:moveTo>
                  <a:cubicBezTo>
                    <a:pt x="226" y="1"/>
                    <a:pt x="161" y="33"/>
                    <a:pt x="97" y="97"/>
                  </a:cubicBezTo>
                  <a:cubicBezTo>
                    <a:pt x="33" y="129"/>
                    <a:pt x="1" y="226"/>
                    <a:pt x="1" y="290"/>
                  </a:cubicBezTo>
                  <a:lnTo>
                    <a:pt x="1" y="2572"/>
                  </a:lnTo>
                  <a:cubicBezTo>
                    <a:pt x="1" y="2637"/>
                    <a:pt x="33" y="2701"/>
                    <a:pt x="97" y="2765"/>
                  </a:cubicBezTo>
                  <a:cubicBezTo>
                    <a:pt x="161" y="2829"/>
                    <a:pt x="226" y="2862"/>
                    <a:pt x="322" y="2862"/>
                  </a:cubicBezTo>
                  <a:lnTo>
                    <a:pt x="48924" y="2862"/>
                  </a:lnTo>
                  <a:cubicBezTo>
                    <a:pt x="49021" y="2862"/>
                    <a:pt x="49085" y="2829"/>
                    <a:pt x="49149" y="2765"/>
                  </a:cubicBezTo>
                  <a:cubicBezTo>
                    <a:pt x="49214" y="2701"/>
                    <a:pt x="49214" y="2637"/>
                    <a:pt x="49214" y="2572"/>
                  </a:cubicBezTo>
                  <a:lnTo>
                    <a:pt x="49214" y="290"/>
                  </a:lnTo>
                  <a:cubicBezTo>
                    <a:pt x="49214" y="226"/>
                    <a:pt x="49214" y="129"/>
                    <a:pt x="49149" y="97"/>
                  </a:cubicBezTo>
                  <a:cubicBezTo>
                    <a:pt x="49085" y="33"/>
                    <a:pt x="49021" y="1"/>
                    <a:pt x="4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62"/>
            <p:cNvSpPr/>
            <p:nvPr/>
          </p:nvSpPr>
          <p:spPr>
            <a:xfrm>
              <a:off x="2180250" y="2902900"/>
              <a:ext cx="162350" cy="178425"/>
            </a:xfrm>
            <a:custGeom>
              <a:avLst/>
              <a:gdLst/>
              <a:ahLst/>
              <a:cxnLst/>
              <a:rect l="l" t="t" r="r" b="b"/>
              <a:pathLst>
                <a:path w="6494" h="7137" extrusionOk="0">
                  <a:moveTo>
                    <a:pt x="2122" y="0"/>
                  </a:moveTo>
                  <a:lnTo>
                    <a:pt x="129" y="1897"/>
                  </a:lnTo>
                  <a:cubicBezTo>
                    <a:pt x="129" y="1897"/>
                    <a:pt x="1" y="3279"/>
                    <a:pt x="1286" y="5047"/>
                  </a:cubicBezTo>
                  <a:cubicBezTo>
                    <a:pt x="2540" y="6815"/>
                    <a:pt x="2797" y="7136"/>
                    <a:pt x="2797" y="7136"/>
                  </a:cubicBezTo>
                  <a:cubicBezTo>
                    <a:pt x="2797" y="7136"/>
                    <a:pt x="3247" y="6236"/>
                    <a:pt x="4244" y="5047"/>
                  </a:cubicBezTo>
                  <a:cubicBezTo>
                    <a:pt x="5272" y="3858"/>
                    <a:pt x="6494" y="2732"/>
                    <a:pt x="6494" y="2732"/>
                  </a:cubicBezTo>
                  <a:cubicBezTo>
                    <a:pt x="5980" y="547"/>
                    <a:pt x="2122" y="0"/>
                    <a:pt x="2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62"/>
            <p:cNvSpPr/>
            <p:nvPr/>
          </p:nvSpPr>
          <p:spPr>
            <a:xfrm>
              <a:off x="2177050" y="2895650"/>
              <a:ext cx="172800" cy="192900"/>
            </a:xfrm>
            <a:custGeom>
              <a:avLst/>
              <a:gdLst/>
              <a:ahLst/>
              <a:cxnLst/>
              <a:rect l="l" t="t" r="r" b="b"/>
              <a:pathLst>
                <a:path w="6912" h="7716" extrusionOk="0">
                  <a:moveTo>
                    <a:pt x="2356" y="566"/>
                  </a:moveTo>
                  <a:cubicBezTo>
                    <a:pt x="2682" y="623"/>
                    <a:pt x="3523" y="792"/>
                    <a:pt x="4340" y="1158"/>
                  </a:cubicBezTo>
                  <a:cubicBezTo>
                    <a:pt x="4790" y="1351"/>
                    <a:pt x="5272" y="1608"/>
                    <a:pt x="5625" y="1930"/>
                  </a:cubicBezTo>
                  <a:cubicBezTo>
                    <a:pt x="5971" y="2218"/>
                    <a:pt x="6214" y="2558"/>
                    <a:pt x="6330" y="2950"/>
                  </a:cubicBezTo>
                  <a:lnTo>
                    <a:pt x="6330" y="2950"/>
                  </a:lnTo>
                  <a:cubicBezTo>
                    <a:pt x="5982" y="3271"/>
                    <a:pt x="5007" y="4192"/>
                    <a:pt x="4179" y="5176"/>
                  </a:cubicBezTo>
                  <a:cubicBezTo>
                    <a:pt x="3544" y="5910"/>
                    <a:pt x="3130" y="6546"/>
                    <a:pt x="2898" y="6933"/>
                  </a:cubicBezTo>
                  <a:lnTo>
                    <a:pt x="2898" y="6933"/>
                  </a:lnTo>
                  <a:cubicBezTo>
                    <a:pt x="2886" y="6916"/>
                    <a:pt x="2874" y="6898"/>
                    <a:pt x="2861" y="6880"/>
                  </a:cubicBezTo>
                  <a:cubicBezTo>
                    <a:pt x="2636" y="6590"/>
                    <a:pt x="2250" y="6076"/>
                    <a:pt x="1607" y="5176"/>
                  </a:cubicBezTo>
                  <a:cubicBezTo>
                    <a:pt x="614" y="3798"/>
                    <a:pt x="515" y="2644"/>
                    <a:pt x="514" y="2318"/>
                  </a:cubicBezTo>
                  <a:lnTo>
                    <a:pt x="514" y="2318"/>
                  </a:lnTo>
                  <a:lnTo>
                    <a:pt x="2356" y="566"/>
                  </a:lnTo>
                  <a:close/>
                  <a:moveTo>
                    <a:pt x="2282" y="1"/>
                  </a:moveTo>
                  <a:cubicBezTo>
                    <a:pt x="2218" y="1"/>
                    <a:pt x="2122" y="33"/>
                    <a:pt x="2057" y="97"/>
                  </a:cubicBezTo>
                  <a:lnTo>
                    <a:pt x="64" y="1994"/>
                  </a:lnTo>
                  <a:cubicBezTo>
                    <a:pt x="32" y="2058"/>
                    <a:pt x="0" y="2090"/>
                    <a:pt x="0" y="2155"/>
                  </a:cubicBezTo>
                  <a:cubicBezTo>
                    <a:pt x="0" y="2187"/>
                    <a:pt x="0" y="2219"/>
                    <a:pt x="0" y="2315"/>
                  </a:cubicBezTo>
                  <a:cubicBezTo>
                    <a:pt x="0" y="2733"/>
                    <a:pt x="97" y="3987"/>
                    <a:pt x="1189" y="5498"/>
                  </a:cubicBezTo>
                  <a:cubicBezTo>
                    <a:pt x="2475" y="7266"/>
                    <a:pt x="2700" y="7587"/>
                    <a:pt x="2700" y="7587"/>
                  </a:cubicBezTo>
                  <a:cubicBezTo>
                    <a:pt x="2765" y="7683"/>
                    <a:pt x="2861" y="7716"/>
                    <a:pt x="2957" y="7716"/>
                  </a:cubicBezTo>
                  <a:cubicBezTo>
                    <a:pt x="3054" y="7683"/>
                    <a:pt x="3118" y="7651"/>
                    <a:pt x="3150" y="7555"/>
                  </a:cubicBezTo>
                  <a:lnTo>
                    <a:pt x="3182" y="7523"/>
                  </a:lnTo>
                  <a:cubicBezTo>
                    <a:pt x="3279" y="7330"/>
                    <a:pt x="3729" y="6526"/>
                    <a:pt x="4597" y="5498"/>
                  </a:cubicBezTo>
                  <a:cubicBezTo>
                    <a:pt x="5079" y="4919"/>
                    <a:pt x="5658" y="4340"/>
                    <a:pt x="6075" y="3922"/>
                  </a:cubicBezTo>
                  <a:cubicBezTo>
                    <a:pt x="6300" y="3730"/>
                    <a:pt x="6493" y="3537"/>
                    <a:pt x="6622" y="3408"/>
                  </a:cubicBezTo>
                  <a:cubicBezTo>
                    <a:pt x="6750" y="3312"/>
                    <a:pt x="6815" y="3247"/>
                    <a:pt x="6815" y="3247"/>
                  </a:cubicBezTo>
                  <a:cubicBezTo>
                    <a:pt x="6879" y="3183"/>
                    <a:pt x="6911" y="3055"/>
                    <a:pt x="6911" y="2958"/>
                  </a:cubicBezTo>
                  <a:cubicBezTo>
                    <a:pt x="6750" y="2347"/>
                    <a:pt x="6365" y="1865"/>
                    <a:pt x="5915" y="1480"/>
                  </a:cubicBezTo>
                  <a:cubicBezTo>
                    <a:pt x="5208" y="901"/>
                    <a:pt x="4307" y="547"/>
                    <a:pt x="3568" y="322"/>
                  </a:cubicBezTo>
                  <a:cubicBezTo>
                    <a:pt x="2861" y="97"/>
                    <a:pt x="2282" y="33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62"/>
            <p:cNvSpPr/>
            <p:nvPr/>
          </p:nvSpPr>
          <p:spPr>
            <a:xfrm>
              <a:off x="2210000" y="2764900"/>
              <a:ext cx="282075" cy="242375"/>
            </a:xfrm>
            <a:custGeom>
              <a:avLst/>
              <a:gdLst/>
              <a:ahLst/>
              <a:cxnLst/>
              <a:rect l="l" t="t" r="r" b="b"/>
              <a:pathLst>
                <a:path w="11283" h="9695" extrusionOk="0">
                  <a:moveTo>
                    <a:pt x="5918" y="0"/>
                  </a:moveTo>
                  <a:cubicBezTo>
                    <a:pt x="4911" y="0"/>
                    <a:pt x="3878" y="114"/>
                    <a:pt x="3311" y="506"/>
                  </a:cubicBezTo>
                  <a:cubicBezTo>
                    <a:pt x="1929" y="1438"/>
                    <a:pt x="1382" y="2627"/>
                    <a:pt x="707" y="4588"/>
                  </a:cubicBezTo>
                  <a:cubicBezTo>
                    <a:pt x="0" y="6517"/>
                    <a:pt x="868" y="5584"/>
                    <a:pt x="1639" y="7031"/>
                  </a:cubicBezTo>
                  <a:cubicBezTo>
                    <a:pt x="2411" y="8445"/>
                    <a:pt x="2411" y="8381"/>
                    <a:pt x="3022" y="8477"/>
                  </a:cubicBezTo>
                  <a:cubicBezTo>
                    <a:pt x="3632" y="8574"/>
                    <a:pt x="4018" y="8574"/>
                    <a:pt x="4018" y="8574"/>
                  </a:cubicBezTo>
                  <a:cubicBezTo>
                    <a:pt x="4018" y="8574"/>
                    <a:pt x="5143" y="8960"/>
                    <a:pt x="6525" y="9474"/>
                  </a:cubicBezTo>
                  <a:cubicBezTo>
                    <a:pt x="6960" y="9629"/>
                    <a:pt x="7295" y="9694"/>
                    <a:pt x="7559" y="9694"/>
                  </a:cubicBezTo>
                  <a:cubicBezTo>
                    <a:pt x="8117" y="9694"/>
                    <a:pt x="8365" y="9405"/>
                    <a:pt x="8583" y="9056"/>
                  </a:cubicBezTo>
                  <a:cubicBezTo>
                    <a:pt x="8904" y="8510"/>
                    <a:pt x="9386" y="4588"/>
                    <a:pt x="9386" y="4588"/>
                  </a:cubicBezTo>
                  <a:cubicBezTo>
                    <a:pt x="9386" y="4588"/>
                    <a:pt x="10479" y="4074"/>
                    <a:pt x="10865" y="2949"/>
                  </a:cubicBezTo>
                  <a:cubicBezTo>
                    <a:pt x="11283" y="1824"/>
                    <a:pt x="9740" y="2145"/>
                    <a:pt x="9290" y="1984"/>
                  </a:cubicBezTo>
                  <a:cubicBezTo>
                    <a:pt x="8840" y="1824"/>
                    <a:pt x="8647" y="216"/>
                    <a:pt x="8647" y="216"/>
                  </a:cubicBezTo>
                  <a:cubicBezTo>
                    <a:pt x="8647" y="216"/>
                    <a:pt x="7307" y="0"/>
                    <a:pt x="5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62"/>
            <p:cNvSpPr/>
            <p:nvPr/>
          </p:nvSpPr>
          <p:spPr>
            <a:xfrm>
              <a:off x="2214000" y="2758250"/>
              <a:ext cx="276475" cy="255575"/>
            </a:xfrm>
            <a:custGeom>
              <a:avLst/>
              <a:gdLst/>
              <a:ahLst/>
              <a:cxnLst/>
              <a:rect l="l" t="t" r="r" b="b"/>
              <a:pathLst>
                <a:path w="11059" h="10223" extrusionOk="0">
                  <a:moveTo>
                    <a:pt x="5722" y="547"/>
                  </a:moveTo>
                  <a:cubicBezTo>
                    <a:pt x="6397" y="547"/>
                    <a:pt x="7073" y="611"/>
                    <a:pt x="7587" y="643"/>
                  </a:cubicBezTo>
                  <a:cubicBezTo>
                    <a:pt x="7844" y="675"/>
                    <a:pt x="8069" y="707"/>
                    <a:pt x="8198" y="739"/>
                  </a:cubicBezTo>
                  <a:cubicBezTo>
                    <a:pt x="8218" y="739"/>
                    <a:pt x="8236" y="740"/>
                    <a:pt x="8254" y="741"/>
                  </a:cubicBezTo>
                  <a:lnTo>
                    <a:pt x="8254" y="741"/>
                  </a:lnTo>
                  <a:cubicBezTo>
                    <a:pt x="8277" y="902"/>
                    <a:pt x="8319" y="1132"/>
                    <a:pt x="8390" y="1382"/>
                  </a:cubicBezTo>
                  <a:cubicBezTo>
                    <a:pt x="8423" y="1607"/>
                    <a:pt x="8519" y="1832"/>
                    <a:pt x="8615" y="2025"/>
                  </a:cubicBezTo>
                  <a:cubicBezTo>
                    <a:pt x="8648" y="2122"/>
                    <a:pt x="8712" y="2218"/>
                    <a:pt x="8776" y="2315"/>
                  </a:cubicBezTo>
                  <a:cubicBezTo>
                    <a:pt x="8840" y="2411"/>
                    <a:pt x="8937" y="2475"/>
                    <a:pt x="9033" y="2507"/>
                  </a:cubicBezTo>
                  <a:cubicBezTo>
                    <a:pt x="9194" y="2572"/>
                    <a:pt x="9387" y="2572"/>
                    <a:pt x="9548" y="2572"/>
                  </a:cubicBezTo>
                  <a:cubicBezTo>
                    <a:pt x="9805" y="2604"/>
                    <a:pt x="10094" y="2604"/>
                    <a:pt x="10287" y="2668"/>
                  </a:cubicBezTo>
                  <a:cubicBezTo>
                    <a:pt x="10383" y="2700"/>
                    <a:pt x="10448" y="2732"/>
                    <a:pt x="10480" y="2765"/>
                  </a:cubicBezTo>
                  <a:cubicBezTo>
                    <a:pt x="10512" y="2765"/>
                    <a:pt x="10512" y="2797"/>
                    <a:pt x="10512" y="2861"/>
                  </a:cubicBezTo>
                  <a:cubicBezTo>
                    <a:pt x="10512" y="2925"/>
                    <a:pt x="10512" y="3022"/>
                    <a:pt x="10480" y="3118"/>
                  </a:cubicBezTo>
                  <a:cubicBezTo>
                    <a:pt x="10287" y="3632"/>
                    <a:pt x="9933" y="4018"/>
                    <a:pt x="9644" y="4243"/>
                  </a:cubicBezTo>
                  <a:cubicBezTo>
                    <a:pt x="9516" y="4372"/>
                    <a:pt x="9355" y="4468"/>
                    <a:pt x="9258" y="4533"/>
                  </a:cubicBezTo>
                  <a:cubicBezTo>
                    <a:pt x="9226" y="4565"/>
                    <a:pt x="9194" y="4597"/>
                    <a:pt x="9162" y="4597"/>
                  </a:cubicBezTo>
                  <a:lnTo>
                    <a:pt x="9130" y="4629"/>
                  </a:lnTo>
                  <a:cubicBezTo>
                    <a:pt x="9033" y="4661"/>
                    <a:pt x="8969" y="4725"/>
                    <a:pt x="8969" y="4822"/>
                  </a:cubicBezTo>
                  <a:cubicBezTo>
                    <a:pt x="8969" y="4822"/>
                    <a:pt x="8937" y="5079"/>
                    <a:pt x="8873" y="5433"/>
                  </a:cubicBezTo>
                  <a:cubicBezTo>
                    <a:pt x="8808" y="6011"/>
                    <a:pt x="8680" y="6847"/>
                    <a:pt x="8551" y="7618"/>
                  </a:cubicBezTo>
                  <a:cubicBezTo>
                    <a:pt x="8487" y="8004"/>
                    <a:pt x="8423" y="8358"/>
                    <a:pt x="8358" y="8647"/>
                  </a:cubicBezTo>
                  <a:cubicBezTo>
                    <a:pt x="8326" y="8776"/>
                    <a:pt x="8294" y="8904"/>
                    <a:pt x="8262" y="9001"/>
                  </a:cubicBezTo>
                  <a:cubicBezTo>
                    <a:pt x="8230" y="9097"/>
                    <a:pt x="8198" y="9161"/>
                    <a:pt x="8198" y="9161"/>
                  </a:cubicBezTo>
                  <a:cubicBezTo>
                    <a:pt x="8101" y="9322"/>
                    <a:pt x="8005" y="9451"/>
                    <a:pt x="7876" y="9547"/>
                  </a:cubicBezTo>
                  <a:cubicBezTo>
                    <a:pt x="7780" y="9644"/>
                    <a:pt x="7651" y="9676"/>
                    <a:pt x="7394" y="9676"/>
                  </a:cubicBezTo>
                  <a:cubicBezTo>
                    <a:pt x="7169" y="9676"/>
                    <a:pt x="6880" y="9611"/>
                    <a:pt x="6430" y="9483"/>
                  </a:cubicBezTo>
                  <a:cubicBezTo>
                    <a:pt x="5080" y="9001"/>
                    <a:pt x="3955" y="8583"/>
                    <a:pt x="3955" y="8583"/>
                  </a:cubicBezTo>
                  <a:lnTo>
                    <a:pt x="3858" y="8583"/>
                  </a:lnTo>
                  <a:lnTo>
                    <a:pt x="3794" y="8551"/>
                  </a:lnTo>
                  <a:cubicBezTo>
                    <a:pt x="3665" y="8551"/>
                    <a:pt x="3344" y="8551"/>
                    <a:pt x="2894" y="8486"/>
                  </a:cubicBezTo>
                  <a:cubicBezTo>
                    <a:pt x="2733" y="8454"/>
                    <a:pt x="2637" y="8422"/>
                    <a:pt x="2572" y="8422"/>
                  </a:cubicBezTo>
                  <a:cubicBezTo>
                    <a:pt x="2540" y="8390"/>
                    <a:pt x="2508" y="8390"/>
                    <a:pt x="2476" y="8358"/>
                  </a:cubicBezTo>
                  <a:cubicBezTo>
                    <a:pt x="2412" y="8326"/>
                    <a:pt x="2315" y="8229"/>
                    <a:pt x="2219" y="8036"/>
                  </a:cubicBezTo>
                  <a:cubicBezTo>
                    <a:pt x="2090" y="7843"/>
                    <a:pt x="1929" y="7554"/>
                    <a:pt x="1704" y="7168"/>
                  </a:cubicBezTo>
                  <a:cubicBezTo>
                    <a:pt x="1415" y="6590"/>
                    <a:pt x="1062" y="6333"/>
                    <a:pt x="804" y="6172"/>
                  </a:cubicBezTo>
                  <a:cubicBezTo>
                    <a:pt x="708" y="6108"/>
                    <a:pt x="612" y="6043"/>
                    <a:pt x="612" y="6011"/>
                  </a:cubicBezTo>
                  <a:cubicBezTo>
                    <a:pt x="579" y="5979"/>
                    <a:pt x="547" y="5947"/>
                    <a:pt x="547" y="5850"/>
                  </a:cubicBezTo>
                  <a:cubicBezTo>
                    <a:pt x="547" y="5722"/>
                    <a:pt x="612" y="5400"/>
                    <a:pt x="804" y="4918"/>
                  </a:cubicBezTo>
                  <a:cubicBezTo>
                    <a:pt x="1126" y="3954"/>
                    <a:pt x="1447" y="3182"/>
                    <a:pt x="1833" y="2572"/>
                  </a:cubicBezTo>
                  <a:cubicBezTo>
                    <a:pt x="2187" y="1929"/>
                    <a:pt x="2637" y="1447"/>
                    <a:pt x="3279" y="997"/>
                  </a:cubicBezTo>
                  <a:cubicBezTo>
                    <a:pt x="3505" y="836"/>
                    <a:pt x="3890" y="707"/>
                    <a:pt x="4308" y="643"/>
                  </a:cubicBezTo>
                  <a:cubicBezTo>
                    <a:pt x="4726" y="579"/>
                    <a:pt x="5240" y="547"/>
                    <a:pt x="5722" y="547"/>
                  </a:cubicBezTo>
                  <a:close/>
                  <a:moveTo>
                    <a:pt x="5722" y="0"/>
                  </a:moveTo>
                  <a:cubicBezTo>
                    <a:pt x="5208" y="0"/>
                    <a:pt x="4694" y="32"/>
                    <a:pt x="4212" y="129"/>
                  </a:cubicBezTo>
                  <a:cubicBezTo>
                    <a:pt x="3762" y="193"/>
                    <a:pt x="3312" y="322"/>
                    <a:pt x="2990" y="547"/>
                  </a:cubicBezTo>
                  <a:cubicBezTo>
                    <a:pt x="2283" y="1029"/>
                    <a:pt x="1769" y="1607"/>
                    <a:pt x="1351" y="2282"/>
                  </a:cubicBezTo>
                  <a:cubicBezTo>
                    <a:pt x="933" y="2990"/>
                    <a:pt x="644" y="3793"/>
                    <a:pt x="290" y="4758"/>
                  </a:cubicBezTo>
                  <a:cubicBezTo>
                    <a:pt x="97" y="5272"/>
                    <a:pt x="33" y="5593"/>
                    <a:pt x="33" y="5850"/>
                  </a:cubicBezTo>
                  <a:cubicBezTo>
                    <a:pt x="1" y="6043"/>
                    <a:pt x="65" y="6236"/>
                    <a:pt x="194" y="6365"/>
                  </a:cubicBezTo>
                  <a:cubicBezTo>
                    <a:pt x="354" y="6525"/>
                    <a:pt x="515" y="6622"/>
                    <a:pt x="676" y="6751"/>
                  </a:cubicBezTo>
                  <a:cubicBezTo>
                    <a:pt x="869" y="6879"/>
                    <a:pt x="1029" y="7040"/>
                    <a:pt x="1254" y="7426"/>
                  </a:cubicBezTo>
                  <a:cubicBezTo>
                    <a:pt x="1640" y="8133"/>
                    <a:pt x="1833" y="8486"/>
                    <a:pt x="2058" y="8711"/>
                  </a:cubicBezTo>
                  <a:cubicBezTo>
                    <a:pt x="2154" y="8808"/>
                    <a:pt x="2283" y="8904"/>
                    <a:pt x="2412" y="8936"/>
                  </a:cubicBezTo>
                  <a:cubicBezTo>
                    <a:pt x="2540" y="8968"/>
                    <a:pt x="2669" y="8968"/>
                    <a:pt x="2829" y="9001"/>
                  </a:cubicBezTo>
                  <a:cubicBezTo>
                    <a:pt x="3280" y="9072"/>
                    <a:pt x="3608" y="9090"/>
                    <a:pt x="3762" y="9095"/>
                  </a:cubicBezTo>
                  <a:lnTo>
                    <a:pt x="3762" y="9095"/>
                  </a:lnTo>
                  <a:lnTo>
                    <a:pt x="3762" y="9097"/>
                  </a:lnTo>
                  <a:cubicBezTo>
                    <a:pt x="3762" y="9097"/>
                    <a:pt x="4887" y="9483"/>
                    <a:pt x="6269" y="9965"/>
                  </a:cubicBezTo>
                  <a:cubicBezTo>
                    <a:pt x="6719" y="10126"/>
                    <a:pt x="7105" y="10222"/>
                    <a:pt x="7394" y="10222"/>
                  </a:cubicBezTo>
                  <a:cubicBezTo>
                    <a:pt x="7715" y="10222"/>
                    <a:pt x="8005" y="10126"/>
                    <a:pt x="8198" y="9965"/>
                  </a:cubicBezTo>
                  <a:cubicBezTo>
                    <a:pt x="8390" y="9836"/>
                    <a:pt x="8551" y="9644"/>
                    <a:pt x="8648" y="9451"/>
                  </a:cubicBezTo>
                  <a:cubicBezTo>
                    <a:pt x="8712" y="9322"/>
                    <a:pt x="8744" y="9193"/>
                    <a:pt x="8808" y="9033"/>
                  </a:cubicBezTo>
                  <a:cubicBezTo>
                    <a:pt x="8969" y="8454"/>
                    <a:pt x="9130" y="7426"/>
                    <a:pt x="9258" y="6525"/>
                  </a:cubicBezTo>
                  <a:cubicBezTo>
                    <a:pt x="9378" y="5881"/>
                    <a:pt x="9461" y="5291"/>
                    <a:pt x="9497" y="5029"/>
                  </a:cubicBezTo>
                  <a:lnTo>
                    <a:pt x="9497" y="5029"/>
                  </a:lnTo>
                  <a:cubicBezTo>
                    <a:pt x="9819" y="4837"/>
                    <a:pt x="10604" y="4308"/>
                    <a:pt x="10962" y="3311"/>
                  </a:cubicBezTo>
                  <a:cubicBezTo>
                    <a:pt x="11026" y="3150"/>
                    <a:pt x="11058" y="3022"/>
                    <a:pt x="11058" y="2861"/>
                  </a:cubicBezTo>
                  <a:cubicBezTo>
                    <a:pt x="11058" y="2732"/>
                    <a:pt x="11026" y="2636"/>
                    <a:pt x="10962" y="2507"/>
                  </a:cubicBezTo>
                  <a:cubicBezTo>
                    <a:pt x="10866" y="2315"/>
                    <a:pt x="10673" y="2218"/>
                    <a:pt x="10512" y="2154"/>
                  </a:cubicBezTo>
                  <a:cubicBezTo>
                    <a:pt x="10255" y="2090"/>
                    <a:pt x="9998" y="2057"/>
                    <a:pt x="9741" y="2057"/>
                  </a:cubicBezTo>
                  <a:lnTo>
                    <a:pt x="9419" y="2057"/>
                  </a:lnTo>
                  <a:cubicBezTo>
                    <a:pt x="9323" y="2025"/>
                    <a:pt x="9258" y="2025"/>
                    <a:pt x="9226" y="2025"/>
                  </a:cubicBezTo>
                  <a:cubicBezTo>
                    <a:pt x="9226" y="2025"/>
                    <a:pt x="9130" y="1929"/>
                    <a:pt x="9065" y="1768"/>
                  </a:cubicBezTo>
                  <a:cubicBezTo>
                    <a:pt x="8969" y="1543"/>
                    <a:pt x="8873" y="1190"/>
                    <a:pt x="8840" y="932"/>
                  </a:cubicBezTo>
                  <a:cubicBezTo>
                    <a:pt x="8808" y="804"/>
                    <a:pt x="8776" y="675"/>
                    <a:pt x="8776" y="611"/>
                  </a:cubicBezTo>
                  <a:cubicBezTo>
                    <a:pt x="8744" y="514"/>
                    <a:pt x="8744" y="450"/>
                    <a:pt x="8744" y="450"/>
                  </a:cubicBezTo>
                  <a:cubicBezTo>
                    <a:pt x="8744" y="354"/>
                    <a:pt x="8648" y="257"/>
                    <a:pt x="8519" y="225"/>
                  </a:cubicBezTo>
                  <a:cubicBezTo>
                    <a:pt x="8519" y="225"/>
                    <a:pt x="7137" y="0"/>
                    <a:pt x="5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62"/>
            <p:cNvSpPr/>
            <p:nvPr/>
          </p:nvSpPr>
          <p:spPr>
            <a:xfrm>
              <a:off x="2414900" y="2812075"/>
              <a:ext cx="12900" cy="42625"/>
            </a:xfrm>
            <a:custGeom>
              <a:avLst/>
              <a:gdLst/>
              <a:ahLst/>
              <a:cxnLst/>
              <a:rect l="l" t="t" r="r" b="b"/>
              <a:pathLst>
                <a:path w="516" h="1705" extrusionOk="0">
                  <a:moveTo>
                    <a:pt x="194" y="1"/>
                  </a:moveTo>
                  <a:cubicBezTo>
                    <a:pt x="65" y="33"/>
                    <a:pt x="1" y="419"/>
                    <a:pt x="33" y="869"/>
                  </a:cubicBezTo>
                  <a:cubicBezTo>
                    <a:pt x="65" y="1351"/>
                    <a:pt x="194" y="1704"/>
                    <a:pt x="322" y="1704"/>
                  </a:cubicBezTo>
                  <a:cubicBezTo>
                    <a:pt x="451" y="1672"/>
                    <a:pt x="515" y="1287"/>
                    <a:pt x="483" y="837"/>
                  </a:cubicBezTo>
                  <a:cubicBezTo>
                    <a:pt x="451" y="387"/>
                    <a:pt x="322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62"/>
            <p:cNvSpPr/>
            <p:nvPr/>
          </p:nvSpPr>
          <p:spPr>
            <a:xfrm>
              <a:off x="2047650" y="2005300"/>
              <a:ext cx="213800" cy="665375"/>
            </a:xfrm>
            <a:custGeom>
              <a:avLst/>
              <a:gdLst/>
              <a:ahLst/>
              <a:cxnLst/>
              <a:rect l="l" t="t" r="r" b="b"/>
              <a:pathLst>
                <a:path w="8552" h="26615" extrusionOk="0">
                  <a:moveTo>
                    <a:pt x="3933" y="1"/>
                  </a:moveTo>
                  <a:cubicBezTo>
                    <a:pt x="3662" y="1"/>
                    <a:pt x="3472" y="320"/>
                    <a:pt x="3472" y="320"/>
                  </a:cubicBezTo>
                  <a:lnTo>
                    <a:pt x="3858" y="2795"/>
                  </a:lnTo>
                  <a:cubicBezTo>
                    <a:pt x="3858" y="2795"/>
                    <a:pt x="2733" y="417"/>
                    <a:pt x="2315" y="159"/>
                  </a:cubicBezTo>
                  <a:cubicBezTo>
                    <a:pt x="2178" y="85"/>
                    <a:pt x="2061" y="55"/>
                    <a:pt x="1960" y="55"/>
                  </a:cubicBezTo>
                  <a:cubicBezTo>
                    <a:pt x="1541" y="55"/>
                    <a:pt x="1415" y="577"/>
                    <a:pt x="1415" y="577"/>
                  </a:cubicBezTo>
                  <a:lnTo>
                    <a:pt x="2830" y="3824"/>
                  </a:lnTo>
                  <a:cubicBezTo>
                    <a:pt x="2830" y="3824"/>
                    <a:pt x="1640" y="1574"/>
                    <a:pt x="1126" y="1445"/>
                  </a:cubicBezTo>
                  <a:cubicBezTo>
                    <a:pt x="1081" y="1434"/>
                    <a:pt x="1041" y="1429"/>
                    <a:pt x="1004" y="1429"/>
                  </a:cubicBezTo>
                  <a:cubicBezTo>
                    <a:pt x="617" y="1429"/>
                    <a:pt x="644" y="1992"/>
                    <a:pt x="644" y="1992"/>
                  </a:cubicBezTo>
                  <a:lnTo>
                    <a:pt x="2058" y="4853"/>
                  </a:lnTo>
                  <a:cubicBezTo>
                    <a:pt x="2058" y="4853"/>
                    <a:pt x="1544" y="4081"/>
                    <a:pt x="1029" y="3695"/>
                  </a:cubicBezTo>
                  <a:cubicBezTo>
                    <a:pt x="893" y="3593"/>
                    <a:pt x="777" y="3552"/>
                    <a:pt x="684" y="3552"/>
                  </a:cubicBezTo>
                  <a:cubicBezTo>
                    <a:pt x="427" y="3552"/>
                    <a:pt x="350" y="3869"/>
                    <a:pt x="515" y="4081"/>
                  </a:cubicBezTo>
                  <a:cubicBezTo>
                    <a:pt x="708" y="4338"/>
                    <a:pt x="3215" y="7971"/>
                    <a:pt x="3215" y="7971"/>
                  </a:cubicBezTo>
                  <a:cubicBezTo>
                    <a:pt x="3215" y="7971"/>
                    <a:pt x="1" y="18450"/>
                    <a:pt x="1" y="20153"/>
                  </a:cubicBezTo>
                  <a:cubicBezTo>
                    <a:pt x="1" y="21825"/>
                    <a:pt x="901" y="26614"/>
                    <a:pt x="901" y="26614"/>
                  </a:cubicBezTo>
                  <a:lnTo>
                    <a:pt x="5433" y="26100"/>
                  </a:lnTo>
                  <a:lnTo>
                    <a:pt x="4790" y="20411"/>
                  </a:lnTo>
                  <a:lnTo>
                    <a:pt x="5433" y="7971"/>
                  </a:lnTo>
                  <a:cubicBezTo>
                    <a:pt x="5433" y="7971"/>
                    <a:pt x="6333" y="6653"/>
                    <a:pt x="6719" y="6267"/>
                  </a:cubicBezTo>
                  <a:cubicBezTo>
                    <a:pt x="6976" y="6010"/>
                    <a:pt x="7812" y="5303"/>
                    <a:pt x="8294" y="4917"/>
                  </a:cubicBezTo>
                  <a:cubicBezTo>
                    <a:pt x="8519" y="4724"/>
                    <a:pt x="8551" y="4403"/>
                    <a:pt x="8423" y="4178"/>
                  </a:cubicBezTo>
                  <a:cubicBezTo>
                    <a:pt x="8309" y="3973"/>
                    <a:pt x="8114" y="3865"/>
                    <a:pt x="7908" y="3865"/>
                  </a:cubicBezTo>
                  <a:cubicBezTo>
                    <a:pt x="7823" y="3865"/>
                    <a:pt x="7736" y="3883"/>
                    <a:pt x="7651" y="3920"/>
                  </a:cubicBezTo>
                  <a:lnTo>
                    <a:pt x="5819" y="4853"/>
                  </a:lnTo>
                  <a:cubicBezTo>
                    <a:pt x="5819" y="4853"/>
                    <a:pt x="4758" y="1092"/>
                    <a:pt x="4533" y="577"/>
                  </a:cubicBezTo>
                  <a:cubicBezTo>
                    <a:pt x="4318" y="135"/>
                    <a:pt x="4108" y="1"/>
                    <a:pt x="39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62"/>
            <p:cNvSpPr/>
            <p:nvPr/>
          </p:nvSpPr>
          <p:spPr>
            <a:xfrm>
              <a:off x="2047650" y="2204550"/>
              <a:ext cx="80400" cy="466125"/>
            </a:xfrm>
            <a:custGeom>
              <a:avLst/>
              <a:gdLst/>
              <a:ahLst/>
              <a:cxnLst/>
              <a:rect l="l" t="t" r="r" b="b"/>
              <a:pathLst>
                <a:path w="3216" h="18645" extrusionOk="0">
                  <a:moveTo>
                    <a:pt x="3215" y="1"/>
                  </a:moveTo>
                  <a:cubicBezTo>
                    <a:pt x="3215" y="1"/>
                    <a:pt x="1" y="10480"/>
                    <a:pt x="1" y="12183"/>
                  </a:cubicBezTo>
                  <a:cubicBezTo>
                    <a:pt x="1" y="13855"/>
                    <a:pt x="901" y="18644"/>
                    <a:pt x="901" y="18644"/>
                  </a:cubicBezTo>
                  <a:lnTo>
                    <a:pt x="2090" y="18516"/>
                  </a:lnTo>
                  <a:cubicBezTo>
                    <a:pt x="2090" y="17134"/>
                    <a:pt x="2058" y="15848"/>
                    <a:pt x="2026" y="14948"/>
                  </a:cubicBezTo>
                  <a:cubicBezTo>
                    <a:pt x="1865" y="11541"/>
                    <a:pt x="3215" y="1"/>
                    <a:pt x="3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62"/>
            <p:cNvSpPr/>
            <p:nvPr/>
          </p:nvSpPr>
          <p:spPr>
            <a:xfrm>
              <a:off x="2054100" y="2240725"/>
              <a:ext cx="69925" cy="289325"/>
            </a:xfrm>
            <a:custGeom>
              <a:avLst/>
              <a:gdLst/>
              <a:ahLst/>
              <a:cxnLst/>
              <a:rect l="l" t="t" r="r" b="b"/>
              <a:pathLst>
                <a:path w="2797" h="11573" extrusionOk="0">
                  <a:moveTo>
                    <a:pt x="2797" y="0"/>
                  </a:moveTo>
                  <a:lnTo>
                    <a:pt x="2797" y="0"/>
                  </a:lnTo>
                  <a:cubicBezTo>
                    <a:pt x="2572" y="804"/>
                    <a:pt x="2250" y="1864"/>
                    <a:pt x="1897" y="3022"/>
                  </a:cubicBezTo>
                  <a:cubicBezTo>
                    <a:pt x="1222" y="5433"/>
                    <a:pt x="450" y="8229"/>
                    <a:pt x="129" y="9772"/>
                  </a:cubicBezTo>
                  <a:cubicBezTo>
                    <a:pt x="32" y="10222"/>
                    <a:pt x="0" y="10543"/>
                    <a:pt x="0" y="10736"/>
                  </a:cubicBezTo>
                  <a:cubicBezTo>
                    <a:pt x="0" y="10961"/>
                    <a:pt x="0" y="11219"/>
                    <a:pt x="32" y="11572"/>
                  </a:cubicBezTo>
                  <a:cubicBezTo>
                    <a:pt x="257" y="11508"/>
                    <a:pt x="482" y="11476"/>
                    <a:pt x="739" y="11444"/>
                  </a:cubicBezTo>
                  <a:cubicBezTo>
                    <a:pt x="804" y="11411"/>
                    <a:pt x="868" y="11379"/>
                    <a:pt x="964" y="11347"/>
                  </a:cubicBezTo>
                  <a:cubicBezTo>
                    <a:pt x="1222" y="11283"/>
                    <a:pt x="1511" y="11186"/>
                    <a:pt x="1800" y="11154"/>
                  </a:cubicBezTo>
                  <a:cubicBezTo>
                    <a:pt x="1961" y="7747"/>
                    <a:pt x="2507" y="2540"/>
                    <a:pt x="2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62"/>
            <p:cNvSpPr/>
            <p:nvPr/>
          </p:nvSpPr>
          <p:spPr>
            <a:xfrm>
              <a:off x="2040425" y="1998825"/>
              <a:ext cx="226650" cy="679075"/>
            </a:xfrm>
            <a:custGeom>
              <a:avLst/>
              <a:gdLst/>
              <a:ahLst/>
              <a:cxnLst/>
              <a:rect l="l" t="t" r="r" b="b"/>
              <a:pathLst>
                <a:path w="9066" h="27163" extrusionOk="0">
                  <a:moveTo>
                    <a:pt x="4211" y="515"/>
                  </a:moveTo>
                  <a:cubicBezTo>
                    <a:pt x="4244" y="515"/>
                    <a:pt x="4276" y="515"/>
                    <a:pt x="4340" y="579"/>
                  </a:cubicBezTo>
                  <a:cubicBezTo>
                    <a:pt x="4372" y="643"/>
                    <a:pt x="4469" y="740"/>
                    <a:pt x="4565" y="965"/>
                  </a:cubicBezTo>
                  <a:cubicBezTo>
                    <a:pt x="4597" y="997"/>
                    <a:pt x="4629" y="1094"/>
                    <a:pt x="4694" y="1254"/>
                  </a:cubicBezTo>
                  <a:cubicBezTo>
                    <a:pt x="4854" y="1769"/>
                    <a:pt x="5144" y="2765"/>
                    <a:pt x="5401" y="3601"/>
                  </a:cubicBezTo>
                  <a:cubicBezTo>
                    <a:pt x="5658" y="4469"/>
                    <a:pt x="5851" y="5176"/>
                    <a:pt x="5851" y="5176"/>
                  </a:cubicBezTo>
                  <a:cubicBezTo>
                    <a:pt x="5883" y="5272"/>
                    <a:pt x="5915" y="5337"/>
                    <a:pt x="6012" y="5369"/>
                  </a:cubicBezTo>
                  <a:cubicBezTo>
                    <a:pt x="6038" y="5382"/>
                    <a:pt x="6065" y="5390"/>
                    <a:pt x="6094" y="5390"/>
                  </a:cubicBezTo>
                  <a:cubicBezTo>
                    <a:pt x="6135" y="5390"/>
                    <a:pt x="6180" y="5374"/>
                    <a:pt x="6237" y="5337"/>
                  </a:cubicBezTo>
                  <a:lnTo>
                    <a:pt x="8069" y="4437"/>
                  </a:lnTo>
                  <a:lnTo>
                    <a:pt x="8197" y="4404"/>
                  </a:lnTo>
                  <a:cubicBezTo>
                    <a:pt x="8326" y="4404"/>
                    <a:pt x="8422" y="4469"/>
                    <a:pt x="8487" y="4565"/>
                  </a:cubicBezTo>
                  <a:cubicBezTo>
                    <a:pt x="8519" y="4597"/>
                    <a:pt x="8519" y="4662"/>
                    <a:pt x="8519" y="4726"/>
                  </a:cubicBezTo>
                  <a:cubicBezTo>
                    <a:pt x="8519" y="4822"/>
                    <a:pt x="8487" y="4887"/>
                    <a:pt x="8422" y="4951"/>
                  </a:cubicBezTo>
                  <a:cubicBezTo>
                    <a:pt x="8165" y="5176"/>
                    <a:pt x="7844" y="5433"/>
                    <a:pt x="7555" y="5690"/>
                  </a:cubicBezTo>
                  <a:cubicBezTo>
                    <a:pt x="7233" y="5947"/>
                    <a:pt x="6976" y="6204"/>
                    <a:pt x="6815" y="6333"/>
                  </a:cubicBezTo>
                  <a:cubicBezTo>
                    <a:pt x="6590" y="6558"/>
                    <a:pt x="6269" y="6976"/>
                    <a:pt x="6012" y="7362"/>
                  </a:cubicBezTo>
                  <a:cubicBezTo>
                    <a:pt x="5722" y="7747"/>
                    <a:pt x="5497" y="8069"/>
                    <a:pt x="5497" y="8069"/>
                  </a:cubicBezTo>
                  <a:cubicBezTo>
                    <a:pt x="5465" y="8101"/>
                    <a:pt x="5465" y="8165"/>
                    <a:pt x="5465" y="8197"/>
                  </a:cubicBezTo>
                  <a:lnTo>
                    <a:pt x="4790" y="20670"/>
                  </a:lnTo>
                  <a:lnTo>
                    <a:pt x="4790" y="20702"/>
                  </a:lnTo>
                  <a:lnTo>
                    <a:pt x="5433" y="26134"/>
                  </a:lnTo>
                  <a:lnTo>
                    <a:pt x="1401" y="26589"/>
                  </a:lnTo>
                  <a:lnTo>
                    <a:pt x="1401" y="26589"/>
                  </a:lnTo>
                  <a:cubicBezTo>
                    <a:pt x="1377" y="26455"/>
                    <a:pt x="1348" y="26276"/>
                    <a:pt x="1318" y="26070"/>
                  </a:cubicBezTo>
                  <a:cubicBezTo>
                    <a:pt x="1190" y="25363"/>
                    <a:pt x="997" y="24238"/>
                    <a:pt x="836" y="23145"/>
                  </a:cubicBezTo>
                  <a:cubicBezTo>
                    <a:pt x="676" y="22084"/>
                    <a:pt x="547" y="20991"/>
                    <a:pt x="547" y="20412"/>
                  </a:cubicBezTo>
                  <a:cubicBezTo>
                    <a:pt x="547" y="20219"/>
                    <a:pt x="579" y="19898"/>
                    <a:pt x="676" y="19448"/>
                  </a:cubicBezTo>
                  <a:cubicBezTo>
                    <a:pt x="997" y="17905"/>
                    <a:pt x="1769" y="15109"/>
                    <a:pt x="2444" y="12698"/>
                  </a:cubicBezTo>
                  <a:cubicBezTo>
                    <a:pt x="2797" y="11508"/>
                    <a:pt x="3119" y="10415"/>
                    <a:pt x="3376" y="9612"/>
                  </a:cubicBezTo>
                  <a:cubicBezTo>
                    <a:pt x="3601" y="8808"/>
                    <a:pt x="3761" y="8294"/>
                    <a:pt x="3761" y="8294"/>
                  </a:cubicBezTo>
                  <a:cubicBezTo>
                    <a:pt x="3794" y="8230"/>
                    <a:pt x="3794" y="8133"/>
                    <a:pt x="3729" y="8069"/>
                  </a:cubicBezTo>
                  <a:cubicBezTo>
                    <a:pt x="3729" y="8069"/>
                    <a:pt x="3119" y="7169"/>
                    <a:pt x="2444" y="6237"/>
                  </a:cubicBezTo>
                  <a:cubicBezTo>
                    <a:pt x="2122" y="5754"/>
                    <a:pt x="1801" y="5272"/>
                    <a:pt x="1511" y="4887"/>
                  </a:cubicBezTo>
                  <a:cubicBezTo>
                    <a:pt x="1383" y="4726"/>
                    <a:pt x="1286" y="4533"/>
                    <a:pt x="1190" y="4437"/>
                  </a:cubicBezTo>
                  <a:cubicBezTo>
                    <a:pt x="1093" y="4308"/>
                    <a:pt x="1029" y="4212"/>
                    <a:pt x="997" y="4179"/>
                  </a:cubicBezTo>
                  <a:lnTo>
                    <a:pt x="965" y="4083"/>
                  </a:lnTo>
                  <a:cubicBezTo>
                    <a:pt x="997" y="4083"/>
                    <a:pt x="1061" y="4083"/>
                    <a:pt x="1158" y="4147"/>
                  </a:cubicBezTo>
                  <a:cubicBezTo>
                    <a:pt x="1383" y="4340"/>
                    <a:pt x="1640" y="4597"/>
                    <a:pt x="1801" y="4854"/>
                  </a:cubicBezTo>
                  <a:cubicBezTo>
                    <a:pt x="1897" y="4951"/>
                    <a:pt x="1994" y="5079"/>
                    <a:pt x="2026" y="5144"/>
                  </a:cubicBezTo>
                  <a:lnTo>
                    <a:pt x="2090" y="5240"/>
                  </a:lnTo>
                  <a:lnTo>
                    <a:pt x="2122" y="5272"/>
                  </a:lnTo>
                  <a:cubicBezTo>
                    <a:pt x="2184" y="5335"/>
                    <a:pt x="2260" y="5370"/>
                    <a:pt x="2340" y="5370"/>
                  </a:cubicBezTo>
                  <a:cubicBezTo>
                    <a:pt x="2385" y="5370"/>
                    <a:pt x="2430" y="5359"/>
                    <a:pt x="2476" y="5337"/>
                  </a:cubicBezTo>
                  <a:cubicBezTo>
                    <a:pt x="2604" y="5272"/>
                    <a:pt x="2636" y="5112"/>
                    <a:pt x="2572" y="4983"/>
                  </a:cubicBezTo>
                  <a:lnTo>
                    <a:pt x="2560" y="4959"/>
                  </a:lnTo>
                  <a:lnTo>
                    <a:pt x="2560" y="4959"/>
                  </a:lnTo>
                  <a:lnTo>
                    <a:pt x="2572" y="4951"/>
                  </a:lnTo>
                  <a:cubicBezTo>
                    <a:pt x="2572" y="4951"/>
                    <a:pt x="2553" y="4922"/>
                    <a:pt x="2517" y="4873"/>
                  </a:cubicBezTo>
                  <a:lnTo>
                    <a:pt x="2517" y="4873"/>
                  </a:lnTo>
                  <a:lnTo>
                    <a:pt x="1190" y="2219"/>
                  </a:lnTo>
                  <a:lnTo>
                    <a:pt x="1190" y="2219"/>
                  </a:lnTo>
                  <a:cubicBezTo>
                    <a:pt x="1191" y="2167"/>
                    <a:pt x="1197" y="2076"/>
                    <a:pt x="1222" y="2026"/>
                  </a:cubicBezTo>
                  <a:lnTo>
                    <a:pt x="1254" y="1961"/>
                  </a:lnTo>
                  <a:lnTo>
                    <a:pt x="1351" y="1961"/>
                  </a:lnTo>
                  <a:cubicBezTo>
                    <a:pt x="1351" y="1961"/>
                    <a:pt x="1415" y="1994"/>
                    <a:pt x="1479" y="2058"/>
                  </a:cubicBezTo>
                  <a:cubicBezTo>
                    <a:pt x="1736" y="2283"/>
                    <a:pt x="2090" y="2829"/>
                    <a:pt x="2379" y="3311"/>
                  </a:cubicBezTo>
                  <a:cubicBezTo>
                    <a:pt x="2540" y="3536"/>
                    <a:pt x="2669" y="3762"/>
                    <a:pt x="2733" y="3922"/>
                  </a:cubicBezTo>
                  <a:cubicBezTo>
                    <a:pt x="2829" y="4083"/>
                    <a:pt x="2894" y="4212"/>
                    <a:pt x="2894" y="4212"/>
                  </a:cubicBezTo>
                  <a:cubicBezTo>
                    <a:pt x="2936" y="4297"/>
                    <a:pt x="3022" y="4340"/>
                    <a:pt x="3113" y="4340"/>
                  </a:cubicBezTo>
                  <a:cubicBezTo>
                    <a:pt x="3158" y="4340"/>
                    <a:pt x="3204" y="4329"/>
                    <a:pt x="3247" y="4308"/>
                  </a:cubicBezTo>
                  <a:cubicBezTo>
                    <a:pt x="3376" y="4244"/>
                    <a:pt x="3440" y="4083"/>
                    <a:pt x="3376" y="3954"/>
                  </a:cubicBezTo>
                  <a:lnTo>
                    <a:pt x="1993" y="811"/>
                  </a:lnTo>
                  <a:lnTo>
                    <a:pt x="1993" y="811"/>
                  </a:lnTo>
                  <a:cubicBezTo>
                    <a:pt x="2008" y="775"/>
                    <a:pt x="2030" y="735"/>
                    <a:pt x="2058" y="708"/>
                  </a:cubicBezTo>
                  <a:lnTo>
                    <a:pt x="2122" y="611"/>
                  </a:lnTo>
                  <a:lnTo>
                    <a:pt x="2251" y="579"/>
                  </a:lnTo>
                  <a:cubicBezTo>
                    <a:pt x="2283" y="579"/>
                    <a:pt x="2347" y="611"/>
                    <a:pt x="2476" y="676"/>
                  </a:cubicBezTo>
                  <a:cubicBezTo>
                    <a:pt x="2476" y="676"/>
                    <a:pt x="2540" y="740"/>
                    <a:pt x="2604" y="804"/>
                  </a:cubicBezTo>
                  <a:cubicBezTo>
                    <a:pt x="2829" y="1094"/>
                    <a:pt x="3151" y="1704"/>
                    <a:pt x="3440" y="2186"/>
                  </a:cubicBezTo>
                  <a:cubicBezTo>
                    <a:pt x="3569" y="2476"/>
                    <a:pt x="3697" y="2701"/>
                    <a:pt x="3794" y="2861"/>
                  </a:cubicBezTo>
                  <a:cubicBezTo>
                    <a:pt x="3858" y="3054"/>
                    <a:pt x="3922" y="3151"/>
                    <a:pt x="3922" y="3151"/>
                  </a:cubicBezTo>
                  <a:cubicBezTo>
                    <a:pt x="3969" y="3245"/>
                    <a:pt x="4051" y="3305"/>
                    <a:pt x="4142" y="3305"/>
                  </a:cubicBezTo>
                  <a:cubicBezTo>
                    <a:pt x="4175" y="3305"/>
                    <a:pt x="4209" y="3297"/>
                    <a:pt x="4244" y="3279"/>
                  </a:cubicBezTo>
                  <a:cubicBezTo>
                    <a:pt x="4372" y="3247"/>
                    <a:pt x="4437" y="3119"/>
                    <a:pt x="4437" y="2990"/>
                  </a:cubicBezTo>
                  <a:lnTo>
                    <a:pt x="4064" y="633"/>
                  </a:lnTo>
                  <a:lnTo>
                    <a:pt x="4064" y="633"/>
                  </a:lnTo>
                  <a:cubicBezTo>
                    <a:pt x="4070" y="625"/>
                    <a:pt x="4077" y="618"/>
                    <a:pt x="4083" y="611"/>
                  </a:cubicBezTo>
                  <a:cubicBezTo>
                    <a:pt x="4147" y="547"/>
                    <a:pt x="4211" y="515"/>
                    <a:pt x="4211" y="515"/>
                  </a:cubicBezTo>
                  <a:close/>
                  <a:moveTo>
                    <a:pt x="4211" y="1"/>
                  </a:moveTo>
                  <a:cubicBezTo>
                    <a:pt x="3986" y="1"/>
                    <a:pt x="3826" y="129"/>
                    <a:pt x="3697" y="226"/>
                  </a:cubicBezTo>
                  <a:cubicBezTo>
                    <a:pt x="3601" y="322"/>
                    <a:pt x="3536" y="418"/>
                    <a:pt x="3536" y="451"/>
                  </a:cubicBezTo>
                  <a:cubicBezTo>
                    <a:pt x="3504" y="483"/>
                    <a:pt x="3504" y="547"/>
                    <a:pt x="3504" y="611"/>
                  </a:cubicBezTo>
                  <a:lnTo>
                    <a:pt x="3638" y="1468"/>
                  </a:lnTo>
                  <a:lnTo>
                    <a:pt x="3638" y="1468"/>
                  </a:lnTo>
                  <a:cubicBezTo>
                    <a:pt x="3508" y="1228"/>
                    <a:pt x="3368" y="998"/>
                    <a:pt x="3247" y="804"/>
                  </a:cubicBezTo>
                  <a:cubicBezTo>
                    <a:pt x="3151" y="643"/>
                    <a:pt x="3086" y="547"/>
                    <a:pt x="2990" y="451"/>
                  </a:cubicBezTo>
                  <a:cubicBezTo>
                    <a:pt x="2926" y="354"/>
                    <a:pt x="2829" y="258"/>
                    <a:pt x="2733" y="193"/>
                  </a:cubicBezTo>
                  <a:cubicBezTo>
                    <a:pt x="2572" y="97"/>
                    <a:pt x="2411" y="65"/>
                    <a:pt x="2251" y="65"/>
                  </a:cubicBezTo>
                  <a:cubicBezTo>
                    <a:pt x="2090" y="65"/>
                    <a:pt x="1929" y="97"/>
                    <a:pt x="1833" y="193"/>
                  </a:cubicBezTo>
                  <a:cubicBezTo>
                    <a:pt x="1672" y="290"/>
                    <a:pt x="1576" y="451"/>
                    <a:pt x="1511" y="547"/>
                  </a:cubicBezTo>
                  <a:cubicBezTo>
                    <a:pt x="1479" y="676"/>
                    <a:pt x="1447" y="772"/>
                    <a:pt x="1447" y="772"/>
                  </a:cubicBezTo>
                  <a:cubicBezTo>
                    <a:pt x="1415" y="836"/>
                    <a:pt x="1447" y="901"/>
                    <a:pt x="1447" y="933"/>
                  </a:cubicBezTo>
                  <a:lnTo>
                    <a:pt x="1729" y="1565"/>
                  </a:lnTo>
                  <a:lnTo>
                    <a:pt x="1729" y="1565"/>
                  </a:lnTo>
                  <a:cubicBezTo>
                    <a:pt x="1646" y="1509"/>
                    <a:pt x="1571" y="1470"/>
                    <a:pt x="1479" y="1447"/>
                  </a:cubicBezTo>
                  <a:cubicBezTo>
                    <a:pt x="1415" y="1415"/>
                    <a:pt x="1351" y="1415"/>
                    <a:pt x="1286" y="1415"/>
                  </a:cubicBezTo>
                  <a:cubicBezTo>
                    <a:pt x="1158" y="1415"/>
                    <a:pt x="997" y="1479"/>
                    <a:pt x="901" y="1544"/>
                  </a:cubicBezTo>
                  <a:cubicBezTo>
                    <a:pt x="772" y="1704"/>
                    <a:pt x="708" y="1833"/>
                    <a:pt x="676" y="1961"/>
                  </a:cubicBezTo>
                  <a:cubicBezTo>
                    <a:pt x="643" y="2090"/>
                    <a:pt x="643" y="2219"/>
                    <a:pt x="643" y="2251"/>
                  </a:cubicBezTo>
                  <a:lnTo>
                    <a:pt x="643" y="2283"/>
                  </a:lnTo>
                  <a:lnTo>
                    <a:pt x="676" y="2379"/>
                  </a:lnTo>
                  <a:lnTo>
                    <a:pt x="1299" y="3613"/>
                  </a:lnTo>
                  <a:lnTo>
                    <a:pt x="1299" y="3613"/>
                  </a:lnTo>
                  <a:cubicBezTo>
                    <a:pt x="1195" y="3562"/>
                    <a:pt x="1087" y="3536"/>
                    <a:pt x="965" y="3536"/>
                  </a:cubicBezTo>
                  <a:cubicBezTo>
                    <a:pt x="804" y="3536"/>
                    <a:pt x="643" y="3601"/>
                    <a:pt x="579" y="3729"/>
                  </a:cubicBezTo>
                  <a:cubicBezTo>
                    <a:pt x="483" y="3826"/>
                    <a:pt x="451" y="3954"/>
                    <a:pt x="451" y="4083"/>
                  </a:cubicBezTo>
                  <a:cubicBezTo>
                    <a:pt x="451" y="4244"/>
                    <a:pt x="483" y="4372"/>
                    <a:pt x="579" y="4501"/>
                  </a:cubicBezTo>
                  <a:cubicBezTo>
                    <a:pt x="611" y="4533"/>
                    <a:pt x="676" y="4597"/>
                    <a:pt x="740" y="4726"/>
                  </a:cubicBezTo>
                  <a:cubicBezTo>
                    <a:pt x="1061" y="5176"/>
                    <a:pt x="1704" y="6076"/>
                    <a:pt x="2251" y="6880"/>
                  </a:cubicBezTo>
                  <a:cubicBezTo>
                    <a:pt x="2694" y="7496"/>
                    <a:pt x="3063" y="8037"/>
                    <a:pt x="3210" y="8255"/>
                  </a:cubicBezTo>
                  <a:lnTo>
                    <a:pt x="3210" y="8255"/>
                  </a:lnTo>
                  <a:cubicBezTo>
                    <a:pt x="3044" y="8804"/>
                    <a:pt x="2342" y="11127"/>
                    <a:pt x="1640" y="13598"/>
                  </a:cubicBezTo>
                  <a:cubicBezTo>
                    <a:pt x="1222" y="15012"/>
                    <a:pt x="836" y="16491"/>
                    <a:pt x="515" y="17712"/>
                  </a:cubicBezTo>
                  <a:cubicBezTo>
                    <a:pt x="354" y="18323"/>
                    <a:pt x="226" y="18902"/>
                    <a:pt x="161" y="19352"/>
                  </a:cubicBezTo>
                  <a:cubicBezTo>
                    <a:pt x="65" y="19802"/>
                    <a:pt x="1" y="20155"/>
                    <a:pt x="1" y="20412"/>
                  </a:cubicBezTo>
                  <a:cubicBezTo>
                    <a:pt x="1" y="21280"/>
                    <a:pt x="226" y="22887"/>
                    <a:pt x="451" y="24302"/>
                  </a:cubicBezTo>
                  <a:cubicBezTo>
                    <a:pt x="676" y="25716"/>
                    <a:pt x="933" y="26938"/>
                    <a:pt x="933" y="26938"/>
                  </a:cubicBezTo>
                  <a:cubicBezTo>
                    <a:pt x="933" y="27066"/>
                    <a:pt x="1061" y="27163"/>
                    <a:pt x="1222" y="27163"/>
                  </a:cubicBezTo>
                  <a:lnTo>
                    <a:pt x="5754" y="26616"/>
                  </a:lnTo>
                  <a:cubicBezTo>
                    <a:pt x="5819" y="26616"/>
                    <a:pt x="5883" y="26584"/>
                    <a:pt x="5915" y="26520"/>
                  </a:cubicBezTo>
                  <a:cubicBezTo>
                    <a:pt x="5979" y="26488"/>
                    <a:pt x="5979" y="26391"/>
                    <a:pt x="5979" y="26327"/>
                  </a:cubicBezTo>
                  <a:lnTo>
                    <a:pt x="5337" y="20670"/>
                  </a:lnTo>
                  <a:lnTo>
                    <a:pt x="5973" y="8353"/>
                  </a:lnTo>
                  <a:lnTo>
                    <a:pt x="5973" y="8353"/>
                  </a:lnTo>
                  <a:cubicBezTo>
                    <a:pt x="6039" y="8258"/>
                    <a:pt x="6224" y="7991"/>
                    <a:pt x="6429" y="7683"/>
                  </a:cubicBezTo>
                  <a:cubicBezTo>
                    <a:pt x="6719" y="7330"/>
                    <a:pt x="7040" y="6880"/>
                    <a:pt x="7201" y="6719"/>
                  </a:cubicBezTo>
                  <a:cubicBezTo>
                    <a:pt x="7329" y="6590"/>
                    <a:pt x="7587" y="6365"/>
                    <a:pt x="7876" y="6108"/>
                  </a:cubicBezTo>
                  <a:cubicBezTo>
                    <a:pt x="8197" y="5851"/>
                    <a:pt x="8519" y="5562"/>
                    <a:pt x="8744" y="5369"/>
                  </a:cubicBezTo>
                  <a:cubicBezTo>
                    <a:pt x="8969" y="5208"/>
                    <a:pt x="9065" y="4951"/>
                    <a:pt x="9065" y="4726"/>
                  </a:cubicBezTo>
                  <a:cubicBezTo>
                    <a:pt x="9065" y="4565"/>
                    <a:pt x="9033" y="4437"/>
                    <a:pt x="8937" y="4308"/>
                  </a:cubicBezTo>
                  <a:cubicBezTo>
                    <a:pt x="8776" y="4019"/>
                    <a:pt x="8487" y="3858"/>
                    <a:pt x="8197" y="3858"/>
                  </a:cubicBezTo>
                  <a:cubicBezTo>
                    <a:pt x="8069" y="3858"/>
                    <a:pt x="7940" y="3890"/>
                    <a:pt x="7812" y="3954"/>
                  </a:cubicBezTo>
                  <a:lnTo>
                    <a:pt x="6279" y="4734"/>
                  </a:lnTo>
                  <a:lnTo>
                    <a:pt x="6279" y="4734"/>
                  </a:lnTo>
                  <a:cubicBezTo>
                    <a:pt x="6179" y="4376"/>
                    <a:pt x="6006" y="3751"/>
                    <a:pt x="5819" y="3086"/>
                  </a:cubicBezTo>
                  <a:cubicBezTo>
                    <a:pt x="5658" y="2604"/>
                    <a:pt x="5497" y="2058"/>
                    <a:pt x="5369" y="1640"/>
                  </a:cubicBezTo>
                  <a:cubicBezTo>
                    <a:pt x="5304" y="1415"/>
                    <a:pt x="5240" y="1254"/>
                    <a:pt x="5176" y="1094"/>
                  </a:cubicBezTo>
                  <a:cubicBezTo>
                    <a:pt x="5144" y="933"/>
                    <a:pt x="5079" y="804"/>
                    <a:pt x="5047" y="708"/>
                  </a:cubicBezTo>
                  <a:cubicBezTo>
                    <a:pt x="4951" y="483"/>
                    <a:pt x="4822" y="322"/>
                    <a:pt x="4694" y="193"/>
                  </a:cubicBezTo>
                  <a:cubicBezTo>
                    <a:pt x="4533" y="65"/>
                    <a:pt x="4372" y="1"/>
                    <a:pt x="4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62"/>
            <p:cNvSpPr/>
            <p:nvPr/>
          </p:nvSpPr>
          <p:spPr>
            <a:xfrm>
              <a:off x="2352225" y="3549925"/>
              <a:ext cx="682300" cy="202825"/>
            </a:xfrm>
            <a:custGeom>
              <a:avLst/>
              <a:gdLst/>
              <a:ahLst/>
              <a:cxnLst/>
              <a:rect l="l" t="t" r="r" b="b"/>
              <a:pathLst>
                <a:path w="27292" h="8113" extrusionOk="0">
                  <a:moveTo>
                    <a:pt x="22580" y="1"/>
                  </a:moveTo>
                  <a:cubicBezTo>
                    <a:pt x="22419" y="1"/>
                    <a:pt x="22266" y="71"/>
                    <a:pt x="22148" y="188"/>
                  </a:cubicBezTo>
                  <a:cubicBezTo>
                    <a:pt x="21698" y="638"/>
                    <a:pt x="20959" y="1410"/>
                    <a:pt x="20669" y="1667"/>
                  </a:cubicBezTo>
                  <a:cubicBezTo>
                    <a:pt x="20252" y="2021"/>
                    <a:pt x="18901" y="2856"/>
                    <a:pt x="18901" y="2856"/>
                  </a:cubicBezTo>
                  <a:lnTo>
                    <a:pt x="3536" y="2278"/>
                  </a:lnTo>
                  <a:lnTo>
                    <a:pt x="804" y="1667"/>
                  </a:lnTo>
                  <a:lnTo>
                    <a:pt x="1" y="6167"/>
                  </a:lnTo>
                  <a:cubicBezTo>
                    <a:pt x="1" y="6167"/>
                    <a:pt x="1061" y="7421"/>
                    <a:pt x="2733" y="7549"/>
                  </a:cubicBezTo>
                  <a:cubicBezTo>
                    <a:pt x="2763" y="7551"/>
                    <a:pt x="2798" y="7552"/>
                    <a:pt x="2836" y="7552"/>
                  </a:cubicBezTo>
                  <a:cubicBezTo>
                    <a:pt x="4921" y="7552"/>
                    <a:pt x="18741" y="5042"/>
                    <a:pt x="18741" y="5042"/>
                  </a:cubicBezTo>
                  <a:cubicBezTo>
                    <a:pt x="18741" y="5042"/>
                    <a:pt x="22212" y="7774"/>
                    <a:pt x="22470" y="7999"/>
                  </a:cubicBezTo>
                  <a:cubicBezTo>
                    <a:pt x="22545" y="8075"/>
                    <a:pt x="22644" y="8112"/>
                    <a:pt x="22735" y="8112"/>
                  </a:cubicBezTo>
                  <a:cubicBezTo>
                    <a:pt x="22955" y="8112"/>
                    <a:pt x="23137" y="7903"/>
                    <a:pt x="22887" y="7517"/>
                  </a:cubicBezTo>
                  <a:cubicBezTo>
                    <a:pt x="22534" y="6971"/>
                    <a:pt x="21795" y="6425"/>
                    <a:pt x="21794" y="6424"/>
                  </a:cubicBezTo>
                  <a:lnTo>
                    <a:pt x="21794" y="6424"/>
                  </a:lnTo>
                  <a:lnTo>
                    <a:pt x="24527" y="8032"/>
                  </a:lnTo>
                  <a:cubicBezTo>
                    <a:pt x="24527" y="8032"/>
                    <a:pt x="24552" y="8034"/>
                    <a:pt x="24593" y="8034"/>
                  </a:cubicBezTo>
                  <a:cubicBezTo>
                    <a:pt x="24767" y="8034"/>
                    <a:pt x="25216" y="7992"/>
                    <a:pt x="25138" y="7549"/>
                  </a:cubicBezTo>
                  <a:cubicBezTo>
                    <a:pt x="25041" y="7035"/>
                    <a:pt x="22856" y="5717"/>
                    <a:pt x="22855" y="5717"/>
                  </a:cubicBezTo>
                  <a:lnTo>
                    <a:pt x="22855" y="5717"/>
                  </a:lnTo>
                  <a:lnTo>
                    <a:pt x="26005" y="7324"/>
                  </a:lnTo>
                  <a:cubicBezTo>
                    <a:pt x="26005" y="7324"/>
                    <a:pt x="26809" y="7196"/>
                    <a:pt x="26455" y="6457"/>
                  </a:cubicBezTo>
                  <a:cubicBezTo>
                    <a:pt x="26263" y="6039"/>
                    <a:pt x="23980" y="4721"/>
                    <a:pt x="23980" y="4721"/>
                  </a:cubicBezTo>
                  <a:lnTo>
                    <a:pt x="23980" y="4721"/>
                  </a:lnTo>
                  <a:lnTo>
                    <a:pt x="26391" y="5267"/>
                  </a:lnTo>
                  <a:cubicBezTo>
                    <a:pt x="26391" y="5267"/>
                    <a:pt x="27291" y="4817"/>
                    <a:pt x="26198" y="4239"/>
                  </a:cubicBezTo>
                  <a:cubicBezTo>
                    <a:pt x="25716" y="3949"/>
                    <a:pt x="22019" y="2663"/>
                    <a:pt x="22019" y="2663"/>
                  </a:cubicBezTo>
                  <a:lnTo>
                    <a:pt x="23048" y="896"/>
                  </a:lnTo>
                  <a:cubicBezTo>
                    <a:pt x="23209" y="606"/>
                    <a:pt x="23145" y="285"/>
                    <a:pt x="22887" y="92"/>
                  </a:cubicBezTo>
                  <a:cubicBezTo>
                    <a:pt x="22787" y="29"/>
                    <a:pt x="22682" y="1"/>
                    <a:pt x="225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62"/>
            <p:cNvSpPr/>
            <p:nvPr/>
          </p:nvSpPr>
          <p:spPr>
            <a:xfrm>
              <a:off x="2345000" y="3543375"/>
              <a:ext cx="682275" cy="216200"/>
            </a:xfrm>
            <a:custGeom>
              <a:avLst/>
              <a:gdLst/>
              <a:ahLst/>
              <a:cxnLst/>
              <a:rect l="l" t="t" r="r" b="b"/>
              <a:pathLst>
                <a:path w="27291" h="8648" extrusionOk="0">
                  <a:moveTo>
                    <a:pt x="22855" y="547"/>
                  </a:moveTo>
                  <a:cubicBezTo>
                    <a:pt x="22919" y="547"/>
                    <a:pt x="22951" y="547"/>
                    <a:pt x="23016" y="579"/>
                  </a:cubicBezTo>
                  <a:cubicBezTo>
                    <a:pt x="23112" y="643"/>
                    <a:pt x="23176" y="740"/>
                    <a:pt x="23176" y="868"/>
                  </a:cubicBezTo>
                  <a:cubicBezTo>
                    <a:pt x="23176" y="900"/>
                    <a:pt x="23144" y="965"/>
                    <a:pt x="23112" y="1029"/>
                  </a:cubicBezTo>
                  <a:lnTo>
                    <a:pt x="22083" y="2797"/>
                  </a:lnTo>
                  <a:cubicBezTo>
                    <a:pt x="22051" y="2861"/>
                    <a:pt x="22051" y="2925"/>
                    <a:pt x="22051" y="3022"/>
                  </a:cubicBezTo>
                  <a:cubicBezTo>
                    <a:pt x="22083" y="3086"/>
                    <a:pt x="22148" y="3151"/>
                    <a:pt x="22212" y="3183"/>
                  </a:cubicBezTo>
                  <a:cubicBezTo>
                    <a:pt x="22244" y="3183"/>
                    <a:pt x="23144" y="3504"/>
                    <a:pt x="24141" y="3858"/>
                  </a:cubicBezTo>
                  <a:cubicBezTo>
                    <a:pt x="24623" y="4018"/>
                    <a:pt x="25137" y="4211"/>
                    <a:pt x="25523" y="4372"/>
                  </a:cubicBezTo>
                  <a:cubicBezTo>
                    <a:pt x="25748" y="4468"/>
                    <a:pt x="25941" y="4533"/>
                    <a:pt x="26069" y="4597"/>
                  </a:cubicBezTo>
                  <a:cubicBezTo>
                    <a:pt x="26230" y="4661"/>
                    <a:pt x="26327" y="4693"/>
                    <a:pt x="26359" y="4726"/>
                  </a:cubicBezTo>
                  <a:cubicBezTo>
                    <a:pt x="26552" y="4822"/>
                    <a:pt x="26648" y="4918"/>
                    <a:pt x="26712" y="4983"/>
                  </a:cubicBezTo>
                  <a:cubicBezTo>
                    <a:pt x="26777" y="5047"/>
                    <a:pt x="26777" y="5079"/>
                    <a:pt x="26777" y="5079"/>
                  </a:cubicBezTo>
                  <a:lnTo>
                    <a:pt x="26744" y="5143"/>
                  </a:lnTo>
                  <a:lnTo>
                    <a:pt x="26662" y="5253"/>
                  </a:lnTo>
                  <a:lnTo>
                    <a:pt x="26662" y="5253"/>
                  </a:lnTo>
                  <a:lnTo>
                    <a:pt x="24334" y="4726"/>
                  </a:lnTo>
                  <a:cubicBezTo>
                    <a:pt x="24316" y="4721"/>
                    <a:pt x="24299" y="4719"/>
                    <a:pt x="24281" y="4719"/>
                  </a:cubicBezTo>
                  <a:cubicBezTo>
                    <a:pt x="24164" y="4719"/>
                    <a:pt x="24040" y="4803"/>
                    <a:pt x="24012" y="4886"/>
                  </a:cubicBezTo>
                  <a:cubicBezTo>
                    <a:pt x="23948" y="5015"/>
                    <a:pt x="24012" y="5176"/>
                    <a:pt x="24141" y="5240"/>
                  </a:cubicBezTo>
                  <a:cubicBezTo>
                    <a:pt x="24141" y="5240"/>
                    <a:pt x="24269" y="5304"/>
                    <a:pt x="24494" y="5433"/>
                  </a:cubicBezTo>
                  <a:cubicBezTo>
                    <a:pt x="24816" y="5626"/>
                    <a:pt x="25298" y="5915"/>
                    <a:pt x="25716" y="6204"/>
                  </a:cubicBezTo>
                  <a:cubicBezTo>
                    <a:pt x="25941" y="6365"/>
                    <a:pt x="26134" y="6494"/>
                    <a:pt x="26294" y="6622"/>
                  </a:cubicBezTo>
                  <a:cubicBezTo>
                    <a:pt x="26359" y="6686"/>
                    <a:pt x="26423" y="6719"/>
                    <a:pt x="26455" y="6783"/>
                  </a:cubicBezTo>
                  <a:lnTo>
                    <a:pt x="26519" y="6815"/>
                  </a:lnTo>
                  <a:lnTo>
                    <a:pt x="26519" y="6847"/>
                  </a:lnTo>
                  <a:cubicBezTo>
                    <a:pt x="26552" y="6944"/>
                    <a:pt x="26584" y="7008"/>
                    <a:pt x="26584" y="7072"/>
                  </a:cubicBezTo>
                  <a:cubicBezTo>
                    <a:pt x="26584" y="7104"/>
                    <a:pt x="26552" y="7136"/>
                    <a:pt x="26552" y="7169"/>
                  </a:cubicBezTo>
                  <a:cubicBezTo>
                    <a:pt x="26519" y="7233"/>
                    <a:pt x="26455" y="7265"/>
                    <a:pt x="26359" y="7297"/>
                  </a:cubicBezTo>
                  <a:lnTo>
                    <a:pt x="26328" y="7312"/>
                  </a:lnTo>
                  <a:lnTo>
                    <a:pt x="26328" y="7312"/>
                  </a:lnTo>
                  <a:lnTo>
                    <a:pt x="23363" y="5769"/>
                  </a:lnTo>
                  <a:lnTo>
                    <a:pt x="23363" y="5769"/>
                  </a:lnTo>
                  <a:cubicBezTo>
                    <a:pt x="23326" y="5743"/>
                    <a:pt x="23305" y="5727"/>
                    <a:pt x="23305" y="5722"/>
                  </a:cubicBezTo>
                  <a:lnTo>
                    <a:pt x="23297" y="5735"/>
                  </a:lnTo>
                  <a:lnTo>
                    <a:pt x="23297" y="5735"/>
                  </a:lnTo>
                  <a:lnTo>
                    <a:pt x="23273" y="5722"/>
                  </a:lnTo>
                  <a:cubicBezTo>
                    <a:pt x="23237" y="5704"/>
                    <a:pt x="23199" y="5696"/>
                    <a:pt x="23160" y="5696"/>
                  </a:cubicBezTo>
                  <a:cubicBezTo>
                    <a:pt x="23062" y="5696"/>
                    <a:pt x="22966" y="5749"/>
                    <a:pt x="22919" y="5818"/>
                  </a:cubicBezTo>
                  <a:cubicBezTo>
                    <a:pt x="22855" y="5947"/>
                    <a:pt x="22887" y="6108"/>
                    <a:pt x="23016" y="6204"/>
                  </a:cubicBezTo>
                  <a:cubicBezTo>
                    <a:pt x="23016" y="6204"/>
                    <a:pt x="23144" y="6269"/>
                    <a:pt x="23337" y="6397"/>
                  </a:cubicBezTo>
                  <a:cubicBezTo>
                    <a:pt x="23659" y="6590"/>
                    <a:pt x="24109" y="6911"/>
                    <a:pt x="24494" y="7201"/>
                  </a:cubicBezTo>
                  <a:cubicBezTo>
                    <a:pt x="24687" y="7361"/>
                    <a:pt x="24848" y="7522"/>
                    <a:pt x="24976" y="7651"/>
                  </a:cubicBezTo>
                  <a:cubicBezTo>
                    <a:pt x="25041" y="7715"/>
                    <a:pt x="25105" y="7747"/>
                    <a:pt x="25137" y="7811"/>
                  </a:cubicBezTo>
                  <a:lnTo>
                    <a:pt x="25169" y="7844"/>
                  </a:lnTo>
                  <a:lnTo>
                    <a:pt x="25169" y="7876"/>
                  </a:lnTo>
                  <a:lnTo>
                    <a:pt x="25169" y="7908"/>
                  </a:lnTo>
                  <a:lnTo>
                    <a:pt x="25169" y="7940"/>
                  </a:lnTo>
                  <a:cubicBezTo>
                    <a:pt x="25169" y="7972"/>
                    <a:pt x="25137" y="7972"/>
                    <a:pt x="25073" y="8004"/>
                  </a:cubicBezTo>
                  <a:lnTo>
                    <a:pt x="24921" y="8004"/>
                  </a:lnTo>
                  <a:lnTo>
                    <a:pt x="22212" y="6429"/>
                  </a:lnTo>
                  <a:cubicBezTo>
                    <a:pt x="22169" y="6408"/>
                    <a:pt x="22123" y="6397"/>
                    <a:pt x="22078" y="6397"/>
                  </a:cubicBezTo>
                  <a:cubicBezTo>
                    <a:pt x="21987" y="6397"/>
                    <a:pt x="21901" y="6440"/>
                    <a:pt x="21858" y="6526"/>
                  </a:cubicBezTo>
                  <a:cubicBezTo>
                    <a:pt x="21762" y="6654"/>
                    <a:pt x="21794" y="6815"/>
                    <a:pt x="21923" y="6879"/>
                  </a:cubicBezTo>
                  <a:lnTo>
                    <a:pt x="21955" y="6911"/>
                  </a:lnTo>
                  <a:lnTo>
                    <a:pt x="21955" y="6911"/>
                  </a:lnTo>
                  <a:lnTo>
                    <a:pt x="21955" y="6911"/>
                  </a:lnTo>
                  <a:cubicBezTo>
                    <a:pt x="22083" y="7008"/>
                    <a:pt x="22662" y="7522"/>
                    <a:pt x="22951" y="7940"/>
                  </a:cubicBezTo>
                  <a:cubicBezTo>
                    <a:pt x="23016" y="8036"/>
                    <a:pt x="23016" y="8101"/>
                    <a:pt x="23016" y="8101"/>
                  </a:cubicBezTo>
                  <a:lnTo>
                    <a:pt x="22919" y="8069"/>
                  </a:lnTo>
                  <a:cubicBezTo>
                    <a:pt x="22887" y="8036"/>
                    <a:pt x="22823" y="7972"/>
                    <a:pt x="22694" y="7876"/>
                  </a:cubicBezTo>
                  <a:cubicBezTo>
                    <a:pt x="21858" y="7201"/>
                    <a:pt x="19223" y="5111"/>
                    <a:pt x="19223" y="5111"/>
                  </a:cubicBezTo>
                  <a:cubicBezTo>
                    <a:pt x="19158" y="5047"/>
                    <a:pt x="19062" y="5047"/>
                    <a:pt x="18998" y="5047"/>
                  </a:cubicBezTo>
                  <a:cubicBezTo>
                    <a:pt x="18998" y="5047"/>
                    <a:pt x="18130" y="5208"/>
                    <a:pt x="16812" y="5433"/>
                  </a:cubicBezTo>
                  <a:cubicBezTo>
                    <a:pt x="14819" y="5786"/>
                    <a:pt x="11797" y="6301"/>
                    <a:pt x="9065" y="6751"/>
                  </a:cubicBezTo>
                  <a:cubicBezTo>
                    <a:pt x="7715" y="6976"/>
                    <a:pt x="6429" y="7169"/>
                    <a:pt x="5368" y="7297"/>
                  </a:cubicBezTo>
                  <a:cubicBezTo>
                    <a:pt x="4340" y="7458"/>
                    <a:pt x="3504" y="7554"/>
                    <a:pt x="3150" y="7554"/>
                  </a:cubicBezTo>
                  <a:lnTo>
                    <a:pt x="3054" y="7522"/>
                  </a:lnTo>
                  <a:cubicBezTo>
                    <a:pt x="2250" y="7490"/>
                    <a:pt x="1608" y="7169"/>
                    <a:pt x="1157" y="6847"/>
                  </a:cubicBezTo>
                  <a:cubicBezTo>
                    <a:pt x="932" y="6719"/>
                    <a:pt x="772" y="6558"/>
                    <a:pt x="643" y="6429"/>
                  </a:cubicBezTo>
                  <a:cubicBezTo>
                    <a:pt x="612" y="6414"/>
                    <a:pt x="588" y="6391"/>
                    <a:pt x="569" y="6367"/>
                  </a:cubicBezTo>
                  <a:lnTo>
                    <a:pt x="569" y="6367"/>
                  </a:lnTo>
                  <a:lnTo>
                    <a:pt x="1286" y="2250"/>
                  </a:lnTo>
                  <a:lnTo>
                    <a:pt x="3793" y="2829"/>
                  </a:lnTo>
                  <a:lnTo>
                    <a:pt x="3825" y="2829"/>
                  </a:lnTo>
                  <a:lnTo>
                    <a:pt x="19190" y="3376"/>
                  </a:lnTo>
                  <a:cubicBezTo>
                    <a:pt x="19223" y="3376"/>
                    <a:pt x="19287" y="3376"/>
                    <a:pt x="19319" y="3343"/>
                  </a:cubicBezTo>
                  <a:cubicBezTo>
                    <a:pt x="19319" y="3343"/>
                    <a:pt x="19673" y="3118"/>
                    <a:pt x="20058" y="2893"/>
                  </a:cubicBezTo>
                  <a:cubicBezTo>
                    <a:pt x="20444" y="2636"/>
                    <a:pt x="20894" y="2347"/>
                    <a:pt x="21119" y="2122"/>
                  </a:cubicBezTo>
                  <a:cubicBezTo>
                    <a:pt x="21280" y="1993"/>
                    <a:pt x="21537" y="1736"/>
                    <a:pt x="21826" y="1447"/>
                  </a:cubicBezTo>
                  <a:cubicBezTo>
                    <a:pt x="22083" y="1158"/>
                    <a:pt x="22405" y="868"/>
                    <a:pt x="22630" y="643"/>
                  </a:cubicBezTo>
                  <a:cubicBezTo>
                    <a:pt x="22662" y="579"/>
                    <a:pt x="22759" y="547"/>
                    <a:pt x="22855" y="547"/>
                  </a:cubicBezTo>
                  <a:close/>
                  <a:moveTo>
                    <a:pt x="22855" y="0"/>
                  </a:moveTo>
                  <a:cubicBezTo>
                    <a:pt x="22630" y="0"/>
                    <a:pt x="22405" y="97"/>
                    <a:pt x="22212" y="257"/>
                  </a:cubicBezTo>
                  <a:cubicBezTo>
                    <a:pt x="22019" y="483"/>
                    <a:pt x="21698" y="804"/>
                    <a:pt x="21441" y="1093"/>
                  </a:cubicBezTo>
                  <a:cubicBezTo>
                    <a:pt x="21151" y="1350"/>
                    <a:pt x="20894" y="1608"/>
                    <a:pt x="20766" y="1736"/>
                  </a:cubicBezTo>
                  <a:cubicBezTo>
                    <a:pt x="20605" y="1897"/>
                    <a:pt x="20155" y="2186"/>
                    <a:pt x="19769" y="2443"/>
                  </a:cubicBezTo>
                  <a:cubicBezTo>
                    <a:pt x="19511" y="2594"/>
                    <a:pt x="19281" y="2745"/>
                    <a:pt x="19158" y="2828"/>
                  </a:cubicBezTo>
                  <a:lnTo>
                    <a:pt x="19158" y="2828"/>
                  </a:lnTo>
                  <a:lnTo>
                    <a:pt x="3858" y="2283"/>
                  </a:lnTo>
                  <a:lnTo>
                    <a:pt x="1157" y="1672"/>
                  </a:lnTo>
                  <a:cubicBezTo>
                    <a:pt x="1061" y="1672"/>
                    <a:pt x="997" y="1672"/>
                    <a:pt x="932" y="1704"/>
                  </a:cubicBezTo>
                  <a:cubicBezTo>
                    <a:pt x="868" y="1768"/>
                    <a:pt x="836" y="1833"/>
                    <a:pt x="836" y="1897"/>
                  </a:cubicBezTo>
                  <a:lnTo>
                    <a:pt x="0" y="6397"/>
                  </a:lnTo>
                  <a:cubicBezTo>
                    <a:pt x="0" y="6461"/>
                    <a:pt x="32" y="6558"/>
                    <a:pt x="65" y="6622"/>
                  </a:cubicBezTo>
                  <a:cubicBezTo>
                    <a:pt x="97" y="6622"/>
                    <a:pt x="354" y="6944"/>
                    <a:pt x="868" y="7297"/>
                  </a:cubicBezTo>
                  <a:cubicBezTo>
                    <a:pt x="1383" y="7651"/>
                    <a:pt x="2090" y="8004"/>
                    <a:pt x="3022" y="8069"/>
                  </a:cubicBezTo>
                  <a:lnTo>
                    <a:pt x="3150" y="8069"/>
                  </a:lnTo>
                  <a:cubicBezTo>
                    <a:pt x="3729" y="8069"/>
                    <a:pt x="4983" y="7908"/>
                    <a:pt x="6558" y="7683"/>
                  </a:cubicBezTo>
                  <a:cubicBezTo>
                    <a:pt x="10956" y="7033"/>
                    <a:pt x="17850" y="5787"/>
                    <a:pt x="18945" y="5588"/>
                  </a:cubicBezTo>
                  <a:lnTo>
                    <a:pt x="18945" y="5588"/>
                  </a:lnTo>
                  <a:cubicBezTo>
                    <a:pt x="19176" y="5768"/>
                    <a:pt x="19895" y="6329"/>
                    <a:pt x="20637" y="6911"/>
                  </a:cubicBezTo>
                  <a:cubicBezTo>
                    <a:pt x="21087" y="7265"/>
                    <a:pt x="21537" y="7651"/>
                    <a:pt x="21891" y="7908"/>
                  </a:cubicBezTo>
                  <a:cubicBezTo>
                    <a:pt x="22083" y="8069"/>
                    <a:pt x="22244" y="8197"/>
                    <a:pt x="22341" y="8294"/>
                  </a:cubicBezTo>
                  <a:cubicBezTo>
                    <a:pt x="22469" y="8390"/>
                    <a:pt x="22534" y="8454"/>
                    <a:pt x="22566" y="8486"/>
                  </a:cubicBezTo>
                  <a:cubicBezTo>
                    <a:pt x="22694" y="8583"/>
                    <a:pt x="22855" y="8647"/>
                    <a:pt x="23016" y="8647"/>
                  </a:cubicBezTo>
                  <a:cubicBezTo>
                    <a:pt x="23144" y="8647"/>
                    <a:pt x="23273" y="8615"/>
                    <a:pt x="23369" y="8519"/>
                  </a:cubicBezTo>
                  <a:cubicBezTo>
                    <a:pt x="23498" y="8422"/>
                    <a:pt x="23562" y="8261"/>
                    <a:pt x="23562" y="8101"/>
                  </a:cubicBezTo>
                  <a:cubicBezTo>
                    <a:pt x="23562" y="7998"/>
                    <a:pt x="23536" y="7909"/>
                    <a:pt x="23492" y="7816"/>
                  </a:cubicBezTo>
                  <a:lnTo>
                    <a:pt x="23492" y="7816"/>
                  </a:lnTo>
                  <a:lnTo>
                    <a:pt x="24687" y="8519"/>
                  </a:lnTo>
                  <a:lnTo>
                    <a:pt x="24816" y="8551"/>
                  </a:lnTo>
                  <a:lnTo>
                    <a:pt x="24912" y="8551"/>
                  </a:lnTo>
                  <a:cubicBezTo>
                    <a:pt x="25009" y="8551"/>
                    <a:pt x="25169" y="8551"/>
                    <a:pt x="25330" y="8454"/>
                  </a:cubicBezTo>
                  <a:cubicBezTo>
                    <a:pt x="25427" y="8422"/>
                    <a:pt x="25523" y="8358"/>
                    <a:pt x="25587" y="8261"/>
                  </a:cubicBezTo>
                  <a:cubicBezTo>
                    <a:pt x="25652" y="8165"/>
                    <a:pt x="25716" y="8036"/>
                    <a:pt x="25684" y="7908"/>
                  </a:cubicBezTo>
                  <a:cubicBezTo>
                    <a:pt x="25684" y="7876"/>
                    <a:pt x="25684" y="7811"/>
                    <a:pt x="25684" y="7779"/>
                  </a:cubicBezTo>
                  <a:cubicBezTo>
                    <a:pt x="25664" y="7683"/>
                    <a:pt x="25633" y="7609"/>
                    <a:pt x="25598" y="7545"/>
                  </a:cubicBezTo>
                  <a:lnTo>
                    <a:pt x="25598" y="7545"/>
                  </a:lnTo>
                  <a:lnTo>
                    <a:pt x="26166" y="7844"/>
                  </a:lnTo>
                  <a:cubicBezTo>
                    <a:pt x="26198" y="7860"/>
                    <a:pt x="26230" y="7868"/>
                    <a:pt x="26262" y="7868"/>
                  </a:cubicBezTo>
                  <a:cubicBezTo>
                    <a:pt x="26294" y="7868"/>
                    <a:pt x="26327" y="7860"/>
                    <a:pt x="26359" y="7844"/>
                  </a:cubicBezTo>
                  <a:cubicBezTo>
                    <a:pt x="26359" y="7844"/>
                    <a:pt x="26519" y="7844"/>
                    <a:pt x="26712" y="7715"/>
                  </a:cubicBezTo>
                  <a:cubicBezTo>
                    <a:pt x="26809" y="7683"/>
                    <a:pt x="26905" y="7586"/>
                    <a:pt x="26969" y="7490"/>
                  </a:cubicBezTo>
                  <a:cubicBezTo>
                    <a:pt x="27066" y="7361"/>
                    <a:pt x="27130" y="7233"/>
                    <a:pt x="27098" y="7072"/>
                  </a:cubicBezTo>
                  <a:cubicBezTo>
                    <a:pt x="27098" y="6911"/>
                    <a:pt x="27066" y="6751"/>
                    <a:pt x="27002" y="6622"/>
                  </a:cubicBezTo>
                  <a:cubicBezTo>
                    <a:pt x="26937" y="6494"/>
                    <a:pt x="26873" y="6429"/>
                    <a:pt x="26777" y="6333"/>
                  </a:cubicBezTo>
                  <a:cubicBezTo>
                    <a:pt x="26550" y="6129"/>
                    <a:pt x="26197" y="5878"/>
                    <a:pt x="25829" y="5635"/>
                  </a:cubicBezTo>
                  <a:lnTo>
                    <a:pt x="25829" y="5635"/>
                  </a:lnTo>
                  <a:lnTo>
                    <a:pt x="26648" y="5818"/>
                  </a:lnTo>
                  <a:cubicBezTo>
                    <a:pt x="26680" y="5818"/>
                    <a:pt x="26744" y="5818"/>
                    <a:pt x="26809" y="5786"/>
                  </a:cubicBezTo>
                  <a:cubicBezTo>
                    <a:pt x="26841" y="5786"/>
                    <a:pt x="26937" y="5722"/>
                    <a:pt x="27034" y="5626"/>
                  </a:cubicBezTo>
                  <a:cubicBezTo>
                    <a:pt x="27098" y="5561"/>
                    <a:pt x="27162" y="5497"/>
                    <a:pt x="27227" y="5401"/>
                  </a:cubicBezTo>
                  <a:cubicBezTo>
                    <a:pt x="27259" y="5336"/>
                    <a:pt x="27291" y="5208"/>
                    <a:pt x="27291" y="5079"/>
                  </a:cubicBezTo>
                  <a:cubicBezTo>
                    <a:pt x="27291" y="4951"/>
                    <a:pt x="27227" y="4790"/>
                    <a:pt x="27130" y="4629"/>
                  </a:cubicBezTo>
                  <a:cubicBezTo>
                    <a:pt x="27002" y="4501"/>
                    <a:pt x="26841" y="4372"/>
                    <a:pt x="26616" y="4243"/>
                  </a:cubicBezTo>
                  <a:cubicBezTo>
                    <a:pt x="26552" y="4211"/>
                    <a:pt x="26423" y="4147"/>
                    <a:pt x="26262" y="4083"/>
                  </a:cubicBezTo>
                  <a:cubicBezTo>
                    <a:pt x="25413" y="3748"/>
                    <a:pt x="23449" y="3042"/>
                    <a:pt x="22701" y="2774"/>
                  </a:cubicBezTo>
                  <a:lnTo>
                    <a:pt x="22701" y="2774"/>
                  </a:lnTo>
                  <a:lnTo>
                    <a:pt x="23594" y="1286"/>
                  </a:lnTo>
                  <a:cubicBezTo>
                    <a:pt x="23659" y="1158"/>
                    <a:pt x="23691" y="997"/>
                    <a:pt x="23691" y="868"/>
                  </a:cubicBezTo>
                  <a:cubicBezTo>
                    <a:pt x="23691" y="579"/>
                    <a:pt x="23562" y="290"/>
                    <a:pt x="23305" y="129"/>
                  </a:cubicBezTo>
                  <a:cubicBezTo>
                    <a:pt x="23176" y="32"/>
                    <a:pt x="23016" y="0"/>
                    <a:pt x="22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62"/>
            <p:cNvSpPr/>
            <p:nvPr/>
          </p:nvSpPr>
          <p:spPr>
            <a:xfrm>
              <a:off x="1661925" y="2524225"/>
              <a:ext cx="708000" cy="1228100"/>
            </a:xfrm>
            <a:custGeom>
              <a:avLst/>
              <a:gdLst/>
              <a:ahLst/>
              <a:cxnLst/>
              <a:rect l="l" t="t" r="r" b="b"/>
              <a:pathLst>
                <a:path w="28320" h="49124" extrusionOk="0">
                  <a:moveTo>
                    <a:pt x="18530" y="1"/>
                  </a:moveTo>
                  <a:cubicBezTo>
                    <a:pt x="17262" y="1"/>
                    <a:pt x="15934" y="417"/>
                    <a:pt x="15751" y="939"/>
                  </a:cubicBezTo>
                  <a:cubicBezTo>
                    <a:pt x="15526" y="1550"/>
                    <a:pt x="15108" y="3447"/>
                    <a:pt x="15366" y="7722"/>
                  </a:cubicBezTo>
                  <a:cubicBezTo>
                    <a:pt x="15623" y="11965"/>
                    <a:pt x="15591" y="17429"/>
                    <a:pt x="15591" y="17429"/>
                  </a:cubicBezTo>
                  <a:cubicBezTo>
                    <a:pt x="15591" y="17429"/>
                    <a:pt x="13598" y="21737"/>
                    <a:pt x="12923" y="23280"/>
                  </a:cubicBezTo>
                  <a:cubicBezTo>
                    <a:pt x="12248" y="24823"/>
                    <a:pt x="1" y="43499"/>
                    <a:pt x="1" y="43499"/>
                  </a:cubicBezTo>
                  <a:lnTo>
                    <a:pt x="10158" y="49124"/>
                  </a:lnTo>
                  <a:cubicBezTo>
                    <a:pt x="10158" y="49124"/>
                    <a:pt x="13694" y="45620"/>
                    <a:pt x="15366" y="44206"/>
                  </a:cubicBezTo>
                  <a:cubicBezTo>
                    <a:pt x="17069" y="42759"/>
                    <a:pt x="28320" y="28294"/>
                    <a:pt x="28159" y="27394"/>
                  </a:cubicBezTo>
                  <a:cubicBezTo>
                    <a:pt x="27998" y="26494"/>
                    <a:pt x="23305" y="21608"/>
                    <a:pt x="23305" y="21608"/>
                  </a:cubicBezTo>
                  <a:cubicBezTo>
                    <a:pt x="23305" y="21608"/>
                    <a:pt x="22437" y="9265"/>
                    <a:pt x="22341" y="8879"/>
                  </a:cubicBezTo>
                  <a:cubicBezTo>
                    <a:pt x="22244" y="8493"/>
                    <a:pt x="20669" y="521"/>
                    <a:pt x="20669" y="521"/>
                  </a:cubicBezTo>
                  <a:cubicBezTo>
                    <a:pt x="20669" y="521"/>
                    <a:pt x="20830" y="361"/>
                    <a:pt x="19384" y="71"/>
                  </a:cubicBezTo>
                  <a:cubicBezTo>
                    <a:pt x="19112" y="23"/>
                    <a:pt x="18823" y="1"/>
                    <a:pt x="185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62"/>
            <p:cNvSpPr/>
            <p:nvPr/>
          </p:nvSpPr>
          <p:spPr>
            <a:xfrm>
              <a:off x="1745500" y="2526000"/>
              <a:ext cx="524775" cy="1109800"/>
            </a:xfrm>
            <a:custGeom>
              <a:avLst/>
              <a:gdLst/>
              <a:ahLst/>
              <a:cxnLst/>
              <a:rect l="l" t="t" r="r" b="b"/>
              <a:pathLst>
                <a:path w="20991" h="44392" extrusionOk="0">
                  <a:moveTo>
                    <a:pt x="14144" y="0"/>
                  </a:moveTo>
                  <a:lnTo>
                    <a:pt x="14144" y="0"/>
                  </a:lnTo>
                  <a:cubicBezTo>
                    <a:pt x="13276" y="161"/>
                    <a:pt x="12537" y="483"/>
                    <a:pt x="12408" y="868"/>
                  </a:cubicBezTo>
                  <a:cubicBezTo>
                    <a:pt x="12183" y="1479"/>
                    <a:pt x="11765" y="3376"/>
                    <a:pt x="12023" y="7651"/>
                  </a:cubicBezTo>
                  <a:cubicBezTo>
                    <a:pt x="12280" y="11894"/>
                    <a:pt x="12248" y="17358"/>
                    <a:pt x="12248" y="17358"/>
                  </a:cubicBezTo>
                  <a:cubicBezTo>
                    <a:pt x="12248" y="17358"/>
                    <a:pt x="12119" y="17712"/>
                    <a:pt x="11862" y="18194"/>
                  </a:cubicBezTo>
                  <a:lnTo>
                    <a:pt x="12087" y="20219"/>
                  </a:lnTo>
                  <a:lnTo>
                    <a:pt x="1" y="39892"/>
                  </a:lnTo>
                  <a:lnTo>
                    <a:pt x="7137" y="44392"/>
                  </a:lnTo>
                  <a:lnTo>
                    <a:pt x="17359" y="34009"/>
                  </a:lnTo>
                  <a:lnTo>
                    <a:pt x="18580" y="36227"/>
                  </a:lnTo>
                  <a:cubicBezTo>
                    <a:pt x="19416" y="35166"/>
                    <a:pt x="20219" y="34074"/>
                    <a:pt x="20991" y="33045"/>
                  </a:cubicBezTo>
                  <a:cubicBezTo>
                    <a:pt x="20444" y="28995"/>
                    <a:pt x="20027" y="25234"/>
                    <a:pt x="20316" y="24559"/>
                  </a:cubicBezTo>
                  <a:cubicBezTo>
                    <a:pt x="20927" y="22984"/>
                    <a:pt x="19544" y="21762"/>
                    <a:pt x="17680" y="20219"/>
                  </a:cubicBezTo>
                  <a:cubicBezTo>
                    <a:pt x="15816" y="18644"/>
                    <a:pt x="16555" y="16651"/>
                    <a:pt x="16555" y="16651"/>
                  </a:cubicBezTo>
                  <a:lnTo>
                    <a:pt x="14112" y="14015"/>
                  </a:lnTo>
                  <a:cubicBezTo>
                    <a:pt x="14112" y="14015"/>
                    <a:pt x="14273" y="5497"/>
                    <a:pt x="14112" y="2090"/>
                  </a:cubicBezTo>
                  <a:cubicBezTo>
                    <a:pt x="14080" y="1543"/>
                    <a:pt x="14112" y="836"/>
                    <a:pt x="14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62"/>
            <p:cNvSpPr/>
            <p:nvPr/>
          </p:nvSpPr>
          <p:spPr>
            <a:xfrm>
              <a:off x="1745500" y="2598325"/>
              <a:ext cx="511925" cy="1037475"/>
            </a:xfrm>
            <a:custGeom>
              <a:avLst/>
              <a:gdLst/>
              <a:ahLst/>
              <a:cxnLst/>
              <a:rect l="l" t="t" r="r" b="b"/>
              <a:pathLst>
                <a:path w="20477" h="41499" extrusionOk="0">
                  <a:moveTo>
                    <a:pt x="14144" y="0"/>
                  </a:moveTo>
                  <a:cubicBezTo>
                    <a:pt x="13566" y="129"/>
                    <a:pt x="13083" y="290"/>
                    <a:pt x="12633" y="483"/>
                  </a:cubicBezTo>
                  <a:lnTo>
                    <a:pt x="12601" y="483"/>
                  </a:lnTo>
                  <a:cubicBezTo>
                    <a:pt x="12473" y="515"/>
                    <a:pt x="12376" y="579"/>
                    <a:pt x="12248" y="643"/>
                  </a:cubicBezTo>
                  <a:cubicBezTo>
                    <a:pt x="12215" y="1093"/>
                    <a:pt x="12215" y="1608"/>
                    <a:pt x="12215" y="2186"/>
                  </a:cubicBezTo>
                  <a:cubicBezTo>
                    <a:pt x="12215" y="2926"/>
                    <a:pt x="12215" y="3761"/>
                    <a:pt x="12280" y="4726"/>
                  </a:cubicBezTo>
                  <a:cubicBezTo>
                    <a:pt x="12505" y="8037"/>
                    <a:pt x="12537" y="12087"/>
                    <a:pt x="12537" y="13726"/>
                  </a:cubicBezTo>
                  <a:cubicBezTo>
                    <a:pt x="12537" y="14208"/>
                    <a:pt x="12537" y="14498"/>
                    <a:pt x="12537" y="14498"/>
                  </a:cubicBezTo>
                  <a:lnTo>
                    <a:pt x="12505" y="14594"/>
                  </a:lnTo>
                  <a:cubicBezTo>
                    <a:pt x="12505" y="14594"/>
                    <a:pt x="12376" y="14851"/>
                    <a:pt x="12183" y="15301"/>
                  </a:cubicBezTo>
                  <a:cubicBezTo>
                    <a:pt x="12087" y="15430"/>
                    <a:pt x="12023" y="15623"/>
                    <a:pt x="11926" y="15815"/>
                  </a:cubicBezTo>
                  <a:lnTo>
                    <a:pt x="12087" y="17326"/>
                  </a:lnTo>
                  <a:lnTo>
                    <a:pt x="1" y="36999"/>
                  </a:lnTo>
                  <a:lnTo>
                    <a:pt x="7137" y="41499"/>
                  </a:lnTo>
                  <a:lnTo>
                    <a:pt x="16973" y="31534"/>
                  </a:lnTo>
                  <a:cubicBezTo>
                    <a:pt x="16941" y="31502"/>
                    <a:pt x="16941" y="31502"/>
                    <a:pt x="16941" y="31502"/>
                  </a:cubicBezTo>
                  <a:cubicBezTo>
                    <a:pt x="16362" y="30538"/>
                    <a:pt x="15976" y="29895"/>
                    <a:pt x="15944" y="29863"/>
                  </a:cubicBezTo>
                  <a:lnTo>
                    <a:pt x="20477" y="25877"/>
                  </a:lnTo>
                  <a:cubicBezTo>
                    <a:pt x="20316" y="24462"/>
                    <a:pt x="20219" y="23273"/>
                    <a:pt x="20219" y="22502"/>
                  </a:cubicBezTo>
                  <a:cubicBezTo>
                    <a:pt x="20219" y="22084"/>
                    <a:pt x="20252" y="21794"/>
                    <a:pt x="20316" y="21666"/>
                  </a:cubicBezTo>
                  <a:cubicBezTo>
                    <a:pt x="20412" y="21409"/>
                    <a:pt x="20444" y="21151"/>
                    <a:pt x="20444" y="20926"/>
                  </a:cubicBezTo>
                  <a:cubicBezTo>
                    <a:pt x="20477" y="19673"/>
                    <a:pt x="19223" y="18612"/>
                    <a:pt x="17680" y="17326"/>
                  </a:cubicBezTo>
                  <a:cubicBezTo>
                    <a:pt x="16651" y="16458"/>
                    <a:pt x="16426" y="15462"/>
                    <a:pt x="16426" y="14723"/>
                  </a:cubicBezTo>
                  <a:cubicBezTo>
                    <a:pt x="16426" y="14144"/>
                    <a:pt x="16555" y="13758"/>
                    <a:pt x="16555" y="13758"/>
                  </a:cubicBezTo>
                  <a:lnTo>
                    <a:pt x="14112" y="11122"/>
                  </a:lnTo>
                  <a:cubicBezTo>
                    <a:pt x="14112" y="11122"/>
                    <a:pt x="14176" y="7329"/>
                    <a:pt x="14176" y="3793"/>
                  </a:cubicBezTo>
                  <a:cubicBezTo>
                    <a:pt x="14176" y="2411"/>
                    <a:pt x="14176" y="1061"/>
                    <a:pt x="14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62"/>
            <p:cNvSpPr/>
            <p:nvPr/>
          </p:nvSpPr>
          <p:spPr>
            <a:xfrm>
              <a:off x="1655500" y="2517150"/>
              <a:ext cx="716850" cy="1242100"/>
            </a:xfrm>
            <a:custGeom>
              <a:avLst/>
              <a:gdLst/>
              <a:ahLst/>
              <a:cxnLst/>
              <a:rect l="l" t="t" r="r" b="b"/>
              <a:pathLst>
                <a:path w="28674" h="49684" extrusionOk="0">
                  <a:moveTo>
                    <a:pt x="18741" y="547"/>
                  </a:moveTo>
                  <a:cubicBezTo>
                    <a:pt x="19062" y="547"/>
                    <a:pt x="19319" y="579"/>
                    <a:pt x="19608" y="612"/>
                  </a:cubicBezTo>
                  <a:cubicBezTo>
                    <a:pt x="20155" y="740"/>
                    <a:pt x="20476" y="837"/>
                    <a:pt x="20605" y="901"/>
                  </a:cubicBezTo>
                  <a:lnTo>
                    <a:pt x="20680" y="926"/>
                  </a:lnTo>
                  <a:lnTo>
                    <a:pt x="20680" y="926"/>
                  </a:lnTo>
                  <a:cubicBezTo>
                    <a:pt x="20746" y="1266"/>
                    <a:pt x="21097" y="3063"/>
                    <a:pt x="21473" y="4887"/>
                  </a:cubicBezTo>
                  <a:cubicBezTo>
                    <a:pt x="21666" y="5915"/>
                    <a:pt x="21859" y="6944"/>
                    <a:pt x="22019" y="7748"/>
                  </a:cubicBezTo>
                  <a:cubicBezTo>
                    <a:pt x="22116" y="8133"/>
                    <a:pt x="22180" y="8487"/>
                    <a:pt x="22244" y="8744"/>
                  </a:cubicBezTo>
                  <a:cubicBezTo>
                    <a:pt x="22276" y="9001"/>
                    <a:pt x="22309" y="9162"/>
                    <a:pt x="22341" y="9226"/>
                  </a:cubicBezTo>
                  <a:cubicBezTo>
                    <a:pt x="22341" y="9226"/>
                    <a:pt x="22341" y="9323"/>
                    <a:pt x="22373" y="9419"/>
                  </a:cubicBezTo>
                  <a:cubicBezTo>
                    <a:pt x="22469" y="10319"/>
                    <a:pt x="22694" y="13469"/>
                    <a:pt x="22887" y="16362"/>
                  </a:cubicBezTo>
                  <a:cubicBezTo>
                    <a:pt x="22984" y="17809"/>
                    <a:pt x="23080" y="19191"/>
                    <a:pt x="23177" y="20220"/>
                  </a:cubicBezTo>
                  <a:cubicBezTo>
                    <a:pt x="23241" y="21248"/>
                    <a:pt x="23273" y="21923"/>
                    <a:pt x="23273" y="21923"/>
                  </a:cubicBezTo>
                  <a:cubicBezTo>
                    <a:pt x="23273" y="21988"/>
                    <a:pt x="23305" y="22052"/>
                    <a:pt x="23369" y="22084"/>
                  </a:cubicBezTo>
                  <a:cubicBezTo>
                    <a:pt x="23369" y="22084"/>
                    <a:pt x="23659" y="22373"/>
                    <a:pt x="24077" y="22856"/>
                  </a:cubicBezTo>
                  <a:cubicBezTo>
                    <a:pt x="24752" y="23563"/>
                    <a:pt x="25748" y="24656"/>
                    <a:pt x="26584" y="25620"/>
                  </a:cubicBezTo>
                  <a:cubicBezTo>
                    <a:pt x="27034" y="26134"/>
                    <a:pt x="27387" y="26584"/>
                    <a:pt x="27677" y="26970"/>
                  </a:cubicBezTo>
                  <a:cubicBezTo>
                    <a:pt x="27837" y="27163"/>
                    <a:pt x="27934" y="27324"/>
                    <a:pt x="28030" y="27452"/>
                  </a:cubicBezTo>
                  <a:cubicBezTo>
                    <a:pt x="28080" y="27576"/>
                    <a:pt x="28129" y="27662"/>
                    <a:pt x="28150" y="27709"/>
                  </a:cubicBezTo>
                  <a:lnTo>
                    <a:pt x="28127" y="27709"/>
                  </a:lnTo>
                  <a:cubicBezTo>
                    <a:pt x="28127" y="27742"/>
                    <a:pt x="28062" y="27870"/>
                    <a:pt x="27998" y="28031"/>
                  </a:cubicBezTo>
                  <a:cubicBezTo>
                    <a:pt x="27645" y="28706"/>
                    <a:pt x="26777" y="29992"/>
                    <a:pt x="25652" y="31535"/>
                  </a:cubicBezTo>
                  <a:cubicBezTo>
                    <a:pt x="23948" y="33849"/>
                    <a:pt x="21698" y="36806"/>
                    <a:pt x="19705" y="39281"/>
                  </a:cubicBezTo>
                  <a:cubicBezTo>
                    <a:pt x="18708" y="40535"/>
                    <a:pt x="17776" y="41660"/>
                    <a:pt x="17037" y="42560"/>
                  </a:cubicBezTo>
                  <a:cubicBezTo>
                    <a:pt x="16298" y="43428"/>
                    <a:pt x="15719" y="44039"/>
                    <a:pt x="15462" y="44264"/>
                  </a:cubicBezTo>
                  <a:cubicBezTo>
                    <a:pt x="13957" y="45541"/>
                    <a:pt x="11024" y="48423"/>
                    <a:pt x="10359" y="49079"/>
                  </a:cubicBezTo>
                  <a:lnTo>
                    <a:pt x="10359" y="49079"/>
                  </a:lnTo>
                  <a:lnTo>
                    <a:pt x="627" y="43690"/>
                  </a:lnTo>
                  <a:lnTo>
                    <a:pt x="627" y="43690"/>
                  </a:lnTo>
                  <a:cubicBezTo>
                    <a:pt x="1267" y="42712"/>
                    <a:pt x="3940" y="38627"/>
                    <a:pt x="6686" y="34395"/>
                  </a:cubicBezTo>
                  <a:cubicBezTo>
                    <a:pt x="8262" y="31985"/>
                    <a:pt x="9869" y="29509"/>
                    <a:pt x="11090" y="27517"/>
                  </a:cubicBezTo>
                  <a:cubicBezTo>
                    <a:pt x="11733" y="26552"/>
                    <a:pt x="12247" y="25684"/>
                    <a:pt x="12665" y="25009"/>
                  </a:cubicBezTo>
                  <a:cubicBezTo>
                    <a:pt x="13051" y="24366"/>
                    <a:pt x="13308" y="23916"/>
                    <a:pt x="13437" y="23691"/>
                  </a:cubicBezTo>
                  <a:cubicBezTo>
                    <a:pt x="13758" y="22920"/>
                    <a:pt x="14433" y="21441"/>
                    <a:pt x="15012" y="20188"/>
                  </a:cubicBezTo>
                  <a:cubicBezTo>
                    <a:pt x="15301" y="19545"/>
                    <a:pt x="15590" y="18966"/>
                    <a:pt x="15783" y="18548"/>
                  </a:cubicBezTo>
                  <a:cubicBezTo>
                    <a:pt x="15976" y="18098"/>
                    <a:pt x="16105" y="17841"/>
                    <a:pt x="16105" y="17841"/>
                  </a:cubicBezTo>
                  <a:lnTo>
                    <a:pt x="16137" y="17745"/>
                  </a:lnTo>
                  <a:cubicBezTo>
                    <a:pt x="16137" y="17745"/>
                    <a:pt x="16137" y="17455"/>
                    <a:pt x="16137" y="16973"/>
                  </a:cubicBezTo>
                  <a:cubicBezTo>
                    <a:pt x="16137" y="15334"/>
                    <a:pt x="16105" y="11284"/>
                    <a:pt x="15880" y="7973"/>
                  </a:cubicBezTo>
                  <a:cubicBezTo>
                    <a:pt x="15815" y="7008"/>
                    <a:pt x="15815" y="6173"/>
                    <a:pt x="15815" y="5433"/>
                  </a:cubicBezTo>
                  <a:cubicBezTo>
                    <a:pt x="15815" y="2958"/>
                    <a:pt x="16105" y="1737"/>
                    <a:pt x="16265" y="1287"/>
                  </a:cubicBezTo>
                  <a:cubicBezTo>
                    <a:pt x="16265" y="1254"/>
                    <a:pt x="16330" y="1158"/>
                    <a:pt x="16490" y="1062"/>
                  </a:cubicBezTo>
                  <a:cubicBezTo>
                    <a:pt x="16683" y="933"/>
                    <a:pt x="17037" y="804"/>
                    <a:pt x="17455" y="708"/>
                  </a:cubicBezTo>
                  <a:cubicBezTo>
                    <a:pt x="17841" y="612"/>
                    <a:pt x="18291" y="547"/>
                    <a:pt x="18741" y="547"/>
                  </a:cubicBezTo>
                  <a:close/>
                  <a:moveTo>
                    <a:pt x="18741" y="1"/>
                  </a:moveTo>
                  <a:cubicBezTo>
                    <a:pt x="18098" y="1"/>
                    <a:pt x="17423" y="129"/>
                    <a:pt x="16908" y="290"/>
                  </a:cubicBezTo>
                  <a:cubicBezTo>
                    <a:pt x="16619" y="387"/>
                    <a:pt x="16394" y="483"/>
                    <a:pt x="16201" y="612"/>
                  </a:cubicBezTo>
                  <a:cubicBezTo>
                    <a:pt x="16008" y="772"/>
                    <a:pt x="15848" y="901"/>
                    <a:pt x="15751" y="1126"/>
                  </a:cubicBezTo>
                  <a:cubicBezTo>
                    <a:pt x="15558" y="1640"/>
                    <a:pt x="15269" y="2926"/>
                    <a:pt x="15269" y="5433"/>
                  </a:cubicBezTo>
                  <a:cubicBezTo>
                    <a:pt x="15269" y="6173"/>
                    <a:pt x="15301" y="7040"/>
                    <a:pt x="15365" y="8005"/>
                  </a:cubicBezTo>
                  <a:cubicBezTo>
                    <a:pt x="15558" y="11316"/>
                    <a:pt x="15590" y="15334"/>
                    <a:pt x="15590" y="16973"/>
                  </a:cubicBezTo>
                  <a:cubicBezTo>
                    <a:pt x="15590" y="17362"/>
                    <a:pt x="15590" y="17605"/>
                    <a:pt x="15590" y="17684"/>
                  </a:cubicBezTo>
                  <a:lnTo>
                    <a:pt x="15590" y="17684"/>
                  </a:lnTo>
                  <a:cubicBezTo>
                    <a:pt x="15329" y="18236"/>
                    <a:pt x="13547" y="22008"/>
                    <a:pt x="12922" y="23466"/>
                  </a:cubicBezTo>
                  <a:cubicBezTo>
                    <a:pt x="12858" y="23627"/>
                    <a:pt x="12601" y="24109"/>
                    <a:pt x="12215" y="24752"/>
                  </a:cubicBezTo>
                  <a:cubicBezTo>
                    <a:pt x="10801" y="27034"/>
                    <a:pt x="7779" y="31760"/>
                    <a:pt x="5079" y="35906"/>
                  </a:cubicBezTo>
                  <a:cubicBezTo>
                    <a:pt x="3729" y="37996"/>
                    <a:pt x="2476" y="39924"/>
                    <a:pt x="1543" y="41339"/>
                  </a:cubicBezTo>
                  <a:cubicBezTo>
                    <a:pt x="1093" y="42046"/>
                    <a:pt x="708" y="42624"/>
                    <a:pt x="450" y="43010"/>
                  </a:cubicBezTo>
                  <a:cubicBezTo>
                    <a:pt x="193" y="43396"/>
                    <a:pt x="33" y="43621"/>
                    <a:pt x="33" y="43621"/>
                  </a:cubicBezTo>
                  <a:cubicBezTo>
                    <a:pt x="0" y="43685"/>
                    <a:pt x="0" y="43782"/>
                    <a:pt x="0" y="43846"/>
                  </a:cubicBezTo>
                  <a:cubicBezTo>
                    <a:pt x="33" y="43910"/>
                    <a:pt x="65" y="43974"/>
                    <a:pt x="129" y="44007"/>
                  </a:cubicBezTo>
                  <a:lnTo>
                    <a:pt x="10287" y="49664"/>
                  </a:lnTo>
                  <a:cubicBezTo>
                    <a:pt x="10322" y="49676"/>
                    <a:pt x="10362" y="49683"/>
                    <a:pt x="10402" y="49683"/>
                  </a:cubicBezTo>
                  <a:cubicBezTo>
                    <a:pt x="10473" y="49683"/>
                    <a:pt x="10547" y="49661"/>
                    <a:pt x="10608" y="49600"/>
                  </a:cubicBezTo>
                  <a:cubicBezTo>
                    <a:pt x="10608" y="49600"/>
                    <a:pt x="10833" y="49375"/>
                    <a:pt x="11187" y="49021"/>
                  </a:cubicBezTo>
                  <a:cubicBezTo>
                    <a:pt x="12247" y="47993"/>
                    <a:pt x="14562" y="45742"/>
                    <a:pt x="15815" y="44682"/>
                  </a:cubicBezTo>
                  <a:cubicBezTo>
                    <a:pt x="16040" y="44489"/>
                    <a:pt x="16394" y="44103"/>
                    <a:pt x="16876" y="43557"/>
                  </a:cubicBezTo>
                  <a:cubicBezTo>
                    <a:pt x="18516" y="41724"/>
                    <a:pt x="21441" y="38028"/>
                    <a:pt x="23980" y="34685"/>
                  </a:cubicBezTo>
                  <a:cubicBezTo>
                    <a:pt x="25234" y="33013"/>
                    <a:pt x="26391" y="31406"/>
                    <a:pt x="27259" y="30184"/>
                  </a:cubicBezTo>
                  <a:cubicBezTo>
                    <a:pt x="27677" y="29574"/>
                    <a:pt x="28030" y="29027"/>
                    <a:pt x="28255" y="28642"/>
                  </a:cubicBezTo>
                  <a:cubicBezTo>
                    <a:pt x="28384" y="28417"/>
                    <a:pt x="28480" y="28256"/>
                    <a:pt x="28545" y="28095"/>
                  </a:cubicBezTo>
                  <a:cubicBezTo>
                    <a:pt x="28577" y="28031"/>
                    <a:pt x="28609" y="27967"/>
                    <a:pt x="28641" y="27902"/>
                  </a:cubicBezTo>
                  <a:cubicBezTo>
                    <a:pt x="28673" y="27838"/>
                    <a:pt x="28673" y="27774"/>
                    <a:pt x="28673" y="27709"/>
                  </a:cubicBezTo>
                  <a:lnTo>
                    <a:pt x="28673" y="27645"/>
                  </a:lnTo>
                  <a:cubicBezTo>
                    <a:pt x="28641" y="27452"/>
                    <a:pt x="28512" y="27259"/>
                    <a:pt x="28384" y="27034"/>
                  </a:cubicBezTo>
                  <a:cubicBezTo>
                    <a:pt x="27837" y="26231"/>
                    <a:pt x="26712" y="24913"/>
                    <a:pt x="25684" y="23788"/>
                  </a:cubicBezTo>
                  <a:cubicBezTo>
                    <a:pt x="24804" y="22826"/>
                    <a:pt x="24019" y="21982"/>
                    <a:pt x="23810" y="21757"/>
                  </a:cubicBezTo>
                  <a:lnTo>
                    <a:pt x="23810" y="21757"/>
                  </a:lnTo>
                  <a:cubicBezTo>
                    <a:pt x="23764" y="21131"/>
                    <a:pt x="23567" y="18418"/>
                    <a:pt x="23369" y="15655"/>
                  </a:cubicBezTo>
                  <a:cubicBezTo>
                    <a:pt x="23273" y="14080"/>
                    <a:pt x="23144" y="12505"/>
                    <a:pt x="23048" y="11284"/>
                  </a:cubicBezTo>
                  <a:cubicBezTo>
                    <a:pt x="23016" y="10673"/>
                    <a:pt x="22984" y="10158"/>
                    <a:pt x="22919" y="9805"/>
                  </a:cubicBezTo>
                  <a:cubicBezTo>
                    <a:pt x="22919" y="9612"/>
                    <a:pt x="22919" y="9451"/>
                    <a:pt x="22887" y="9355"/>
                  </a:cubicBezTo>
                  <a:cubicBezTo>
                    <a:pt x="22887" y="9291"/>
                    <a:pt x="22887" y="9226"/>
                    <a:pt x="22887" y="9194"/>
                  </a:cubicBezTo>
                  <a:lnTo>
                    <a:pt x="22855" y="9098"/>
                  </a:lnTo>
                  <a:cubicBezTo>
                    <a:pt x="22855" y="9066"/>
                    <a:pt x="22823" y="8873"/>
                    <a:pt x="22759" y="8648"/>
                  </a:cubicBezTo>
                  <a:cubicBezTo>
                    <a:pt x="22566" y="7748"/>
                    <a:pt x="22180" y="5787"/>
                    <a:pt x="21826" y="4019"/>
                  </a:cubicBezTo>
                  <a:cubicBezTo>
                    <a:pt x="21666" y="3151"/>
                    <a:pt x="21505" y="2347"/>
                    <a:pt x="21376" y="1737"/>
                  </a:cubicBezTo>
                  <a:cubicBezTo>
                    <a:pt x="21248" y="1126"/>
                    <a:pt x="21184" y="772"/>
                    <a:pt x="21184" y="772"/>
                  </a:cubicBezTo>
                  <a:lnTo>
                    <a:pt x="21182" y="772"/>
                  </a:lnTo>
                  <a:lnTo>
                    <a:pt x="21182" y="772"/>
                  </a:lnTo>
                  <a:cubicBezTo>
                    <a:pt x="21173" y="660"/>
                    <a:pt x="21114" y="577"/>
                    <a:pt x="21055" y="547"/>
                  </a:cubicBezTo>
                  <a:cubicBezTo>
                    <a:pt x="20959" y="451"/>
                    <a:pt x="20862" y="387"/>
                    <a:pt x="20637" y="322"/>
                  </a:cubicBezTo>
                  <a:cubicBezTo>
                    <a:pt x="20444" y="258"/>
                    <a:pt x="20155" y="194"/>
                    <a:pt x="19705" y="97"/>
                  </a:cubicBezTo>
                  <a:cubicBezTo>
                    <a:pt x="19383" y="33"/>
                    <a:pt x="19062" y="1"/>
                    <a:pt x="18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62"/>
            <p:cNvSpPr/>
            <p:nvPr/>
          </p:nvSpPr>
          <p:spPr>
            <a:xfrm>
              <a:off x="2159350" y="2939125"/>
              <a:ext cx="140675" cy="185600"/>
            </a:xfrm>
            <a:custGeom>
              <a:avLst/>
              <a:gdLst/>
              <a:ahLst/>
              <a:cxnLst/>
              <a:rect l="l" t="t" r="r" b="b"/>
              <a:pathLst>
                <a:path w="5627" h="7424" extrusionOk="0">
                  <a:moveTo>
                    <a:pt x="934" y="0"/>
                  </a:moveTo>
                  <a:cubicBezTo>
                    <a:pt x="442" y="0"/>
                    <a:pt x="1" y="126"/>
                    <a:pt x="1" y="126"/>
                  </a:cubicBezTo>
                  <a:cubicBezTo>
                    <a:pt x="1" y="126"/>
                    <a:pt x="1" y="2859"/>
                    <a:pt x="1319" y="4530"/>
                  </a:cubicBezTo>
                  <a:cubicBezTo>
                    <a:pt x="2637" y="6169"/>
                    <a:pt x="5626" y="7423"/>
                    <a:pt x="5626" y="7423"/>
                  </a:cubicBezTo>
                  <a:cubicBezTo>
                    <a:pt x="5626" y="7423"/>
                    <a:pt x="4726" y="5269"/>
                    <a:pt x="4598" y="4626"/>
                  </a:cubicBezTo>
                  <a:cubicBezTo>
                    <a:pt x="4469" y="3984"/>
                    <a:pt x="3569" y="3534"/>
                    <a:pt x="3055" y="2634"/>
                  </a:cubicBezTo>
                  <a:cubicBezTo>
                    <a:pt x="2540" y="1733"/>
                    <a:pt x="1962" y="319"/>
                    <a:pt x="1962" y="319"/>
                  </a:cubicBezTo>
                  <a:cubicBezTo>
                    <a:pt x="1700" y="71"/>
                    <a:pt x="1302" y="0"/>
                    <a:pt x="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62"/>
            <p:cNvSpPr/>
            <p:nvPr/>
          </p:nvSpPr>
          <p:spPr>
            <a:xfrm>
              <a:off x="2152925" y="2932625"/>
              <a:ext cx="154325" cy="199000"/>
            </a:xfrm>
            <a:custGeom>
              <a:avLst/>
              <a:gdLst/>
              <a:ahLst/>
              <a:cxnLst/>
              <a:rect l="l" t="t" r="r" b="b"/>
              <a:pathLst>
                <a:path w="6173" h="7960" extrusionOk="0">
                  <a:moveTo>
                    <a:pt x="1158" y="547"/>
                  </a:moveTo>
                  <a:cubicBezTo>
                    <a:pt x="1459" y="547"/>
                    <a:pt x="1789" y="603"/>
                    <a:pt x="1988" y="769"/>
                  </a:cubicBezTo>
                  <a:lnTo>
                    <a:pt x="1988" y="769"/>
                  </a:lnTo>
                  <a:cubicBezTo>
                    <a:pt x="2106" y="1047"/>
                    <a:pt x="2609" y="2207"/>
                    <a:pt x="3087" y="3022"/>
                  </a:cubicBezTo>
                  <a:cubicBezTo>
                    <a:pt x="3376" y="3504"/>
                    <a:pt x="3730" y="3858"/>
                    <a:pt x="4051" y="4179"/>
                  </a:cubicBezTo>
                  <a:cubicBezTo>
                    <a:pt x="4212" y="4308"/>
                    <a:pt x="4340" y="4469"/>
                    <a:pt x="4437" y="4597"/>
                  </a:cubicBezTo>
                  <a:cubicBezTo>
                    <a:pt x="4533" y="4726"/>
                    <a:pt x="4597" y="4822"/>
                    <a:pt x="4597" y="4919"/>
                  </a:cubicBezTo>
                  <a:cubicBezTo>
                    <a:pt x="4630" y="5111"/>
                    <a:pt x="4726" y="5369"/>
                    <a:pt x="4822" y="5690"/>
                  </a:cubicBezTo>
                  <a:cubicBezTo>
                    <a:pt x="4999" y="6166"/>
                    <a:pt x="5223" y="6747"/>
                    <a:pt x="5390" y="7176"/>
                  </a:cubicBezTo>
                  <a:lnTo>
                    <a:pt x="5390" y="7176"/>
                  </a:lnTo>
                  <a:cubicBezTo>
                    <a:pt x="5028" y="6998"/>
                    <a:pt x="4537" y="6740"/>
                    <a:pt x="4019" y="6429"/>
                  </a:cubicBezTo>
                  <a:cubicBezTo>
                    <a:pt x="3183" y="5947"/>
                    <a:pt x="2315" y="5304"/>
                    <a:pt x="1769" y="4597"/>
                  </a:cubicBezTo>
                  <a:cubicBezTo>
                    <a:pt x="1190" y="3858"/>
                    <a:pt x="869" y="2829"/>
                    <a:pt x="708" y="1993"/>
                  </a:cubicBezTo>
                  <a:cubicBezTo>
                    <a:pt x="595" y="1385"/>
                    <a:pt x="562" y="871"/>
                    <a:pt x="552" y="596"/>
                  </a:cubicBezTo>
                  <a:lnTo>
                    <a:pt x="552" y="596"/>
                  </a:lnTo>
                  <a:cubicBezTo>
                    <a:pt x="704" y="570"/>
                    <a:pt x="925" y="547"/>
                    <a:pt x="1158" y="547"/>
                  </a:cubicBezTo>
                  <a:close/>
                  <a:moveTo>
                    <a:pt x="1158" y="1"/>
                  </a:moveTo>
                  <a:cubicBezTo>
                    <a:pt x="644" y="1"/>
                    <a:pt x="226" y="129"/>
                    <a:pt x="194" y="129"/>
                  </a:cubicBezTo>
                  <a:cubicBezTo>
                    <a:pt x="97" y="161"/>
                    <a:pt x="33" y="226"/>
                    <a:pt x="1" y="322"/>
                  </a:cubicBezTo>
                  <a:lnTo>
                    <a:pt x="1" y="386"/>
                  </a:lnTo>
                  <a:cubicBezTo>
                    <a:pt x="1" y="483"/>
                    <a:pt x="1" y="1190"/>
                    <a:pt x="162" y="2090"/>
                  </a:cubicBezTo>
                  <a:cubicBezTo>
                    <a:pt x="354" y="2990"/>
                    <a:pt x="676" y="4083"/>
                    <a:pt x="1351" y="4951"/>
                  </a:cubicBezTo>
                  <a:cubicBezTo>
                    <a:pt x="2058" y="5819"/>
                    <a:pt x="3151" y="6558"/>
                    <a:pt x="4083" y="7104"/>
                  </a:cubicBezTo>
                  <a:cubicBezTo>
                    <a:pt x="5015" y="7619"/>
                    <a:pt x="5787" y="7940"/>
                    <a:pt x="5787" y="7940"/>
                  </a:cubicBezTo>
                  <a:cubicBezTo>
                    <a:pt x="5822" y="7952"/>
                    <a:pt x="5857" y="7959"/>
                    <a:pt x="5893" y="7959"/>
                  </a:cubicBezTo>
                  <a:cubicBezTo>
                    <a:pt x="5954" y="7959"/>
                    <a:pt x="6015" y="7937"/>
                    <a:pt x="6076" y="7876"/>
                  </a:cubicBezTo>
                  <a:cubicBezTo>
                    <a:pt x="6140" y="7812"/>
                    <a:pt x="6173" y="7683"/>
                    <a:pt x="6140" y="7587"/>
                  </a:cubicBezTo>
                  <a:cubicBezTo>
                    <a:pt x="6140" y="7587"/>
                    <a:pt x="5915" y="7040"/>
                    <a:pt x="5690" y="6429"/>
                  </a:cubicBezTo>
                  <a:cubicBezTo>
                    <a:pt x="5562" y="6108"/>
                    <a:pt x="5433" y="5787"/>
                    <a:pt x="5337" y="5497"/>
                  </a:cubicBezTo>
                  <a:cubicBezTo>
                    <a:pt x="5240" y="5208"/>
                    <a:pt x="5144" y="4951"/>
                    <a:pt x="5144" y="4822"/>
                  </a:cubicBezTo>
                  <a:cubicBezTo>
                    <a:pt x="5080" y="4597"/>
                    <a:pt x="4983" y="4436"/>
                    <a:pt x="4855" y="4244"/>
                  </a:cubicBezTo>
                  <a:cubicBezTo>
                    <a:pt x="4469" y="3761"/>
                    <a:pt x="3890" y="3376"/>
                    <a:pt x="3537" y="2765"/>
                  </a:cubicBezTo>
                  <a:cubicBezTo>
                    <a:pt x="3280" y="2315"/>
                    <a:pt x="3022" y="1768"/>
                    <a:pt x="2829" y="1286"/>
                  </a:cubicBezTo>
                  <a:cubicBezTo>
                    <a:pt x="2701" y="1061"/>
                    <a:pt x="2637" y="868"/>
                    <a:pt x="2572" y="708"/>
                  </a:cubicBezTo>
                  <a:cubicBezTo>
                    <a:pt x="2508" y="579"/>
                    <a:pt x="2476" y="483"/>
                    <a:pt x="2476" y="483"/>
                  </a:cubicBezTo>
                  <a:lnTo>
                    <a:pt x="2412" y="386"/>
                  </a:lnTo>
                  <a:cubicBezTo>
                    <a:pt x="2026" y="65"/>
                    <a:pt x="1544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62"/>
            <p:cNvSpPr/>
            <p:nvPr/>
          </p:nvSpPr>
          <p:spPr>
            <a:xfrm>
              <a:off x="2144100" y="3174525"/>
              <a:ext cx="314225" cy="554975"/>
            </a:xfrm>
            <a:custGeom>
              <a:avLst/>
              <a:gdLst/>
              <a:ahLst/>
              <a:cxnLst/>
              <a:rect l="l" t="t" r="r" b="b"/>
              <a:pathLst>
                <a:path w="12569" h="22199" extrusionOk="0">
                  <a:moveTo>
                    <a:pt x="7683" y="0"/>
                  </a:moveTo>
                  <a:lnTo>
                    <a:pt x="0" y="6815"/>
                  </a:lnTo>
                  <a:cubicBezTo>
                    <a:pt x="0" y="6815"/>
                    <a:pt x="3118" y="11861"/>
                    <a:pt x="4565" y="14754"/>
                  </a:cubicBezTo>
                  <a:cubicBezTo>
                    <a:pt x="6043" y="17679"/>
                    <a:pt x="8004" y="21923"/>
                    <a:pt x="9676" y="22180"/>
                  </a:cubicBezTo>
                  <a:cubicBezTo>
                    <a:pt x="9758" y="22192"/>
                    <a:pt x="9839" y="22198"/>
                    <a:pt x="9918" y="22198"/>
                  </a:cubicBezTo>
                  <a:cubicBezTo>
                    <a:pt x="11474" y="22198"/>
                    <a:pt x="12380" y="19885"/>
                    <a:pt x="12472" y="18997"/>
                  </a:cubicBezTo>
                  <a:cubicBezTo>
                    <a:pt x="12569" y="18065"/>
                    <a:pt x="11186" y="16297"/>
                    <a:pt x="10640" y="12504"/>
                  </a:cubicBezTo>
                  <a:cubicBezTo>
                    <a:pt x="10061" y="8711"/>
                    <a:pt x="8872" y="1382"/>
                    <a:pt x="8872" y="1382"/>
                  </a:cubicBezTo>
                  <a:lnTo>
                    <a:pt x="76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62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0" y="3987"/>
                    <a:pt x="418" y="4662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62"/>
            <p:cNvSpPr/>
            <p:nvPr/>
          </p:nvSpPr>
          <p:spPr>
            <a:xfrm>
              <a:off x="2169800" y="3376225"/>
              <a:ext cx="141475" cy="243525"/>
            </a:xfrm>
            <a:custGeom>
              <a:avLst/>
              <a:gdLst/>
              <a:ahLst/>
              <a:cxnLst/>
              <a:rect l="l" t="t" r="r" b="b"/>
              <a:pathLst>
                <a:path w="5659" h="9741" extrusionOk="0">
                  <a:moveTo>
                    <a:pt x="5658" y="9740"/>
                  </a:moveTo>
                  <a:lnTo>
                    <a:pt x="387" y="0"/>
                  </a:lnTo>
                  <a:lnTo>
                    <a:pt x="1" y="418"/>
                  </a:lnTo>
                  <a:lnTo>
                    <a:pt x="1" y="418"/>
                  </a:lnTo>
                  <a:lnTo>
                    <a:pt x="387" y="0"/>
                  </a:lnTo>
                  <a:lnTo>
                    <a:pt x="5658" y="9740"/>
                  </a:lnTo>
                  <a:lnTo>
                    <a:pt x="5658" y="9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62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32" y="4019"/>
                    <a:pt x="418" y="4662"/>
                    <a:pt x="997" y="5626"/>
                  </a:cubicBezTo>
                  <a:cubicBezTo>
                    <a:pt x="997" y="5626"/>
                    <a:pt x="997" y="5626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62"/>
            <p:cNvSpPr/>
            <p:nvPr/>
          </p:nvSpPr>
          <p:spPr>
            <a:xfrm>
              <a:off x="2136850" y="3167975"/>
              <a:ext cx="325500" cy="568300"/>
            </a:xfrm>
            <a:custGeom>
              <a:avLst/>
              <a:gdLst/>
              <a:ahLst/>
              <a:cxnLst/>
              <a:rect l="l" t="t" r="r" b="b"/>
              <a:pathLst>
                <a:path w="13020" h="22732" extrusionOk="0">
                  <a:moveTo>
                    <a:pt x="7975" y="0"/>
                  </a:moveTo>
                  <a:cubicBezTo>
                    <a:pt x="7915" y="0"/>
                    <a:pt x="7857" y="24"/>
                    <a:pt x="7812" y="69"/>
                  </a:cubicBezTo>
                  <a:cubicBezTo>
                    <a:pt x="7683" y="166"/>
                    <a:pt x="7683" y="326"/>
                    <a:pt x="7780" y="455"/>
                  </a:cubicBezTo>
                  <a:lnTo>
                    <a:pt x="8920" y="1785"/>
                  </a:lnTo>
                  <a:lnTo>
                    <a:pt x="8920" y="1785"/>
                  </a:lnTo>
                  <a:cubicBezTo>
                    <a:pt x="8946" y="1967"/>
                    <a:pt x="9005" y="2366"/>
                    <a:pt x="9098" y="2898"/>
                  </a:cubicBezTo>
                  <a:cubicBezTo>
                    <a:pt x="9451" y="5148"/>
                    <a:pt x="10223" y="9970"/>
                    <a:pt x="10641" y="12798"/>
                  </a:cubicBezTo>
                  <a:cubicBezTo>
                    <a:pt x="10930" y="14663"/>
                    <a:pt x="11412" y="16045"/>
                    <a:pt x="11798" y="17074"/>
                  </a:cubicBezTo>
                  <a:cubicBezTo>
                    <a:pt x="11991" y="17588"/>
                    <a:pt x="12184" y="18038"/>
                    <a:pt x="12280" y="18359"/>
                  </a:cubicBezTo>
                  <a:cubicBezTo>
                    <a:pt x="12409" y="18713"/>
                    <a:pt x="12505" y="19002"/>
                    <a:pt x="12505" y="19163"/>
                  </a:cubicBezTo>
                  <a:lnTo>
                    <a:pt x="12473" y="19227"/>
                  </a:lnTo>
                  <a:cubicBezTo>
                    <a:pt x="12441" y="19613"/>
                    <a:pt x="12216" y="20384"/>
                    <a:pt x="11798" y="21060"/>
                  </a:cubicBezTo>
                  <a:cubicBezTo>
                    <a:pt x="11605" y="21381"/>
                    <a:pt x="11348" y="21670"/>
                    <a:pt x="11091" y="21863"/>
                  </a:cubicBezTo>
                  <a:cubicBezTo>
                    <a:pt x="10834" y="22088"/>
                    <a:pt x="10544" y="22185"/>
                    <a:pt x="10223" y="22185"/>
                  </a:cubicBezTo>
                  <a:lnTo>
                    <a:pt x="10030" y="22185"/>
                  </a:lnTo>
                  <a:cubicBezTo>
                    <a:pt x="9709" y="22152"/>
                    <a:pt x="9291" y="21863"/>
                    <a:pt x="8873" y="21413"/>
                  </a:cubicBezTo>
                  <a:cubicBezTo>
                    <a:pt x="8230" y="20706"/>
                    <a:pt x="7555" y="19645"/>
                    <a:pt x="6912" y="18456"/>
                  </a:cubicBezTo>
                  <a:cubicBezTo>
                    <a:pt x="6269" y="17266"/>
                    <a:pt x="5658" y="16013"/>
                    <a:pt x="5112" y="14920"/>
                  </a:cubicBezTo>
                  <a:cubicBezTo>
                    <a:pt x="3633" y="11963"/>
                    <a:pt x="547" y="6948"/>
                    <a:pt x="547" y="6948"/>
                  </a:cubicBezTo>
                  <a:cubicBezTo>
                    <a:pt x="483" y="6862"/>
                    <a:pt x="390" y="6819"/>
                    <a:pt x="297" y="6819"/>
                  </a:cubicBezTo>
                  <a:cubicBezTo>
                    <a:pt x="251" y="6819"/>
                    <a:pt x="204" y="6830"/>
                    <a:pt x="162" y="6852"/>
                  </a:cubicBezTo>
                  <a:cubicBezTo>
                    <a:pt x="33" y="6916"/>
                    <a:pt x="1" y="7109"/>
                    <a:pt x="65" y="7237"/>
                  </a:cubicBezTo>
                  <a:cubicBezTo>
                    <a:pt x="65" y="7237"/>
                    <a:pt x="258" y="7527"/>
                    <a:pt x="580" y="8041"/>
                  </a:cubicBezTo>
                  <a:cubicBezTo>
                    <a:pt x="1512" y="9616"/>
                    <a:pt x="3537" y="12991"/>
                    <a:pt x="4630" y="15145"/>
                  </a:cubicBezTo>
                  <a:cubicBezTo>
                    <a:pt x="5369" y="16591"/>
                    <a:pt x="6205" y="18392"/>
                    <a:pt x="7105" y="19870"/>
                  </a:cubicBezTo>
                  <a:cubicBezTo>
                    <a:pt x="7555" y="20609"/>
                    <a:pt x="8005" y="21285"/>
                    <a:pt x="8487" y="21767"/>
                  </a:cubicBezTo>
                  <a:cubicBezTo>
                    <a:pt x="8937" y="22281"/>
                    <a:pt x="9419" y="22635"/>
                    <a:pt x="9934" y="22699"/>
                  </a:cubicBezTo>
                  <a:cubicBezTo>
                    <a:pt x="10030" y="22731"/>
                    <a:pt x="10126" y="22731"/>
                    <a:pt x="10223" y="22731"/>
                  </a:cubicBezTo>
                  <a:cubicBezTo>
                    <a:pt x="10673" y="22731"/>
                    <a:pt x="11091" y="22570"/>
                    <a:pt x="11412" y="22313"/>
                  </a:cubicBezTo>
                  <a:cubicBezTo>
                    <a:pt x="11926" y="21895"/>
                    <a:pt x="12312" y="21349"/>
                    <a:pt x="12569" y="20770"/>
                  </a:cubicBezTo>
                  <a:cubicBezTo>
                    <a:pt x="12827" y="20192"/>
                    <a:pt x="12987" y="19645"/>
                    <a:pt x="13019" y="19292"/>
                  </a:cubicBezTo>
                  <a:lnTo>
                    <a:pt x="13019" y="19163"/>
                  </a:lnTo>
                  <a:cubicBezTo>
                    <a:pt x="13019" y="18874"/>
                    <a:pt x="12923" y="18552"/>
                    <a:pt x="12794" y="18199"/>
                  </a:cubicBezTo>
                  <a:cubicBezTo>
                    <a:pt x="12409" y="17074"/>
                    <a:pt x="11605" y="15434"/>
                    <a:pt x="11187" y="12734"/>
                  </a:cubicBezTo>
                  <a:cubicBezTo>
                    <a:pt x="10609" y="8941"/>
                    <a:pt x="9419" y="1612"/>
                    <a:pt x="9419" y="1612"/>
                  </a:cubicBezTo>
                  <a:cubicBezTo>
                    <a:pt x="9419" y="1548"/>
                    <a:pt x="9387" y="1516"/>
                    <a:pt x="9355" y="1484"/>
                  </a:cubicBezTo>
                  <a:lnTo>
                    <a:pt x="8166" y="101"/>
                  </a:lnTo>
                  <a:cubicBezTo>
                    <a:pt x="8114" y="32"/>
                    <a:pt x="8044" y="0"/>
                    <a:pt x="7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62"/>
            <p:cNvSpPr/>
            <p:nvPr/>
          </p:nvSpPr>
          <p:spPr>
            <a:xfrm>
              <a:off x="2314450" y="3589175"/>
              <a:ext cx="147900" cy="140325"/>
            </a:xfrm>
            <a:custGeom>
              <a:avLst/>
              <a:gdLst/>
              <a:ahLst/>
              <a:cxnLst/>
              <a:rect l="l" t="t" r="r" b="b"/>
              <a:pathLst>
                <a:path w="5916" h="5613" extrusionOk="0">
                  <a:moveTo>
                    <a:pt x="4983" y="1"/>
                  </a:moveTo>
                  <a:cubicBezTo>
                    <a:pt x="4501" y="547"/>
                    <a:pt x="3762" y="1158"/>
                    <a:pt x="2605" y="1672"/>
                  </a:cubicBezTo>
                  <a:cubicBezTo>
                    <a:pt x="1544" y="2154"/>
                    <a:pt x="644" y="2379"/>
                    <a:pt x="1" y="2476"/>
                  </a:cubicBezTo>
                  <a:cubicBezTo>
                    <a:pt x="965" y="4147"/>
                    <a:pt x="1962" y="5465"/>
                    <a:pt x="2862" y="5594"/>
                  </a:cubicBezTo>
                  <a:cubicBezTo>
                    <a:pt x="2944" y="5606"/>
                    <a:pt x="3025" y="5612"/>
                    <a:pt x="3104" y="5612"/>
                  </a:cubicBezTo>
                  <a:cubicBezTo>
                    <a:pt x="4660" y="5612"/>
                    <a:pt x="5566" y="3299"/>
                    <a:pt x="5658" y="2411"/>
                  </a:cubicBezTo>
                  <a:cubicBezTo>
                    <a:pt x="5690" y="1865"/>
                    <a:pt x="5915" y="290"/>
                    <a:pt x="4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62"/>
            <p:cNvSpPr/>
            <p:nvPr/>
          </p:nvSpPr>
          <p:spPr>
            <a:xfrm>
              <a:off x="2307225" y="3582450"/>
              <a:ext cx="156725" cy="153825"/>
            </a:xfrm>
            <a:custGeom>
              <a:avLst/>
              <a:gdLst/>
              <a:ahLst/>
              <a:cxnLst/>
              <a:rect l="l" t="t" r="r" b="b"/>
              <a:pathLst>
                <a:path w="6269" h="6153" extrusionOk="0">
                  <a:moveTo>
                    <a:pt x="5359" y="606"/>
                  </a:moveTo>
                  <a:cubicBezTo>
                    <a:pt x="5470" y="689"/>
                    <a:pt x="5548" y="817"/>
                    <a:pt x="5594" y="977"/>
                  </a:cubicBezTo>
                  <a:cubicBezTo>
                    <a:pt x="5690" y="1202"/>
                    <a:pt x="5722" y="1523"/>
                    <a:pt x="5722" y="1813"/>
                  </a:cubicBezTo>
                  <a:cubicBezTo>
                    <a:pt x="5722" y="2166"/>
                    <a:pt x="5690" y="2455"/>
                    <a:pt x="5658" y="2648"/>
                  </a:cubicBezTo>
                  <a:cubicBezTo>
                    <a:pt x="5626" y="3034"/>
                    <a:pt x="5401" y="3805"/>
                    <a:pt x="4983" y="4481"/>
                  </a:cubicBezTo>
                  <a:cubicBezTo>
                    <a:pt x="4790" y="4802"/>
                    <a:pt x="4533" y="5091"/>
                    <a:pt x="4276" y="5284"/>
                  </a:cubicBezTo>
                  <a:cubicBezTo>
                    <a:pt x="4019" y="5509"/>
                    <a:pt x="3729" y="5606"/>
                    <a:pt x="3408" y="5606"/>
                  </a:cubicBezTo>
                  <a:lnTo>
                    <a:pt x="3215" y="5606"/>
                  </a:lnTo>
                  <a:cubicBezTo>
                    <a:pt x="2861" y="5541"/>
                    <a:pt x="2411" y="5252"/>
                    <a:pt x="1929" y="4706"/>
                  </a:cubicBezTo>
                  <a:cubicBezTo>
                    <a:pt x="1540" y="4233"/>
                    <a:pt x="1126" y="3615"/>
                    <a:pt x="709" y="2936"/>
                  </a:cubicBezTo>
                  <a:lnTo>
                    <a:pt x="709" y="2936"/>
                  </a:lnTo>
                  <a:cubicBezTo>
                    <a:pt x="1328" y="2816"/>
                    <a:pt x="2094" y="2593"/>
                    <a:pt x="2990" y="2198"/>
                  </a:cubicBezTo>
                  <a:cubicBezTo>
                    <a:pt x="4077" y="1728"/>
                    <a:pt x="4842" y="1123"/>
                    <a:pt x="5359" y="606"/>
                  </a:cubicBezTo>
                  <a:close/>
                  <a:moveTo>
                    <a:pt x="5292" y="0"/>
                  </a:moveTo>
                  <a:cubicBezTo>
                    <a:pt x="5212" y="0"/>
                    <a:pt x="5128" y="37"/>
                    <a:pt x="5079" y="109"/>
                  </a:cubicBezTo>
                  <a:cubicBezTo>
                    <a:pt x="4629" y="591"/>
                    <a:pt x="3922" y="1202"/>
                    <a:pt x="2765" y="1716"/>
                  </a:cubicBezTo>
                  <a:cubicBezTo>
                    <a:pt x="1736" y="2166"/>
                    <a:pt x="868" y="2391"/>
                    <a:pt x="258" y="2488"/>
                  </a:cubicBezTo>
                  <a:cubicBezTo>
                    <a:pt x="161" y="2488"/>
                    <a:pt x="97" y="2552"/>
                    <a:pt x="33" y="2648"/>
                  </a:cubicBezTo>
                  <a:cubicBezTo>
                    <a:pt x="1" y="2713"/>
                    <a:pt x="1" y="2809"/>
                    <a:pt x="65" y="2873"/>
                  </a:cubicBezTo>
                  <a:cubicBezTo>
                    <a:pt x="547" y="3709"/>
                    <a:pt x="1029" y="4481"/>
                    <a:pt x="1543" y="5059"/>
                  </a:cubicBezTo>
                  <a:cubicBezTo>
                    <a:pt x="2026" y="5638"/>
                    <a:pt x="2540" y="6056"/>
                    <a:pt x="3119" y="6120"/>
                  </a:cubicBezTo>
                  <a:cubicBezTo>
                    <a:pt x="3215" y="6152"/>
                    <a:pt x="3311" y="6152"/>
                    <a:pt x="3408" y="6152"/>
                  </a:cubicBezTo>
                  <a:cubicBezTo>
                    <a:pt x="3858" y="6152"/>
                    <a:pt x="4276" y="5991"/>
                    <a:pt x="4597" y="5734"/>
                  </a:cubicBezTo>
                  <a:cubicBezTo>
                    <a:pt x="5111" y="5316"/>
                    <a:pt x="5497" y="4770"/>
                    <a:pt x="5754" y="4191"/>
                  </a:cubicBezTo>
                  <a:cubicBezTo>
                    <a:pt x="6012" y="3613"/>
                    <a:pt x="6172" y="3066"/>
                    <a:pt x="6204" y="2713"/>
                  </a:cubicBezTo>
                  <a:cubicBezTo>
                    <a:pt x="6237" y="2520"/>
                    <a:pt x="6269" y="2198"/>
                    <a:pt x="6269" y="1813"/>
                  </a:cubicBezTo>
                  <a:cubicBezTo>
                    <a:pt x="6269" y="1491"/>
                    <a:pt x="6237" y="1137"/>
                    <a:pt x="6108" y="784"/>
                  </a:cubicBezTo>
                  <a:cubicBezTo>
                    <a:pt x="5979" y="462"/>
                    <a:pt x="5754" y="141"/>
                    <a:pt x="5369" y="12"/>
                  </a:cubicBezTo>
                  <a:cubicBezTo>
                    <a:pt x="5345" y="4"/>
                    <a:pt x="5318" y="0"/>
                    <a:pt x="5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62"/>
            <p:cNvSpPr/>
            <p:nvPr/>
          </p:nvSpPr>
          <p:spPr>
            <a:xfrm>
              <a:off x="2013100" y="2523650"/>
              <a:ext cx="178425" cy="93975"/>
            </a:xfrm>
            <a:custGeom>
              <a:avLst/>
              <a:gdLst/>
              <a:ahLst/>
              <a:cxnLst/>
              <a:rect l="l" t="t" r="r" b="b"/>
              <a:pathLst>
                <a:path w="7137" h="3759" extrusionOk="0">
                  <a:moveTo>
                    <a:pt x="4044" y="1"/>
                  </a:moveTo>
                  <a:cubicBezTo>
                    <a:pt x="2559" y="1"/>
                    <a:pt x="781" y="285"/>
                    <a:pt x="611" y="769"/>
                  </a:cubicBezTo>
                  <a:cubicBezTo>
                    <a:pt x="483" y="1155"/>
                    <a:pt x="1" y="2312"/>
                    <a:pt x="1254" y="3759"/>
                  </a:cubicBezTo>
                  <a:cubicBezTo>
                    <a:pt x="2144" y="3303"/>
                    <a:pt x="3430" y="2832"/>
                    <a:pt x="4904" y="2832"/>
                  </a:cubicBezTo>
                  <a:cubicBezTo>
                    <a:pt x="5613" y="2832"/>
                    <a:pt x="6365" y="2941"/>
                    <a:pt x="7137" y="3212"/>
                  </a:cubicBezTo>
                  <a:cubicBezTo>
                    <a:pt x="6847" y="1734"/>
                    <a:pt x="6622" y="544"/>
                    <a:pt x="6622" y="544"/>
                  </a:cubicBezTo>
                  <a:cubicBezTo>
                    <a:pt x="6622" y="544"/>
                    <a:pt x="6783" y="384"/>
                    <a:pt x="5337" y="94"/>
                  </a:cubicBezTo>
                  <a:cubicBezTo>
                    <a:pt x="4981" y="31"/>
                    <a:pt x="4528" y="1"/>
                    <a:pt x="4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62"/>
            <p:cNvSpPr/>
            <p:nvPr/>
          </p:nvSpPr>
          <p:spPr>
            <a:xfrm>
              <a:off x="2013100" y="2524400"/>
              <a:ext cx="86025" cy="93225"/>
            </a:xfrm>
            <a:custGeom>
              <a:avLst/>
              <a:gdLst/>
              <a:ahLst/>
              <a:cxnLst/>
              <a:rect l="l" t="t" r="r" b="b"/>
              <a:pathLst>
                <a:path w="3441" h="3729" extrusionOk="0">
                  <a:moveTo>
                    <a:pt x="3440" y="0"/>
                  </a:moveTo>
                  <a:lnTo>
                    <a:pt x="3440" y="0"/>
                  </a:lnTo>
                  <a:cubicBezTo>
                    <a:pt x="2122" y="64"/>
                    <a:pt x="772" y="322"/>
                    <a:pt x="611" y="739"/>
                  </a:cubicBezTo>
                  <a:cubicBezTo>
                    <a:pt x="483" y="1125"/>
                    <a:pt x="1" y="2282"/>
                    <a:pt x="1254" y="3729"/>
                  </a:cubicBezTo>
                  <a:cubicBezTo>
                    <a:pt x="1833" y="3440"/>
                    <a:pt x="2572" y="3118"/>
                    <a:pt x="3440" y="2957"/>
                  </a:cubicBezTo>
                  <a:cubicBezTo>
                    <a:pt x="3440" y="2668"/>
                    <a:pt x="3408" y="2379"/>
                    <a:pt x="3408" y="2154"/>
                  </a:cubicBezTo>
                  <a:cubicBezTo>
                    <a:pt x="3376" y="1607"/>
                    <a:pt x="3408" y="868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62"/>
            <p:cNvSpPr/>
            <p:nvPr/>
          </p:nvSpPr>
          <p:spPr>
            <a:xfrm>
              <a:off x="2023550" y="2524400"/>
              <a:ext cx="75575" cy="93225"/>
            </a:xfrm>
            <a:custGeom>
              <a:avLst/>
              <a:gdLst/>
              <a:ahLst/>
              <a:cxnLst/>
              <a:rect l="l" t="t" r="r" b="b"/>
              <a:pathLst>
                <a:path w="3023" h="3729" extrusionOk="0">
                  <a:moveTo>
                    <a:pt x="3022" y="0"/>
                  </a:moveTo>
                  <a:lnTo>
                    <a:pt x="3022" y="0"/>
                  </a:lnTo>
                  <a:cubicBezTo>
                    <a:pt x="1704" y="64"/>
                    <a:pt x="386" y="322"/>
                    <a:pt x="193" y="739"/>
                  </a:cubicBezTo>
                  <a:cubicBezTo>
                    <a:pt x="129" y="932"/>
                    <a:pt x="1" y="1286"/>
                    <a:pt x="1" y="1736"/>
                  </a:cubicBezTo>
                  <a:cubicBezTo>
                    <a:pt x="1" y="2218"/>
                    <a:pt x="129" y="2797"/>
                    <a:pt x="611" y="3407"/>
                  </a:cubicBezTo>
                  <a:cubicBezTo>
                    <a:pt x="676" y="3504"/>
                    <a:pt x="772" y="3632"/>
                    <a:pt x="836" y="3729"/>
                  </a:cubicBezTo>
                  <a:cubicBezTo>
                    <a:pt x="1061" y="3632"/>
                    <a:pt x="1254" y="3536"/>
                    <a:pt x="1479" y="3440"/>
                  </a:cubicBezTo>
                  <a:lnTo>
                    <a:pt x="1511" y="3440"/>
                  </a:lnTo>
                  <a:cubicBezTo>
                    <a:pt x="1961" y="3247"/>
                    <a:pt x="2444" y="3086"/>
                    <a:pt x="3022" y="2957"/>
                  </a:cubicBezTo>
                  <a:cubicBezTo>
                    <a:pt x="3022" y="2668"/>
                    <a:pt x="2990" y="2379"/>
                    <a:pt x="2990" y="2154"/>
                  </a:cubicBezTo>
                  <a:cubicBezTo>
                    <a:pt x="2990" y="1961"/>
                    <a:pt x="2990" y="1736"/>
                    <a:pt x="2990" y="1511"/>
                  </a:cubicBezTo>
                  <a:cubicBezTo>
                    <a:pt x="2990" y="1093"/>
                    <a:pt x="2990" y="547"/>
                    <a:pt x="3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62"/>
            <p:cNvSpPr/>
            <p:nvPr/>
          </p:nvSpPr>
          <p:spPr>
            <a:xfrm>
              <a:off x="2016325" y="2517150"/>
              <a:ext cx="182450" cy="106975"/>
            </a:xfrm>
            <a:custGeom>
              <a:avLst/>
              <a:gdLst/>
              <a:ahLst/>
              <a:cxnLst/>
              <a:rect l="l" t="t" r="r" b="b"/>
              <a:pathLst>
                <a:path w="7298" h="4279" extrusionOk="0">
                  <a:moveTo>
                    <a:pt x="3922" y="515"/>
                  </a:moveTo>
                  <a:cubicBezTo>
                    <a:pt x="4404" y="515"/>
                    <a:pt x="4822" y="547"/>
                    <a:pt x="5175" y="612"/>
                  </a:cubicBezTo>
                  <a:cubicBezTo>
                    <a:pt x="5722" y="740"/>
                    <a:pt x="6043" y="837"/>
                    <a:pt x="6172" y="901"/>
                  </a:cubicBezTo>
                  <a:lnTo>
                    <a:pt x="6247" y="926"/>
                  </a:lnTo>
                  <a:lnTo>
                    <a:pt x="6247" y="926"/>
                  </a:lnTo>
                  <a:cubicBezTo>
                    <a:pt x="6289" y="1149"/>
                    <a:pt x="6451" y="1999"/>
                    <a:pt x="6660" y="3074"/>
                  </a:cubicBezTo>
                  <a:lnTo>
                    <a:pt x="6660" y="3074"/>
                  </a:lnTo>
                  <a:cubicBezTo>
                    <a:pt x="6008" y="2894"/>
                    <a:pt x="5367" y="2830"/>
                    <a:pt x="4790" y="2830"/>
                  </a:cubicBezTo>
                  <a:cubicBezTo>
                    <a:pt x="3359" y="2830"/>
                    <a:pt x="2121" y="3244"/>
                    <a:pt x="1231" y="3689"/>
                  </a:cubicBezTo>
                  <a:lnTo>
                    <a:pt x="1231" y="3689"/>
                  </a:lnTo>
                  <a:cubicBezTo>
                    <a:pt x="687" y="3040"/>
                    <a:pt x="547" y="2477"/>
                    <a:pt x="547" y="2026"/>
                  </a:cubicBezTo>
                  <a:cubicBezTo>
                    <a:pt x="547" y="1608"/>
                    <a:pt x="675" y="1319"/>
                    <a:pt x="740" y="1126"/>
                  </a:cubicBezTo>
                  <a:cubicBezTo>
                    <a:pt x="740" y="1094"/>
                    <a:pt x="868" y="997"/>
                    <a:pt x="1061" y="933"/>
                  </a:cubicBezTo>
                  <a:cubicBezTo>
                    <a:pt x="1350" y="804"/>
                    <a:pt x="1800" y="708"/>
                    <a:pt x="2315" y="644"/>
                  </a:cubicBezTo>
                  <a:cubicBezTo>
                    <a:pt x="2829" y="579"/>
                    <a:pt x="3375" y="515"/>
                    <a:pt x="3922" y="515"/>
                  </a:cubicBezTo>
                  <a:close/>
                  <a:moveTo>
                    <a:pt x="3922" y="1"/>
                  </a:moveTo>
                  <a:cubicBezTo>
                    <a:pt x="3150" y="1"/>
                    <a:pt x="2315" y="65"/>
                    <a:pt x="1640" y="194"/>
                  </a:cubicBezTo>
                  <a:cubicBezTo>
                    <a:pt x="1318" y="290"/>
                    <a:pt x="1029" y="354"/>
                    <a:pt x="772" y="483"/>
                  </a:cubicBezTo>
                  <a:cubicBezTo>
                    <a:pt x="643" y="515"/>
                    <a:pt x="547" y="579"/>
                    <a:pt x="450" y="644"/>
                  </a:cubicBezTo>
                  <a:cubicBezTo>
                    <a:pt x="354" y="740"/>
                    <a:pt x="290" y="837"/>
                    <a:pt x="225" y="933"/>
                  </a:cubicBezTo>
                  <a:cubicBezTo>
                    <a:pt x="161" y="1126"/>
                    <a:pt x="32" y="1512"/>
                    <a:pt x="32" y="2026"/>
                  </a:cubicBezTo>
                  <a:cubicBezTo>
                    <a:pt x="0" y="2637"/>
                    <a:pt x="225" y="3408"/>
                    <a:pt x="932" y="4212"/>
                  </a:cubicBezTo>
                  <a:cubicBezTo>
                    <a:pt x="992" y="4251"/>
                    <a:pt x="1064" y="4279"/>
                    <a:pt x="1133" y="4279"/>
                  </a:cubicBezTo>
                  <a:cubicBezTo>
                    <a:pt x="1176" y="4279"/>
                    <a:pt x="1217" y="4268"/>
                    <a:pt x="1254" y="4244"/>
                  </a:cubicBezTo>
                  <a:cubicBezTo>
                    <a:pt x="2122" y="3826"/>
                    <a:pt x="3343" y="3376"/>
                    <a:pt x="4790" y="3376"/>
                  </a:cubicBezTo>
                  <a:cubicBezTo>
                    <a:pt x="5465" y="3376"/>
                    <a:pt x="6172" y="3472"/>
                    <a:pt x="6943" y="3730"/>
                  </a:cubicBezTo>
                  <a:cubicBezTo>
                    <a:pt x="6961" y="3738"/>
                    <a:pt x="6983" y="3742"/>
                    <a:pt x="7006" y="3742"/>
                  </a:cubicBezTo>
                  <a:cubicBezTo>
                    <a:pt x="7072" y="3742"/>
                    <a:pt x="7154" y="3712"/>
                    <a:pt x="7201" y="3665"/>
                  </a:cubicBezTo>
                  <a:cubicBezTo>
                    <a:pt x="7265" y="3601"/>
                    <a:pt x="7297" y="3505"/>
                    <a:pt x="7265" y="3408"/>
                  </a:cubicBezTo>
                  <a:cubicBezTo>
                    <a:pt x="6976" y="1929"/>
                    <a:pt x="6751" y="772"/>
                    <a:pt x="6751" y="772"/>
                  </a:cubicBezTo>
                  <a:lnTo>
                    <a:pt x="6749" y="772"/>
                  </a:lnTo>
                  <a:lnTo>
                    <a:pt x="6749" y="772"/>
                  </a:lnTo>
                  <a:cubicBezTo>
                    <a:pt x="6740" y="660"/>
                    <a:pt x="6681" y="577"/>
                    <a:pt x="6622" y="547"/>
                  </a:cubicBezTo>
                  <a:cubicBezTo>
                    <a:pt x="6526" y="451"/>
                    <a:pt x="6429" y="387"/>
                    <a:pt x="6204" y="322"/>
                  </a:cubicBezTo>
                  <a:cubicBezTo>
                    <a:pt x="6011" y="258"/>
                    <a:pt x="5722" y="194"/>
                    <a:pt x="5272" y="97"/>
                  </a:cubicBezTo>
                  <a:cubicBezTo>
                    <a:pt x="4886" y="33"/>
                    <a:pt x="4404" y="1"/>
                    <a:pt x="3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62"/>
            <p:cNvSpPr/>
            <p:nvPr/>
          </p:nvSpPr>
          <p:spPr>
            <a:xfrm>
              <a:off x="2067750" y="3353725"/>
              <a:ext cx="137450" cy="96575"/>
            </a:xfrm>
            <a:custGeom>
              <a:avLst/>
              <a:gdLst/>
              <a:ahLst/>
              <a:cxnLst/>
              <a:rect l="l" t="t" r="r" b="b"/>
              <a:pathLst>
                <a:path w="5498" h="3863" extrusionOk="0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515"/>
                  </a:cubicBezTo>
                  <a:cubicBezTo>
                    <a:pt x="1640" y="1318"/>
                    <a:pt x="2829" y="2122"/>
                    <a:pt x="3697" y="2765"/>
                  </a:cubicBezTo>
                  <a:cubicBezTo>
                    <a:pt x="4115" y="3054"/>
                    <a:pt x="4436" y="3311"/>
                    <a:pt x="4661" y="3504"/>
                  </a:cubicBezTo>
                  <a:cubicBezTo>
                    <a:pt x="4790" y="3600"/>
                    <a:pt x="4854" y="3665"/>
                    <a:pt x="4919" y="3729"/>
                  </a:cubicBezTo>
                  <a:cubicBezTo>
                    <a:pt x="4983" y="3761"/>
                    <a:pt x="5015" y="3793"/>
                    <a:pt x="5015" y="3793"/>
                  </a:cubicBezTo>
                  <a:cubicBezTo>
                    <a:pt x="5060" y="3838"/>
                    <a:pt x="5125" y="3862"/>
                    <a:pt x="5192" y="3862"/>
                  </a:cubicBezTo>
                  <a:cubicBezTo>
                    <a:pt x="5270" y="3862"/>
                    <a:pt x="5349" y="3830"/>
                    <a:pt x="5401" y="3761"/>
                  </a:cubicBezTo>
                  <a:cubicBezTo>
                    <a:pt x="5497" y="3665"/>
                    <a:pt x="5465" y="3472"/>
                    <a:pt x="5369" y="3375"/>
                  </a:cubicBezTo>
                  <a:cubicBezTo>
                    <a:pt x="5369" y="3375"/>
                    <a:pt x="3376" y="1672"/>
                    <a:pt x="451" y="32"/>
                  </a:cubicBezTo>
                  <a:cubicBezTo>
                    <a:pt x="408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62"/>
            <p:cNvSpPr/>
            <p:nvPr/>
          </p:nvSpPr>
          <p:spPr>
            <a:xfrm>
              <a:off x="2120800" y="2560950"/>
              <a:ext cx="365650" cy="417475"/>
            </a:xfrm>
            <a:custGeom>
              <a:avLst/>
              <a:gdLst/>
              <a:ahLst/>
              <a:cxnLst/>
              <a:rect l="l" t="t" r="r" b="b"/>
              <a:pathLst>
                <a:path w="14626" h="16699" extrusionOk="0">
                  <a:moveTo>
                    <a:pt x="9268" y="1"/>
                  </a:moveTo>
                  <a:cubicBezTo>
                    <a:pt x="8970" y="1"/>
                    <a:pt x="8666" y="38"/>
                    <a:pt x="8358" y="113"/>
                  </a:cubicBezTo>
                  <a:cubicBezTo>
                    <a:pt x="6011" y="660"/>
                    <a:pt x="6429" y="1978"/>
                    <a:pt x="6429" y="1978"/>
                  </a:cubicBezTo>
                  <a:cubicBezTo>
                    <a:pt x="6429" y="1978"/>
                    <a:pt x="6018" y="1876"/>
                    <a:pt x="5450" y="1876"/>
                  </a:cubicBezTo>
                  <a:cubicBezTo>
                    <a:pt x="4661" y="1876"/>
                    <a:pt x="3571" y="2072"/>
                    <a:pt x="2861" y="3006"/>
                  </a:cubicBezTo>
                  <a:cubicBezTo>
                    <a:pt x="1639" y="4613"/>
                    <a:pt x="2475" y="6221"/>
                    <a:pt x="2475" y="6221"/>
                  </a:cubicBezTo>
                  <a:cubicBezTo>
                    <a:pt x="2475" y="6221"/>
                    <a:pt x="868" y="7539"/>
                    <a:pt x="418" y="9821"/>
                  </a:cubicBezTo>
                  <a:cubicBezTo>
                    <a:pt x="0" y="12103"/>
                    <a:pt x="3279" y="16218"/>
                    <a:pt x="4050" y="16603"/>
                  </a:cubicBezTo>
                  <a:cubicBezTo>
                    <a:pt x="4169" y="16670"/>
                    <a:pt x="4292" y="16699"/>
                    <a:pt x="4414" y="16699"/>
                  </a:cubicBezTo>
                  <a:cubicBezTo>
                    <a:pt x="5055" y="16699"/>
                    <a:pt x="5690" y="15928"/>
                    <a:pt x="5690" y="15928"/>
                  </a:cubicBezTo>
                  <a:cubicBezTo>
                    <a:pt x="5690" y="15928"/>
                    <a:pt x="4982" y="13614"/>
                    <a:pt x="5561" y="13453"/>
                  </a:cubicBezTo>
                  <a:cubicBezTo>
                    <a:pt x="5599" y="13441"/>
                    <a:pt x="5638" y="13435"/>
                    <a:pt x="5680" y="13435"/>
                  </a:cubicBezTo>
                  <a:cubicBezTo>
                    <a:pt x="6269" y="13435"/>
                    <a:pt x="7168" y="14643"/>
                    <a:pt x="7168" y="14643"/>
                  </a:cubicBezTo>
                  <a:cubicBezTo>
                    <a:pt x="7168" y="14643"/>
                    <a:pt x="7303" y="14828"/>
                    <a:pt x="7499" y="14828"/>
                  </a:cubicBezTo>
                  <a:cubicBezTo>
                    <a:pt x="7686" y="14828"/>
                    <a:pt x="7929" y="14659"/>
                    <a:pt x="8165" y="14000"/>
                  </a:cubicBezTo>
                  <a:cubicBezTo>
                    <a:pt x="8647" y="12617"/>
                    <a:pt x="8679" y="11107"/>
                    <a:pt x="8679" y="11107"/>
                  </a:cubicBezTo>
                  <a:cubicBezTo>
                    <a:pt x="8679" y="11107"/>
                    <a:pt x="14626" y="8471"/>
                    <a:pt x="13726" y="4838"/>
                  </a:cubicBezTo>
                  <a:cubicBezTo>
                    <a:pt x="12970" y="1677"/>
                    <a:pt x="11265" y="1"/>
                    <a:pt x="9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62"/>
            <p:cNvSpPr/>
            <p:nvPr/>
          </p:nvSpPr>
          <p:spPr>
            <a:xfrm>
              <a:off x="2124000" y="2554125"/>
              <a:ext cx="348800" cy="430975"/>
            </a:xfrm>
            <a:custGeom>
              <a:avLst/>
              <a:gdLst/>
              <a:ahLst/>
              <a:cxnLst/>
              <a:rect l="l" t="t" r="r" b="b"/>
              <a:pathLst>
                <a:path w="13952" h="17239" extrusionOk="0">
                  <a:moveTo>
                    <a:pt x="9130" y="547"/>
                  </a:moveTo>
                  <a:cubicBezTo>
                    <a:pt x="10062" y="547"/>
                    <a:pt x="10898" y="933"/>
                    <a:pt x="11637" y="1672"/>
                  </a:cubicBezTo>
                  <a:cubicBezTo>
                    <a:pt x="12376" y="2443"/>
                    <a:pt x="12955" y="3601"/>
                    <a:pt x="13341" y="5176"/>
                  </a:cubicBezTo>
                  <a:cubicBezTo>
                    <a:pt x="13405" y="5401"/>
                    <a:pt x="13437" y="5626"/>
                    <a:pt x="13437" y="5851"/>
                  </a:cubicBezTo>
                  <a:cubicBezTo>
                    <a:pt x="13437" y="6590"/>
                    <a:pt x="13148" y="7297"/>
                    <a:pt x="12665" y="7940"/>
                  </a:cubicBezTo>
                  <a:cubicBezTo>
                    <a:pt x="11990" y="8872"/>
                    <a:pt x="10930" y="9708"/>
                    <a:pt x="10030" y="10255"/>
                  </a:cubicBezTo>
                  <a:cubicBezTo>
                    <a:pt x="9612" y="10544"/>
                    <a:pt x="9194" y="10769"/>
                    <a:pt x="8905" y="10897"/>
                  </a:cubicBezTo>
                  <a:cubicBezTo>
                    <a:pt x="8776" y="10994"/>
                    <a:pt x="8647" y="11026"/>
                    <a:pt x="8583" y="11090"/>
                  </a:cubicBezTo>
                  <a:cubicBezTo>
                    <a:pt x="8487" y="11122"/>
                    <a:pt x="8455" y="11122"/>
                    <a:pt x="8455" y="11122"/>
                  </a:cubicBezTo>
                  <a:cubicBezTo>
                    <a:pt x="8358" y="11187"/>
                    <a:pt x="8294" y="11251"/>
                    <a:pt x="8294" y="11380"/>
                  </a:cubicBezTo>
                  <a:lnTo>
                    <a:pt x="8294" y="11444"/>
                  </a:lnTo>
                  <a:cubicBezTo>
                    <a:pt x="8262" y="11733"/>
                    <a:pt x="8197" y="13019"/>
                    <a:pt x="7780" y="14176"/>
                  </a:cubicBezTo>
                  <a:cubicBezTo>
                    <a:pt x="7683" y="14498"/>
                    <a:pt x="7555" y="14658"/>
                    <a:pt x="7490" y="14755"/>
                  </a:cubicBezTo>
                  <a:cubicBezTo>
                    <a:pt x="7394" y="14851"/>
                    <a:pt x="7362" y="14851"/>
                    <a:pt x="7362" y="14851"/>
                  </a:cubicBezTo>
                  <a:lnTo>
                    <a:pt x="7297" y="14819"/>
                  </a:lnTo>
                  <a:lnTo>
                    <a:pt x="7265" y="14787"/>
                  </a:lnTo>
                  <a:cubicBezTo>
                    <a:pt x="7233" y="14755"/>
                    <a:pt x="7008" y="14465"/>
                    <a:pt x="6687" y="14112"/>
                  </a:cubicBezTo>
                  <a:cubicBezTo>
                    <a:pt x="6526" y="13951"/>
                    <a:pt x="6365" y="13790"/>
                    <a:pt x="6172" y="13662"/>
                  </a:cubicBezTo>
                  <a:cubicBezTo>
                    <a:pt x="5979" y="13533"/>
                    <a:pt x="5754" y="13437"/>
                    <a:pt x="5529" y="13437"/>
                  </a:cubicBezTo>
                  <a:cubicBezTo>
                    <a:pt x="5465" y="13437"/>
                    <a:pt x="5401" y="13437"/>
                    <a:pt x="5337" y="13469"/>
                  </a:cubicBezTo>
                  <a:cubicBezTo>
                    <a:pt x="5240" y="13501"/>
                    <a:pt x="5176" y="13533"/>
                    <a:pt x="5112" y="13598"/>
                  </a:cubicBezTo>
                  <a:cubicBezTo>
                    <a:pt x="5015" y="13694"/>
                    <a:pt x="4983" y="13823"/>
                    <a:pt x="4951" y="13919"/>
                  </a:cubicBezTo>
                  <a:cubicBezTo>
                    <a:pt x="4951" y="14048"/>
                    <a:pt x="4919" y="14176"/>
                    <a:pt x="4919" y="14305"/>
                  </a:cubicBezTo>
                  <a:cubicBezTo>
                    <a:pt x="4919" y="14690"/>
                    <a:pt x="5015" y="15173"/>
                    <a:pt x="5112" y="15591"/>
                  </a:cubicBezTo>
                  <a:cubicBezTo>
                    <a:pt x="5169" y="15821"/>
                    <a:pt x="5227" y="16016"/>
                    <a:pt x="5264" y="16137"/>
                  </a:cubicBezTo>
                  <a:lnTo>
                    <a:pt x="5264" y="16137"/>
                  </a:lnTo>
                  <a:cubicBezTo>
                    <a:pt x="5196" y="16208"/>
                    <a:pt x="5085" y="16312"/>
                    <a:pt x="4951" y="16426"/>
                  </a:cubicBezTo>
                  <a:cubicBezTo>
                    <a:pt x="4726" y="16587"/>
                    <a:pt x="4469" y="16716"/>
                    <a:pt x="4276" y="16716"/>
                  </a:cubicBezTo>
                  <a:cubicBezTo>
                    <a:pt x="4179" y="16716"/>
                    <a:pt x="4115" y="16683"/>
                    <a:pt x="4019" y="16651"/>
                  </a:cubicBezTo>
                  <a:cubicBezTo>
                    <a:pt x="3986" y="16619"/>
                    <a:pt x="3858" y="16555"/>
                    <a:pt x="3729" y="16426"/>
                  </a:cubicBezTo>
                  <a:cubicBezTo>
                    <a:pt x="3247" y="15944"/>
                    <a:pt x="2411" y="14948"/>
                    <a:pt x="1736" y="13823"/>
                  </a:cubicBezTo>
                  <a:cubicBezTo>
                    <a:pt x="1061" y="12730"/>
                    <a:pt x="515" y="11476"/>
                    <a:pt x="547" y="10544"/>
                  </a:cubicBezTo>
                  <a:cubicBezTo>
                    <a:pt x="547" y="10415"/>
                    <a:pt x="547" y="10287"/>
                    <a:pt x="579" y="10158"/>
                  </a:cubicBezTo>
                  <a:cubicBezTo>
                    <a:pt x="772" y="9065"/>
                    <a:pt x="1254" y="8197"/>
                    <a:pt x="1704" y="7587"/>
                  </a:cubicBezTo>
                  <a:cubicBezTo>
                    <a:pt x="1929" y="7297"/>
                    <a:pt x="2122" y="7072"/>
                    <a:pt x="2283" y="6912"/>
                  </a:cubicBezTo>
                  <a:cubicBezTo>
                    <a:pt x="2379" y="6847"/>
                    <a:pt x="2444" y="6783"/>
                    <a:pt x="2476" y="6751"/>
                  </a:cubicBezTo>
                  <a:lnTo>
                    <a:pt x="2508" y="6687"/>
                  </a:lnTo>
                  <a:lnTo>
                    <a:pt x="2540" y="6687"/>
                  </a:lnTo>
                  <a:cubicBezTo>
                    <a:pt x="2636" y="6622"/>
                    <a:pt x="2669" y="6461"/>
                    <a:pt x="2604" y="6365"/>
                  </a:cubicBezTo>
                  <a:cubicBezTo>
                    <a:pt x="2572" y="6301"/>
                    <a:pt x="2347" y="5851"/>
                    <a:pt x="2347" y="5176"/>
                  </a:cubicBezTo>
                  <a:cubicBezTo>
                    <a:pt x="2347" y="4661"/>
                    <a:pt x="2476" y="4083"/>
                    <a:pt x="2958" y="3440"/>
                  </a:cubicBezTo>
                  <a:cubicBezTo>
                    <a:pt x="3247" y="3022"/>
                    <a:pt x="3665" y="2765"/>
                    <a:pt x="4083" y="2604"/>
                  </a:cubicBezTo>
                  <a:cubicBezTo>
                    <a:pt x="4501" y="2476"/>
                    <a:pt x="4951" y="2411"/>
                    <a:pt x="5304" y="2411"/>
                  </a:cubicBezTo>
                  <a:cubicBezTo>
                    <a:pt x="5594" y="2411"/>
                    <a:pt x="5819" y="2443"/>
                    <a:pt x="5979" y="2476"/>
                  </a:cubicBezTo>
                  <a:cubicBezTo>
                    <a:pt x="6076" y="2476"/>
                    <a:pt x="6140" y="2476"/>
                    <a:pt x="6172" y="2508"/>
                  </a:cubicBezTo>
                  <a:lnTo>
                    <a:pt x="6237" y="2508"/>
                  </a:lnTo>
                  <a:cubicBezTo>
                    <a:pt x="6262" y="2516"/>
                    <a:pt x="6288" y="2520"/>
                    <a:pt x="6314" y="2520"/>
                  </a:cubicBezTo>
                  <a:cubicBezTo>
                    <a:pt x="6382" y="2520"/>
                    <a:pt x="6447" y="2490"/>
                    <a:pt x="6494" y="2443"/>
                  </a:cubicBezTo>
                  <a:cubicBezTo>
                    <a:pt x="6558" y="2347"/>
                    <a:pt x="6590" y="2251"/>
                    <a:pt x="6558" y="2154"/>
                  </a:cubicBezTo>
                  <a:cubicBezTo>
                    <a:pt x="6558" y="2154"/>
                    <a:pt x="6526" y="2090"/>
                    <a:pt x="6526" y="2026"/>
                  </a:cubicBezTo>
                  <a:cubicBezTo>
                    <a:pt x="6526" y="1865"/>
                    <a:pt x="6590" y="1640"/>
                    <a:pt x="6815" y="1383"/>
                  </a:cubicBezTo>
                  <a:cubicBezTo>
                    <a:pt x="7040" y="1126"/>
                    <a:pt x="7458" y="836"/>
                    <a:pt x="8294" y="643"/>
                  </a:cubicBezTo>
                  <a:cubicBezTo>
                    <a:pt x="8583" y="579"/>
                    <a:pt x="8872" y="547"/>
                    <a:pt x="9130" y="547"/>
                  </a:cubicBezTo>
                  <a:close/>
                  <a:moveTo>
                    <a:pt x="9130" y="0"/>
                  </a:moveTo>
                  <a:cubicBezTo>
                    <a:pt x="8840" y="0"/>
                    <a:pt x="8519" y="33"/>
                    <a:pt x="8197" y="129"/>
                  </a:cubicBezTo>
                  <a:cubicBezTo>
                    <a:pt x="7265" y="322"/>
                    <a:pt x="6719" y="675"/>
                    <a:pt x="6397" y="1029"/>
                  </a:cubicBezTo>
                  <a:cubicBezTo>
                    <a:pt x="6117" y="1338"/>
                    <a:pt x="6032" y="1670"/>
                    <a:pt x="6015" y="1921"/>
                  </a:cubicBezTo>
                  <a:lnTo>
                    <a:pt x="6015" y="1921"/>
                  </a:lnTo>
                  <a:cubicBezTo>
                    <a:pt x="5831" y="1892"/>
                    <a:pt x="5584" y="1865"/>
                    <a:pt x="5304" y="1865"/>
                  </a:cubicBezTo>
                  <a:cubicBezTo>
                    <a:pt x="4887" y="1865"/>
                    <a:pt x="4404" y="1929"/>
                    <a:pt x="3890" y="2122"/>
                  </a:cubicBezTo>
                  <a:cubicBezTo>
                    <a:pt x="3408" y="2283"/>
                    <a:pt x="2894" y="2604"/>
                    <a:pt x="2508" y="3118"/>
                  </a:cubicBezTo>
                  <a:cubicBezTo>
                    <a:pt x="1961" y="3858"/>
                    <a:pt x="1801" y="4597"/>
                    <a:pt x="1801" y="5176"/>
                  </a:cubicBezTo>
                  <a:cubicBezTo>
                    <a:pt x="1801" y="5724"/>
                    <a:pt x="1939" y="6162"/>
                    <a:pt x="2034" y="6407"/>
                  </a:cubicBezTo>
                  <a:lnTo>
                    <a:pt x="2034" y="6407"/>
                  </a:lnTo>
                  <a:cubicBezTo>
                    <a:pt x="1607" y="6815"/>
                    <a:pt x="404" y="8099"/>
                    <a:pt x="33" y="10062"/>
                  </a:cubicBezTo>
                  <a:cubicBezTo>
                    <a:pt x="1" y="10222"/>
                    <a:pt x="1" y="10383"/>
                    <a:pt x="1" y="10544"/>
                  </a:cubicBezTo>
                  <a:cubicBezTo>
                    <a:pt x="1" y="11187"/>
                    <a:pt x="193" y="11862"/>
                    <a:pt x="483" y="12569"/>
                  </a:cubicBezTo>
                  <a:cubicBezTo>
                    <a:pt x="933" y="13598"/>
                    <a:pt x="1608" y="14658"/>
                    <a:pt x="2219" y="15494"/>
                  </a:cubicBezTo>
                  <a:cubicBezTo>
                    <a:pt x="2540" y="15912"/>
                    <a:pt x="2861" y="16266"/>
                    <a:pt x="3119" y="16555"/>
                  </a:cubicBezTo>
                  <a:cubicBezTo>
                    <a:pt x="3376" y="16844"/>
                    <a:pt x="3601" y="17037"/>
                    <a:pt x="3794" y="17133"/>
                  </a:cubicBezTo>
                  <a:cubicBezTo>
                    <a:pt x="3899" y="17186"/>
                    <a:pt x="4046" y="17238"/>
                    <a:pt x="4185" y="17238"/>
                  </a:cubicBezTo>
                  <a:cubicBezTo>
                    <a:pt x="4216" y="17238"/>
                    <a:pt x="4246" y="17236"/>
                    <a:pt x="4276" y="17230"/>
                  </a:cubicBezTo>
                  <a:cubicBezTo>
                    <a:pt x="4694" y="17230"/>
                    <a:pt x="5047" y="17005"/>
                    <a:pt x="5337" y="16812"/>
                  </a:cubicBezTo>
                  <a:cubicBezTo>
                    <a:pt x="5594" y="16587"/>
                    <a:pt x="5754" y="16394"/>
                    <a:pt x="5754" y="16362"/>
                  </a:cubicBezTo>
                  <a:cubicBezTo>
                    <a:pt x="5819" y="16298"/>
                    <a:pt x="5851" y="16201"/>
                    <a:pt x="5819" y="16105"/>
                  </a:cubicBezTo>
                  <a:cubicBezTo>
                    <a:pt x="5819" y="16105"/>
                    <a:pt x="5787" y="16041"/>
                    <a:pt x="5754" y="15944"/>
                  </a:cubicBezTo>
                  <a:cubicBezTo>
                    <a:pt x="5658" y="15591"/>
                    <a:pt x="5465" y="14787"/>
                    <a:pt x="5465" y="14305"/>
                  </a:cubicBezTo>
                  <a:cubicBezTo>
                    <a:pt x="5465" y="14144"/>
                    <a:pt x="5465" y="14048"/>
                    <a:pt x="5497" y="14015"/>
                  </a:cubicBezTo>
                  <a:lnTo>
                    <a:pt x="5513" y="13983"/>
                  </a:lnTo>
                  <a:lnTo>
                    <a:pt x="5529" y="13983"/>
                  </a:lnTo>
                  <a:cubicBezTo>
                    <a:pt x="5541" y="13978"/>
                    <a:pt x="5554" y="13975"/>
                    <a:pt x="5569" y="13975"/>
                  </a:cubicBezTo>
                  <a:cubicBezTo>
                    <a:pt x="5639" y="13975"/>
                    <a:pt x="5745" y="14033"/>
                    <a:pt x="5851" y="14112"/>
                  </a:cubicBezTo>
                  <a:cubicBezTo>
                    <a:pt x="6076" y="14273"/>
                    <a:pt x="6333" y="14498"/>
                    <a:pt x="6526" y="14723"/>
                  </a:cubicBezTo>
                  <a:cubicBezTo>
                    <a:pt x="6622" y="14819"/>
                    <a:pt x="6687" y="14916"/>
                    <a:pt x="6751" y="14980"/>
                  </a:cubicBezTo>
                  <a:lnTo>
                    <a:pt x="6815" y="15076"/>
                  </a:lnTo>
                  <a:cubicBezTo>
                    <a:pt x="6815" y="15108"/>
                    <a:pt x="6879" y="15173"/>
                    <a:pt x="6976" y="15237"/>
                  </a:cubicBezTo>
                  <a:cubicBezTo>
                    <a:pt x="7040" y="15301"/>
                    <a:pt x="7169" y="15366"/>
                    <a:pt x="7362" y="15366"/>
                  </a:cubicBezTo>
                  <a:cubicBezTo>
                    <a:pt x="7555" y="15366"/>
                    <a:pt x="7747" y="15301"/>
                    <a:pt x="7876" y="15108"/>
                  </a:cubicBezTo>
                  <a:cubicBezTo>
                    <a:pt x="8037" y="14948"/>
                    <a:pt x="8165" y="14723"/>
                    <a:pt x="8294" y="14369"/>
                  </a:cubicBezTo>
                  <a:cubicBezTo>
                    <a:pt x="8714" y="13188"/>
                    <a:pt x="8791" y="11964"/>
                    <a:pt x="8822" y="11537"/>
                  </a:cubicBezTo>
                  <a:lnTo>
                    <a:pt x="8822" y="11537"/>
                  </a:lnTo>
                  <a:cubicBezTo>
                    <a:pt x="9193" y="11358"/>
                    <a:pt x="10228" y="10828"/>
                    <a:pt x="11283" y="10030"/>
                  </a:cubicBezTo>
                  <a:cubicBezTo>
                    <a:pt x="11958" y="9547"/>
                    <a:pt x="12601" y="8937"/>
                    <a:pt x="13116" y="8229"/>
                  </a:cubicBezTo>
                  <a:cubicBezTo>
                    <a:pt x="13598" y="7522"/>
                    <a:pt x="13951" y="6719"/>
                    <a:pt x="13951" y="5851"/>
                  </a:cubicBezTo>
                  <a:cubicBezTo>
                    <a:pt x="13951" y="5594"/>
                    <a:pt x="13919" y="5304"/>
                    <a:pt x="13855" y="5047"/>
                  </a:cubicBezTo>
                  <a:cubicBezTo>
                    <a:pt x="13469" y="3408"/>
                    <a:pt x="12826" y="2186"/>
                    <a:pt x="12023" y="1318"/>
                  </a:cubicBezTo>
                  <a:cubicBezTo>
                    <a:pt x="11219" y="450"/>
                    <a:pt x="10223" y="0"/>
                    <a:pt x="9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62"/>
            <p:cNvSpPr/>
            <p:nvPr/>
          </p:nvSpPr>
          <p:spPr>
            <a:xfrm>
              <a:off x="2203550" y="2655875"/>
              <a:ext cx="254775" cy="296875"/>
            </a:xfrm>
            <a:custGeom>
              <a:avLst/>
              <a:gdLst/>
              <a:ahLst/>
              <a:cxnLst/>
              <a:rect l="l" t="t" r="r" b="b"/>
              <a:pathLst>
                <a:path w="10191" h="11875" extrusionOk="0">
                  <a:moveTo>
                    <a:pt x="9689" y="0"/>
                  </a:moveTo>
                  <a:cubicBezTo>
                    <a:pt x="9641" y="0"/>
                    <a:pt x="9591" y="16"/>
                    <a:pt x="9548" y="45"/>
                  </a:cubicBezTo>
                  <a:cubicBezTo>
                    <a:pt x="9451" y="109"/>
                    <a:pt x="9451" y="238"/>
                    <a:pt x="9516" y="334"/>
                  </a:cubicBezTo>
                  <a:cubicBezTo>
                    <a:pt x="9548" y="366"/>
                    <a:pt x="9805" y="752"/>
                    <a:pt x="9805" y="1363"/>
                  </a:cubicBezTo>
                  <a:cubicBezTo>
                    <a:pt x="9805" y="1909"/>
                    <a:pt x="9580" y="2649"/>
                    <a:pt x="8712" y="3549"/>
                  </a:cubicBezTo>
                  <a:cubicBezTo>
                    <a:pt x="7780" y="4481"/>
                    <a:pt x="6173" y="5188"/>
                    <a:pt x="4662" y="5799"/>
                  </a:cubicBezTo>
                  <a:cubicBezTo>
                    <a:pt x="3923" y="6120"/>
                    <a:pt x="3183" y="6410"/>
                    <a:pt x="2572" y="6667"/>
                  </a:cubicBezTo>
                  <a:cubicBezTo>
                    <a:pt x="1962" y="6956"/>
                    <a:pt x="1447" y="7245"/>
                    <a:pt x="1126" y="7567"/>
                  </a:cubicBezTo>
                  <a:cubicBezTo>
                    <a:pt x="547" y="8178"/>
                    <a:pt x="290" y="9110"/>
                    <a:pt x="129" y="9945"/>
                  </a:cubicBezTo>
                  <a:cubicBezTo>
                    <a:pt x="1" y="10813"/>
                    <a:pt x="1" y="11521"/>
                    <a:pt x="1" y="11649"/>
                  </a:cubicBezTo>
                  <a:lnTo>
                    <a:pt x="1" y="11681"/>
                  </a:lnTo>
                  <a:cubicBezTo>
                    <a:pt x="1" y="11778"/>
                    <a:pt x="97" y="11874"/>
                    <a:pt x="226" y="11874"/>
                  </a:cubicBezTo>
                  <a:cubicBezTo>
                    <a:pt x="322" y="11842"/>
                    <a:pt x="419" y="11746"/>
                    <a:pt x="387" y="11649"/>
                  </a:cubicBezTo>
                  <a:cubicBezTo>
                    <a:pt x="387" y="11521"/>
                    <a:pt x="387" y="10813"/>
                    <a:pt x="547" y="10010"/>
                  </a:cubicBezTo>
                  <a:cubicBezTo>
                    <a:pt x="676" y="9206"/>
                    <a:pt x="933" y="8338"/>
                    <a:pt x="1415" y="7824"/>
                  </a:cubicBezTo>
                  <a:cubicBezTo>
                    <a:pt x="1672" y="7599"/>
                    <a:pt x="2122" y="7310"/>
                    <a:pt x="2733" y="7052"/>
                  </a:cubicBezTo>
                  <a:cubicBezTo>
                    <a:pt x="3633" y="6635"/>
                    <a:pt x="4823" y="6217"/>
                    <a:pt x="5980" y="5702"/>
                  </a:cubicBezTo>
                  <a:cubicBezTo>
                    <a:pt x="7105" y="5188"/>
                    <a:pt x="8230" y="4577"/>
                    <a:pt x="9001" y="3838"/>
                  </a:cubicBezTo>
                  <a:cubicBezTo>
                    <a:pt x="9934" y="2906"/>
                    <a:pt x="10191" y="2006"/>
                    <a:pt x="10191" y="1363"/>
                  </a:cubicBezTo>
                  <a:cubicBezTo>
                    <a:pt x="10191" y="591"/>
                    <a:pt x="9837" y="109"/>
                    <a:pt x="9837" y="77"/>
                  </a:cubicBezTo>
                  <a:cubicBezTo>
                    <a:pt x="9802" y="24"/>
                    <a:pt x="9747" y="0"/>
                    <a:pt x="96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62"/>
            <p:cNvSpPr/>
            <p:nvPr/>
          </p:nvSpPr>
          <p:spPr>
            <a:xfrm>
              <a:off x="2254175" y="2833475"/>
              <a:ext cx="89250" cy="68800"/>
            </a:xfrm>
            <a:custGeom>
              <a:avLst/>
              <a:gdLst/>
              <a:ahLst/>
              <a:cxnLst/>
              <a:rect l="l" t="t" r="r" b="b"/>
              <a:pathLst>
                <a:path w="3570" h="2752" extrusionOk="0">
                  <a:moveTo>
                    <a:pt x="3356" y="1"/>
                  </a:moveTo>
                  <a:cubicBezTo>
                    <a:pt x="3330" y="1"/>
                    <a:pt x="3304" y="5"/>
                    <a:pt x="3280" y="13"/>
                  </a:cubicBezTo>
                  <a:cubicBezTo>
                    <a:pt x="3280" y="13"/>
                    <a:pt x="2540" y="334"/>
                    <a:pt x="1769" y="784"/>
                  </a:cubicBezTo>
                  <a:cubicBezTo>
                    <a:pt x="1383" y="1009"/>
                    <a:pt x="997" y="1266"/>
                    <a:pt x="676" y="1556"/>
                  </a:cubicBezTo>
                  <a:cubicBezTo>
                    <a:pt x="355" y="1845"/>
                    <a:pt x="97" y="2134"/>
                    <a:pt x="1" y="2488"/>
                  </a:cubicBezTo>
                  <a:cubicBezTo>
                    <a:pt x="1" y="2616"/>
                    <a:pt x="65" y="2713"/>
                    <a:pt x="162" y="2745"/>
                  </a:cubicBezTo>
                  <a:cubicBezTo>
                    <a:pt x="179" y="2749"/>
                    <a:pt x="196" y="2751"/>
                    <a:pt x="212" y="2751"/>
                  </a:cubicBezTo>
                  <a:cubicBezTo>
                    <a:pt x="315" y="2751"/>
                    <a:pt x="391" y="2668"/>
                    <a:pt x="419" y="2584"/>
                  </a:cubicBezTo>
                  <a:cubicBezTo>
                    <a:pt x="451" y="2391"/>
                    <a:pt x="644" y="2102"/>
                    <a:pt x="933" y="1845"/>
                  </a:cubicBezTo>
                  <a:cubicBezTo>
                    <a:pt x="1383" y="1459"/>
                    <a:pt x="1994" y="1106"/>
                    <a:pt x="2508" y="816"/>
                  </a:cubicBezTo>
                  <a:cubicBezTo>
                    <a:pt x="2765" y="688"/>
                    <a:pt x="2990" y="591"/>
                    <a:pt x="3151" y="495"/>
                  </a:cubicBezTo>
                  <a:cubicBezTo>
                    <a:pt x="3344" y="431"/>
                    <a:pt x="3440" y="398"/>
                    <a:pt x="3440" y="398"/>
                  </a:cubicBezTo>
                  <a:cubicBezTo>
                    <a:pt x="3537" y="334"/>
                    <a:pt x="3569" y="238"/>
                    <a:pt x="3537" y="109"/>
                  </a:cubicBezTo>
                  <a:cubicBezTo>
                    <a:pt x="3513" y="37"/>
                    <a:pt x="3434" y="1"/>
                    <a:pt x="3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62"/>
            <p:cNvSpPr/>
            <p:nvPr/>
          </p:nvSpPr>
          <p:spPr>
            <a:xfrm>
              <a:off x="1974675" y="4962550"/>
              <a:ext cx="249000" cy="116775"/>
            </a:xfrm>
            <a:custGeom>
              <a:avLst/>
              <a:gdLst/>
              <a:ahLst/>
              <a:cxnLst/>
              <a:rect l="l" t="t" r="r" b="b"/>
              <a:pathLst>
                <a:path w="9960" h="4671" extrusionOk="0">
                  <a:moveTo>
                    <a:pt x="3691" y="1"/>
                  </a:moveTo>
                  <a:lnTo>
                    <a:pt x="413" y="804"/>
                  </a:lnTo>
                  <a:lnTo>
                    <a:pt x="91" y="3311"/>
                  </a:lnTo>
                  <a:cubicBezTo>
                    <a:pt x="1" y="4033"/>
                    <a:pt x="558" y="4671"/>
                    <a:pt x="1288" y="4671"/>
                  </a:cubicBezTo>
                  <a:cubicBezTo>
                    <a:pt x="1339" y="4671"/>
                    <a:pt x="1390" y="4668"/>
                    <a:pt x="1441" y="4661"/>
                  </a:cubicBezTo>
                  <a:lnTo>
                    <a:pt x="9509" y="3890"/>
                  </a:lnTo>
                  <a:cubicBezTo>
                    <a:pt x="9863" y="3858"/>
                    <a:pt x="9959" y="3344"/>
                    <a:pt x="9638" y="3183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62"/>
            <p:cNvSpPr/>
            <p:nvPr/>
          </p:nvSpPr>
          <p:spPr>
            <a:xfrm>
              <a:off x="1969700" y="4955525"/>
              <a:ext cx="258000" cy="130800"/>
            </a:xfrm>
            <a:custGeom>
              <a:avLst/>
              <a:gdLst/>
              <a:ahLst/>
              <a:cxnLst/>
              <a:rect l="l" t="t" r="r" b="b"/>
              <a:pathLst>
                <a:path w="10320" h="5232" extrusionOk="0">
                  <a:moveTo>
                    <a:pt x="3864" y="561"/>
                  </a:moveTo>
                  <a:lnTo>
                    <a:pt x="9708" y="3689"/>
                  </a:lnTo>
                  <a:lnTo>
                    <a:pt x="9773" y="3785"/>
                  </a:lnTo>
                  <a:lnTo>
                    <a:pt x="9741" y="3882"/>
                  </a:lnTo>
                  <a:lnTo>
                    <a:pt x="9676" y="3914"/>
                  </a:lnTo>
                  <a:lnTo>
                    <a:pt x="1608" y="4685"/>
                  </a:lnTo>
                  <a:lnTo>
                    <a:pt x="1512" y="4685"/>
                  </a:lnTo>
                  <a:cubicBezTo>
                    <a:pt x="1255" y="4685"/>
                    <a:pt x="997" y="4589"/>
                    <a:pt x="837" y="4396"/>
                  </a:cubicBezTo>
                  <a:cubicBezTo>
                    <a:pt x="644" y="4235"/>
                    <a:pt x="547" y="4010"/>
                    <a:pt x="547" y="3753"/>
                  </a:cubicBezTo>
                  <a:lnTo>
                    <a:pt x="547" y="3625"/>
                  </a:lnTo>
                  <a:lnTo>
                    <a:pt x="869" y="1310"/>
                  </a:lnTo>
                  <a:lnTo>
                    <a:pt x="3864" y="561"/>
                  </a:lnTo>
                  <a:close/>
                  <a:moveTo>
                    <a:pt x="3922" y="0"/>
                  </a:moveTo>
                  <a:cubicBezTo>
                    <a:pt x="3890" y="0"/>
                    <a:pt x="3858" y="8"/>
                    <a:pt x="3826" y="24"/>
                  </a:cubicBezTo>
                  <a:lnTo>
                    <a:pt x="547" y="828"/>
                  </a:lnTo>
                  <a:cubicBezTo>
                    <a:pt x="451" y="860"/>
                    <a:pt x="354" y="924"/>
                    <a:pt x="354" y="1053"/>
                  </a:cubicBezTo>
                  <a:lnTo>
                    <a:pt x="33" y="3528"/>
                  </a:lnTo>
                  <a:cubicBezTo>
                    <a:pt x="33" y="3592"/>
                    <a:pt x="1" y="3689"/>
                    <a:pt x="1" y="3753"/>
                  </a:cubicBezTo>
                  <a:cubicBezTo>
                    <a:pt x="1" y="4557"/>
                    <a:pt x="676" y="5232"/>
                    <a:pt x="1512" y="5232"/>
                  </a:cubicBezTo>
                  <a:lnTo>
                    <a:pt x="1640" y="5232"/>
                  </a:lnTo>
                  <a:lnTo>
                    <a:pt x="9708" y="4428"/>
                  </a:lnTo>
                  <a:cubicBezTo>
                    <a:pt x="9901" y="4428"/>
                    <a:pt x="10062" y="4332"/>
                    <a:pt x="10158" y="4203"/>
                  </a:cubicBezTo>
                  <a:cubicBezTo>
                    <a:pt x="10255" y="4107"/>
                    <a:pt x="10319" y="3946"/>
                    <a:pt x="10319" y="3785"/>
                  </a:cubicBezTo>
                  <a:cubicBezTo>
                    <a:pt x="10319" y="3592"/>
                    <a:pt x="10191" y="3335"/>
                    <a:pt x="9966" y="3239"/>
                  </a:cubicBezTo>
                  <a:lnTo>
                    <a:pt x="4019" y="24"/>
                  </a:lnTo>
                  <a:cubicBezTo>
                    <a:pt x="3987" y="8"/>
                    <a:pt x="3955" y="0"/>
                    <a:pt x="3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62"/>
            <p:cNvSpPr/>
            <p:nvPr/>
          </p:nvSpPr>
          <p:spPr>
            <a:xfrm>
              <a:off x="1977750" y="5042900"/>
              <a:ext cx="245925" cy="36350"/>
            </a:xfrm>
            <a:custGeom>
              <a:avLst/>
              <a:gdLst/>
              <a:ahLst/>
              <a:cxnLst/>
              <a:rect l="l" t="t" r="r" b="b"/>
              <a:pathLst>
                <a:path w="9837" h="1454" extrusionOk="0">
                  <a:moveTo>
                    <a:pt x="9579" y="1"/>
                  </a:moveTo>
                  <a:lnTo>
                    <a:pt x="9579" y="1"/>
                  </a:lnTo>
                  <a:cubicBezTo>
                    <a:pt x="7683" y="226"/>
                    <a:pt x="4758" y="33"/>
                    <a:pt x="2733" y="355"/>
                  </a:cubicBezTo>
                  <a:cubicBezTo>
                    <a:pt x="1924" y="502"/>
                    <a:pt x="1305" y="554"/>
                    <a:pt x="833" y="554"/>
                  </a:cubicBezTo>
                  <a:cubicBezTo>
                    <a:pt x="479" y="554"/>
                    <a:pt x="207" y="524"/>
                    <a:pt x="0" y="483"/>
                  </a:cubicBezTo>
                  <a:lnTo>
                    <a:pt x="0" y="483"/>
                  </a:lnTo>
                  <a:cubicBezTo>
                    <a:pt x="120" y="1052"/>
                    <a:pt x="603" y="1454"/>
                    <a:pt x="1188" y="1454"/>
                  </a:cubicBezTo>
                  <a:cubicBezTo>
                    <a:pt x="1231" y="1454"/>
                    <a:pt x="1274" y="1452"/>
                    <a:pt x="1318" y="1447"/>
                  </a:cubicBezTo>
                  <a:lnTo>
                    <a:pt x="9386" y="676"/>
                  </a:lnTo>
                  <a:cubicBezTo>
                    <a:pt x="9740" y="644"/>
                    <a:pt x="9836" y="194"/>
                    <a:pt x="9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62"/>
            <p:cNvSpPr/>
            <p:nvPr/>
          </p:nvSpPr>
          <p:spPr>
            <a:xfrm>
              <a:off x="1970525" y="5036475"/>
              <a:ext cx="257175" cy="49850"/>
            </a:xfrm>
            <a:custGeom>
              <a:avLst/>
              <a:gdLst/>
              <a:ahLst/>
              <a:cxnLst/>
              <a:rect l="l" t="t" r="r" b="b"/>
              <a:pathLst>
                <a:path w="10287" h="1994" extrusionOk="0">
                  <a:moveTo>
                    <a:pt x="9732" y="532"/>
                  </a:moveTo>
                  <a:lnTo>
                    <a:pt x="9740" y="547"/>
                  </a:lnTo>
                  <a:lnTo>
                    <a:pt x="9708" y="644"/>
                  </a:lnTo>
                  <a:lnTo>
                    <a:pt x="9643" y="676"/>
                  </a:lnTo>
                  <a:lnTo>
                    <a:pt x="1575" y="1447"/>
                  </a:lnTo>
                  <a:lnTo>
                    <a:pt x="1479" y="1447"/>
                  </a:lnTo>
                  <a:cubicBezTo>
                    <a:pt x="1176" y="1447"/>
                    <a:pt x="903" y="1302"/>
                    <a:pt x="727" y="1081"/>
                  </a:cubicBezTo>
                  <a:lnTo>
                    <a:pt x="727" y="1081"/>
                  </a:lnTo>
                  <a:cubicBezTo>
                    <a:pt x="840" y="1089"/>
                    <a:pt x="962" y="1094"/>
                    <a:pt x="1093" y="1094"/>
                  </a:cubicBezTo>
                  <a:cubicBezTo>
                    <a:pt x="1607" y="1094"/>
                    <a:pt x="2250" y="1029"/>
                    <a:pt x="3086" y="901"/>
                  </a:cubicBezTo>
                  <a:cubicBezTo>
                    <a:pt x="4050" y="740"/>
                    <a:pt x="5272" y="676"/>
                    <a:pt x="6493" y="676"/>
                  </a:cubicBezTo>
                  <a:cubicBezTo>
                    <a:pt x="7658" y="645"/>
                    <a:pt x="8793" y="644"/>
                    <a:pt x="9732" y="532"/>
                  </a:cubicBezTo>
                  <a:close/>
                  <a:moveTo>
                    <a:pt x="9836" y="1"/>
                  </a:moveTo>
                  <a:cubicBezTo>
                    <a:pt x="8904" y="97"/>
                    <a:pt x="7715" y="97"/>
                    <a:pt x="6493" y="129"/>
                  </a:cubicBezTo>
                  <a:cubicBezTo>
                    <a:pt x="5272" y="162"/>
                    <a:pt x="4018" y="194"/>
                    <a:pt x="2989" y="354"/>
                  </a:cubicBezTo>
                  <a:cubicBezTo>
                    <a:pt x="2186" y="483"/>
                    <a:pt x="1543" y="547"/>
                    <a:pt x="1093" y="547"/>
                  </a:cubicBezTo>
                  <a:cubicBezTo>
                    <a:pt x="771" y="547"/>
                    <a:pt x="514" y="515"/>
                    <a:pt x="321" y="483"/>
                  </a:cubicBezTo>
                  <a:cubicBezTo>
                    <a:pt x="257" y="483"/>
                    <a:pt x="161" y="483"/>
                    <a:pt x="96" y="547"/>
                  </a:cubicBezTo>
                  <a:cubicBezTo>
                    <a:pt x="32" y="612"/>
                    <a:pt x="0" y="708"/>
                    <a:pt x="32" y="804"/>
                  </a:cubicBezTo>
                  <a:cubicBezTo>
                    <a:pt x="161" y="1479"/>
                    <a:pt x="739" y="1994"/>
                    <a:pt x="1479" y="1994"/>
                  </a:cubicBezTo>
                  <a:lnTo>
                    <a:pt x="1607" y="1994"/>
                  </a:lnTo>
                  <a:lnTo>
                    <a:pt x="9675" y="1190"/>
                  </a:lnTo>
                  <a:cubicBezTo>
                    <a:pt x="9868" y="1190"/>
                    <a:pt x="10029" y="1094"/>
                    <a:pt x="10125" y="965"/>
                  </a:cubicBezTo>
                  <a:cubicBezTo>
                    <a:pt x="10222" y="869"/>
                    <a:pt x="10286" y="708"/>
                    <a:pt x="10286" y="547"/>
                  </a:cubicBezTo>
                  <a:cubicBezTo>
                    <a:pt x="10286" y="387"/>
                    <a:pt x="10190" y="162"/>
                    <a:pt x="10029" y="33"/>
                  </a:cubicBezTo>
                  <a:cubicBezTo>
                    <a:pt x="9965" y="1"/>
                    <a:pt x="9900" y="1"/>
                    <a:pt x="9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62"/>
            <p:cNvSpPr/>
            <p:nvPr/>
          </p:nvSpPr>
          <p:spPr>
            <a:xfrm>
              <a:off x="1259325" y="4948900"/>
              <a:ext cx="232650" cy="183350"/>
            </a:xfrm>
            <a:custGeom>
              <a:avLst/>
              <a:gdLst/>
              <a:ahLst/>
              <a:cxnLst/>
              <a:rect l="l" t="t" r="r" b="b"/>
              <a:pathLst>
                <a:path w="9306" h="7334" extrusionOk="0">
                  <a:moveTo>
                    <a:pt x="2379" y="0"/>
                  </a:moveTo>
                  <a:lnTo>
                    <a:pt x="450" y="1929"/>
                  </a:lnTo>
                  <a:cubicBezTo>
                    <a:pt x="0" y="2379"/>
                    <a:pt x="0" y="3086"/>
                    <a:pt x="450" y="3536"/>
                  </a:cubicBezTo>
                  <a:lnTo>
                    <a:pt x="4018" y="6943"/>
                  </a:lnTo>
                  <a:lnTo>
                    <a:pt x="8390" y="7329"/>
                  </a:lnTo>
                  <a:cubicBezTo>
                    <a:pt x="8415" y="7332"/>
                    <a:pt x="8439" y="7333"/>
                    <a:pt x="8463" y="7333"/>
                  </a:cubicBezTo>
                  <a:cubicBezTo>
                    <a:pt x="8997" y="7333"/>
                    <a:pt x="9306" y="6667"/>
                    <a:pt x="8936" y="6236"/>
                  </a:cubicBezTo>
                  <a:lnTo>
                    <a:pt x="6461" y="3279"/>
                  </a:lnTo>
                  <a:lnTo>
                    <a:pt x="5465" y="1157"/>
                  </a:lnTo>
                  <a:lnTo>
                    <a:pt x="2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62"/>
            <p:cNvSpPr/>
            <p:nvPr/>
          </p:nvSpPr>
          <p:spPr>
            <a:xfrm>
              <a:off x="1255300" y="4942425"/>
              <a:ext cx="238700" cy="196150"/>
            </a:xfrm>
            <a:custGeom>
              <a:avLst/>
              <a:gdLst/>
              <a:ahLst/>
              <a:cxnLst/>
              <a:rect l="l" t="t" r="r" b="b"/>
              <a:pathLst>
                <a:path w="9548" h="7846" extrusionOk="0">
                  <a:moveTo>
                    <a:pt x="2607" y="578"/>
                  </a:moveTo>
                  <a:lnTo>
                    <a:pt x="5433" y="1641"/>
                  </a:lnTo>
                  <a:lnTo>
                    <a:pt x="6397" y="3634"/>
                  </a:lnTo>
                  <a:lnTo>
                    <a:pt x="6429" y="3699"/>
                  </a:lnTo>
                  <a:lnTo>
                    <a:pt x="8905" y="6688"/>
                  </a:lnTo>
                  <a:cubicBezTo>
                    <a:pt x="8969" y="6752"/>
                    <a:pt x="9001" y="6849"/>
                    <a:pt x="9001" y="6913"/>
                  </a:cubicBezTo>
                  <a:cubicBezTo>
                    <a:pt x="9001" y="7009"/>
                    <a:pt x="8969" y="7138"/>
                    <a:pt x="8872" y="7202"/>
                  </a:cubicBezTo>
                  <a:cubicBezTo>
                    <a:pt x="8808" y="7267"/>
                    <a:pt x="8712" y="7331"/>
                    <a:pt x="8615" y="7331"/>
                  </a:cubicBezTo>
                  <a:lnTo>
                    <a:pt x="8583" y="7331"/>
                  </a:lnTo>
                  <a:lnTo>
                    <a:pt x="4308" y="6945"/>
                  </a:lnTo>
                  <a:lnTo>
                    <a:pt x="804" y="3602"/>
                  </a:lnTo>
                  <a:cubicBezTo>
                    <a:pt x="643" y="3409"/>
                    <a:pt x="547" y="3216"/>
                    <a:pt x="547" y="2991"/>
                  </a:cubicBezTo>
                  <a:cubicBezTo>
                    <a:pt x="547" y="2766"/>
                    <a:pt x="643" y="2573"/>
                    <a:pt x="804" y="2381"/>
                  </a:cubicBezTo>
                  <a:lnTo>
                    <a:pt x="2607" y="578"/>
                  </a:lnTo>
                  <a:close/>
                  <a:moveTo>
                    <a:pt x="2526" y="1"/>
                  </a:moveTo>
                  <a:cubicBezTo>
                    <a:pt x="2457" y="1"/>
                    <a:pt x="2389" y="36"/>
                    <a:pt x="2347" y="98"/>
                  </a:cubicBezTo>
                  <a:lnTo>
                    <a:pt x="418" y="2027"/>
                  </a:lnTo>
                  <a:cubicBezTo>
                    <a:pt x="161" y="2284"/>
                    <a:pt x="1" y="2638"/>
                    <a:pt x="1" y="2991"/>
                  </a:cubicBezTo>
                  <a:cubicBezTo>
                    <a:pt x="1" y="3345"/>
                    <a:pt x="161" y="3699"/>
                    <a:pt x="451" y="3988"/>
                  </a:cubicBezTo>
                  <a:lnTo>
                    <a:pt x="3986" y="7395"/>
                  </a:lnTo>
                  <a:cubicBezTo>
                    <a:pt x="4051" y="7427"/>
                    <a:pt x="4083" y="7459"/>
                    <a:pt x="4147" y="7459"/>
                  </a:cubicBezTo>
                  <a:lnTo>
                    <a:pt x="8519" y="7845"/>
                  </a:lnTo>
                  <a:lnTo>
                    <a:pt x="8615" y="7845"/>
                  </a:lnTo>
                  <a:cubicBezTo>
                    <a:pt x="8872" y="7845"/>
                    <a:pt x="9130" y="7749"/>
                    <a:pt x="9290" y="7556"/>
                  </a:cubicBezTo>
                  <a:cubicBezTo>
                    <a:pt x="9451" y="7395"/>
                    <a:pt x="9547" y="7170"/>
                    <a:pt x="9547" y="6913"/>
                  </a:cubicBezTo>
                  <a:cubicBezTo>
                    <a:pt x="9547" y="6720"/>
                    <a:pt x="9451" y="6495"/>
                    <a:pt x="9322" y="6334"/>
                  </a:cubicBezTo>
                  <a:lnTo>
                    <a:pt x="6847" y="3377"/>
                  </a:lnTo>
                  <a:lnTo>
                    <a:pt x="5851" y="1320"/>
                  </a:lnTo>
                  <a:cubicBezTo>
                    <a:pt x="5819" y="1256"/>
                    <a:pt x="5787" y="1191"/>
                    <a:pt x="5722" y="1191"/>
                  </a:cubicBezTo>
                  <a:lnTo>
                    <a:pt x="2636" y="34"/>
                  </a:lnTo>
                  <a:cubicBezTo>
                    <a:pt x="2602" y="11"/>
                    <a:pt x="2564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62"/>
            <p:cNvSpPr/>
            <p:nvPr/>
          </p:nvSpPr>
          <p:spPr>
            <a:xfrm>
              <a:off x="1259325" y="4995500"/>
              <a:ext cx="227450" cy="136700"/>
            </a:xfrm>
            <a:custGeom>
              <a:avLst/>
              <a:gdLst/>
              <a:ahLst/>
              <a:cxnLst/>
              <a:rect l="l" t="t" r="r" b="b"/>
              <a:pathLst>
                <a:path w="9098" h="5468" extrusionOk="0">
                  <a:moveTo>
                    <a:pt x="515" y="0"/>
                  </a:moveTo>
                  <a:lnTo>
                    <a:pt x="450" y="65"/>
                  </a:lnTo>
                  <a:cubicBezTo>
                    <a:pt x="0" y="515"/>
                    <a:pt x="0" y="1222"/>
                    <a:pt x="450" y="1672"/>
                  </a:cubicBezTo>
                  <a:lnTo>
                    <a:pt x="4018" y="5079"/>
                  </a:lnTo>
                  <a:lnTo>
                    <a:pt x="8390" y="5465"/>
                  </a:lnTo>
                  <a:cubicBezTo>
                    <a:pt x="8410" y="5467"/>
                    <a:pt x="8430" y="5468"/>
                    <a:pt x="8450" y="5468"/>
                  </a:cubicBezTo>
                  <a:cubicBezTo>
                    <a:pt x="8776" y="5468"/>
                    <a:pt x="9036" y="5224"/>
                    <a:pt x="9097" y="4951"/>
                  </a:cubicBezTo>
                  <a:cubicBezTo>
                    <a:pt x="7554" y="4565"/>
                    <a:pt x="5175" y="4019"/>
                    <a:pt x="4533" y="3954"/>
                  </a:cubicBezTo>
                  <a:cubicBezTo>
                    <a:pt x="3761" y="3858"/>
                    <a:pt x="1382" y="1029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62"/>
            <p:cNvSpPr/>
            <p:nvPr/>
          </p:nvSpPr>
          <p:spPr>
            <a:xfrm>
              <a:off x="1255300" y="4989075"/>
              <a:ext cx="238700" cy="149500"/>
            </a:xfrm>
            <a:custGeom>
              <a:avLst/>
              <a:gdLst/>
              <a:ahLst/>
              <a:cxnLst/>
              <a:rect l="l" t="t" r="r" b="b"/>
              <a:pathLst>
                <a:path w="9548" h="5980" extrusionOk="0">
                  <a:moveTo>
                    <a:pt x="689" y="671"/>
                  </a:moveTo>
                  <a:cubicBezTo>
                    <a:pt x="1135" y="1219"/>
                    <a:pt x="1826" y="2051"/>
                    <a:pt x="2540" y="2765"/>
                  </a:cubicBezTo>
                  <a:cubicBezTo>
                    <a:pt x="2926" y="3183"/>
                    <a:pt x="3344" y="3600"/>
                    <a:pt x="3697" y="3890"/>
                  </a:cubicBezTo>
                  <a:cubicBezTo>
                    <a:pt x="3858" y="4051"/>
                    <a:pt x="4051" y="4179"/>
                    <a:pt x="4211" y="4276"/>
                  </a:cubicBezTo>
                  <a:cubicBezTo>
                    <a:pt x="4372" y="4372"/>
                    <a:pt x="4501" y="4436"/>
                    <a:pt x="4661" y="4468"/>
                  </a:cubicBezTo>
                  <a:cubicBezTo>
                    <a:pt x="4951" y="4501"/>
                    <a:pt x="5722" y="4661"/>
                    <a:pt x="6590" y="4854"/>
                  </a:cubicBezTo>
                  <a:cubicBezTo>
                    <a:pt x="7330" y="5019"/>
                    <a:pt x="8140" y="5206"/>
                    <a:pt x="8841" y="5378"/>
                  </a:cubicBezTo>
                  <a:lnTo>
                    <a:pt x="8841" y="5378"/>
                  </a:lnTo>
                  <a:cubicBezTo>
                    <a:pt x="8780" y="5431"/>
                    <a:pt x="8704" y="5465"/>
                    <a:pt x="8615" y="5465"/>
                  </a:cubicBezTo>
                  <a:lnTo>
                    <a:pt x="8583" y="5465"/>
                  </a:lnTo>
                  <a:lnTo>
                    <a:pt x="4308" y="5079"/>
                  </a:lnTo>
                  <a:lnTo>
                    <a:pt x="804" y="1736"/>
                  </a:lnTo>
                  <a:cubicBezTo>
                    <a:pt x="643" y="1543"/>
                    <a:pt x="547" y="1350"/>
                    <a:pt x="547" y="1125"/>
                  </a:cubicBezTo>
                  <a:cubicBezTo>
                    <a:pt x="547" y="961"/>
                    <a:pt x="598" y="814"/>
                    <a:pt x="689" y="671"/>
                  </a:cubicBezTo>
                  <a:close/>
                  <a:moveTo>
                    <a:pt x="708" y="0"/>
                  </a:moveTo>
                  <a:cubicBezTo>
                    <a:pt x="611" y="0"/>
                    <a:pt x="547" y="0"/>
                    <a:pt x="483" y="65"/>
                  </a:cubicBezTo>
                  <a:lnTo>
                    <a:pt x="418" y="161"/>
                  </a:lnTo>
                  <a:cubicBezTo>
                    <a:pt x="161" y="418"/>
                    <a:pt x="1" y="772"/>
                    <a:pt x="1" y="1125"/>
                  </a:cubicBezTo>
                  <a:cubicBezTo>
                    <a:pt x="1" y="1479"/>
                    <a:pt x="161" y="1833"/>
                    <a:pt x="451" y="2122"/>
                  </a:cubicBezTo>
                  <a:lnTo>
                    <a:pt x="3986" y="5529"/>
                  </a:lnTo>
                  <a:cubicBezTo>
                    <a:pt x="4051" y="5561"/>
                    <a:pt x="4083" y="5593"/>
                    <a:pt x="4147" y="5593"/>
                  </a:cubicBezTo>
                  <a:lnTo>
                    <a:pt x="8519" y="5979"/>
                  </a:lnTo>
                  <a:lnTo>
                    <a:pt x="8615" y="5979"/>
                  </a:lnTo>
                  <a:cubicBezTo>
                    <a:pt x="9065" y="5979"/>
                    <a:pt x="9419" y="5658"/>
                    <a:pt x="9515" y="5272"/>
                  </a:cubicBezTo>
                  <a:cubicBezTo>
                    <a:pt x="9547" y="5111"/>
                    <a:pt x="9451" y="4983"/>
                    <a:pt x="9322" y="4951"/>
                  </a:cubicBezTo>
                  <a:cubicBezTo>
                    <a:pt x="8551" y="4758"/>
                    <a:pt x="7554" y="4533"/>
                    <a:pt x="6687" y="4340"/>
                  </a:cubicBezTo>
                  <a:cubicBezTo>
                    <a:pt x="5819" y="4147"/>
                    <a:pt x="5079" y="3986"/>
                    <a:pt x="4726" y="3954"/>
                  </a:cubicBezTo>
                  <a:cubicBezTo>
                    <a:pt x="4694" y="3922"/>
                    <a:pt x="4597" y="3890"/>
                    <a:pt x="4469" y="3825"/>
                  </a:cubicBezTo>
                  <a:cubicBezTo>
                    <a:pt x="4051" y="3536"/>
                    <a:pt x="3311" y="2829"/>
                    <a:pt x="2604" y="2090"/>
                  </a:cubicBezTo>
                  <a:cubicBezTo>
                    <a:pt x="1929" y="1318"/>
                    <a:pt x="1254" y="547"/>
                    <a:pt x="901" y="97"/>
                  </a:cubicBezTo>
                  <a:cubicBezTo>
                    <a:pt x="836" y="32"/>
                    <a:pt x="772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62"/>
            <p:cNvSpPr/>
            <p:nvPr/>
          </p:nvSpPr>
          <p:spPr>
            <a:xfrm>
              <a:off x="1608075" y="3506400"/>
              <a:ext cx="458900" cy="1476275"/>
            </a:xfrm>
            <a:custGeom>
              <a:avLst/>
              <a:gdLst/>
              <a:ahLst/>
              <a:cxnLst/>
              <a:rect l="l" t="t" r="r" b="b"/>
              <a:pathLst>
                <a:path w="18356" h="59051" extrusionOk="0">
                  <a:moveTo>
                    <a:pt x="4983" y="1"/>
                  </a:moveTo>
                  <a:cubicBezTo>
                    <a:pt x="4983" y="1"/>
                    <a:pt x="740" y="4822"/>
                    <a:pt x="354" y="7490"/>
                  </a:cubicBezTo>
                  <a:cubicBezTo>
                    <a:pt x="322" y="7812"/>
                    <a:pt x="290" y="8133"/>
                    <a:pt x="258" y="8455"/>
                  </a:cubicBezTo>
                  <a:cubicBezTo>
                    <a:pt x="1" y="11637"/>
                    <a:pt x="644" y="14851"/>
                    <a:pt x="1994" y="17777"/>
                  </a:cubicBezTo>
                  <a:lnTo>
                    <a:pt x="9966" y="35006"/>
                  </a:lnTo>
                  <a:lnTo>
                    <a:pt x="15077" y="59050"/>
                  </a:lnTo>
                  <a:lnTo>
                    <a:pt x="18355" y="58247"/>
                  </a:lnTo>
                  <a:lnTo>
                    <a:pt x="17295" y="32692"/>
                  </a:lnTo>
                  <a:lnTo>
                    <a:pt x="11123" y="13084"/>
                  </a:lnTo>
                  <a:lnTo>
                    <a:pt x="14787" y="6912"/>
                  </a:lnTo>
                  <a:lnTo>
                    <a:pt x="4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62"/>
            <p:cNvSpPr/>
            <p:nvPr/>
          </p:nvSpPr>
          <p:spPr>
            <a:xfrm>
              <a:off x="1606475" y="3499650"/>
              <a:ext cx="466925" cy="1489450"/>
            </a:xfrm>
            <a:custGeom>
              <a:avLst/>
              <a:gdLst/>
              <a:ahLst/>
              <a:cxnLst/>
              <a:rect l="l" t="t" r="r" b="b"/>
              <a:pathLst>
                <a:path w="18677" h="59578" extrusionOk="0">
                  <a:moveTo>
                    <a:pt x="5084" y="635"/>
                  </a:moveTo>
                  <a:lnTo>
                    <a:pt x="14497" y="7270"/>
                  </a:lnTo>
                  <a:lnTo>
                    <a:pt x="14497" y="7270"/>
                  </a:lnTo>
                  <a:lnTo>
                    <a:pt x="10962" y="13225"/>
                  </a:lnTo>
                  <a:cubicBezTo>
                    <a:pt x="10930" y="13289"/>
                    <a:pt x="10898" y="13354"/>
                    <a:pt x="10930" y="13418"/>
                  </a:cubicBezTo>
                  <a:lnTo>
                    <a:pt x="17069" y="33026"/>
                  </a:lnTo>
                  <a:lnTo>
                    <a:pt x="18130" y="58292"/>
                  </a:lnTo>
                  <a:lnTo>
                    <a:pt x="15366" y="58999"/>
                  </a:lnTo>
                  <a:lnTo>
                    <a:pt x="10287" y="35212"/>
                  </a:lnTo>
                  <a:lnTo>
                    <a:pt x="10287" y="35180"/>
                  </a:lnTo>
                  <a:lnTo>
                    <a:pt x="2283" y="17918"/>
                  </a:lnTo>
                  <a:cubicBezTo>
                    <a:pt x="1158" y="15475"/>
                    <a:pt x="515" y="12775"/>
                    <a:pt x="515" y="10075"/>
                  </a:cubicBezTo>
                  <a:cubicBezTo>
                    <a:pt x="515" y="9625"/>
                    <a:pt x="547" y="9175"/>
                    <a:pt x="579" y="8725"/>
                  </a:cubicBezTo>
                  <a:cubicBezTo>
                    <a:pt x="611" y="8403"/>
                    <a:pt x="644" y="8114"/>
                    <a:pt x="676" y="7825"/>
                  </a:cubicBezTo>
                  <a:cubicBezTo>
                    <a:pt x="772" y="7182"/>
                    <a:pt x="1094" y="6410"/>
                    <a:pt x="1544" y="5607"/>
                  </a:cubicBezTo>
                  <a:cubicBezTo>
                    <a:pt x="2186" y="4353"/>
                    <a:pt x="3119" y="3067"/>
                    <a:pt x="3890" y="2103"/>
                  </a:cubicBezTo>
                  <a:cubicBezTo>
                    <a:pt x="4276" y="1621"/>
                    <a:pt x="4597" y="1203"/>
                    <a:pt x="4854" y="914"/>
                  </a:cubicBezTo>
                  <a:cubicBezTo>
                    <a:pt x="4926" y="794"/>
                    <a:pt x="5016" y="710"/>
                    <a:pt x="5084" y="635"/>
                  </a:cubicBezTo>
                  <a:close/>
                  <a:moveTo>
                    <a:pt x="5019" y="1"/>
                  </a:moveTo>
                  <a:cubicBezTo>
                    <a:pt x="4948" y="1"/>
                    <a:pt x="4875" y="25"/>
                    <a:pt x="4822" y="78"/>
                  </a:cubicBezTo>
                  <a:cubicBezTo>
                    <a:pt x="4822" y="110"/>
                    <a:pt x="3762" y="1299"/>
                    <a:pt x="2636" y="2842"/>
                  </a:cubicBezTo>
                  <a:cubicBezTo>
                    <a:pt x="2090" y="3646"/>
                    <a:pt x="1511" y="4482"/>
                    <a:pt x="1061" y="5350"/>
                  </a:cubicBezTo>
                  <a:cubicBezTo>
                    <a:pt x="611" y="6185"/>
                    <a:pt x="258" y="7021"/>
                    <a:pt x="161" y="7728"/>
                  </a:cubicBezTo>
                  <a:cubicBezTo>
                    <a:pt x="97" y="8050"/>
                    <a:pt x="65" y="8371"/>
                    <a:pt x="33" y="8693"/>
                  </a:cubicBezTo>
                  <a:cubicBezTo>
                    <a:pt x="1" y="9143"/>
                    <a:pt x="1" y="9625"/>
                    <a:pt x="1" y="10075"/>
                  </a:cubicBezTo>
                  <a:cubicBezTo>
                    <a:pt x="1" y="12871"/>
                    <a:pt x="644" y="15604"/>
                    <a:pt x="1801" y="18143"/>
                  </a:cubicBezTo>
                  <a:lnTo>
                    <a:pt x="9773" y="35372"/>
                  </a:lnTo>
                  <a:lnTo>
                    <a:pt x="14883" y="59384"/>
                  </a:lnTo>
                  <a:cubicBezTo>
                    <a:pt x="14916" y="59449"/>
                    <a:pt x="14948" y="59513"/>
                    <a:pt x="15012" y="59545"/>
                  </a:cubicBezTo>
                  <a:cubicBezTo>
                    <a:pt x="15076" y="59577"/>
                    <a:pt x="15141" y="59577"/>
                    <a:pt x="15205" y="59577"/>
                  </a:cubicBezTo>
                  <a:lnTo>
                    <a:pt x="18484" y="58774"/>
                  </a:lnTo>
                  <a:cubicBezTo>
                    <a:pt x="18612" y="58742"/>
                    <a:pt x="18676" y="58613"/>
                    <a:pt x="18676" y="58484"/>
                  </a:cubicBezTo>
                  <a:lnTo>
                    <a:pt x="17616" y="32962"/>
                  </a:lnTo>
                  <a:lnTo>
                    <a:pt x="17616" y="32897"/>
                  </a:lnTo>
                  <a:lnTo>
                    <a:pt x="11476" y="13386"/>
                  </a:lnTo>
                  <a:lnTo>
                    <a:pt x="15076" y="7342"/>
                  </a:lnTo>
                  <a:cubicBezTo>
                    <a:pt x="15141" y="7214"/>
                    <a:pt x="15108" y="7053"/>
                    <a:pt x="15012" y="6989"/>
                  </a:cubicBezTo>
                  <a:lnTo>
                    <a:pt x="5176" y="46"/>
                  </a:lnTo>
                  <a:cubicBezTo>
                    <a:pt x="5133" y="17"/>
                    <a:pt x="5076" y="1"/>
                    <a:pt x="5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62"/>
            <p:cNvSpPr/>
            <p:nvPr/>
          </p:nvSpPr>
          <p:spPr>
            <a:xfrm>
              <a:off x="1318775" y="3717750"/>
              <a:ext cx="634875" cy="1260100"/>
            </a:xfrm>
            <a:custGeom>
              <a:avLst/>
              <a:gdLst/>
              <a:ahLst/>
              <a:cxnLst/>
              <a:rect l="l" t="t" r="r" b="b"/>
              <a:pathLst>
                <a:path w="25395" h="50404" extrusionOk="0">
                  <a:moveTo>
                    <a:pt x="25395" y="1"/>
                  </a:moveTo>
                  <a:lnTo>
                    <a:pt x="14048" y="4822"/>
                  </a:lnTo>
                  <a:lnTo>
                    <a:pt x="15398" y="7330"/>
                  </a:lnTo>
                  <a:lnTo>
                    <a:pt x="12505" y="26938"/>
                  </a:lnTo>
                  <a:lnTo>
                    <a:pt x="1" y="49246"/>
                  </a:lnTo>
                  <a:lnTo>
                    <a:pt x="3087" y="50403"/>
                  </a:lnTo>
                  <a:lnTo>
                    <a:pt x="19995" y="29252"/>
                  </a:lnTo>
                  <a:lnTo>
                    <a:pt x="24045" y="5787"/>
                  </a:lnTo>
                  <a:lnTo>
                    <a:pt x="253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62"/>
            <p:cNvSpPr/>
            <p:nvPr/>
          </p:nvSpPr>
          <p:spPr>
            <a:xfrm>
              <a:off x="1311550" y="3711175"/>
              <a:ext cx="649350" cy="1273425"/>
            </a:xfrm>
            <a:custGeom>
              <a:avLst/>
              <a:gdLst/>
              <a:ahLst/>
              <a:cxnLst/>
              <a:rect l="l" t="t" r="r" b="b"/>
              <a:pathLst>
                <a:path w="25974" h="50937" extrusionOk="0">
                  <a:moveTo>
                    <a:pt x="25687" y="0"/>
                  </a:moveTo>
                  <a:cubicBezTo>
                    <a:pt x="25555" y="0"/>
                    <a:pt x="25455" y="88"/>
                    <a:pt x="25427" y="199"/>
                  </a:cubicBezTo>
                  <a:lnTo>
                    <a:pt x="24077" y="5985"/>
                  </a:lnTo>
                  <a:lnTo>
                    <a:pt x="20027" y="29387"/>
                  </a:lnTo>
                  <a:lnTo>
                    <a:pt x="3279" y="50345"/>
                  </a:lnTo>
                  <a:lnTo>
                    <a:pt x="676" y="49380"/>
                  </a:lnTo>
                  <a:lnTo>
                    <a:pt x="13019" y="27329"/>
                  </a:lnTo>
                  <a:lnTo>
                    <a:pt x="13051" y="27233"/>
                  </a:lnTo>
                  <a:lnTo>
                    <a:pt x="15944" y="7625"/>
                  </a:lnTo>
                  <a:cubicBezTo>
                    <a:pt x="15944" y="7560"/>
                    <a:pt x="15944" y="7496"/>
                    <a:pt x="15912" y="7464"/>
                  </a:cubicBezTo>
                  <a:lnTo>
                    <a:pt x="14562" y="4957"/>
                  </a:lnTo>
                  <a:cubicBezTo>
                    <a:pt x="14519" y="4871"/>
                    <a:pt x="14433" y="4814"/>
                    <a:pt x="14343" y="4814"/>
                  </a:cubicBezTo>
                  <a:cubicBezTo>
                    <a:pt x="14298" y="4814"/>
                    <a:pt x="14251" y="4828"/>
                    <a:pt x="14208" y="4860"/>
                  </a:cubicBezTo>
                  <a:cubicBezTo>
                    <a:pt x="14080" y="4925"/>
                    <a:pt x="14016" y="5085"/>
                    <a:pt x="14080" y="5214"/>
                  </a:cubicBezTo>
                  <a:lnTo>
                    <a:pt x="15398" y="7625"/>
                  </a:lnTo>
                  <a:lnTo>
                    <a:pt x="12537" y="27104"/>
                  </a:lnTo>
                  <a:lnTo>
                    <a:pt x="65" y="49380"/>
                  </a:lnTo>
                  <a:cubicBezTo>
                    <a:pt x="1" y="49445"/>
                    <a:pt x="1" y="49541"/>
                    <a:pt x="33" y="49606"/>
                  </a:cubicBezTo>
                  <a:cubicBezTo>
                    <a:pt x="65" y="49702"/>
                    <a:pt x="129" y="49734"/>
                    <a:pt x="193" y="49766"/>
                  </a:cubicBezTo>
                  <a:lnTo>
                    <a:pt x="3279" y="50923"/>
                  </a:lnTo>
                  <a:cubicBezTo>
                    <a:pt x="3305" y="50932"/>
                    <a:pt x="3333" y="50936"/>
                    <a:pt x="3362" y="50936"/>
                  </a:cubicBezTo>
                  <a:cubicBezTo>
                    <a:pt x="3440" y="50936"/>
                    <a:pt x="3522" y="50906"/>
                    <a:pt x="3569" y="50859"/>
                  </a:cubicBezTo>
                  <a:lnTo>
                    <a:pt x="20509" y="29676"/>
                  </a:lnTo>
                  <a:lnTo>
                    <a:pt x="20541" y="29547"/>
                  </a:lnTo>
                  <a:lnTo>
                    <a:pt x="24591" y="6082"/>
                  </a:lnTo>
                  <a:lnTo>
                    <a:pt x="25941" y="328"/>
                  </a:lnTo>
                  <a:cubicBezTo>
                    <a:pt x="25973" y="199"/>
                    <a:pt x="25877" y="39"/>
                    <a:pt x="25748" y="7"/>
                  </a:cubicBezTo>
                  <a:cubicBezTo>
                    <a:pt x="25727" y="2"/>
                    <a:pt x="25707" y="0"/>
                    <a:pt x="25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62"/>
            <p:cNvSpPr/>
            <p:nvPr/>
          </p:nvSpPr>
          <p:spPr>
            <a:xfrm>
              <a:off x="1848375" y="3941000"/>
              <a:ext cx="67525" cy="394925"/>
            </a:xfrm>
            <a:custGeom>
              <a:avLst/>
              <a:gdLst/>
              <a:ahLst/>
              <a:cxnLst/>
              <a:rect l="l" t="t" r="r" b="b"/>
              <a:pathLst>
                <a:path w="2701" h="15797" extrusionOk="0">
                  <a:moveTo>
                    <a:pt x="2490" y="1"/>
                  </a:moveTo>
                  <a:cubicBezTo>
                    <a:pt x="2387" y="1"/>
                    <a:pt x="2314" y="84"/>
                    <a:pt x="2314" y="168"/>
                  </a:cubicBezTo>
                  <a:lnTo>
                    <a:pt x="32" y="15565"/>
                  </a:lnTo>
                  <a:cubicBezTo>
                    <a:pt x="0" y="15661"/>
                    <a:pt x="97" y="15790"/>
                    <a:pt x="193" y="15790"/>
                  </a:cubicBezTo>
                  <a:cubicBezTo>
                    <a:pt x="206" y="15794"/>
                    <a:pt x="219" y="15796"/>
                    <a:pt x="233" y="15796"/>
                  </a:cubicBezTo>
                  <a:cubicBezTo>
                    <a:pt x="322" y="15796"/>
                    <a:pt x="418" y="15713"/>
                    <a:pt x="418" y="15629"/>
                  </a:cubicBezTo>
                  <a:lnTo>
                    <a:pt x="2700" y="232"/>
                  </a:lnTo>
                  <a:cubicBezTo>
                    <a:pt x="2700" y="135"/>
                    <a:pt x="2636" y="7"/>
                    <a:pt x="2539" y="7"/>
                  </a:cubicBezTo>
                  <a:cubicBezTo>
                    <a:pt x="2522" y="3"/>
                    <a:pt x="2506" y="1"/>
                    <a:pt x="2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62"/>
            <p:cNvSpPr/>
            <p:nvPr/>
          </p:nvSpPr>
          <p:spPr>
            <a:xfrm>
              <a:off x="1633800" y="3761650"/>
              <a:ext cx="54675" cy="233375"/>
            </a:xfrm>
            <a:custGeom>
              <a:avLst/>
              <a:gdLst/>
              <a:ahLst/>
              <a:cxnLst/>
              <a:rect l="l" t="t" r="r" b="b"/>
              <a:pathLst>
                <a:path w="2187" h="9335" extrusionOk="0">
                  <a:moveTo>
                    <a:pt x="238" y="1"/>
                  </a:moveTo>
                  <a:cubicBezTo>
                    <a:pt x="211" y="1"/>
                    <a:pt x="185" y="5"/>
                    <a:pt x="161" y="13"/>
                  </a:cubicBezTo>
                  <a:cubicBezTo>
                    <a:pt x="65" y="77"/>
                    <a:pt x="1" y="173"/>
                    <a:pt x="65" y="270"/>
                  </a:cubicBezTo>
                  <a:lnTo>
                    <a:pt x="1768" y="4095"/>
                  </a:lnTo>
                  <a:lnTo>
                    <a:pt x="1608" y="9110"/>
                  </a:lnTo>
                  <a:cubicBezTo>
                    <a:pt x="1608" y="9238"/>
                    <a:pt x="1704" y="9335"/>
                    <a:pt x="1801" y="9335"/>
                  </a:cubicBezTo>
                  <a:cubicBezTo>
                    <a:pt x="1929" y="9335"/>
                    <a:pt x="1993" y="9238"/>
                    <a:pt x="2026" y="9142"/>
                  </a:cubicBezTo>
                  <a:lnTo>
                    <a:pt x="2186" y="4063"/>
                  </a:lnTo>
                  <a:lnTo>
                    <a:pt x="2154" y="3966"/>
                  </a:lnTo>
                  <a:lnTo>
                    <a:pt x="418" y="109"/>
                  </a:lnTo>
                  <a:cubicBezTo>
                    <a:pt x="394" y="37"/>
                    <a:pt x="316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62"/>
            <p:cNvSpPr/>
            <p:nvPr/>
          </p:nvSpPr>
          <p:spPr>
            <a:xfrm>
              <a:off x="1827475" y="3665300"/>
              <a:ext cx="123775" cy="93475"/>
            </a:xfrm>
            <a:custGeom>
              <a:avLst/>
              <a:gdLst/>
              <a:ahLst/>
              <a:cxnLst/>
              <a:rect l="l" t="t" r="r" b="b"/>
              <a:pathLst>
                <a:path w="4951" h="3739" extrusionOk="0">
                  <a:moveTo>
                    <a:pt x="4757" y="1"/>
                  </a:moveTo>
                  <a:cubicBezTo>
                    <a:pt x="4660" y="1"/>
                    <a:pt x="4586" y="59"/>
                    <a:pt x="4533" y="138"/>
                  </a:cubicBezTo>
                  <a:lnTo>
                    <a:pt x="4533" y="170"/>
                  </a:lnTo>
                  <a:cubicBezTo>
                    <a:pt x="4468" y="331"/>
                    <a:pt x="4083" y="1134"/>
                    <a:pt x="3343" y="1874"/>
                  </a:cubicBezTo>
                  <a:cubicBezTo>
                    <a:pt x="2636" y="2645"/>
                    <a:pt x="1575" y="3320"/>
                    <a:pt x="193" y="3320"/>
                  </a:cubicBezTo>
                  <a:cubicBezTo>
                    <a:pt x="65" y="3320"/>
                    <a:pt x="0" y="3417"/>
                    <a:pt x="0" y="3545"/>
                  </a:cubicBezTo>
                  <a:cubicBezTo>
                    <a:pt x="0" y="3642"/>
                    <a:pt x="65" y="3738"/>
                    <a:pt x="193" y="3738"/>
                  </a:cubicBezTo>
                  <a:cubicBezTo>
                    <a:pt x="1833" y="3738"/>
                    <a:pt x="3022" y="2870"/>
                    <a:pt x="3793" y="2002"/>
                  </a:cubicBezTo>
                  <a:cubicBezTo>
                    <a:pt x="4565" y="1134"/>
                    <a:pt x="4918" y="299"/>
                    <a:pt x="4918" y="299"/>
                  </a:cubicBezTo>
                  <a:cubicBezTo>
                    <a:pt x="4951" y="170"/>
                    <a:pt x="4918" y="74"/>
                    <a:pt x="4822" y="9"/>
                  </a:cubicBezTo>
                  <a:cubicBezTo>
                    <a:pt x="4799" y="4"/>
                    <a:pt x="4777" y="1"/>
                    <a:pt x="47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62"/>
            <p:cNvSpPr/>
            <p:nvPr/>
          </p:nvSpPr>
          <p:spPr>
            <a:xfrm>
              <a:off x="1726225" y="3634675"/>
              <a:ext cx="181625" cy="758150"/>
            </a:xfrm>
            <a:custGeom>
              <a:avLst/>
              <a:gdLst/>
              <a:ahLst/>
              <a:cxnLst/>
              <a:rect l="l" t="t" r="r" b="b"/>
              <a:pathLst>
                <a:path w="7265" h="30326" extrusionOk="0">
                  <a:moveTo>
                    <a:pt x="7025" y="0"/>
                  </a:moveTo>
                  <a:cubicBezTo>
                    <a:pt x="6982" y="0"/>
                    <a:pt x="6940" y="16"/>
                    <a:pt x="6911" y="45"/>
                  </a:cubicBezTo>
                  <a:lnTo>
                    <a:pt x="5143" y="1620"/>
                  </a:lnTo>
                  <a:cubicBezTo>
                    <a:pt x="5111" y="1684"/>
                    <a:pt x="5079" y="1716"/>
                    <a:pt x="5079" y="1781"/>
                  </a:cubicBezTo>
                  <a:lnTo>
                    <a:pt x="5079" y="2938"/>
                  </a:lnTo>
                  <a:lnTo>
                    <a:pt x="2893" y="2456"/>
                  </a:lnTo>
                  <a:cubicBezTo>
                    <a:pt x="2797" y="2456"/>
                    <a:pt x="2732" y="2456"/>
                    <a:pt x="2700" y="2520"/>
                  </a:cubicBezTo>
                  <a:cubicBezTo>
                    <a:pt x="2636" y="2584"/>
                    <a:pt x="2636" y="2649"/>
                    <a:pt x="2636" y="2713"/>
                  </a:cubicBezTo>
                  <a:lnTo>
                    <a:pt x="3857" y="6185"/>
                  </a:lnTo>
                  <a:lnTo>
                    <a:pt x="0" y="30100"/>
                  </a:lnTo>
                  <a:cubicBezTo>
                    <a:pt x="0" y="30196"/>
                    <a:pt x="64" y="30293"/>
                    <a:pt x="193" y="30325"/>
                  </a:cubicBezTo>
                  <a:cubicBezTo>
                    <a:pt x="289" y="30325"/>
                    <a:pt x="386" y="30261"/>
                    <a:pt x="418" y="30164"/>
                  </a:cubicBezTo>
                  <a:lnTo>
                    <a:pt x="4243" y="6185"/>
                  </a:lnTo>
                  <a:lnTo>
                    <a:pt x="4243" y="6088"/>
                  </a:lnTo>
                  <a:lnTo>
                    <a:pt x="3150" y="2938"/>
                  </a:lnTo>
                  <a:lnTo>
                    <a:pt x="5240" y="3388"/>
                  </a:lnTo>
                  <a:cubicBezTo>
                    <a:pt x="5304" y="3388"/>
                    <a:pt x="5368" y="3388"/>
                    <a:pt x="5400" y="3324"/>
                  </a:cubicBezTo>
                  <a:cubicBezTo>
                    <a:pt x="5465" y="3292"/>
                    <a:pt x="5497" y="3259"/>
                    <a:pt x="5497" y="3195"/>
                  </a:cubicBezTo>
                  <a:lnTo>
                    <a:pt x="5497" y="1877"/>
                  </a:lnTo>
                  <a:lnTo>
                    <a:pt x="7168" y="366"/>
                  </a:lnTo>
                  <a:cubicBezTo>
                    <a:pt x="7265" y="270"/>
                    <a:pt x="7265" y="141"/>
                    <a:pt x="7168" y="77"/>
                  </a:cubicBezTo>
                  <a:cubicBezTo>
                    <a:pt x="7133" y="24"/>
                    <a:pt x="7078" y="0"/>
                    <a:pt x="7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62"/>
            <p:cNvSpPr/>
            <p:nvPr/>
          </p:nvSpPr>
          <p:spPr>
            <a:xfrm>
              <a:off x="1690850" y="4417675"/>
              <a:ext cx="32975" cy="40550"/>
            </a:xfrm>
            <a:custGeom>
              <a:avLst/>
              <a:gdLst/>
              <a:ahLst/>
              <a:cxnLst/>
              <a:rect l="l" t="t" r="r" b="b"/>
              <a:pathLst>
                <a:path w="1319" h="1622" extrusionOk="0">
                  <a:moveTo>
                    <a:pt x="1112" y="0"/>
                  </a:moveTo>
                  <a:cubicBezTo>
                    <a:pt x="1043" y="0"/>
                    <a:pt x="974" y="36"/>
                    <a:pt x="933" y="98"/>
                  </a:cubicBezTo>
                  <a:lnTo>
                    <a:pt x="65" y="1319"/>
                  </a:lnTo>
                  <a:cubicBezTo>
                    <a:pt x="1" y="1384"/>
                    <a:pt x="33" y="1512"/>
                    <a:pt x="97" y="1577"/>
                  </a:cubicBezTo>
                  <a:cubicBezTo>
                    <a:pt x="141" y="1606"/>
                    <a:pt x="190" y="1621"/>
                    <a:pt x="238" y="1621"/>
                  </a:cubicBezTo>
                  <a:cubicBezTo>
                    <a:pt x="296" y="1621"/>
                    <a:pt x="351" y="1598"/>
                    <a:pt x="387" y="1544"/>
                  </a:cubicBezTo>
                  <a:lnTo>
                    <a:pt x="1254" y="323"/>
                  </a:lnTo>
                  <a:cubicBezTo>
                    <a:pt x="1319" y="227"/>
                    <a:pt x="1319" y="98"/>
                    <a:pt x="1222" y="34"/>
                  </a:cubicBezTo>
                  <a:cubicBezTo>
                    <a:pt x="1188" y="11"/>
                    <a:pt x="1150" y="0"/>
                    <a:pt x="1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6" name="Google Shape;3606;p63"/>
          <p:cNvSpPr txBox="1">
            <a:spLocks noGrp="1"/>
          </p:cNvSpPr>
          <p:nvPr>
            <p:ph type="subTitle" idx="1"/>
          </p:nvPr>
        </p:nvSpPr>
        <p:spPr>
          <a:xfrm>
            <a:off x="3232350" y="2781183"/>
            <a:ext cx="26793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tx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Do you have any questions?</a:t>
            </a:r>
            <a:endParaRPr dirty="0">
              <a:solidFill>
                <a:schemeClr val="tx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605" name="Google Shape;3605;p63"/>
          <p:cNvSpPr txBox="1">
            <a:spLocks noGrp="1"/>
          </p:cNvSpPr>
          <p:nvPr>
            <p:ph type="title"/>
          </p:nvPr>
        </p:nvSpPr>
        <p:spPr>
          <a:xfrm>
            <a:off x="2619750" y="1461148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Thanks!</a:t>
            </a:r>
            <a:endParaRPr sz="72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3377</TotalTime>
  <Words>1665</Words>
  <Application>Microsoft Office PowerPoint</Application>
  <PresentationFormat>On-screen Show (16:9)</PresentationFormat>
  <Paragraphs>283</Paragraphs>
  <Slides>40</Slides>
  <Notes>40</Notes>
  <HiddenSlides>7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Barlow Semi Condensed</vt:lpstr>
      <vt:lpstr>Fjalla One</vt:lpstr>
      <vt:lpstr>Barlow Semi Condensed Medium</vt:lpstr>
      <vt:lpstr>Wingdings</vt:lpstr>
      <vt:lpstr>Arial</vt:lpstr>
      <vt:lpstr>Roboto Condensed Light</vt:lpstr>
      <vt:lpstr>Technology Consulting by Slidesgo</vt:lpstr>
      <vt:lpstr>PowerPoint Presentation</vt:lpstr>
      <vt:lpstr>PowerPoint Presentation</vt:lpstr>
      <vt:lpstr>Gas Gap Solutions</vt:lpstr>
      <vt:lpstr>Gas Gap Solutions</vt:lpstr>
      <vt:lpstr>Contents of the Report</vt:lpstr>
      <vt:lpstr>Table of Contents</vt:lpstr>
      <vt:lpstr>Introduction</vt:lpstr>
      <vt:lpstr>PowerPoint Presentation</vt:lpstr>
      <vt:lpstr>Identified Problem</vt:lpstr>
      <vt:lpstr>PowerPoint Presentation</vt:lpstr>
      <vt:lpstr>Aims of the project</vt:lpstr>
      <vt:lpstr>PowerPoint Presentation</vt:lpstr>
      <vt:lpstr>Process</vt:lpstr>
      <vt:lpstr>Understanding the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Target</vt:lpstr>
      <vt:lpstr>PowerPoint Presentation</vt:lpstr>
      <vt:lpstr>Solutions</vt:lpstr>
      <vt:lpstr>Our Solutions</vt:lpstr>
      <vt:lpstr>PowerPoint Presentation</vt:lpstr>
      <vt:lpstr>PowerPoint Presentation</vt:lpstr>
      <vt:lpstr>PowerPoint Presentation</vt:lpstr>
      <vt:lpstr>Awesome Words</vt:lpstr>
      <vt:lpstr>Our Process</vt:lpstr>
      <vt:lpstr>Our Process</vt:lpstr>
      <vt:lpstr>Our Process</vt:lpstr>
      <vt:lpstr>Whoa!</vt:lpstr>
      <vt:lpstr>Who We Are</vt:lpstr>
      <vt:lpstr>Who We Are</vt:lpstr>
      <vt:lpstr>Who We Are</vt:lpstr>
      <vt:lpstr>Gratitude</vt:lpstr>
      <vt:lpstr>Conclusion </vt:lpstr>
      <vt:lpstr>Software &amp; Tools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محمود ابريك عبده</dc:creator>
  <cp:lastModifiedBy>محمود ابريك عبده</cp:lastModifiedBy>
  <cp:revision>39</cp:revision>
  <dcterms:modified xsi:type="dcterms:W3CDTF">2025-10-20T22:25:50Z</dcterms:modified>
</cp:coreProperties>
</file>